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viewProps" Target="viewProps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theme" Target="theme/theme1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ustomXml" Target="../customXml/item3.xml"/><Relationship Id="rId5" Type="http://schemas.openxmlformats.org/officeDocument/2006/relationships/tableStyles" Target="tableStyles.xml"/><Relationship Id="rId15" Type="http://schemas.openxmlformats.org/officeDocument/2006/relationships/slide" Target="slides/slide10.xml"/><Relationship Id="rId23" Type="http://schemas.openxmlformats.org/officeDocument/2006/relationships/customXml" Target="../customXml/item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presProps" Target="presProps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Relationship Id="rId14" Type="http://schemas.openxmlformats.org/officeDocument/2006/relationships/image" Target="../media/image35.png"/><Relationship Id="rId15" Type="http://schemas.openxmlformats.org/officeDocument/2006/relationships/image" Target="../media/image36.png"/><Relationship Id="rId16" Type="http://schemas.openxmlformats.org/officeDocument/2006/relationships/image" Target="../media/image37.png"/><Relationship Id="rId17" Type="http://schemas.openxmlformats.org/officeDocument/2006/relationships/image" Target="../media/image38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Relationship Id="rId15" Type="http://schemas.openxmlformats.org/officeDocument/2006/relationships/image" Target="../media/image52.png"/><Relationship Id="rId16" Type="http://schemas.openxmlformats.org/officeDocument/2006/relationships/image" Target="../media/image53.png"/><Relationship Id="rId17" Type="http://schemas.openxmlformats.org/officeDocument/2006/relationships/image" Target="../media/image54.png"/><Relationship Id="rId18" Type="http://schemas.openxmlformats.org/officeDocument/2006/relationships/image" Target="../media/image55.png"/><Relationship Id="rId19" Type="http://schemas.openxmlformats.org/officeDocument/2006/relationships/image" Target="../media/image56.png"/><Relationship Id="rId20" Type="http://schemas.openxmlformats.org/officeDocument/2006/relationships/image" Target="../media/image57.png"/><Relationship Id="rId21" Type="http://schemas.openxmlformats.org/officeDocument/2006/relationships/image" Target="../media/image58.png"/><Relationship Id="rId22" Type="http://schemas.openxmlformats.org/officeDocument/2006/relationships/image" Target="../media/image59.png"/><Relationship Id="rId23" Type="http://schemas.openxmlformats.org/officeDocument/2006/relationships/image" Target="../media/image60.png"/><Relationship Id="rId24" Type="http://schemas.openxmlformats.org/officeDocument/2006/relationships/image" Target="../media/image61.png"/><Relationship Id="rId25" Type="http://schemas.openxmlformats.org/officeDocument/2006/relationships/image" Target="../media/image62.png"/><Relationship Id="rId26" Type="http://schemas.openxmlformats.org/officeDocument/2006/relationships/image" Target="../media/image63.png"/><Relationship Id="rId27" Type="http://schemas.openxmlformats.org/officeDocument/2006/relationships/image" Target="../media/image64.png"/><Relationship Id="rId28" Type="http://schemas.openxmlformats.org/officeDocument/2006/relationships/image" Target="../media/image65.png"/><Relationship Id="rId29" Type="http://schemas.openxmlformats.org/officeDocument/2006/relationships/image" Target="../media/image66.png"/><Relationship Id="rId30" Type="http://schemas.openxmlformats.org/officeDocument/2006/relationships/image" Target="../media/image67.png"/><Relationship Id="rId31" Type="http://schemas.openxmlformats.org/officeDocument/2006/relationships/image" Target="../media/image68.png"/><Relationship Id="rId32" Type="http://schemas.openxmlformats.org/officeDocument/2006/relationships/image" Target="../media/image69.png"/><Relationship Id="rId33" Type="http://schemas.openxmlformats.org/officeDocument/2006/relationships/image" Target="../media/image70.png"/><Relationship Id="rId34" Type="http://schemas.openxmlformats.org/officeDocument/2006/relationships/image" Target="../media/image71.png"/><Relationship Id="rId35" Type="http://schemas.openxmlformats.org/officeDocument/2006/relationships/image" Target="../media/image72.png"/><Relationship Id="rId36" Type="http://schemas.openxmlformats.org/officeDocument/2006/relationships/image" Target="../media/image73.png"/><Relationship Id="rId37" Type="http://schemas.openxmlformats.org/officeDocument/2006/relationships/image" Target="../media/image74.png"/><Relationship Id="rId38" Type="http://schemas.openxmlformats.org/officeDocument/2006/relationships/image" Target="../media/image75.png"/><Relationship Id="rId39" Type="http://schemas.openxmlformats.org/officeDocument/2006/relationships/image" Target="../media/image76.png"/><Relationship Id="rId40" Type="http://schemas.openxmlformats.org/officeDocument/2006/relationships/image" Target="../media/image77.png"/><Relationship Id="rId41" Type="http://schemas.openxmlformats.org/officeDocument/2006/relationships/image" Target="../media/image78.png"/><Relationship Id="rId42" Type="http://schemas.openxmlformats.org/officeDocument/2006/relationships/image" Target="../media/image79.png"/><Relationship Id="rId43" Type="http://schemas.openxmlformats.org/officeDocument/2006/relationships/image" Target="../media/image80.png"/><Relationship Id="rId44" Type="http://schemas.openxmlformats.org/officeDocument/2006/relationships/image" Target="../media/image81.png"/><Relationship Id="rId45" Type="http://schemas.openxmlformats.org/officeDocument/2006/relationships/image" Target="../media/image82.png"/><Relationship Id="rId46" Type="http://schemas.openxmlformats.org/officeDocument/2006/relationships/image" Target="../media/image83.png"/><Relationship Id="rId47" Type="http://schemas.openxmlformats.org/officeDocument/2006/relationships/image" Target="../media/image84.png"/><Relationship Id="rId48" Type="http://schemas.openxmlformats.org/officeDocument/2006/relationships/image" Target="../media/image85.png"/><Relationship Id="rId49" Type="http://schemas.openxmlformats.org/officeDocument/2006/relationships/image" Target="../media/image86.png"/><Relationship Id="rId50" Type="http://schemas.openxmlformats.org/officeDocument/2006/relationships/image" Target="../media/image87.png"/><Relationship Id="rId51" Type="http://schemas.openxmlformats.org/officeDocument/2006/relationships/image" Target="../media/image88.png"/><Relationship Id="rId52" Type="http://schemas.openxmlformats.org/officeDocument/2006/relationships/image" Target="../media/image89.png"/><Relationship Id="rId53" Type="http://schemas.openxmlformats.org/officeDocument/2006/relationships/image" Target="../media/image90.png"/><Relationship Id="rId54" Type="http://schemas.openxmlformats.org/officeDocument/2006/relationships/image" Target="../media/image91.png"/><Relationship Id="rId55" Type="http://schemas.openxmlformats.org/officeDocument/2006/relationships/image" Target="../media/image92.png"/><Relationship Id="rId56" Type="http://schemas.openxmlformats.org/officeDocument/2006/relationships/image" Target="../media/image9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Relationship Id="rId13" Type="http://schemas.openxmlformats.org/officeDocument/2006/relationships/image" Target="../media/image105.png"/><Relationship Id="rId14" Type="http://schemas.openxmlformats.org/officeDocument/2006/relationships/image" Target="../media/image106.png"/><Relationship Id="rId15" Type="http://schemas.openxmlformats.org/officeDocument/2006/relationships/image" Target="../media/image107.png"/><Relationship Id="rId16" Type="http://schemas.openxmlformats.org/officeDocument/2006/relationships/image" Target="../media/image108.png"/><Relationship Id="rId17" Type="http://schemas.openxmlformats.org/officeDocument/2006/relationships/image" Target="../media/image109.png"/><Relationship Id="rId18" Type="http://schemas.openxmlformats.org/officeDocument/2006/relationships/image" Target="../media/image110.png"/><Relationship Id="rId19" Type="http://schemas.openxmlformats.org/officeDocument/2006/relationships/image" Target="../media/image111.png"/><Relationship Id="rId20" Type="http://schemas.openxmlformats.org/officeDocument/2006/relationships/image" Target="../media/image11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121.png"/><Relationship Id="rId11" Type="http://schemas.openxmlformats.org/officeDocument/2006/relationships/image" Target="../media/image122.png"/><Relationship Id="rId12" Type="http://schemas.openxmlformats.org/officeDocument/2006/relationships/image" Target="../media/image123.png"/><Relationship Id="rId13" Type="http://schemas.openxmlformats.org/officeDocument/2006/relationships/image" Target="../media/image124.png"/><Relationship Id="rId14" Type="http://schemas.openxmlformats.org/officeDocument/2006/relationships/image" Target="../media/image125.png"/><Relationship Id="rId15" Type="http://schemas.openxmlformats.org/officeDocument/2006/relationships/image" Target="../media/image126.png"/><Relationship Id="rId16" Type="http://schemas.openxmlformats.org/officeDocument/2006/relationships/image" Target="../media/image127.png"/><Relationship Id="rId17" Type="http://schemas.openxmlformats.org/officeDocument/2006/relationships/image" Target="../media/image128.png"/><Relationship Id="rId18" Type="http://schemas.openxmlformats.org/officeDocument/2006/relationships/image" Target="../media/image129.png"/><Relationship Id="rId19" Type="http://schemas.openxmlformats.org/officeDocument/2006/relationships/image" Target="../media/image130.png"/><Relationship Id="rId20" Type="http://schemas.openxmlformats.org/officeDocument/2006/relationships/image" Target="../media/image131.png"/><Relationship Id="rId21" Type="http://schemas.openxmlformats.org/officeDocument/2006/relationships/image" Target="../media/image132.png"/><Relationship Id="rId22" Type="http://schemas.openxmlformats.org/officeDocument/2006/relationships/image" Target="../media/image133.png"/><Relationship Id="rId23" Type="http://schemas.openxmlformats.org/officeDocument/2006/relationships/image" Target="../media/image134.png"/><Relationship Id="rId24" Type="http://schemas.openxmlformats.org/officeDocument/2006/relationships/image" Target="../media/image135.png"/><Relationship Id="rId25" Type="http://schemas.openxmlformats.org/officeDocument/2006/relationships/image" Target="../media/image136.png"/><Relationship Id="rId26" Type="http://schemas.openxmlformats.org/officeDocument/2006/relationships/image" Target="../media/image137.png"/><Relationship Id="rId27" Type="http://schemas.openxmlformats.org/officeDocument/2006/relationships/image" Target="../media/image138.png"/><Relationship Id="rId28" Type="http://schemas.openxmlformats.org/officeDocument/2006/relationships/image" Target="../media/image139.png"/><Relationship Id="rId29" Type="http://schemas.openxmlformats.org/officeDocument/2006/relationships/image" Target="../media/image140.png"/><Relationship Id="rId30" Type="http://schemas.openxmlformats.org/officeDocument/2006/relationships/image" Target="../media/image141.png"/><Relationship Id="rId31" Type="http://schemas.openxmlformats.org/officeDocument/2006/relationships/image" Target="../media/image142.png"/><Relationship Id="rId32" Type="http://schemas.openxmlformats.org/officeDocument/2006/relationships/image" Target="../media/image143.png"/><Relationship Id="rId33" Type="http://schemas.openxmlformats.org/officeDocument/2006/relationships/image" Target="../media/image144.png"/><Relationship Id="rId34" Type="http://schemas.openxmlformats.org/officeDocument/2006/relationships/image" Target="../media/image145.png"/><Relationship Id="rId35" Type="http://schemas.openxmlformats.org/officeDocument/2006/relationships/image" Target="../media/image146.png"/><Relationship Id="rId36" Type="http://schemas.openxmlformats.org/officeDocument/2006/relationships/image" Target="../media/image147.png"/><Relationship Id="rId37" Type="http://schemas.openxmlformats.org/officeDocument/2006/relationships/image" Target="../media/image148.png"/><Relationship Id="rId38" Type="http://schemas.openxmlformats.org/officeDocument/2006/relationships/image" Target="../media/image149.png"/><Relationship Id="rId39" Type="http://schemas.openxmlformats.org/officeDocument/2006/relationships/image" Target="../media/image150.png"/><Relationship Id="rId40" Type="http://schemas.openxmlformats.org/officeDocument/2006/relationships/image" Target="../media/image151.png"/><Relationship Id="rId41" Type="http://schemas.openxmlformats.org/officeDocument/2006/relationships/image" Target="../media/image152.png"/><Relationship Id="rId42" Type="http://schemas.openxmlformats.org/officeDocument/2006/relationships/image" Target="../media/image153.png"/><Relationship Id="rId43" Type="http://schemas.openxmlformats.org/officeDocument/2006/relationships/image" Target="../media/image154.png"/><Relationship Id="rId44" Type="http://schemas.openxmlformats.org/officeDocument/2006/relationships/image" Target="../media/image155.png"/><Relationship Id="rId45" Type="http://schemas.openxmlformats.org/officeDocument/2006/relationships/image" Target="../media/image156.png"/><Relationship Id="rId46" Type="http://schemas.openxmlformats.org/officeDocument/2006/relationships/image" Target="../media/image157.png"/><Relationship Id="rId47" Type="http://schemas.openxmlformats.org/officeDocument/2006/relationships/image" Target="../media/image158.png"/><Relationship Id="rId48" Type="http://schemas.openxmlformats.org/officeDocument/2006/relationships/image" Target="../media/image159.png"/><Relationship Id="rId49" Type="http://schemas.openxmlformats.org/officeDocument/2006/relationships/image" Target="../media/image160.png"/><Relationship Id="rId50" Type="http://schemas.openxmlformats.org/officeDocument/2006/relationships/image" Target="../media/image161.png"/><Relationship Id="rId51" Type="http://schemas.openxmlformats.org/officeDocument/2006/relationships/image" Target="../media/image162.png"/><Relationship Id="rId52" Type="http://schemas.openxmlformats.org/officeDocument/2006/relationships/image" Target="../media/image163.png"/><Relationship Id="rId53" Type="http://schemas.openxmlformats.org/officeDocument/2006/relationships/image" Target="../media/image164.png"/><Relationship Id="rId54" Type="http://schemas.openxmlformats.org/officeDocument/2006/relationships/image" Target="../media/image165.png"/><Relationship Id="rId55" Type="http://schemas.openxmlformats.org/officeDocument/2006/relationships/image" Target="../media/image166.png"/><Relationship Id="rId56" Type="http://schemas.openxmlformats.org/officeDocument/2006/relationships/image" Target="../media/image167.png"/><Relationship Id="rId57" Type="http://schemas.openxmlformats.org/officeDocument/2006/relationships/image" Target="../media/image168.png"/><Relationship Id="rId58" Type="http://schemas.openxmlformats.org/officeDocument/2006/relationships/image" Target="../media/image169.png"/><Relationship Id="rId59" Type="http://schemas.openxmlformats.org/officeDocument/2006/relationships/image" Target="../media/image170.png"/><Relationship Id="rId60" Type="http://schemas.openxmlformats.org/officeDocument/2006/relationships/image" Target="../media/image171.png"/><Relationship Id="rId61" Type="http://schemas.openxmlformats.org/officeDocument/2006/relationships/image" Target="../media/image172.png"/><Relationship Id="rId62" Type="http://schemas.openxmlformats.org/officeDocument/2006/relationships/image" Target="../media/image173.png"/><Relationship Id="rId63" Type="http://schemas.openxmlformats.org/officeDocument/2006/relationships/image" Target="../media/image174.png"/><Relationship Id="rId64" Type="http://schemas.openxmlformats.org/officeDocument/2006/relationships/image" Target="../media/image175.png"/><Relationship Id="rId65" Type="http://schemas.openxmlformats.org/officeDocument/2006/relationships/image" Target="../media/image176.png"/><Relationship Id="rId66" Type="http://schemas.openxmlformats.org/officeDocument/2006/relationships/image" Target="../media/image177.png"/><Relationship Id="rId67" Type="http://schemas.openxmlformats.org/officeDocument/2006/relationships/image" Target="../media/image178.png"/><Relationship Id="rId68" Type="http://schemas.openxmlformats.org/officeDocument/2006/relationships/image" Target="../media/image179.png"/><Relationship Id="rId69" Type="http://schemas.openxmlformats.org/officeDocument/2006/relationships/image" Target="../media/image180.png"/><Relationship Id="rId70" Type="http://schemas.openxmlformats.org/officeDocument/2006/relationships/image" Target="../media/image181.png"/><Relationship Id="rId71" Type="http://schemas.openxmlformats.org/officeDocument/2006/relationships/image" Target="../media/image182.png"/><Relationship Id="rId72" Type="http://schemas.openxmlformats.org/officeDocument/2006/relationships/image" Target="../media/image183.png"/><Relationship Id="rId73" Type="http://schemas.openxmlformats.org/officeDocument/2006/relationships/image" Target="../media/image184.png"/><Relationship Id="rId74" Type="http://schemas.openxmlformats.org/officeDocument/2006/relationships/image" Target="../media/image185.png"/><Relationship Id="rId75" Type="http://schemas.openxmlformats.org/officeDocument/2006/relationships/image" Target="../media/image186.png"/><Relationship Id="rId76" Type="http://schemas.openxmlformats.org/officeDocument/2006/relationships/image" Target="../media/image187.png"/><Relationship Id="rId77" Type="http://schemas.openxmlformats.org/officeDocument/2006/relationships/image" Target="../media/image188.png"/><Relationship Id="rId78" Type="http://schemas.openxmlformats.org/officeDocument/2006/relationships/image" Target="../media/image189.png"/><Relationship Id="rId79" Type="http://schemas.openxmlformats.org/officeDocument/2006/relationships/image" Target="../media/image190.png"/><Relationship Id="rId80" Type="http://schemas.openxmlformats.org/officeDocument/2006/relationships/image" Target="../media/image191.png"/><Relationship Id="rId81" Type="http://schemas.openxmlformats.org/officeDocument/2006/relationships/image" Target="../media/image192.png"/><Relationship Id="rId82" Type="http://schemas.openxmlformats.org/officeDocument/2006/relationships/image" Target="../media/image193.png"/><Relationship Id="rId83" Type="http://schemas.openxmlformats.org/officeDocument/2006/relationships/image" Target="../media/image194.png"/><Relationship Id="rId84" Type="http://schemas.openxmlformats.org/officeDocument/2006/relationships/image" Target="../media/image195.png"/><Relationship Id="rId85" Type="http://schemas.openxmlformats.org/officeDocument/2006/relationships/image" Target="../media/image196.png"/><Relationship Id="rId86" Type="http://schemas.openxmlformats.org/officeDocument/2006/relationships/image" Target="../media/image197.png"/><Relationship Id="rId87" Type="http://schemas.openxmlformats.org/officeDocument/2006/relationships/image" Target="../media/image198.png"/><Relationship Id="rId88" Type="http://schemas.openxmlformats.org/officeDocument/2006/relationships/image" Target="../media/image199.png"/><Relationship Id="rId89" Type="http://schemas.openxmlformats.org/officeDocument/2006/relationships/image" Target="../media/image200.png"/><Relationship Id="rId90" Type="http://schemas.openxmlformats.org/officeDocument/2006/relationships/image" Target="../media/image201.png"/><Relationship Id="rId91" Type="http://schemas.openxmlformats.org/officeDocument/2006/relationships/image" Target="../media/image202.png"/><Relationship Id="rId92" Type="http://schemas.openxmlformats.org/officeDocument/2006/relationships/image" Target="../media/image203.png"/><Relationship Id="rId93" Type="http://schemas.openxmlformats.org/officeDocument/2006/relationships/image" Target="../media/image204.png"/><Relationship Id="rId94" Type="http://schemas.openxmlformats.org/officeDocument/2006/relationships/image" Target="../media/image205.png"/><Relationship Id="rId95" Type="http://schemas.openxmlformats.org/officeDocument/2006/relationships/image" Target="../media/image206.png"/><Relationship Id="rId96" Type="http://schemas.openxmlformats.org/officeDocument/2006/relationships/image" Target="../media/image207.png"/><Relationship Id="rId97" Type="http://schemas.openxmlformats.org/officeDocument/2006/relationships/image" Target="../media/image208.png"/><Relationship Id="rId98" Type="http://schemas.openxmlformats.org/officeDocument/2006/relationships/image" Target="../media/image209.png"/><Relationship Id="rId99" Type="http://schemas.openxmlformats.org/officeDocument/2006/relationships/image" Target="../media/image210.png"/><Relationship Id="rId100" Type="http://schemas.openxmlformats.org/officeDocument/2006/relationships/image" Target="../media/image211.png"/><Relationship Id="rId101" Type="http://schemas.openxmlformats.org/officeDocument/2006/relationships/image" Target="../media/image212.png"/><Relationship Id="rId102" Type="http://schemas.openxmlformats.org/officeDocument/2006/relationships/image" Target="../media/image213.png"/><Relationship Id="rId103" Type="http://schemas.openxmlformats.org/officeDocument/2006/relationships/image" Target="../media/image214.png"/><Relationship Id="rId104" Type="http://schemas.openxmlformats.org/officeDocument/2006/relationships/image" Target="../media/image215.png"/><Relationship Id="rId105" Type="http://schemas.openxmlformats.org/officeDocument/2006/relationships/image" Target="../media/image216.png"/><Relationship Id="rId106" Type="http://schemas.openxmlformats.org/officeDocument/2006/relationships/image" Target="../media/image217.png"/><Relationship Id="rId107" Type="http://schemas.openxmlformats.org/officeDocument/2006/relationships/image" Target="../media/image218.png"/><Relationship Id="rId108" Type="http://schemas.openxmlformats.org/officeDocument/2006/relationships/image" Target="../media/image219.png"/><Relationship Id="rId109" Type="http://schemas.openxmlformats.org/officeDocument/2006/relationships/image" Target="../media/image220.png"/><Relationship Id="rId110" Type="http://schemas.openxmlformats.org/officeDocument/2006/relationships/image" Target="../media/image221.png"/><Relationship Id="rId111" Type="http://schemas.openxmlformats.org/officeDocument/2006/relationships/image" Target="../media/image222.png"/><Relationship Id="rId112" Type="http://schemas.openxmlformats.org/officeDocument/2006/relationships/image" Target="../media/image223.png"/><Relationship Id="rId113" Type="http://schemas.openxmlformats.org/officeDocument/2006/relationships/image" Target="../media/image224.png"/><Relationship Id="rId114" Type="http://schemas.openxmlformats.org/officeDocument/2006/relationships/image" Target="../media/image225.png"/><Relationship Id="rId115" Type="http://schemas.openxmlformats.org/officeDocument/2006/relationships/image" Target="../media/image226.png"/><Relationship Id="rId116" Type="http://schemas.openxmlformats.org/officeDocument/2006/relationships/image" Target="../media/image227.png"/><Relationship Id="rId117" Type="http://schemas.openxmlformats.org/officeDocument/2006/relationships/image" Target="../media/image228.png"/><Relationship Id="rId118" Type="http://schemas.openxmlformats.org/officeDocument/2006/relationships/image" Target="../media/image229.png"/><Relationship Id="rId119" Type="http://schemas.openxmlformats.org/officeDocument/2006/relationships/image" Target="../media/image230.png"/><Relationship Id="rId120" Type="http://schemas.openxmlformats.org/officeDocument/2006/relationships/image" Target="../media/image231.png"/><Relationship Id="rId121" Type="http://schemas.openxmlformats.org/officeDocument/2006/relationships/image" Target="../media/image232.png"/><Relationship Id="rId122" Type="http://schemas.openxmlformats.org/officeDocument/2006/relationships/image" Target="../media/image233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3.png"/><Relationship Id="rId3" Type="http://schemas.openxmlformats.org/officeDocument/2006/relationships/image" Target="../media/image244.png"/><Relationship Id="rId4" Type="http://schemas.openxmlformats.org/officeDocument/2006/relationships/image" Target="../media/image245.png"/><Relationship Id="rId5" Type="http://schemas.openxmlformats.org/officeDocument/2006/relationships/image" Target="../media/image246.png"/><Relationship Id="rId6" Type="http://schemas.openxmlformats.org/officeDocument/2006/relationships/image" Target="../media/image247.png"/><Relationship Id="rId7" Type="http://schemas.openxmlformats.org/officeDocument/2006/relationships/image" Target="../media/image248.png"/><Relationship Id="rId8" Type="http://schemas.openxmlformats.org/officeDocument/2006/relationships/image" Target="../media/image249.png"/><Relationship Id="rId9" Type="http://schemas.openxmlformats.org/officeDocument/2006/relationships/image" Target="../media/image250.png"/><Relationship Id="rId10" Type="http://schemas.openxmlformats.org/officeDocument/2006/relationships/image" Target="../media/image251.png"/><Relationship Id="rId11" Type="http://schemas.openxmlformats.org/officeDocument/2006/relationships/image" Target="../media/image252.png"/><Relationship Id="rId12" Type="http://schemas.openxmlformats.org/officeDocument/2006/relationships/image" Target="../media/image253.png"/><Relationship Id="rId13" Type="http://schemas.openxmlformats.org/officeDocument/2006/relationships/image" Target="../media/image254.png"/><Relationship Id="rId14" Type="http://schemas.openxmlformats.org/officeDocument/2006/relationships/image" Target="../media/image255.png"/><Relationship Id="rId15" Type="http://schemas.openxmlformats.org/officeDocument/2006/relationships/image" Target="../media/image256.png"/><Relationship Id="rId16" Type="http://schemas.openxmlformats.org/officeDocument/2006/relationships/image" Target="../media/image257.png"/><Relationship Id="rId17" Type="http://schemas.openxmlformats.org/officeDocument/2006/relationships/image" Target="../media/image258.png"/><Relationship Id="rId18" Type="http://schemas.openxmlformats.org/officeDocument/2006/relationships/image" Target="../media/image259.png"/><Relationship Id="rId19" Type="http://schemas.openxmlformats.org/officeDocument/2006/relationships/image" Target="../media/image260.png"/><Relationship Id="rId20" Type="http://schemas.openxmlformats.org/officeDocument/2006/relationships/image" Target="../media/image261.png"/><Relationship Id="rId21" Type="http://schemas.openxmlformats.org/officeDocument/2006/relationships/image" Target="../media/image262.png"/><Relationship Id="rId22" Type="http://schemas.openxmlformats.org/officeDocument/2006/relationships/image" Target="../media/image263.png"/><Relationship Id="rId23" Type="http://schemas.openxmlformats.org/officeDocument/2006/relationships/image" Target="../media/image264.png"/><Relationship Id="rId24" Type="http://schemas.openxmlformats.org/officeDocument/2006/relationships/image" Target="../media/image265.png"/><Relationship Id="rId25" Type="http://schemas.openxmlformats.org/officeDocument/2006/relationships/image" Target="../media/image266.png"/><Relationship Id="rId26" Type="http://schemas.openxmlformats.org/officeDocument/2006/relationships/image" Target="../media/image267.png"/><Relationship Id="rId27" Type="http://schemas.openxmlformats.org/officeDocument/2006/relationships/image" Target="../media/image268.png"/><Relationship Id="rId28" Type="http://schemas.openxmlformats.org/officeDocument/2006/relationships/image" Target="../media/image269.png"/><Relationship Id="rId29" Type="http://schemas.openxmlformats.org/officeDocument/2006/relationships/image" Target="../media/image270.png"/><Relationship Id="rId30" Type="http://schemas.openxmlformats.org/officeDocument/2006/relationships/image" Target="../media/image271.png"/><Relationship Id="rId31" Type="http://schemas.openxmlformats.org/officeDocument/2006/relationships/image" Target="../media/image272.png"/><Relationship Id="rId32" Type="http://schemas.openxmlformats.org/officeDocument/2006/relationships/image" Target="../media/image273.png"/><Relationship Id="rId33" Type="http://schemas.openxmlformats.org/officeDocument/2006/relationships/image" Target="../media/image274.png"/><Relationship Id="rId34" Type="http://schemas.openxmlformats.org/officeDocument/2006/relationships/image" Target="../media/image275.png"/><Relationship Id="rId35" Type="http://schemas.openxmlformats.org/officeDocument/2006/relationships/image" Target="../media/image276.png"/><Relationship Id="rId36" Type="http://schemas.openxmlformats.org/officeDocument/2006/relationships/image" Target="../media/image277.png"/><Relationship Id="rId37" Type="http://schemas.openxmlformats.org/officeDocument/2006/relationships/image" Target="../media/image278.png"/><Relationship Id="rId38" Type="http://schemas.openxmlformats.org/officeDocument/2006/relationships/image" Target="../media/image27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0.png"/><Relationship Id="rId3" Type="http://schemas.openxmlformats.org/officeDocument/2006/relationships/image" Target="../media/image281.png"/><Relationship Id="rId4" Type="http://schemas.openxmlformats.org/officeDocument/2006/relationships/image" Target="../media/image282.png"/><Relationship Id="rId5" Type="http://schemas.openxmlformats.org/officeDocument/2006/relationships/image" Target="../media/image283.png"/><Relationship Id="rId6" Type="http://schemas.openxmlformats.org/officeDocument/2006/relationships/image" Target="../media/image284.png"/><Relationship Id="rId7" Type="http://schemas.openxmlformats.org/officeDocument/2006/relationships/image" Target="../media/image285.png"/><Relationship Id="rId8" Type="http://schemas.openxmlformats.org/officeDocument/2006/relationships/image" Target="../media/image286.png"/><Relationship Id="rId9" Type="http://schemas.openxmlformats.org/officeDocument/2006/relationships/image" Target="../media/image287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8.png"/><Relationship Id="rId3" Type="http://schemas.openxmlformats.org/officeDocument/2006/relationships/image" Target="../media/image289.png"/><Relationship Id="rId4" Type="http://schemas.openxmlformats.org/officeDocument/2006/relationships/image" Target="../media/image290.png"/><Relationship Id="rId5" Type="http://schemas.openxmlformats.org/officeDocument/2006/relationships/image" Target="../media/image291.png"/><Relationship Id="rId6" Type="http://schemas.openxmlformats.org/officeDocument/2006/relationships/image" Target="../media/image292.png"/><Relationship Id="rId7" Type="http://schemas.openxmlformats.org/officeDocument/2006/relationships/image" Target="../media/image293.png"/><Relationship Id="rId8" Type="http://schemas.openxmlformats.org/officeDocument/2006/relationships/image" Target="../media/image294.png"/><Relationship Id="rId9" Type="http://schemas.openxmlformats.org/officeDocument/2006/relationships/image" Target="../media/image295.png"/><Relationship Id="rId10" Type="http://schemas.openxmlformats.org/officeDocument/2006/relationships/image" Target="../media/image296.png"/><Relationship Id="rId11" Type="http://schemas.openxmlformats.org/officeDocument/2006/relationships/image" Target="../media/image297.png"/><Relationship Id="rId12" Type="http://schemas.openxmlformats.org/officeDocument/2006/relationships/image" Target="../media/image298.png"/><Relationship Id="rId13" Type="http://schemas.openxmlformats.org/officeDocument/2006/relationships/image" Target="../media/image299.png"/><Relationship Id="rId14" Type="http://schemas.openxmlformats.org/officeDocument/2006/relationships/image" Target="../media/image300.png"/><Relationship Id="rId15" Type="http://schemas.openxmlformats.org/officeDocument/2006/relationships/image" Target="../media/image301.png"/><Relationship Id="rId16" Type="http://schemas.openxmlformats.org/officeDocument/2006/relationships/image" Target="../media/image302.png"/><Relationship Id="rId17" Type="http://schemas.openxmlformats.org/officeDocument/2006/relationships/image" Target="../media/image303.png"/><Relationship Id="rId18" Type="http://schemas.openxmlformats.org/officeDocument/2006/relationships/image" Target="../media/image304.png"/><Relationship Id="rId19" Type="http://schemas.openxmlformats.org/officeDocument/2006/relationships/image" Target="../media/image305.png"/><Relationship Id="rId20" Type="http://schemas.openxmlformats.org/officeDocument/2006/relationships/image" Target="../media/image306.png"/><Relationship Id="rId21" Type="http://schemas.openxmlformats.org/officeDocument/2006/relationships/image" Target="../media/image307.png"/><Relationship Id="rId22" Type="http://schemas.openxmlformats.org/officeDocument/2006/relationships/image" Target="../media/image308.png"/><Relationship Id="rId23" Type="http://schemas.openxmlformats.org/officeDocument/2006/relationships/image" Target="../media/image309.png"/><Relationship Id="rId24" Type="http://schemas.openxmlformats.org/officeDocument/2006/relationships/image" Target="../media/image310.png"/><Relationship Id="rId25" Type="http://schemas.openxmlformats.org/officeDocument/2006/relationships/image" Target="../media/image311.png"/><Relationship Id="rId26" Type="http://schemas.openxmlformats.org/officeDocument/2006/relationships/image" Target="../media/image312.png"/><Relationship Id="rId27" Type="http://schemas.openxmlformats.org/officeDocument/2006/relationships/image" Target="../media/image313.png"/><Relationship Id="rId28" Type="http://schemas.openxmlformats.org/officeDocument/2006/relationships/image" Target="../media/image314.png"/><Relationship Id="rId29" Type="http://schemas.openxmlformats.org/officeDocument/2006/relationships/image" Target="../media/image315.png"/><Relationship Id="rId30" Type="http://schemas.openxmlformats.org/officeDocument/2006/relationships/image" Target="../media/image316.png"/><Relationship Id="rId31" Type="http://schemas.openxmlformats.org/officeDocument/2006/relationships/image" Target="../media/image317.png"/><Relationship Id="rId32" Type="http://schemas.openxmlformats.org/officeDocument/2006/relationships/image" Target="../media/image318.png"/><Relationship Id="rId33" Type="http://schemas.openxmlformats.org/officeDocument/2006/relationships/image" Target="../media/image319.png"/><Relationship Id="rId34" Type="http://schemas.openxmlformats.org/officeDocument/2006/relationships/image" Target="../media/image320.png"/><Relationship Id="rId35" Type="http://schemas.openxmlformats.org/officeDocument/2006/relationships/image" Target="../media/image321.png"/><Relationship Id="rId36" Type="http://schemas.openxmlformats.org/officeDocument/2006/relationships/image" Target="../media/image322.png"/><Relationship Id="rId37" Type="http://schemas.openxmlformats.org/officeDocument/2006/relationships/image" Target="../media/image323.png"/><Relationship Id="rId38" Type="http://schemas.openxmlformats.org/officeDocument/2006/relationships/image" Target="../media/image324.png"/><Relationship Id="rId39" Type="http://schemas.openxmlformats.org/officeDocument/2006/relationships/image" Target="../media/image325.png"/><Relationship Id="rId40" Type="http://schemas.openxmlformats.org/officeDocument/2006/relationships/image" Target="../media/image326.png"/><Relationship Id="rId41" Type="http://schemas.openxmlformats.org/officeDocument/2006/relationships/image" Target="../media/image327.png"/><Relationship Id="rId42" Type="http://schemas.openxmlformats.org/officeDocument/2006/relationships/image" Target="../media/image328.png"/><Relationship Id="rId43" Type="http://schemas.openxmlformats.org/officeDocument/2006/relationships/image" Target="../media/image329.png"/><Relationship Id="rId44" Type="http://schemas.openxmlformats.org/officeDocument/2006/relationships/image" Target="../media/image330.png"/><Relationship Id="rId45" Type="http://schemas.openxmlformats.org/officeDocument/2006/relationships/image" Target="../media/image331.png"/><Relationship Id="rId46" Type="http://schemas.openxmlformats.org/officeDocument/2006/relationships/image" Target="../media/image332.png"/><Relationship Id="rId47" Type="http://schemas.openxmlformats.org/officeDocument/2006/relationships/image" Target="../media/image333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4.png"/><Relationship Id="rId3" Type="http://schemas.openxmlformats.org/officeDocument/2006/relationships/image" Target="../media/image335.png"/><Relationship Id="rId4" Type="http://schemas.openxmlformats.org/officeDocument/2006/relationships/image" Target="../media/image336.png"/><Relationship Id="rId5" Type="http://schemas.openxmlformats.org/officeDocument/2006/relationships/image" Target="../media/image337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8.png"/><Relationship Id="rId3" Type="http://schemas.openxmlformats.org/officeDocument/2006/relationships/image" Target="../media/image339.png"/><Relationship Id="rId4" Type="http://schemas.openxmlformats.org/officeDocument/2006/relationships/image" Target="../media/image340.png"/><Relationship Id="rId5" Type="http://schemas.openxmlformats.org/officeDocument/2006/relationships/image" Target="../media/image341.png"/><Relationship Id="rId6" Type="http://schemas.openxmlformats.org/officeDocument/2006/relationships/image" Target="../media/image342.png"/><Relationship Id="rId7" Type="http://schemas.openxmlformats.org/officeDocument/2006/relationships/image" Target="../media/image343.png"/><Relationship Id="rId8" Type="http://schemas.openxmlformats.org/officeDocument/2006/relationships/image" Target="../media/image344.png"/><Relationship Id="rId9" Type="http://schemas.openxmlformats.org/officeDocument/2006/relationships/image" Target="../media/image345.png"/><Relationship Id="rId10" Type="http://schemas.openxmlformats.org/officeDocument/2006/relationships/image" Target="../media/image346.png"/><Relationship Id="rId11" Type="http://schemas.openxmlformats.org/officeDocument/2006/relationships/image" Target="../media/image347.png"/><Relationship Id="rId12" Type="http://schemas.openxmlformats.org/officeDocument/2006/relationships/image" Target="../media/image348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9.png"/><Relationship Id="rId3" Type="http://schemas.openxmlformats.org/officeDocument/2006/relationships/image" Target="../media/image350.png"/><Relationship Id="rId4" Type="http://schemas.openxmlformats.org/officeDocument/2006/relationships/image" Target="../media/image351.png"/><Relationship Id="rId5" Type="http://schemas.openxmlformats.org/officeDocument/2006/relationships/image" Target="../media/image352.png"/><Relationship Id="rId6" Type="http://schemas.openxmlformats.org/officeDocument/2006/relationships/image" Target="../media/image353.png"/><Relationship Id="rId7" Type="http://schemas.openxmlformats.org/officeDocument/2006/relationships/image" Target="../media/image354.png"/><Relationship Id="rId8" Type="http://schemas.openxmlformats.org/officeDocument/2006/relationships/image" Target="../media/image355.png"/><Relationship Id="rId9" Type="http://schemas.openxmlformats.org/officeDocument/2006/relationships/image" Target="../media/image356.png"/><Relationship Id="rId10" Type="http://schemas.openxmlformats.org/officeDocument/2006/relationships/image" Target="../media/image357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8.png"/><Relationship Id="rId3" Type="http://schemas.openxmlformats.org/officeDocument/2006/relationships/image" Target="../media/image359.png"/><Relationship Id="rId4" Type="http://schemas.openxmlformats.org/officeDocument/2006/relationships/image" Target="../media/image360.png"/><Relationship Id="rId5" Type="http://schemas.openxmlformats.org/officeDocument/2006/relationships/image" Target="../media/image361.png"/><Relationship Id="rId6" Type="http://schemas.openxmlformats.org/officeDocument/2006/relationships/image" Target="../media/image362.png"/><Relationship Id="rId7" Type="http://schemas.openxmlformats.org/officeDocument/2006/relationships/image" Target="../media/image363.png"/><Relationship Id="rId8" Type="http://schemas.openxmlformats.org/officeDocument/2006/relationships/image" Target="../media/image364.png"/><Relationship Id="rId9" Type="http://schemas.openxmlformats.org/officeDocument/2006/relationships/image" Target="../media/image365.png"/><Relationship Id="rId10" Type="http://schemas.openxmlformats.org/officeDocument/2006/relationships/image" Target="../media/image366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7.png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Relationship Id="rId10" Type="http://schemas.openxmlformats.org/officeDocument/2006/relationships/image" Target="../media/image375.png"/><Relationship Id="rId11" Type="http://schemas.openxmlformats.org/officeDocument/2006/relationships/image" Target="../media/image376.png"/><Relationship Id="rId12" Type="http://schemas.openxmlformats.org/officeDocument/2006/relationships/image" Target="../media/image377.png"/><Relationship Id="rId13" Type="http://schemas.openxmlformats.org/officeDocument/2006/relationships/image" Target="../media/image378.png"/><Relationship Id="rId14" Type="http://schemas.openxmlformats.org/officeDocument/2006/relationships/image" Target="../media/image379.png"/><Relationship Id="rId15" Type="http://schemas.openxmlformats.org/officeDocument/2006/relationships/image" Target="../media/image380.png"/><Relationship Id="rId16" Type="http://schemas.openxmlformats.org/officeDocument/2006/relationships/image" Target="../media/image381.png"/><Relationship Id="rId17" Type="http://schemas.openxmlformats.org/officeDocument/2006/relationships/image" Target="../media/image382.png"/><Relationship Id="rId18" Type="http://schemas.openxmlformats.org/officeDocument/2006/relationships/image" Target="../media/image383.png"/><Relationship Id="rId19" Type="http://schemas.openxmlformats.org/officeDocument/2006/relationships/image" Target="../media/image384.png"/><Relationship Id="rId20" Type="http://schemas.openxmlformats.org/officeDocument/2006/relationships/image" Target="../media/image385.png"/><Relationship Id="rId21" Type="http://schemas.openxmlformats.org/officeDocument/2006/relationships/image" Target="../media/image386.png"/><Relationship Id="rId22" Type="http://schemas.openxmlformats.org/officeDocument/2006/relationships/image" Target="../media/image387.png"/><Relationship Id="rId23" Type="http://schemas.openxmlformats.org/officeDocument/2006/relationships/image" Target="../media/image388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9.png"/><Relationship Id="rId3" Type="http://schemas.openxmlformats.org/officeDocument/2006/relationships/image" Target="../media/image390.png"/><Relationship Id="rId4" Type="http://schemas.openxmlformats.org/officeDocument/2006/relationships/image" Target="../media/image391.png"/><Relationship Id="rId5" Type="http://schemas.openxmlformats.org/officeDocument/2006/relationships/image" Target="../media/image392.png"/><Relationship Id="rId6" Type="http://schemas.openxmlformats.org/officeDocument/2006/relationships/hyperlink" Target="http://www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87" y="0"/>
            <a:ext cx="20097750" cy="11304905"/>
          </a:xfrm>
          <a:custGeom>
            <a:avLst/>
            <a:gdLst/>
            <a:ahLst/>
            <a:cxnLst/>
            <a:rect l="l" t="t" r="r" b="b"/>
            <a:pathLst>
              <a:path w="20097750" h="11304905">
                <a:moveTo>
                  <a:pt x="20097702" y="0"/>
                </a:moveTo>
                <a:lnTo>
                  <a:pt x="0" y="0"/>
                </a:lnTo>
                <a:lnTo>
                  <a:pt x="0" y="11304451"/>
                </a:lnTo>
                <a:lnTo>
                  <a:pt x="20097702" y="11304451"/>
                </a:lnTo>
                <a:lnTo>
                  <a:pt x="200977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18144" y="7395281"/>
            <a:ext cx="5844540" cy="21939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676400">
              <a:lnSpc>
                <a:spcPct val="100000"/>
              </a:lnSpc>
              <a:spcBef>
                <a:spcPts val="90"/>
              </a:spcBef>
              <a:tabLst>
                <a:tab pos="2464435" algn="l"/>
              </a:tabLst>
            </a:pPr>
            <a:r>
              <a:rPr dirty="0" sz="4750" spc="-10" b="0">
                <a:solidFill>
                  <a:srgbClr val="7FC241"/>
                </a:solidFill>
                <a:latin typeface="Open Sans Light"/>
                <a:cs typeface="Open Sans Light"/>
              </a:rPr>
              <a:t>Avatars scenario</a:t>
            </a:r>
            <a:r>
              <a:rPr dirty="0" sz="4750" b="0">
                <a:solidFill>
                  <a:srgbClr val="7FC241"/>
                </a:solidFill>
                <a:latin typeface="Open Sans Light"/>
                <a:cs typeface="Open Sans Light"/>
              </a:rPr>
              <a:t>	</a:t>
            </a:r>
            <a:r>
              <a:rPr dirty="0" sz="4750" spc="-10" b="0">
                <a:solidFill>
                  <a:srgbClr val="7FC241"/>
                </a:solidFill>
                <a:latin typeface="Open Sans Light"/>
                <a:cs typeface="Open Sans Light"/>
              </a:rPr>
              <a:t>library</a:t>
            </a:r>
            <a:endParaRPr sz="4750">
              <a:latin typeface="Open Sans Light"/>
              <a:cs typeface="Open Sans Light"/>
            </a:endParaRPr>
          </a:p>
          <a:p>
            <a:pPr marL="12700">
              <a:lnSpc>
                <a:spcPts val="5680"/>
              </a:lnSpc>
            </a:pPr>
            <a:r>
              <a:rPr dirty="0" sz="4750" spc="-10" b="0">
                <a:solidFill>
                  <a:srgbClr val="FFFFFF"/>
                </a:solidFill>
                <a:latin typeface="Open Sans Light"/>
                <a:cs typeface="Open Sans Light"/>
              </a:rPr>
              <a:t>Industry/construction</a:t>
            </a:r>
            <a:endParaRPr sz="4750">
              <a:latin typeface="Open Sans Light"/>
              <a:cs typeface="Open Sans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79099" y="10190748"/>
            <a:ext cx="192151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" b="1">
                <a:solidFill>
                  <a:srgbClr val="FFFFFF"/>
                </a:solidFill>
                <a:latin typeface="Open Sans"/>
                <a:cs typeface="Open Sans"/>
              </a:rPr>
              <a:t>DECEMBER</a:t>
            </a:r>
            <a:r>
              <a:rPr dirty="0" sz="1900" spc="-6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900" spc="-20" b="1">
                <a:solidFill>
                  <a:srgbClr val="FFFFFF"/>
                </a:solidFill>
                <a:latin typeface="Open Sans"/>
                <a:cs typeface="Open Sans"/>
              </a:rPr>
              <a:t>2021</a:t>
            </a:r>
            <a:endParaRPr sz="1900">
              <a:latin typeface="Open Sans"/>
              <a:cs typeface="Open San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811766" y="860821"/>
            <a:ext cx="137160" cy="546735"/>
          </a:xfrm>
          <a:custGeom>
            <a:avLst/>
            <a:gdLst/>
            <a:ahLst/>
            <a:cxnLst/>
            <a:rect l="l" t="t" r="r" b="b"/>
            <a:pathLst>
              <a:path w="137160" h="546735">
                <a:moveTo>
                  <a:pt x="136739" y="0"/>
                </a:moveTo>
                <a:lnTo>
                  <a:pt x="0" y="0"/>
                </a:lnTo>
                <a:lnTo>
                  <a:pt x="0" y="546245"/>
                </a:lnTo>
                <a:lnTo>
                  <a:pt x="136739" y="546245"/>
                </a:lnTo>
                <a:lnTo>
                  <a:pt x="1367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001734" y="994148"/>
            <a:ext cx="395605" cy="420370"/>
          </a:xfrm>
          <a:custGeom>
            <a:avLst/>
            <a:gdLst/>
            <a:ahLst/>
            <a:cxnLst/>
            <a:rect l="l" t="t" r="r" b="b"/>
            <a:pathLst>
              <a:path w="395605" h="420369">
                <a:moveTo>
                  <a:pt x="198999" y="0"/>
                </a:moveTo>
                <a:lnTo>
                  <a:pt x="154420" y="3435"/>
                </a:lnTo>
                <a:lnTo>
                  <a:pt x="115109" y="13741"/>
                </a:lnTo>
                <a:lnTo>
                  <a:pt x="81063" y="30917"/>
                </a:lnTo>
                <a:lnTo>
                  <a:pt x="29402" y="85215"/>
                </a:lnTo>
                <a:lnTo>
                  <a:pt x="13065" y="121002"/>
                </a:lnTo>
                <a:lnTo>
                  <a:pt x="3265" y="162320"/>
                </a:lnTo>
                <a:lnTo>
                  <a:pt x="0" y="209166"/>
                </a:lnTo>
                <a:lnTo>
                  <a:pt x="3340" y="255212"/>
                </a:lnTo>
                <a:lnTo>
                  <a:pt x="13332" y="296176"/>
                </a:lnTo>
                <a:lnTo>
                  <a:pt x="30003" y="332158"/>
                </a:lnTo>
                <a:lnTo>
                  <a:pt x="53349" y="363130"/>
                </a:lnTo>
                <a:lnTo>
                  <a:pt x="82311" y="388046"/>
                </a:lnTo>
                <a:lnTo>
                  <a:pt x="154085" y="416522"/>
                </a:lnTo>
                <a:lnTo>
                  <a:pt x="196894" y="420081"/>
                </a:lnTo>
                <a:lnTo>
                  <a:pt x="241311" y="416600"/>
                </a:lnTo>
                <a:lnTo>
                  <a:pt x="280509" y="406157"/>
                </a:lnTo>
                <a:lnTo>
                  <a:pt x="314485" y="388753"/>
                </a:lnTo>
                <a:lnTo>
                  <a:pt x="366117" y="333807"/>
                </a:lnTo>
                <a:lnTo>
                  <a:pt x="374081" y="316220"/>
                </a:lnTo>
                <a:lnTo>
                  <a:pt x="198276" y="316220"/>
                </a:lnTo>
                <a:lnTo>
                  <a:pt x="183353" y="314508"/>
                </a:lnTo>
                <a:lnTo>
                  <a:pt x="152477" y="288818"/>
                </a:lnTo>
                <a:lnTo>
                  <a:pt x="139696" y="233742"/>
                </a:lnTo>
                <a:lnTo>
                  <a:pt x="138843" y="209166"/>
                </a:lnTo>
                <a:lnTo>
                  <a:pt x="139696" y="184640"/>
                </a:lnTo>
                <a:lnTo>
                  <a:pt x="146512" y="145334"/>
                </a:lnTo>
                <a:lnTo>
                  <a:pt x="170569" y="110806"/>
                </a:lnTo>
                <a:lnTo>
                  <a:pt x="197575" y="104216"/>
                </a:lnTo>
                <a:lnTo>
                  <a:pt x="373745" y="104216"/>
                </a:lnTo>
                <a:lnTo>
                  <a:pt x="371213" y="98332"/>
                </a:lnTo>
                <a:lnTo>
                  <a:pt x="341797" y="56379"/>
                </a:lnTo>
                <a:lnTo>
                  <a:pt x="302147" y="25444"/>
                </a:lnTo>
                <a:lnTo>
                  <a:pt x="253977" y="6361"/>
                </a:lnTo>
                <a:lnTo>
                  <a:pt x="227336" y="1590"/>
                </a:lnTo>
                <a:lnTo>
                  <a:pt x="198999" y="0"/>
                </a:lnTo>
                <a:close/>
              </a:path>
              <a:path w="395605" h="420369">
                <a:moveTo>
                  <a:pt x="373745" y="104216"/>
                </a:moveTo>
                <a:lnTo>
                  <a:pt x="197575" y="104216"/>
                </a:lnTo>
                <a:lnTo>
                  <a:pt x="212489" y="105875"/>
                </a:lnTo>
                <a:lnTo>
                  <a:pt x="225036" y="110851"/>
                </a:lnTo>
                <a:lnTo>
                  <a:pt x="248861" y="145573"/>
                </a:lnTo>
                <a:lnTo>
                  <a:pt x="255498" y="184777"/>
                </a:lnTo>
                <a:lnTo>
                  <a:pt x="256327" y="209166"/>
                </a:lnTo>
                <a:lnTo>
                  <a:pt x="255510" y="233742"/>
                </a:lnTo>
                <a:lnTo>
                  <a:pt x="248963" y="273572"/>
                </a:lnTo>
                <a:lnTo>
                  <a:pt x="225432" y="309371"/>
                </a:lnTo>
                <a:lnTo>
                  <a:pt x="198276" y="316220"/>
                </a:lnTo>
                <a:lnTo>
                  <a:pt x="374081" y="316220"/>
                </a:lnTo>
                <a:lnTo>
                  <a:pt x="382450" y="297739"/>
                </a:lnTo>
                <a:lnTo>
                  <a:pt x="392243" y="256189"/>
                </a:lnTo>
                <a:lnTo>
                  <a:pt x="395506" y="209166"/>
                </a:lnTo>
                <a:lnTo>
                  <a:pt x="393988" y="178459"/>
                </a:lnTo>
                <a:lnTo>
                  <a:pt x="389434" y="149748"/>
                </a:lnTo>
                <a:lnTo>
                  <a:pt x="381843" y="123037"/>
                </a:lnTo>
                <a:lnTo>
                  <a:pt x="373745" y="1042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51534" y="1001322"/>
            <a:ext cx="137160" cy="405765"/>
          </a:xfrm>
          <a:custGeom>
            <a:avLst/>
            <a:gdLst/>
            <a:ahLst/>
            <a:cxnLst/>
            <a:rect l="l" t="t" r="r" b="b"/>
            <a:pathLst>
              <a:path w="137160" h="405765">
                <a:moveTo>
                  <a:pt x="136749" y="0"/>
                </a:moveTo>
                <a:lnTo>
                  <a:pt x="0" y="0"/>
                </a:lnTo>
                <a:lnTo>
                  <a:pt x="0" y="405746"/>
                </a:lnTo>
                <a:lnTo>
                  <a:pt x="136749" y="405746"/>
                </a:lnTo>
                <a:lnTo>
                  <a:pt x="13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51537" y="860821"/>
            <a:ext cx="137160" cy="91440"/>
          </a:xfrm>
          <a:custGeom>
            <a:avLst/>
            <a:gdLst/>
            <a:ahLst/>
            <a:cxnLst/>
            <a:rect l="l" t="t" r="r" b="b"/>
            <a:pathLst>
              <a:path w="137160" h="91440">
                <a:moveTo>
                  <a:pt x="136749" y="0"/>
                </a:moveTo>
                <a:lnTo>
                  <a:pt x="0" y="0"/>
                </a:lnTo>
                <a:lnTo>
                  <a:pt x="0" y="91431"/>
                </a:lnTo>
                <a:lnTo>
                  <a:pt x="136749" y="91431"/>
                </a:lnTo>
                <a:lnTo>
                  <a:pt x="13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2642633" y="873767"/>
            <a:ext cx="1210945" cy="542290"/>
            <a:chOff x="2642633" y="873767"/>
            <a:chExt cx="1210945" cy="5422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5687" y="1258431"/>
              <a:ext cx="157314" cy="15730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642628" y="873778"/>
              <a:ext cx="1019810" cy="541020"/>
            </a:xfrm>
            <a:custGeom>
              <a:avLst/>
              <a:gdLst/>
              <a:ahLst/>
              <a:cxnLst/>
              <a:rect l="l" t="t" r="r" b="b"/>
              <a:pathLst>
                <a:path w="1019810" h="541019">
                  <a:moveTo>
                    <a:pt x="288836" y="415810"/>
                  </a:moveTo>
                  <a:lnTo>
                    <a:pt x="270281" y="421932"/>
                  </a:lnTo>
                  <a:lnTo>
                    <a:pt x="253072" y="426300"/>
                  </a:lnTo>
                  <a:lnTo>
                    <a:pt x="237223" y="428929"/>
                  </a:lnTo>
                  <a:lnTo>
                    <a:pt x="222719" y="429806"/>
                  </a:lnTo>
                  <a:lnTo>
                    <a:pt x="206527" y="427342"/>
                  </a:lnTo>
                  <a:lnTo>
                    <a:pt x="194945" y="419950"/>
                  </a:lnTo>
                  <a:lnTo>
                    <a:pt x="187998" y="407631"/>
                  </a:lnTo>
                  <a:lnTo>
                    <a:pt x="185674" y="390398"/>
                  </a:lnTo>
                  <a:lnTo>
                    <a:pt x="185674" y="232473"/>
                  </a:lnTo>
                  <a:lnTo>
                    <a:pt x="272935" y="232473"/>
                  </a:lnTo>
                  <a:lnTo>
                    <a:pt x="272935" y="127571"/>
                  </a:lnTo>
                  <a:lnTo>
                    <a:pt x="185674" y="127571"/>
                  </a:lnTo>
                  <a:lnTo>
                    <a:pt x="185674" y="0"/>
                  </a:lnTo>
                  <a:lnTo>
                    <a:pt x="47891" y="23977"/>
                  </a:lnTo>
                  <a:lnTo>
                    <a:pt x="47891" y="127571"/>
                  </a:lnTo>
                  <a:lnTo>
                    <a:pt x="0" y="127571"/>
                  </a:lnTo>
                  <a:lnTo>
                    <a:pt x="0" y="232473"/>
                  </a:lnTo>
                  <a:lnTo>
                    <a:pt x="47891" y="232473"/>
                  </a:lnTo>
                  <a:lnTo>
                    <a:pt x="47891" y="399732"/>
                  </a:lnTo>
                  <a:lnTo>
                    <a:pt x="49796" y="433222"/>
                  </a:lnTo>
                  <a:lnTo>
                    <a:pt x="64985" y="486295"/>
                  </a:lnTo>
                  <a:lnTo>
                    <a:pt x="95910" y="521004"/>
                  </a:lnTo>
                  <a:lnTo>
                    <a:pt x="145580" y="538289"/>
                  </a:lnTo>
                  <a:lnTo>
                    <a:pt x="177609" y="540448"/>
                  </a:lnTo>
                  <a:lnTo>
                    <a:pt x="193865" y="540131"/>
                  </a:lnTo>
                  <a:lnTo>
                    <a:pt x="236194" y="535241"/>
                  </a:lnTo>
                  <a:lnTo>
                    <a:pt x="275170" y="523544"/>
                  </a:lnTo>
                  <a:lnTo>
                    <a:pt x="288836" y="517906"/>
                  </a:lnTo>
                  <a:lnTo>
                    <a:pt x="288836" y="415810"/>
                  </a:lnTo>
                  <a:close/>
                </a:path>
                <a:path w="1019810" h="541019">
                  <a:moveTo>
                    <a:pt x="605332" y="415810"/>
                  </a:moveTo>
                  <a:lnTo>
                    <a:pt x="586778" y="421932"/>
                  </a:lnTo>
                  <a:lnTo>
                    <a:pt x="569582" y="426300"/>
                  </a:lnTo>
                  <a:lnTo>
                    <a:pt x="553732" y="428929"/>
                  </a:lnTo>
                  <a:lnTo>
                    <a:pt x="539229" y="429806"/>
                  </a:lnTo>
                  <a:lnTo>
                    <a:pt x="523024" y="427342"/>
                  </a:lnTo>
                  <a:lnTo>
                    <a:pt x="511454" y="419950"/>
                  </a:lnTo>
                  <a:lnTo>
                    <a:pt x="504507" y="407631"/>
                  </a:lnTo>
                  <a:lnTo>
                    <a:pt x="502183" y="390398"/>
                  </a:lnTo>
                  <a:lnTo>
                    <a:pt x="502183" y="232473"/>
                  </a:lnTo>
                  <a:lnTo>
                    <a:pt x="589470" y="232473"/>
                  </a:lnTo>
                  <a:lnTo>
                    <a:pt x="589470" y="127571"/>
                  </a:lnTo>
                  <a:lnTo>
                    <a:pt x="502183" y="127571"/>
                  </a:lnTo>
                  <a:lnTo>
                    <a:pt x="502183" y="0"/>
                  </a:lnTo>
                  <a:lnTo>
                    <a:pt x="364401" y="22402"/>
                  </a:lnTo>
                  <a:lnTo>
                    <a:pt x="364401" y="127571"/>
                  </a:lnTo>
                  <a:lnTo>
                    <a:pt x="316471" y="127571"/>
                  </a:lnTo>
                  <a:lnTo>
                    <a:pt x="316471" y="232473"/>
                  </a:lnTo>
                  <a:lnTo>
                    <a:pt x="364401" y="232473"/>
                  </a:lnTo>
                  <a:lnTo>
                    <a:pt x="364401" y="399732"/>
                  </a:lnTo>
                  <a:lnTo>
                    <a:pt x="366306" y="433222"/>
                  </a:lnTo>
                  <a:lnTo>
                    <a:pt x="381508" y="486295"/>
                  </a:lnTo>
                  <a:lnTo>
                    <a:pt x="412432" y="521004"/>
                  </a:lnTo>
                  <a:lnTo>
                    <a:pt x="462089" y="538289"/>
                  </a:lnTo>
                  <a:lnTo>
                    <a:pt x="494118" y="540448"/>
                  </a:lnTo>
                  <a:lnTo>
                    <a:pt x="510387" y="540131"/>
                  </a:lnTo>
                  <a:lnTo>
                    <a:pt x="552716" y="535241"/>
                  </a:lnTo>
                  <a:lnTo>
                    <a:pt x="591693" y="523544"/>
                  </a:lnTo>
                  <a:lnTo>
                    <a:pt x="605332" y="517906"/>
                  </a:lnTo>
                  <a:lnTo>
                    <a:pt x="605332" y="415810"/>
                  </a:lnTo>
                  <a:close/>
                </a:path>
                <a:path w="1019810" h="541019">
                  <a:moveTo>
                    <a:pt x="1019530" y="305917"/>
                  </a:moveTo>
                  <a:lnTo>
                    <a:pt x="1016482" y="263588"/>
                  </a:lnTo>
                  <a:lnTo>
                    <a:pt x="1007325" y="226529"/>
                  </a:lnTo>
                  <a:lnTo>
                    <a:pt x="970737" y="168198"/>
                  </a:lnTo>
                  <a:lnTo>
                    <a:pt x="911783" y="132346"/>
                  </a:lnTo>
                  <a:lnTo>
                    <a:pt x="895375" y="128384"/>
                  </a:lnTo>
                  <a:lnTo>
                    <a:pt x="895375" y="280111"/>
                  </a:lnTo>
                  <a:lnTo>
                    <a:pt x="777900" y="280111"/>
                  </a:lnTo>
                  <a:lnTo>
                    <a:pt x="789660" y="240118"/>
                  </a:lnTo>
                  <a:lnTo>
                    <a:pt x="825779" y="216611"/>
                  </a:lnTo>
                  <a:lnTo>
                    <a:pt x="837336" y="215646"/>
                  </a:lnTo>
                  <a:lnTo>
                    <a:pt x="849795" y="216738"/>
                  </a:lnTo>
                  <a:lnTo>
                    <a:pt x="885990" y="242722"/>
                  </a:lnTo>
                  <a:lnTo>
                    <a:pt x="895375" y="280111"/>
                  </a:lnTo>
                  <a:lnTo>
                    <a:pt x="895375" y="128384"/>
                  </a:lnTo>
                  <a:lnTo>
                    <a:pt x="874661" y="123380"/>
                  </a:lnTo>
                  <a:lnTo>
                    <a:pt x="832459" y="120396"/>
                  </a:lnTo>
                  <a:lnTo>
                    <a:pt x="788136" y="123825"/>
                  </a:lnTo>
                  <a:lnTo>
                    <a:pt x="749223" y="134124"/>
                  </a:lnTo>
                  <a:lnTo>
                    <a:pt x="687654" y="175361"/>
                  </a:lnTo>
                  <a:lnTo>
                    <a:pt x="649643" y="242277"/>
                  </a:lnTo>
                  <a:lnTo>
                    <a:pt x="640130" y="284708"/>
                  </a:lnTo>
                  <a:lnTo>
                    <a:pt x="636955" y="333108"/>
                  </a:lnTo>
                  <a:lnTo>
                    <a:pt x="640384" y="380022"/>
                  </a:lnTo>
                  <a:lnTo>
                    <a:pt x="650646" y="421246"/>
                  </a:lnTo>
                  <a:lnTo>
                    <a:pt x="667753" y="456755"/>
                  </a:lnTo>
                  <a:lnTo>
                    <a:pt x="691692" y="486562"/>
                  </a:lnTo>
                  <a:lnTo>
                    <a:pt x="721829" y="510133"/>
                  </a:lnTo>
                  <a:lnTo>
                    <a:pt x="757491" y="526973"/>
                  </a:lnTo>
                  <a:lnTo>
                    <a:pt x="798677" y="537083"/>
                  </a:lnTo>
                  <a:lnTo>
                    <a:pt x="845400" y="540448"/>
                  </a:lnTo>
                  <a:lnTo>
                    <a:pt x="868349" y="540042"/>
                  </a:lnTo>
                  <a:lnTo>
                    <a:pt x="909256" y="536816"/>
                  </a:lnTo>
                  <a:lnTo>
                    <a:pt x="960755" y="525030"/>
                  </a:lnTo>
                  <a:lnTo>
                    <a:pt x="993267" y="510921"/>
                  </a:lnTo>
                  <a:lnTo>
                    <a:pt x="977176" y="440918"/>
                  </a:lnTo>
                  <a:lnTo>
                    <a:pt x="972261" y="419506"/>
                  </a:lnTo>
                  <a:lnTo>
                    <a:pt x="928065" y="433908"/>
                  </a:lnTo>
                  <a:lnTo>
                    <a:pt x="879487" y="440474"/>
                  </a:lnTo>
                  <a:lnTo>
                    <a:pt x="861834" y="440918"/>
                  </a:lnTo>
                  <a:lnTo>
                    <a:pt x="843102" y="439699"/>
                  </a:lnTo>
                  <a:lnTo>
                    <a:pt x="799401" y="421576"/>
                  </a:lnTo>
                  <a:lnTo>
                    <a:pt x="777138" y="384289"/>
                  </a:lnTo>
                  <a:lnTo>
                    <a:pt x="775093" y="368198"/>
                  </a:lnTo>
                  <a:lnTo>
                    <a:pt x="1019530" y="368198"/>
                  </a:lnTo>
                  <a:lnTo>
                    <a:pt x="1019530" y="3059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884872" y="863110"/>
            <a:ext cx="874394" cy="551180"/>
          </a:xfrm>
          <a:custGeom>
            <a:avLst/>
            <a:gdLst/>
            <a:ahLst/>
            <a:cxnLst/>
            <a:rect l="l" t="t" r="r" b="b"/>
            <a:pathLst>
              <a:path w="874394" h="551180">
                <a:moveTo>
                  <a:pt x="450888" y="260464"/>
                </a:moveTo>
                <a:lnTo>
                  <a:pt x="446544" y="200914"/>
                </a:lnTo>
                <a:lnTo>
                  <a:pt x="433501" y="148831"/>
                </a:lnTo>
                <a:lnTo>
                  <a:pt x="418820" y="118681"/>
                </a:lnTo>
                <a:lnTo>
                  <a:pt x="411759" y="104178"/>
                </a:lnTo>
                <a:lnTo>
                  <a:pt x="381330" y="66967"/>
                </a:lnTo>
                <a:lnTo>
                  <a:pt x="342887" y="37680"/>
                </a:lnTo>
                <a:lnTo>
                  <a:pt x="301929" y="18948"/>
                </a:lnTo>
                <a:lnTo>
                  <a:pt x="301929" y="265645"/>
                </a:lnTo>
                <a:lnTo>
                  <a:pt x="300012" y="303072"/>
                </a:lnTo>
                <a:lnTo>
                  <a:pt x="284746" y="362521"/>
                </a:lnTo>
                <a:lnTo>
                  <a:pt x="253961" y="401535"/>
                </a:lnTo>
                <a:lnTo>
                  <a:pt x="206006" y="420966"/>
                </a:lnTo>
                <a:lnTo>
                  <a:pt x="175475" y="423405"/>
                </a:lnTo>
                <a:lnTo>
                  <a:pt x="143510" y="423405"/>
                </a:lnTo>
                <a:lnTo>
                  <a:pt x="143510" y="118681"/>
                </a:lnTo>
                <a:lnTo>
                  <a:pt x="185280" y="118681"/>
                </a:lnTo>
                <a:lnTo>
                  <a:pt x="236664" y="127711"/>
                </a:lnTo>
                <a:lnTo>
                  <a:pt x="273037" y="154774"/>
                </a:lnTo>
                <a:lnTo>
                  <a:pt x="294703" y="200558"/>
                </a:lnTo>
                <a:lnTo>
                  <a:pt x="301929" y="265645"/>
                </a:lnTo>
                <a:lnTo>
                  <a:pt x="301929" y="18948"/>
                </a:lnTo>
                <a:lnTo>
                  <a:pt x="297154" y="16751"/>
                </a:lnTo>
                <a:lnTo>
                  <a:pt x="244144" y="4191"/>
                </a:lnTo>
                <a:lnTo>
                  <a:pt x="183832" y="0"/>
                </a:lnTo>
                <a:lnTo>
                  <a:pt x="0" y="0"/>
                </a:lnTo>
                <a:lnTo>
                  <a:pt x="0" y="543966"/>
                </a:lnTo>
                <a:lnTo>
                  <a:pt x="171843" y="543966"/>
                </a:lnTo>
                <a:lnTo>
                  <a:pt x="222516" y="541020"/>
                </a:lnTo>
                <a:lnTo>
                  <a:pt x="268439" y="532180"/>
                </a:lnTo>
                <a:lnTo>
                  <a:pt x="309600" y="517436"/>
                </a:lnTo>
                <a:lnTo>
                  <a:pt x="346011" y="496811"/>
                </a:lnTo>
                <a:lnTo>
                  <a:pt x="377672" y="470281"/>
                </a:lnTo>
                <a:lnTo>
                  <a:pt x="404025" y="438315"/>
                </a:lnTo>
                <a:lnTo>
                  <a:pt x="424535" y="401358"/>
                </a:lnTo>
                <a:lnTo>
                  <a:pt x="439178" y="359384"/>
                </a:lnTo>
                <a:lnTo>
                  <a:pt x="447967" y="312420"/>
                </a:lnTo>
                <a:lnTo>
                  <a:pt x="450888" y="260464"/>
                </a:lnTo>
                <a:close/>
              </a:path>
              <a:path w="874394" h="551180">
                <a:moveTo>
                  <a:pt x="874001" y="316585"/>
                </a:moveTo>
                <a:lnTo>
                  <a:pt x="870953" y="274256"/>
                </a:lnTo>
                <a:lnTo>
                  <a:pt x="861822" y="237197"/>
                </a:lnTo>
                <a:lnTo>
                  <a:pt x="825233" y="178866"/>
                </a:lnTo>
                <a:lnTo>
                  <a:pt x="766267" y="143014"/>
                </a:lnTo>
                <a:lnTo>
                  <a:pt x="749858" y="139052"/>
                </a:lnTo>
                <a:lnTo>
                  <a:pt x="749858" y="290779"/>
                </a:lnTo>
                <a:lnTo>
                  <a:pt x="632371" y="290779"/>
                </a:lnTo>
                <a:lnTo>
                  <a:pt x="644144" y="250786"/>
                </a:lnTo>
                <a:lnTo>
                  <a:pt x="680250" y="227279"/>
                </a:lnTo>
                <a:lnTo>
                  <a:pt x="691832" y="226314"/>
                </a:lnTo>
                <a:lnTo>
                  <a:pt x="704265" y="227406"/>
                </a:lnTo>
                <a:lnTo>
                  <a:pt x="740460" y="253390"/>
                </a:lnTo>
                <a:lnTo>
                  <a:pt x="749858" y="290779"/>
                </a:lnTo>
                <a:lnTo>
                  <a:pt x="749858" y="139052"/>
                </a:lnTo>
                <a:lnTo>
                  <a:pt x="729145" y="134048"/>
                </a:lnTo>
                <a:lnTo>
                  <a:pt x="686917" y="131064"/>
                </a:lnTo>
                <a:lnTo>
                  <a:pt x="642594" y="134493"/>
                </a:lnTo>
                <a:lnTo>
                  <a:pt x="603694" y="144792"/>
                </a:lnTo>
                <a:lnTo>
                  <a:pt x="542150" y="186029"/>
                </a:lnTo>
                <a:lnTo>
                  <a:pt x="504113" y="252945"/>
                </a:lnTo>
                <a:lnTo>
                  <a:pt x="494601" y="295376"/>
                </a:lnTo>
                <a:lnTo>
                  <a:pt x="491426" y="343776"/>
                </a:lnTo>
                <a:lnTo>
                  <a:pt x="494855" y="390690"/>
                </a:lnTo>
                <a:lnTo>
                  <a:pt x="505117" y="431914"/>
                </a:lnTo>
                <a:lnTo>
                  <a:pt x="522224" y="467423"/>
                </a:lnTo>
                <a:lnTo>
                  <a:pt x="546176" y="497230"/>
                </a:lnTo>
                <a:lnTo>
                  <a:pt x="576300" y="520801"/>
                </a:lnTo>
                <a:lnTo>
                  <a:pt x="611962" y="537641"/>
                </a:lnTo>
                <a:lnTo>
                  <a:pt x="653148" y="547751"/>
                </a:lnTo>
                <a:lnTo>
                  <a:pt x="699871" y="551116"/>
                </a:lnTo>
                <a:lnTo>
                  <a:pt x="722820" y="550710"/>
                </a:lnTo>
                <a:lnTo>
                  <a:pt x="763727" y="547484"/>
                </a:lnTo>
                <a:lnTo>
                  <a:pt x="815238" y="535698"/>
                </a:lnTo>
                <a:lnTo>
                  <a:pt x="847750" y="521589"/>
                </a:lnTo>
                <a:lnTo>
                  <a:pt x="831646" y="451586"/>
                </a:lnTo>
                <a:lnTo>
                  <a:pt x="826731" y="430174"/>
                </a:lnTo>
                <a:lnTo>
                  <a:pt x="782561" y="444576"/>
                </a:lnTo>
                <a:lnTo>
                  <a:pt x="733958" y="451142"/>
                </a:lnTo>
                <a:lnTo>
                  <a:pt x="716305" y="451586"/>
                </a:lnTo>
                <a:lnTo>
                  <a:pt x="697585" y="450367"/>
                </a:lnTo>
                <a:lnTo>
                  <a:pt x="653872" y="432244"/>
                </a:lnTo>
                <a:lnTo>
                  <a:pt x="631621" y="394957"/>
                </a:lnTo>
                <a:lnTo>
                  <a:pt x="629577" y="378866"/>
                </a:lnTo>
                <a:lnTo>
                  <a:pt x="874001" y="378866"/>
                </a:lnTo>
                <a:lnTo>
                  <a:pt x="874001" y="3165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6336607" y="2084659"/>
            <a:ext cx="7276465" cy="7240905"/>
            <a:chOff x="6336607" y="2084659"/>
            <a:chExt cx="7276465" cy="7240905"/>
          </a:xfrm>
        </p:grpSpPr>
        <p:sp>
          <p:nvSpPr>
            <p:cNvPr id="14" name="object 14" descr=""/>
            <p:cNvSpPr/>
            <p:nvPr/>
          </p:nvSpPr>
          <p:spPr>
            <a:xfrm>
              <a:off x="6735407" y="3895312"/>
              <a:ext cx="6877684" cy="5060950"/>
            </a:xfrm>
            <a:custGeom>
              <a:avLst/>
              <a:gdLst/>
              <a:ahLst/>
              <a:cxnLst/>
              <a:rect l="l" t="t" r="r" b="b"/>
              <a:pathLst>
                <a:path w="6877684" h="5060950">
                  <a:moveTo>
                    <a:pt x="3272345" y="3522332"/>
                  </a:moveTo>
                  <a:lnTo>
                    <a:pt x="1547114" y="2523591"/>
                  </a:lnTo>
                  <a:lnTo>
                    <a:pt x="51346" y="3374555"/>
                  </a:lnTo>
                  <a:lnTo>
                    <a:pt x="62890" y="3396348"/>
                  </a:lnTo>
                  <a:lnTo>
                    <a:pt x="83566" y="3447148"/>
                  </a:lnTo>
                  <a:lnTo>
                    <a:pt x="104724" y="3485248"/>
                  </a:lnTo>
                  <a:lnTo>
                    <a:pt x="126377" y="3523348"/>
                  </a:lnTo>
                  <a:lnTo>
                    <a:pt x="148513" y="3561448"/>
                  </a:lnTo>
                  <a:lnTo>
                    <a:pt x="171119" y="3599548"/>
                  </a:lnTo>
                  <a:lnTo>
                    <a:pt x="194208" y="3637648"/>
                  </a:lnTo>
                  <a:lnTo>
                    <a:pt x="217779" y="3675748"/>
                  </a:lnTo>
                  <a:lnTo>
                    <a:pt x="241808" y="3713848"/>
                  </a:lnTo>
                  <a:lnTo>
                    <a:pt x="266293" y="3751948"/>
                  </a:lnTo>
                  <a:lnTo>
                    <a:pt x="1538922" y="4508411"/>
                  </a:lnTo>
                  <a:lnTo>
                    <a:pt x="3272345" y="3522332"/>
                  </a:lnTo>
                  <a:close/>
                </a:path>
                <a:path w="6877684" h="5060950">
                  <a:moveTo>
                    <a:pt x="6305829" y="3728631"/>
                  </a:moveTo>
                  <a:lnTo>
                    <a:pt x="4784801" y="2848114"/>
                  </a:lnTo>
                  <a:lnTo>
                    <a:pt x="2850096" y="3948785"/>
                  </a:lnTo>
                  <a:lnTo>
                    <a:pt x="4770983" y="5060734"/>
                  </a:lnTo>
                  <a:lnTo>
                    <a:pt x="4773193" y="5060048"/>
                  </a:lnTo>
                  <a:lnTo>
                    <a:pt x="4814430" y="5034648"/>
                  </a:lnTo>
                  <a:lnTo>
                    <a:pt x="4840440" y="5026584"/>
                  </a:lnTo>
                  <a:lnTo>
                    <a:pt x="5235054" y="4802111"/>
                  </a:lnTo>
                  <a:lnTo>
                    <a:pt x="5286006" y="4767948"/>
                  </a:lnTo>
                  <a:lnTo>
                    <a:pt x="5396687" y="4691748"/>
                  </a:lnTo>
                  <a:lnTo>
                    <a:pt x="5468759" y="4640948"/>
                  </a:lnTo>
                  <a:lnTo>
                    <a:pt x="5539422" y="4590148"/>
                  </a:lnTo>
                  <a:lnTo>
                    <a:pt x="5574220" y="4552048"/>
                  </a:lnTo>
                  <a:lnTo>
                    <a:pt x="5642711" y="4501248"/>
                  </a:lnTo>
                  <a:lnTo>
                    <a:pt x="5676404" y="4463148"/>
                  </a:lnTo>
                  <a:lnTo>
                    <a:pt x="5742648" y="4412348"/>
                  </a:lnTo>
                  <a:lnTo>
                    <a:pt x="5775198" y="4374248"/>
                  </a:lnTo>
                  <a:lnTo>
                    <a:pt x="5807354" y="4348848"/>
                  </a:lnTo>
                  <a:lnTo>
                    <a:pt x="5839117" y="4310748"/>
                  </a:lnTo>
                  <a:lnTo>
                    <a:pt x="5870499" y="4285348"/>
                  </a:lnTo>
                  <a:lnTo>
                    <a:pt x="5901461" y="4247248"/>
                  </a:lnTo>
                  <a:lnTo>
                    <a:pt x="5932030" y="4221848"/>
                  </a:lnTo>
                  <a:lnTo>
                    <a:pt x="5962193" y="4183748"/>
                  </a:lnTo>
                  <a:lnTo>
                    <a:pt x="5991936" y="4145648"/>
                  </a:lnTo>
                  <a:lnTo>
                    <a:pt x="6021273" y="4120248"/>
                  </a:lnTo>
                  <a:lnTo>
                    <a:pt x="6050191" y="4082148"/>
                  </a:lnTo>
                  <a:lnTo>
                    <a:pt x="6078677" y="4044048"/>
                  </a:lnTo>
                  <a:lnTo>
                    <a:pt x="6106731" y="4005948"/>
                  </a:lnTo>
                  <a:lnTo>
                    <a:pt x="6134366" y="3980548"/>
                  </a:lnTo>
                  <a:lnTo>
                    <a:pt x="6161557" y="3942448"/>
                  </a:lnTo>
                  <a:lnTo>
                    <a:pt x="6188303" y="3904348"/>
                  </a:lnTo>
                  <a:lnTo>
                    <a:pt x="6214618" y="3866248"/>
                  </a:lnTo>
                  <a:lnTo>
                    <a:pt x="6240475" y="3828148"/>
                  </a:lnTo>
                  <a:lnTo>
                    <a:pt x="6265875" y="3790048"/>
                  </a:lnTo>
                  <a:lnTo>
                    <a:pt x="6290830" y="3751948"/>
                  </a:lnTo>
                  <a:lnTo>
                    <a:pt x="6305829" y="3728631"/>
                  </a:lnTo>
                  <a:close/>
                </a:path>
                <a:path w="6877684" h="5060950">
                  <a:moveTo>
                    <a:pt x="6822148" y="1157465"/>
                  </a:moveTo>
                  <a:lnTo>
                    <a:pt x="6816547" y="1123048"/>
                  </a:lnTo>
                  <a:lnTo>
                    <a:pt x="6807695" y="1072248"/>
                  </a:lnTo>
                  <a:lnTo>
                    <a:pt x="6804990" y="1061288"/>
                  </a:lnTo>
                  <a:lnTo>
                    <a:pt x="4971681" y="0"/>
                  </a:lnTo>
                  <a:lnTo>
                    <a:pt x="3291713" y="955751"/>
                  </a:lnTo>
                  <a:lnTo>
                    <a:pt x="1934705" y="170154"/>
                  </a:lnTo>
                  <a:lnTo>
                    <a:pt x="0" y="1270825"/>
                  </a:lnTo>
                  <a:lnTo>
                    <a:pt x="1925548" y="2385479"/>
                  </a:lnTo>
                  <a:lnTo>
                    <a:pt x="3605530" y="1429804"/>
                  </a:lnTo>
                  <a:lnTo>
                    <a:pt x="4962550" y="2215324"/>
                  </a:lnTo>
                  <a:lnTo>
                    <a:pt x="6822148" y="1157465"/>
                  </a:lnTo>
                  <a:close/>
                </a:path>
                <a:path w="6877684" h="5060950">
                  <a:moveTo>
                    <a:pt x="6877342" y="1783448"/>
                  </a:moveTo>
                  <a:lnTo>
                    <a:pt x="6877024" y="1732648"/>
                  </a:lnTo>
                  <a:lnTo>
                    <a:pt x="6876072" y="1694548"/>
                  </a:lnTo>
                  <a:lnTo>
                    <a:pt x="6875831" y="1686712"/>
                  </a:lnTo>
                  <a:lnTo>
                    <a:pt x="6423571" y="1424901"/>
                  </a:lnTo>
                  <a:lnTo>
                    <a:pt x="5682881" y="1911184"/>
                  </a:lnTo>
                  <a:lnTo>
                    <a:pt x="6794017" y="2554389"/>
                  </a:lnTo>
                  <a:lnTo>
                    <a:pt x="6798272" y="2532748"/>
                  </a:lnTo>
                  <a:lnTo>
                    <a:pt x="6807695" y="2494648"/>
                  </a:lnTo>
                  <a:lnTo>
                    <a:pt x="6816547" y="2443848"/>
                  </a:lnTo>
                  <a:lnTo>
                    <a:pt x="6824802" y="2405748"/>
                  </a:lnTo>
                  <a:lnTo>
                    <a:pt x="6832486" y="2354948"/>
                  </a:lnTo>
                  <a:lnTo>
                    <a:pt x="6839572" y="2304148"/>
                  </a:lnTo>
                  <a:lnTo>
                    <a:pt x="6846062" y="2266048"/>
                  </a:lnTo>
                  <a:lnTo>
                    <a:pt x="6851955" y="2215248"/>
                  </a:lnTo>
                  <a:lnTo>
                    <a:pt x="6857238" y="2164448"/>
                  </a:lnTo>
                  <a:lnTo>
                    <a:pt x="6861911" y="2126348"/>
                  </a:lnTo>
                  <a:lnTo>
                    <a:pt x="6865988" y="2075548"/>
                  </a:lnTo>
                  <a:lnTo>
                    <a:pt x="6869443" y="2024748"/>
                  </a:lnTo>
                  <a:lnTo>
                    <a:pt x="6872275" y="1973948"/>
                  </a:lnTo>
                  <a:lnTo>
                    <a:pt x="6874484" y="1935848"/>
                  </a:lnTo>
                  <a:lnTo>
                    <a:pt x="6876072" y="1885048"/>
                  </a:lnTo>
                  <a:lnTo>
                    <a:pt x="6877024" y="1834248"/>
                  </a:lnTo>
                  <a:lnTo>
                    <a:pt x="6877342" y="1783448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708917" y="2084659"/>
              <a:ext cx="3700145" cy="1854835"/>
            </a:xfrm>
            <a:custGeom>
              <a:avLst/>
              <a:gdLst/>
              <a:ahLst/>
              <a:cxnLst/>
              <a:rect l="l" t="t" r="r" b="b"/>
              <a:pathLst>
                <a:path w="3700145" h="1854835">
                  <a:moveTo>
                    <a:pt x="2397980" y="0"/>
                  </a:moveTo>
                  <a:lnTo>
                    <a:pt x="2064624" y="0"/>
                  </a:lnTo>
                  <a:lnTo>
                    <a:pt x="2017029" y="12700"/>
                  </a:lnTo>
                  <a:lnTo>
                    <a:pt x="1922361" y="12700"/>
                  </a:lnTo>
                  <a:lnTo>
                    <a:pt x="1875296" y="25400"/>
                  </a:lnTo>
                  <a:lnTo>
                    <a:pt x="1828417" y="25400"/>
                  </a:lnTo>
                  <a:lnTo>
                    <a:pt x="1781727" y="38100"/>
                  </a:lnTo>
                  <a:lnTo>
                    <a:pt x="1735230" y="38100"/>
                  </a:lnTo>
                  <a:lnTo>
                    <a:pt x="1642831" y="63500"/>
                  </a:lnTo>
                  <a:lnTo>
                    <a:pt x="1596937" y="63500"/>
                  </a:lnTo>
                  <a:lnTo>
                    <a:pt x="1460524" y="101600"/>
                  </a:lnTo>
                  <a:lnTo>
                    <a:pt x="1415490" y="101600"/>
                  </a:lnTo>
                  <a:lnTo>
                    <a:pt x="1237642" y="152400"/>
                  </a:lnTo>
                  <a:lnTo>
                    <a:pt x="1193772" y="177800"/>
                  </a:lnTo>
                  <a:lnTo>
                    <a:pt x="1020780" y="228600"/>
                  </a:lnTo>
                  <a:lnTo>
                    <a:pt x="978174" y="254000"/>
                  </a:lnTo>
                  <a:lnTo>
                    <a:pt x="893759" y="279400"/>
                  </a:lnTo>
                  <a:lnTo>
                    <a:pt x="851959" y="304800"/>
                  </a:lnTo>
                  <a:lnTo>
                    <a:pt x="810436" y="317500"/>
                  </a:lnTo>
                  <a:lnTo>
                    <a:pt x="769193" y="342900"/>
                  </a:lnTo>
                  <a:lnTo>
                    <a:pt x="728235" y="355600"/>
                  </a:lnTo>
                  <a:lnTo>
                    <a:pt x="647189" y="406400"/>
                  </a:lnTo>
                  <a:lnTo>
                    <a:pt x="607108" y="419100"/>
                  </a:lnTo>
                  <a:lnTo>
                    <a:pt x="527853" y="469900"/>
                  </a:lnTo>
                  <a:lnTo>
                    <a:pt x="488687" y="482600"/>
                  </a:lnTo>
                  <a:lnTo>
                    <a:pt x="373077" y="558800"/>
                  </a:lnTo>
                  <a:lnTo>
                    <a:pt x="260388" y="635000"/>
                  </a:lnTo>
                  <a:lnTo>
                    <a:pt x="150726" y="711200"/>
                  </a:lnTo>
                  <a:lnTo>
                    <a:pt x="79353" y="762000"/>
                  </a:lnTo>
                  <a:lnTo>
                    <a:pt x="44199" y="800100"/>
                  </a:lnTo>
                  <a:lnTo>
                    <a:pt x="9405" y="825500"/>
                  </a:lnTo>
                  <a:lnTo>
                    <a:pt x="0" y="832476"/>
                  </a:lnTo>
                  <a:lnTo>
                    <a:pt x="1765356" y="1854393"/>
                  </a:lnTo>
                  <a:lnTo>
                    <a:pt x="3700054" y="753815"/>
                  </a:lnTo>
                  <a:lnTo>
                    <a:pt x="2397980" y="0"/>
                  </a:lnTo>
                  <a:close/>
                </a:path>
              </a:pathLst>
            </a:custGeom>
            <a:solidFill>
              <a:srgbClr val="CCCCCC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6607" y="5651655"/>
              <a:ext cx="1084659" cy="873714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9880678" y="4268902"/>
              <a:ext cx="648335" cy="958215"/>
            </a:xfrm>
            <a:custGeom>
              <a:avLst/>
              <a:gdLst/>
              <a:ahLst/>
              <a:cxnLst/>
              <a:rect l="l" t="t" r="r" b="b"/>
              <a:pathLst>
                <a:path w="648334" h="958214">
                  <a:moveTo>
                    <a:pt x="647948" y="0"/>
                  </a:moveTo>
                  <a:lnTo>
                    <a:pt x="8429" y="363444"/>
                  </a:lnTo>
                  <a:lnTo>
                    <a:pt x="0" y="957730"/>
                  </a:lnTo>
                  <a:lnTo>
                    <a:pt x="647948" y="591573"/>
                  </a:lnTo>
                  <a:lnTo>
                    <a:pt x="647948" y="0"/>
                  </a:lnTo>
                  <a:close/>
                </a:path>
              </a:pathLst>
            </a:custGeom>
            <a:solidFill>
              <a:srgbClr val="66A4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757942" y="3535699"/>
              <a:ext cx="1162685" cy="1286510"/>
            </a:xfrm>
            <a:custGeom>
              <a:avLst/>
              <a:gdLst/>
              <a:ahLst/>
              <a:cxnLst/>
              <a:rect l="l" t="t" r="r" b="b"/>
              <a:pathLst>
                <a:path w="1162684" h="1286510">
                  <a:moveTo>
                    <a:pt x="0" y="0"/>
                  </a:moveTo>
                  <a:lnTo>
                    <a:pt x="0" y="615321"/>
                  </a:lnTo>
                  <a:lnTo>
                    <a:pt x="1162540" y="1286515"/>
                  </a:lnTo>
                  <a:lnTo>
                    <a:pt x="1162540" y="6712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A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691170" y="4206900"/>
              <a:ext cx="1229360" cy="1325245"/>
            </a:xfrm>
            <a:custGeom>
              <a:avLst/>
              <a:gdLst/>
              <a:ahLst/>
              <a:cxnLst/>
              <a:rect l="l" t="t" r="r" b="b"/>
              <a:pathLst>
                <a:path w="1229359" h="1325245">
                  <a:moveTo>
                    <a:pt x="1229313" y="0"/>
                  </a:moveTo>
                  <a:lnTo>
                    <a:pt x="0" y="714616"/>
                  </a:lnTo>
                  <a:lnTo>
                    <a:pt x="0" y="1324776"/>
                  </a:lnTo>
                  <a:lnTo>
                    <a:pt x="427315" y="1078166"/>
                  </a:lnTo>
                  <a:lnTo>
                    <a:pt x="183962" y="1078166"/>
                  </a:lnTo>
                  <a:lnTo>
                    <a:pt x="183962" y="720124"/>
                  </a:lnTo>
                  <a:lnTo>
                    <a:pt x="537187" y="514089"/>
                  </a:lnTo>
                  <a:lnTo>
                    <a:pt x="733558" y="514089"/>
                  </a:lnTo>
                  <a:lnTo>
                    <a:pt x="733558" y="397600"/>
                  </a:lnTo>
                  <a:lnTo>
                    <a:pt x="959216" y="267311"/>
                  </a:lnTo>
                  <a:lnTo>
                    <a:pt x="1229313" y="267311"/>
                  </a:lnTo>
                  <a:lnTo>
                    <a:pt x="1229313" y="0"/>
                  </a:lnTo>
                  <a:close/>
                </a:path>
                <a:path w="1229359" h="1325245">
                  <a:moveTo>
                    <a:pt x="733558" y="514089"/>
                  </a:moveTo>
                  <a:lnTo>
                    <a:pt x="537187" y="514089"/>
                  </a:lnTo>
                  <a:lnTo>
                    <a:pt x="537187" y="872130"/>
                  </a:lnTo>
                  <a:lnTo>
                    <a:pt x="183962" y="1078166"/>
                  </a:lnTo>
                  <a:lnTo>
                    <a:pt x="427315" y="1078166"/>
                  </a:lnTo>
                  <a:lnTo>
                    <a:pt x="733558" y="901428"/>
                  </a:lnTo>
                  <a:lnTo>
                    <a:pt x="733558" y="514089"/>
                  </a:lnTo>
                  <a:close/>
                </a:path>
                <a:path w="1229359" h="1325245">
                  <a:moveTo>
                    <a:pt x="1229313" y="267311"/>
                  </a:moveTo>
                  <a:lnTo>
                    <a:pt x="959216" y="267311"/>
                  </a:lnTo>
                  <a:lnTo>
                    <a:pt x="959216" y="771191"/>
                  </a:lnTo>
                  <a:lnTo>
                    <a:pt x="1229313" y="615311"/>
                  </a:lnTo>
                  <a:lnTo>
                    <a:pt x="1229313" y="267311"/>
                  </a:lnTo>
                  <a:close/>
                </a:path>
              </a:pathLst>
            </a:custGeom>
            <a:solidFill>
              <a:srgbClr val="93BE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0528625" y="3535708"/>
              <a:ext cx="1229360" cy="1325245"/>
            </a:xfrm>
            <a:custGeom>
              <a:avLst/>
              <a:gdLst/>
              <a:ahLst/>
              <a:cxnLst/>
              <a:rect l="l" t="t" r="r" b="b"/>
              <a:pathLst>
                <a:path w="1229359" h="1325245">
                  <a:moveTo>
                    <a:pt x="1229313" y="0"/>
                  </a:moveTo>
                  <a:lnTo>
                    <a:pt x="0" y="711706"/>
                  </a:lnTo>
                  <a:lnTo>
                    <a:pt x="0" y="1324765"/>
                  </a:lnTo>
                  <a:lnTo>
                    <a:pt x="1049957" y="715915"/>
                  </a:lnTo>
                  <a:lnTo>
                    <a:pt x="1229313" y="615311"/>
                  </a:lnTo>
                  <a:lnTo>
                    <a:pt x="1229313" y="0"/>
                  </a:lnTo>
                  <a:close/>
                </a:path>
              </a:pathLst>
            </a:custGeom>
            <a:solidFill>
              <a:srgbClr val="66A4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1025051" y="3842757"/>
              <a:ext cx="1229360" cy="1306195"/>
            </a:xfrm>
            <a:custGeom>
              <a:avLst/>
              <a:gdLst/>
              <a:ahLst/>
              <a:cxnLst/>
              <a:rect l="l" t="t" r="r" b="b"/>
              <a:pathLst>
                <a:path w="1229359" h="1306195">
                  <a:moveTo>
                    <a:pt x="1229313" y="0"/>
                  </a:moveTo>
                  <a:lnTo>
                    <a:pt x="0" y="712240"/>
                  </a:lnTo>
                  <a:lnTo>
                    <a:pt x="0" y="1306169"/>
                  </a:lnTo>
                  <a:lnTo>
                    <a:pt x="522947" y="1001917"/>
                  </a:lnTo>
                  <a:lnTo>
                    <a:pt x="523031" y="496696"/>
                  </a:lnTo>
                  <a:lnTo>
                    <a:pt x="753087" y="364145"/>
                  </a:lnTo>
                  <a:lnTo>
                    <a:pt x="753087" y="868025"/>
                  </a:lnTo>
                  <a:lnTo>
                    <a:pt x="1049968" y="697319"/>
                  </a:lnTo>
                  <a:lnTo>
                    <a:pt x="1229313" y="596714"/>
                  </a:lnTo>
                  <a:lnTo>
                    <a:pt x="1229313" y="0"/>
                  </a:lnTo>
                  <a:close/>
                </a:path>
              </a:pathLst>
            </a:custGeom>
            <a:solidFill>
              <a:srgbClr val="93BE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857156" y="4250594"/>
              <a:ext cx="1834514" cy="1541780"/>
            </a:xfrm>
            <a:custGeom>
              <a:avLst/>
              <a:gdLst/>
              <a:ahLst/>
              <a:cxnLst/>
              <a:rect l="l" t="t" r="r" b="b"/>
              <a:pathLst>
                <a:path w="1834515" h="1541779">
                  <a:moveTo>
                    <a:pt x="943698" y="934377"/>
                  </a:moveTo>
                  <a:lnTo>
                    <a:pt x="471843" y="658063"/>
                  </a:lnTo>
                  <a:lnTo>
                    <a:pt x="471843" y="770534"/>
                  </a:lnTo>
                  <a:lnTo>
                    <a:pt x="471843" y="1128572"/>
                  </a:lnTo>
                  <a:lnTo>
                    <a:pt x="118618" y="922540"/>
                  </a:lnTo>
                  <a:lnTo>
                    <a:pt x="118618" y="564489"/>
                  </a:lnTo>
                  <a:lnTo>
                    <a:pt x="471843" y="770534"/>
                  </a:lnTo>
                  <a:lnTo>
                    <a:pt x="471843" y="658063"/>
                  </a:lnTo>
                  <a:lnTo>
                    <a:pt x="312051" y="564489"/>
                  </a:lnTo>
                  <a:lnTo>
                    <a:pt x="0" y="381749"/>
                  </a:lnTo>
                  <a:lnTo>
                    <a:pt x="0" y="996569"/>
                  </a:lnTo>
                  <a:lnTo>
                    <a:pt x="943698" y="1541703"/>
                  </a:lnTo>
                  <a:lnTo>
                    <a:pt x="943698" y="1128572"/>
                  </a:lnTo>
                  <a:lnTo>
                    <a:pt x="943698" y="934377"/>
                  </a:lnTo>
                  <a:close/>
                </a:path>
                <a:path w="1834515" h="1541779">
                  <a:moveTo>
                    <a:pt x="1834007" y="671182"/>
                  </a:moveTo>
                  <a:lnTo>
                    <a:pt x="671474" y="0"/>
                  </a:lnTo>
                  <a:lnTo>
                    <a:pt x="671474" y="609892"/>
                  </a:lnTo>
                  <a:lnTo>
                    <a:pt x="1834007" y="1281087"/>
                  </a:lnTo>
                  <a:lnTo>
                    <a:pt x="1834007" y="671182"/>
                  </a:lnTo>
                  <a:close/>
                </a:path>
              </a:pathLst>
            </a:custGeom>
            <a:solidFill>
              <a:srgbClr val="3B8A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0800864" y="4796733"/>
              <a:ext cx="672465" cy="995680"/>
            </a:xfrm>
            <a:custGeom>
              <a:avLst/>
              <a:gdLst/>
              <a:ahLst/>
              <a:cxnLst/>
              <a:rect l="l" t="t" r="r" b="b"/>
              <a:pathLst>
                <a:path w="672465" h="995679">
                  <a:moveTo>
                    <a:pt x="672429" y="0"/>
                  </a:moveTo>
                  <a:lnTo>
                    <a:pt x="0" y="388229"/>
                  </a:lnTo>
                  <a:lnTo>
                    <a:pt x="0" y="995561"/>
                  </a:lnTo>
                  <a:lnTo>
                    <a:pt x="340565" y="798939"/>
                  </a:lnTo>
                  <a:lnTo>
                    <a:pt x="340565" y="733317"/>
                  </a:lnTo>
                  <a:lnTo>
                    <a:pt x="85756" y="733317"/>
                  </a:lnTo>
                  <a:lnTo>
                    <a:pt x="85756" y="483357"/>
                  </a:lnTo>
                  <a:lnTo>
                    <a:pt x="248851" y="388229"/>
                  </a:lnTo>
                  <a:lnTo>
                    <a:pt x="340565" y="388229"/>
                  </a:lnTo>
                  <a:lnTo>
                    <a:pt x="340565" y="296085"/>
                  </a:lnTo>
                  <a:lnTo>
                    <a:pt x="570841" y="162717"/>
                  </a:lnTo>
                  <a:lnTo>
                    <a:pt x="672429" y="162717"/>
                  </a:lnTo>
                  <a:lnTo>
                    <a:pt x="672429" y="0"/>
                  </a:lnTo>
                  <a:close/>
                </a:path>
                <a:path w="672465" h="995679">
                  <a:moveTo>
                    <a:pt x="340565" y="388229"/>
                  </a:moveTo>
                  <a:lnTo>
                    <a:pt x="248851" y="388229"/>
                  </a:lnTo>
                  <a:lnTo>
                    <a:pt x="248851" y="638179"/>
                  </a:lnTo>
                  <a:lnTo>
                    <a:pt x="85756" y="733317"/>
                  </a:lnTo>
                  <a:lnTo>
                    <a:pt x="340565" y="733317"/>
                  </a:lnTo>
                  <a:lnTo>
                    <a:pt x="340565" y="388229"/>
                  </a:lnTo>
                  <a:close/>
                </a:path>
                <a:path w="672465" h="995679">
                  <a:moveTo>
                    <a:pt x="672429" y="162717"/>
                  </a:moveTo>
                  <a:lnTo>
                    <a:pt x="570841" y="162717"/>
                  </a:lnTo>
                  <a:lnTo>
                    <a:pt x="570841" y="665979"/>
                  </a:lnTo>
                  <a:lnTo>
                    <a:pt x="672429" y="607332"/>
                  </a:lnTo>
                  <a:lnTo>
                    <a:pt x="672429" y="162717"/>
                  </a:lnTo>
                  <a:close/>
                </a:path>
              </a:pathLst>
            </a:custGeom>
            <a:solidFill>
              <a:srgbClr val="84B6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0528621" y="4268903"/>
              <a:ext cx="911225" cy="822960"/>
            </a:xfrm>
            <a:custGeom>
              <a:avLst/>
              <a:gdLst/>
              <a:ahLst/>
              <a:cxnLst/>
              <a:rect l="l" t="t" r="r" b="b"/>
              <a:pathLst>
                <a:path w="911225" h="822960">
                  <a:moveTo>
                    <a:pt x="0" y="0"/>
                  </a:moveTo>
                  <a:lnTo>
                    <a:pt x="0" y="591573"/>
                  </a:lnTo>
                  <a:lnTo>
                    <a:pt x="399705" y="822341"/>
                  </a:lnTo>
                  <a:lnTo>
                    <a:pt x="910757" y="530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A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2212193" y="4474216"/>
              <a:ext cx="438784" cy="605155"/>
            </a:xfrm>
            <a:custGeom>
              <a:avLst/>
              <a:gdLst/>
              <a:ahLst/>
              <a:cxnLst/>
              <a:rect l="l" t="t" r="r" b="b"/>
              <a:pathLst>
                <a:path w="438784" h="605154">
                  <a:moveTo>
                    <a:pt x="16154" y="246773"/>
                  </a:moveTo>
                  <a:lnTo>
                    <a:pt x="0" y="256197"/>
                  </a:lnTo>
                  <a:lnTo>
                    <a:pt x="0" y="595693"/>
                  </a:lnTo>
                  <a:lnTo>
                    <a:pt x="16154" y="604824"/>
                  </a:lnTo>
                  <a:lnTo>
                    <a:pt x="16154" y="246773"/>
                  </a:lnTo>
                  <a:close/>
                </a:path>
                <a:path w="438784" h="605154">
                  <a:moveTo>
                    <a:pt x="438188" y="0"/>
                  </a:moveTo>
                  <a:lnTo>
                    <a:pt x="417995" y="11658"/>
                  </a:lnTo>
                  <a:lnTo>
                    <a:pt x="417995" y="490512"/>
                  </a:lnTo>
                  <a:lnTo>
                    <a:pt x="438188" y="503885"/>
                  </a:lnTo>
                  <a:lnTo>
                    <a:pt x="43818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1875133" y="5069899"/>
              <a:ext cx="353695" cy="215265"/>
            </a:xfrm>
            <a:custGeom>
              <a:avLst/>
              <a:gdLst/>
              <a:ahLst/>
              <a:cxnLst/>
              <a:rect l="l" t="t" r="r" b="b"/>
              <a:pathLst>
                <a:path w="353695" h="215264">
                  <a:moveTo>
                    <a:pt x="337068" y="0"/>
                  </a:moveTo>
                  <a:lnTo>
                    <a:pt x="0" y="196611"/>
                  </a:lnTo>
                  <a:lnTo>
                    <a:pt x="0" y="215166"/>
                  </a:lnTo>
                  <a:lnTo>
                    <a:pt x="353224" y="9130"/>
                  </a:lnTo>
                  <a:lnTo>
                    <a:pt x="337068" y="0"/>
                  </a:lnTo>
                  <a:close/>
                </a:path>
              </a:pathLst>
            </a:custGeom>
            <a:solidFill>
              <a:srgbClr val="BDD8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975786" y="4815083"/>
              <a:ext cx="16510" cy="358140"/>
            </a:xfrm>
            <a:custGeom>
              <a:avLst/>
              <a:gdLst/>
              <a:ahLst/>
              <a:cxnLst/>
              <a:rect l="l" t="t" r="r" b="b"/>
              <a:pathLst>
                <a:path w="16509" h="358139">
                  <a:moveTo>
                    <a:pt x="0" y="0"/>
                  </a:moveTo>
                  <a:lnTo>
                    <a:pt x="0" y="358041"/>
                  </a:lnTo>
                  <a:lnTo>
                    <a:pt x="16156" y="348910"/>
                  </a:lnTo>
                  <a:lnTo>
                    <a:pt x="16156" y="9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975786" y="5163995"/>
              <a:ext cx="353695" cy="215265"/>
            </a:xfrm>
            <a:custGeom>
              <a:avLst/>
              <a:gdLst/>
              <a:ahLst/>
              <a:cxnLst/>
              <a:rect l="l" t="t" r="r" b="b"/>
              <a:pathLst>
                <a:path w="353695" h="215264">
                  <a:moveTo>
                    <a:pt x="16156" y="0"/>
                  </a:moveTo>
                  <a:lnTo>
                    <a:pt x="0" y="9130"/>
                  </a:lnTo>
                  <a:lnTo>
                    <a:pt x="353224" y="215166"/>
                  </a:lnTo>
                  <a:lnTo>
                    <a:pt x="353224" y="196611"/>
                  </a:lnTo>
                  <a:lnTo>
                    <a:pt x="16156" y="0"/>
                  </a:lnTo>
                  <a:close/>
                </a:path>
              </a:pathLst>
            </a:custGeom>
            <a:solidFill>
              <a:srgbClr val="BDD8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1035576" y="4959457"/>
              <a:ext cx="336550" cy="504190"/>
            </a:xfrm>
            <a:custGeom>
              <a:avLst/>
              <a:gdLst/>
              <a:ahLst/>
              <a:cxnLst/>
              <a:rect l="l" t="t" r="r" b="b"/>
              <a:pathLst>
                <a:path w="336550" h="504189">
                  <a:moveTo>
                    <a:pt x="14135" y="225513"/>
                  </a:moveTo>
                  <a:lnTo>
                    <a:pt x="0" y="233756"/>
                  </a:lnTo>
                  <a:lnTo>
                    <a:pt x="0" y="467982"/>
                  </a:lnTo>
                  <a:lnTo>
                    <a:pt x="14135" y="475462"/>
                  </a:lnTo>
                  <a:lnTo>
                    <a:pt x="14135" y="225513"/>
                  </a:lnTo>
                  <a:close/>
                </a:path>
                <a:path w="336550" h="504189">
                  <a:moveTo>
                    <a:pt x="336118" y="0"/>
                  </a:moveTo>
                  <a:lnTo>
                    <a:pt x="315925" y="11671"/>
                  </a:lnTo>
                  <a:lnTo>
                    <a:pt x="315925" y="490524"/>
                  </a:lnTo>
                  <a:lnTo>
                    <a:pt x="336118" y="503885"/>
                  </a:lnTo>
                  <a:lnTo>
                    <a:pt x="33611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886621" y="5427438"/>
              <a:ext cx="163195" cy="102870"/>
            </a:xfrm>
            <a:custGeom>
              <a:avLst/>
              <a:gdLst/>
              <a:ahLst/>
              <a:cxnLst/>
              <a:rect l="l" t="t" r="r" b="b"/>
              <a:pathLst>
                <a:path w="163195" h="102870">
                  <a:moveTo>
                    <a:pt x="148958" y="0"/>
                  </a:moveTo>
                  <a:lnTo>
                    <a:pt x="0" y="86887"/>
                  </a:lnTo>
                  <a:lnTo>
                    <a:pt x="0" y="102614"/>
                  </a:lnTo>
                  <a:lnTo>
                    <a:pt x="163094" y="7476"/>
                  </a:lnTo>
                  <a:lnTo>
                    <a:pt x="148958" y="0"/>
                  </a:lnTo>
                  <a:close/>
                </a:path>
              </a:pathLst>
            </a:custGeom>
            <a:solidFill>
              <a:srgbClr val="BDD8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1757938" y="4206899"/>
              <a:ext cx="20320" cy="504190"/>
            </a:xfrm>
            <a:custGeom>
              <a:avLst/>
              <a:gdLst/>
              <a:ahLst/>
              <a:cxnLst/>
              <a:rect l="l" t="t" r="r" b="b"/>
              <a:pathLst>
                <a:path w="20320" h="504189">
                  <a:moveTo>
                    <a:pt x="20198" y="0"/>
                  </a:moveTo>
                  <a:lnTo>
                    <a:pt x="0" y="11664"/>
                  </a:lnTo>
                  <a:lnTo>
                    <a:pt x="0" y="490519"/>
                  </a:lnTo>
                  <a:lnTo>
                    <a:pt x="20198" y="503879"/>
                  </a:lnTo>
                  <a:lnTo>
                    <a:pt x="2019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857156" y="3535711"/>
              <a:ext cx="3063875" cy="1649730"/>
            </a:xfrm>
            <a:custGeom>
              <a:avLst/>
              <a:gdLst/>
              <a:ahLst/>
              <a:cxnLst/>
              <a:rect l="l" t="t" r="r" b="b"/>
              <a:pathLst>
                <a:path w="3063875" h="1649729">
                  <a:moveTo>
                    <a:pt x="3063316" y="671182"/>
                  </a:moveTo>
                  <a:lnTo>
                    <a:pt x="2655824" y="435914"/>
                  </a:lnTo>
                  <a:lnTo>
                    <a:pt x="2252954" y="203327"/>
                  </a:lnTo>
                  <a:lnTo>
                    <a:pt x="2252954" y="283438"/>
                  </a:lnTo>
                  <a:lnTo>
                    <a:pt x="1990750" y="435914"/>
                  </a:lnTo>
                  <a:lnTo>
                    <a:pt x="1638579" y="232117"/>
                  </a:lnTo>
                  <a:lnTo>
                    <a:pt x="1900783" y="80441"/>
                  </a:lnTo>
                  <a:lnTo>
                    <a:pt x="2252954" y="283438"/>
                  </a:lnTo>
                  <a:lnTo>
                    <a:pt x="2252954" y="203327"/>
                  </a:lnTo>
                  <a:lnTo>
                    <a:pt x="2040115" y="80441"/>
                  </a:lnTo>
                  <a:lnTo>
                    <a:pt x="1900783" y="0"/>
                  </a:lnTo>
                  <a:lnTo>
                    <a:pt x="671576" y="711073"/>
                  </a:lnTo>
                  <a:lnTo>
                    <a:pt x="0" y="1096645"/>
                  </a:lnTo>
                  <a:lnTo>
                    <a:pt x="943698" y="1649260"/>
                  </a:lnTo>
                  <a:lnTo>
                    <a:pt x="1617383" y="1260309"/>
                  </a:lnTo>
                  <a:lnTo>
                    <a:pt x="1834007" y="1386065"/>
                  </a:lnTo>
                  <a:lnTo>
                    <a:pt x="3063316" y="671182"/>
                  </a:lnTo>
                  <a:close/>
                </a:path>
              </a:pathLst>
            </a:custGeom>
            <a:solidFill>
              <a:srgbClr val="BDD8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880462" y="3630809"/>
              <a:ext cx="648335" cy="958215"/>
            </a:xfrm>
            <a:custGeom>
              <a:avLst/>
              <a:gdLst/>
              <a:ahLst/>
              <a:cxnLst/>
              <a:rect l="l" t="t" r="r" b="b"/>
              <a:pathLst>
                <a:path w="648334" h="958214">
                  <a:moveTo>
                    <a:pt x="647948" y="0"/>
                  </a:moveTo>
                  <a:lnTo>
                    <a:pt x="8429" y="363444"/>
                  </a:lnTo>
                  <a:lnTo>
                    <a:pt x="0" y="957730"/>
                  </a:lnTo>
                  <a:lnTo>
                    <a:pt x="647948" y="591573"/>
                  </a:lnTo>
                  <a:lnTo>
                    <a:pt x="647948" y="0"/>
                  </a:lnTo>
                  <a:close/>
                </a:path>
              </a:pathLst>
            </a:custGeom>
            <a:solidFill>
              <a:srgbClr val="66A4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1757727" y="2897606"/>
              <a:ext cx="1162685" cy="1286510"/>
            </a:xfrm>
            <a:custGeom>
              <a:avLst/>
              <a:gdLst/>
              <a:ahLst/>
              <a:cxnLst/>
              <a:rect l="l" t="t" r="r" b="b"/>
              <a:pathLst>
                <a:path w="1162684" h="1286510">
                  <a:moveTo>
                    <a:pt x="0" y="0"/>
                  </a:moveTo>
                  <a:lnTo>
                    <a:pt x="0" y="615321"/>
                  </a:lnTo>
                  <a:lnTo>
                    <a:pt x="1162540" y="1286515"/>
                  </a:lnTo>
                  <a:lnTo>
                    <a:pt x="1162540" y="6712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A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1690953" y="3568807"/>
              <a:ext cx="1229360" cy="1325245"/>
            </a:xfrm>
            <a:custGeom>
              <a:avLst/>
              <a:gdLst/>
              <a:ahLst/>
              <a:cxnLst/>
              <a:rect l="l" t="t" r="r" b="b"/>
              <a:pathLst>
                <a:path w="1229359" h="1325245">
                  <a:moveTo>
                    <a:pt x="1229313" y="0"/>
                  </a:moveTo>
                  <a:lnTo>
                    <a:pt x="0" y="714616"/>
                  </a:lnTo>
                  <a:lnTo>
                    <a:pt x="0" y="1324776"/>
                  </a:lnTo>
                  <a:lnTo>
                    <a:pt x="427315" y="1078166"/>
                  </a:lnTo>
                  <a:lnTo>
                    <a:pt x="183962" y="1078166"/>
                  </a:lnTo>
                  <a:lnTo>
                    <a:pt x="183962" y="720124"/>
                  </a:lnTo>
                  <a:lnTo>
                    <a:pt x="537187" y="514089"/>
                  </a:lnTo>
                  <a:lnTo>
                    <a:pt x="733558" y="514089"/>
                  </a:lnTo>
                  <a:lnTo>
                    <a:pt x="733558" y="397600"/>
                  </a:lnTo>
                  <a:lnTo>
                    <a:pt x="959227" y="267311"/>
                  </a:lnTo>
                  <a:lnTo>
                    <a:pt x="1229313" y="267311"/>
                  </a:lnTo>
                  <a:lnTo>
                    <a:pt x="1229313" y="0"/>
                  </a:lnTo>
                  <a:close/>
                </a:path>
                <a:path w="1229359" h="1325245">
                  <a:moveTo>
                    <a:pt x="733558" y="514089"/>
                  </a:moveTo>
                  <a:lnTo>
                    <a:pt x="537187" y="514089"/>
                  </a:lnTo>
                  <a:lnTo>
                    <a:pt x="537187" y="872130"/>
                  </a:lnTo>
                  <a:lnTo>
                    <a:pt x="183962" y="1078166"/>
                  </a:lnTo>
                  <a:lnTo>
                    <a:pt x="427315" y="1078166"/>
                  </a:lnTo>
                  <a:lnTo>
                    <a:pt x="733558" y="901428"/>
                  </a:lnTo>
                  <a:lnTo>
                    <a:pt x="733558" y="514089"/>
                  </a:lnTo>
                  <a:close/>
                </a:path>
                <a:path w="1229359" h="1325245">
                  <a:moveTo>
                    <a:pt x="1229313" y="267311"/>
                  </a:moveTo>
                  <a:lnTo>
                    <a:pt x="959227" y="267311"/>
                  </a:lnTo>
                  <a:lnTo>
                    <a:pt x="959227" y="771191"/>
                  </a:lnTo>
                  <a:lnTo>
                    <a:pt x="1229313" y="615311"/>
                  </a:lnTo>
                  <a:lnTo>
                    <a:pt x="1229313" y="267311"/>
                  </a:lnTo>
                  <a:close/>
                </a:path>
              </a:pathLst>
            </a:custGeom>
            <a:solidFill>
              <a:srgbClr val="93BE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0528409" y="2897614"/>
              <a:ext cx="1229360" cy="1325245"/>
            </a:xfrm>
            <a:custGeom>
              <a:avLst/>
              <a:gdLst/>
              <a:ahLst/>
              <a:cxnLst/>
              <a:rect l="l" t="t" r="r" b="b"/>
              <a:pathLst>
                <a:path w="1229359" h="1325245">
                  <a:moveTo>
                    <a:pt x="1229313" y="0"/>
                  </a:moveTo>
                  <a:lnTo>
                    <a:pt x="0" y="711706"/>
                  </a:lnTo>
                  <a:lnTo>
                    <a:pt x="0" y="1324765"/>
                  </a:lnTo>
                  <a:lnTo>
                    <a:pt x="1049957" y="715915"/>
                  </a:lnTo>
                  <a:lnTo>
                    <a:pt x="1229313" y="615311"/>
                  </a:lnTo>
                  <a:lnTo>
                    <a:pt x="1229313" y="0"/>
                  </a:lnTo>
                  <a:close/>
                </a:path>
              </a:pathLst>
            </a:custGeom>
            <a:solidFill>
              <a:srgbClr val="66A4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1024835" y="3204664"/>
              <a:ext cx="1229360" cy="1306195"/>
            </a:xfrm>
            <a:custGeom>
              <a:avLst/>
              <a:gdLst/>
              <a:ahLst/>
              <a:cxnLst/>
              <a:rect l="l" t="t" r="r" b="b"/>
              <a:pathLst>
                <a:path w="1229359" h="1306195">
                  <a:moveTo>
                    <a:pt x="1229313" y="0"/>
                  </a:moveTo>
                  <a:lnTo>
                    <a:pt x="0" y="712240"/>
                  </a:lnTo>
                  <a:lnTo>
                    <a:pt x="0" y="1306169"/>
                  </a:lnTo>
                  <a:lnTo>
                    <a:pt x="522947" y="1001917"/>
                  </a:lnTo>
                  <a:lnTo>
                    <a:pt x="523031" y="496696"/>
                  </a:lnTo>
                  <a:lnTo>
                    <a:pt x="753087" y="364145"/>
                  </a:lnTo>
                  <a:lnTo>
                    <a:pt x="753087" y="868025"/>
                  </a:lnTo>
                  <a:lnTo>
                    <a:pt x="1049968" y="697319"/>
                  </a:lnTo>
                  <a:lnTo>
                    <a:pt x="1229313" y="596714"/>
                  </a:lnTo>
                  <a:lnTo>
                    <a:pt x="1229313" y="0"/>
                  </a:lnTo>
                  <a:close/>
                </a:path>
              </a:pathLst>
            </a:custGeom>
            <a:solidFill>
              <a:srgbClr val="93BE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9856940" y="3612495"/>
              <a:ext cx="1834514" cy="1541780"/>
            </a:xfrm>
            <a:custGeom>
              <a:avLst/>
              <a:gdLst/>
              <a:ahLst/>
              <a:cxnLst/>
              <a:rect l="l" t="t" r="r" b="b"/>
              <a:pathLst>
                <a:path w="1834515" h="1541779">
                  <a:moveTo>
                    <a:pt x="943698" y="934377"/>
                  </a:moveTo>
                  <a:lnTo>
                    <a:pt x="471855" y="658088"/>
                  </a:lnTo>
                  <a:lnTo>
                    <a:pt x="471855" y="770534"/>
                  </a:lnTo>
                  <a:lnTo>
                    <a:pt x="471855" y="1128572"/>
                  </a:lnTo>
                  <a:lnTo>
                    <a:pt x="118630" y="922540"/>
                  </a:lnTo>
                  <a:lnTo>
                    <a:pt x="118630" y="564502"/>
                  </a:lnTo>
                  <a:lnTo>
                    <a:pt x="471855" y="770534"/>
                  </a:lnTo>
                  <a:lnTo>
                    <a:pt x="471855" y="658088"/>
                  </a:lnTo>
                  <a:lnTo>
                    <a:pt x="312051" y="564502"/>
                  </a:lnTo>
                  <a:lnTo>
                    <a:pt x="0" y="381762"/>
                  </a:lnTo>
                  <a:lnTo>
                    <a:pt x="0" y="996569"/>
                  </a:lnTo>
                  <a:lnTo>
                    <a:pt x="943698" y="1541716"/>
                  </a:lnTo>
                  <a:lnTo>
                    <a:pt x="943698" y="1128572"/>
                  </a:lnTo>
                  <a:lnTo>
                    <a:pt x="943698" y="934377"/>
                  </a:lnTo>
                  <a:close/>
                </a:path>
                <a:path w="1834515" h="1541779">
                  <a:moveTo>
                    <a:pt x="1834007" y="671195"/>
                  </a:moveTo>
                  <a:lnTo>
                    <a:pt x="671474" y="0"/>
                  </a:lnTo>
                  <a:lnTo>
                    <a:pt x="671474" y="609892"/>
                  </a:lnTo>
                  <a:lnTo>
                    <a:pt x="1834007" y="1281087"/>
                  </a:lnTo>
                  <a:lnTo>
                    <a:pt x="1834007" y="671195"/>
                  </a:lnTo>
                  <a:close/>
                </a:path>
              </a:pathLst>
            </a:custGeom>
            <a:solidFill>
              <a:srgbClr val="3B8A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0800650" y="4158639"/>
              <a:ext cx="672465" cy="995680"/>
            </a:xfrm>
            <a:custGeom>
              <a:avLst/>
              <a:gdLst/>
              <a:ahLst/>
              <a:cxnLst/>
              <a:rect l="l" t="t" r="r" b="b"/>
              <a:pathLst>
                <a:path w="672465" h="995679">
                  <a:moveTo>
                    <a:pt x="672429" y="0"/>
                  </a:moveTo>
                  <a:lnTo>
                    <a:pt x="0" y="388229"/>
                  </a:lnTo>
                  <a:lnTo>
                    <a:pt x="0" y="995561"/>
                  </a:lnTo>
                  <a:lnTo>
                    <a:pt x="340565" y="798939"/>
                  </a:lnTo>
                  <a:lnTo>
                    <a:pt x="340565" y="733317"/>
                  </a:lnTo>
                  <a:lnTo>
                    <a:pt x="85756" y="733317"/>
                  </a:lnTo>
                  <a:lnTo>
                    <a:pt x="85756" y="483357"/>
                  </a:lnTo>
                  <a:lnTo>
                    <a:pt x="248851" y="388229"/>
                  </a:lnTo>
                  <a:lnTo>
                    <a:pt x="340565" y="388229"/>
                  </a:lnTo>
                  <a:lnTo>
                    <a:pt x="340565" y="296085"/>
                  </a:lnTo>
                  <a:lnTo>
                    <a:pt x="570841" y="162717"/>
                  </a:lnTo>
                  <a:lnTo>
                    <a:pt x="672429" y="162717"/>
                  </a:lnTo>
                  <a:lnTo>
                    <a:pt x="672429" y="0"/>
                  </a:lnTo>
                  <a:close/>
                </a:path>
                <a:path w="672465" h="995679">
                  <a:moveTo>
                    <a:pt x="340565" y="388229"/>
                  </a:moveTo>
                  <a:lnTo>
                    <a:pt x="248851" y="388229"/>
                  </a:lnTo>
                  <a:lnTo>
                    <a:pt x="248851" y="638179"/>
                  </a:lnTo>
                  <a:lnTo>
                    <a:pt x="85756" y="733317"/>
                  </a:lnTo>
                  <a:lnTo>
                    <a:pt x="340565" y="733317"/>
                  </a:lnTo>
                  <a:lnTo>
                    <a:pt x="340565" y="388229"/>
                  </a:lnTo>
                  <a:close/>
                </a:path>
                <a:path w="672465" h="995679">
                  <a:moveTo>
                    <a:pt x="672429" y="162717"/>
                  </a:moveTo>
                  <a:lnTo>
                    <a:pt x="570841" y="162717"/>
                  </a:lnTo>
                  <a:lnTo>
                    <a:pt x="570841" y="665979"/>
                  </a:lnTo>
                  <a:lnTo>
                    <a:pt x="672429" y="607332"/>
                  </a:lnTo>
                  <a:lnTo>
                    <a:pt x="672429" y="162717"/>
                  </a:lnTo>
                  <a:close/>
                </a:path>
              </a:pathLst>
            </a:custGeom>
            <a:solidFill>
              <a:srgbClr val="84B6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0528416" y="3630811"/>
              <a:ext cx="911225" cy="822960"/>
            </a:xfrm>
            <a:custGeom>
              <a:avLst/>
              <a:gdLst/>
              <a:ahLst/>
              <a:cxnLst/>
              <a:rect l="l" t="t" r="r" b="b"/>
              <a:pathLst>
                <a:path w="911225" h="822960">
                  <a:moveTo>
                    <a:pt x="0" y="0"/>
                  </a:moveTo>
                  <a:lnTo>
                    <a:pt x="0" y="591573"/>
                  </a:lnTo>
                  <a:lnTo>
                    <a:pt x="399694" y="822341"/>
                  </a:lnTo>
                  <a:lnTo>
                    <a:pt x="910747" y="530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A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2211977" y="3836117"/>
              <a:ext cx="438784" cy="605155"/>
            </a:xfrm>
            <a:custGeom>
              <a:avLst/>
              <a:gdLst/>
              <a:ahLst/>
              <a:cxnLst/>
              <a:rect l="l" t="t" r="r" b="b"/>
              <a:pathLst>
                <a:path w="438784" h="605154">
                  <a:moveTo>
                    <a:pt x="16154" y="246786"/>
                  </a:moveTo>
                  <a:lnTo>
                    <a:pt x="0" y="256209"/>
                  </a:lnTo>
                  <a:lnTo>
                    <a:pt x="0" y="595693"/>
                  </a:lnTo>
                  <a:lnTo>
                    <a:pt x="16154" y="604824"/>
                  </a:lnTo>
                  <a:lnTo>
                    <a:pt x="16154" y="246786"/>
                  </a:lnTo>
                  <a:close/>
                </a:path>
                <a:path w="438784" h="605154">
                  <a:moveTo>
                    <a:pt x="438188" y="0"/>
                  </a:moveTo>
                  <a:lnTo>
                    <a:pt x="417995" y="11671"/>
                  </a:lnTo>
                  <a:lnTo>
                    <a:pt x="417995" y="490524"/>
                  </a:lnTo>
                  <a:lnTo>
                    <a:pt x="438188" y="503885"/>
                  </a:lnTo>
                  <a:lnTo>
                    <a:pt x="43818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1874917" y="4431806"/>
              <a:ext cx="353695" cy="215265"/>
            </a:xfrm>
            <a:custGeom>
              <a:avLst/>
              <a:gdLst/>
              <a:ahLst/>
              <a:cxnLst/>
              <a:rect l="l" t="t" r="r" b="b"/>
              <a:pathLst>
                <a:path w="353695" h="215264">
                  <a:moveTo>
                    <a:pt x="337068" y="0"/>
                  </a:moveTo>
                  <a:lnTo>
                    <a:pt x="0" y="196611"/>
                  </a:lnTo>
                  <a:lnTo>
                    <a:pt x="0" y="215166"/>
                  </a:lnTo>
                  <a:lnTo>
                    <a:pt x="353224" y="9130"/>
                  </a:lnTo>
                  <a:lnTo>
                    <a:pt x="337068" y="0"/>
                  </a:lnTo>
                  <a:close/>
                </a:path>
              </a:pathLst>
            </a:custGeom>
            <a:solidFill>
              <a:srgbClr val="BDD8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9975571" y="4176990"/>
              <a:ext cx="16510" cy="358140"/>
            </a:xfrm>
            <a:custGeom>
              <a:avLst/>
              <a:gdLst/>
              <a:ahLst/>
              <a:cxnLst/>
              <a:rect l="l" t="t" r="r" b="b"/>
              <a:pathLst>
                <a:path w="16509" h="358139">
                  <a:moveTo>
                    <a:pt x="0" y="0"/>
                  </a:moveTo>
                  <a:lnTo>
                    <a:pt x="0" y="358041"/>
                  </a:lnTo>
                  <a:lnTo>
                    <a:pt x="16156" y="348910"/>
                  </a:lnTo>
                  <a:lnTo>
                    <a:pt x="16156" y="9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9975571" y="4525903"/>
              <a:ext cx="353695" cy="215265"/>
            </a:xfrm>
            <a:custGeom>
              <a:avLst/>
              <a:gdLst/>
              <a:ahLst/>
              <a:cxnLst/>
              <a:rect l="l" t="t" r="r" b="b"/>
              <a:pathLst>
                <a:path w="353695" h="215264">
                  <a:moveTo>
                    <a:pt x="16156" y="0"/>
                  </a:moveTo>
                  <a:lnTo>
                    <a:pt x="0" y="9120"/>
                  </a:lnTo>
                  <a:lnTo>
                    <a:pt x="353224" y="215166"/>
                  </a:lnTo>
                  <a:lnTo>
                    <a:pt x="353224" y="196611"/>
                  </a:lnTo>
                  <a:lnTo>
                    <a:pt x="16156" y="0"/>
                  </a:lnTo>
                  <a:close/>
                </a:path>
              </a:pathLst>
            </a:custGeom>
            <a:solidFill>
              <a:srgbClr val="BDD8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1035360" y="4321371"/>
              <a:ext cx="336550" cy="504190"/>
            </a:xfrm>
            <a:custGeom>
              <a:avLst/>
              <a:gdLst/>
              <a:ahLst/>
              <a:cxnLst/>
              <a:rect l="l" t="t" r="r" b="b"/>
              <a:pathLst>
                <a:path w="336550" h="504189">
                  <a:moveTo>
                    <a:pt x="14135" y="225501"/>
                  </a:moveTo>
                  <a:lnTo>
                    <a:pt x="0" y="233743"/>
                  </a:lnTo>
                  <a:lnTo>
                    <a:pt x="0" y="467982"/>
                  </a:lnTo>
                  <a:lnTo>
                    <a:pt x="14135" y="475449"/>
                  </a:lnTo>
                  <a:lnTo>
                    <a:pt x="14135" y="225501"/>
                  </a:lnTo>
                  <a:close/>
                </a:path>
                <a:path w="336550" h="504189">
                  <a:moveTo>
                    <a:pt x="336118" y="0"/>
                  </a:moveTo>
                  <a:lnTo>
                    <a:pt x="315925" y="11658"/>
                  </a:lnTo>
                  <a:lnTo>
                    <a:pt x="315925" y="490512"/>
                  </a:lnTo>
                  <a:lnTo>
                    <a:pt x="336118" y="503872"/>
                  </a:lnTo>
                  <a:lnTo>
                    <a:pt x="33611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0886406" y="4789345"/>
              <a:ext cx="163195" cy="102870"/>
            </a:xfrm>
            <a:custGeom>
              <a:avLst/>
              <a:gdLst/>
              <a:ahLst/>
              <a:cxnLst/>
              <a:rect l="l" t="t" r="r" b="b"/>
              <a:pathLst>
                <a:path w="163195" h="102870">
                  <a:moveTo>
                    <a:pt x="148958" y="0"/>
                  </a:moveTo>
                  <a:lnTo>
                    <a:pt x="0" y="86887"/>
                  </a:lnTo>
                  <a:lnTo>
                    <a:pt x="0" y="102614"/>
                  </a:lnTo>
                  <a:lnTo>
                    <a:pt x="163094" y="7476"/>
                  </a:lnTo>
                  <a:lnTo>
                    <a:pt x="148958" y="0"/>
                  </a:lnTo>
                  <a:close/>
                </a:path>
              </a:pathLst>
            </a:custGeom>
            <a:solidFill>
              <a:srgbClr val="BDD8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1757722" y="3568806"/>
              <a:ext cx="20320" cy="504190"/>
            </a:xfrm>
            <a:custGeom>
              <a:avLst/>
              <a:gdLst/>
              <a:ahLst/>
              <a:cxnLst/>
              <a:rect l="l" t="t" r="r" b="b"/>
              <a:pathLst>
                <a:path w="20320" h="504189">
                  <a:moveTo>
                    <a:pt x="20198" y="0"/>
                  </a:moveTo>
                  <a:lnTo>
                    <a:pt x="0" y="11664"/>
                  </a:lnTo>
                  <a:lnTo>
                    <a:pt x="0" y="490519"/>
                  </a:lnTo>
                  <a:lnTo>
                    <a:pt x="20198" y="503879"/>
                  </a:lnTo>
                  <a:lnTo>
                    <a:pt x="2019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9856940" y="2897612"/>
              <a:ext cx="3063875" cy="1649730"/>
            </a:xfrm>
            <a:custGeom>
              <a:avLst/>
              <a:gdLst/>
              <a:ahLst/>
              <a:cxnLst/>
              <a:rect l="l" t="t" r="r" b="b"/>
              <a:pathLst>
                <a:path w="3063875" h="1649729">
                  <a:moveTo>
                    <a:pt x="3063316" y="671195"/>
                  </a:moveTo>
                  <a:lnTo>
                    <a:pt x="2655824" y="435927"/>
                  </a:lnTo>
                  <a:lnTo>
                    <a:pt x="2252954" y="203339"/>
                  </a:lnTo>
                  <a:lnTo>
                    <a:pt x="2252954" y="283451"/>
                  </a:lnTo>
                  <a:lnTo>
                    <a:pt x="1990750" y="435927"/>
                  </a:lnTo>
                  <a:lnTo>
                    <a:pt x="1638579" y="232130"/>
                  </a:lnTo>
                  <a:lnTo>
                    <a:pt x="1900783" y="80454"/>
                  </a:lnTo>
                  <a:lnTo>
                    <a:pt x="2252954" y="283451"/>
                  </a:lnTo>
                  <a:lnTo>
                    <a:pt x="2252954" y="203339"/>
                  </a:lnTo>
                  <a:lnTo>
                    <a:pt x="2040115" y="80454"/>
                  </a:lnTo>
                  <a:lnTo>
                    <a:pt x="1900783" y="0"/>
                  </a:lnTo>
                  <a:lnTo>
                    <a:pt x="671461" y="711136"/>
                  </a:lnTo>
                  <a:lnTo>
                    <a:pt x="0" y="1096645"/>
                  </a:lnTo>
                  <a:lnTo>
                    <a:pt x="943698" y="1649260"/>
                  </a:lnTo>
                  <a:lnTo>
                    <a:pt x="1617370" y="1260309"/>
                  </a:lnTo>
                  <a:lnTo>
                    <a:pt x="1834007" y="1386078"/>
                  </a:lnTo>
                  <a:lnTo>
                    <a:pt x="3063316" y="671195"/>
                  </a:lnTo>
                  <a:close/>
                </a:path>
              </a:pathLst>
            </a:custGeom>
            <a:solidFill>
              <a:srgbClr val="BDD8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9428420" y="4560190"/>
              <a:ext cx="702945" cy="1039494"/>
            </a:xfrm>
            <a:custGeom>
              <a:avLst/>
              <a:gdLst/>
              <a:ahLst/>
              <a:cxnLst/>
              <a:rect l="l" t="t" r="r" b="b"/>
              <a:pathLst>
                <a:path w="702945" h="1039495">
                  <a:moveTo>
                    <a:pt x="0" y="0"/>
                  </a:moveTo>
                  <a:lnTo>
                    <a:pt x="0" y="641760"/>
                  </a:lnTo>
                  <a:lnTo>
                    <a:pt x="702910" y="1038973"/>
                  </a:lnTo>
                  <a:lnTo>
                    <a:pt x="693769" y="394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E9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833659" y="3764796"/>
              <a:ext cx="1261745" cy="1395730"/>
            </a:xfrm>
            <a:custGeom>
              <a:avLst/>
              <a:gdLst/>
              <a:ahLst/>
              <a:cxnLst/>
              <a:rect l="l" t="t" r="r" b="b"/>
              <a:pathLst>
                <a:path w="1261745" h="1395729">
                  <a:moveTo>
                    <a:pt x="1261165" y="0"/>
                  </a:moveTo>
                  <a:lnTo>
                    <a:pt x="0" y="728124"/>
                  </a:lnTo>
                  <a:lnTo>
                    <a:pt x="0" y="1395643"/>
                  </a:lnTo>
                  <a:lnTo>
                    <a:pt x="1261165" y="667508"/>
                  </a:lnTo>
                  <a:lnTo>
                    <a:pt x="1261165" y="0"/>
                  </a:lnTo>
                  <a:close/>
                </a:path>
              </a:pathLst>
            </a:custGeom>
            <a:solidFill>
              <a:srgbClr val="C2E2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833664" y="4492926"/>
              <a:ext cx="1334135" cy="1437640"/>
            </a:xfrm>
            <a:custGeom>
              <a:avLst/>
              <a:gdLst/>
              <a:ahLst/>
              <a:cxnLst/>
              <a:rect l="l" t="t" r="r" b="b"/>
              <a:pathLst>
                <a:path w="1334134" h="1437639">
                  <a:moveTo>
                    <a:pt x="498838" y="289980"/>
                  </a:moveTo>
                  <a:lnTo>
                    <a:pt x="292996" y="289980"/>
                  </a:lnTo>
                  <a:lnTo>
                    <a:pt x="537805" y="431327"/>
                  </a:lnTo>
                  <a:lnTo>
                    <a:pt x="537805" y="977896"/>
                  </a:lnTo>
                  <a:lnTo>
                    <a:pt x="1333592" y="1437149"/>
                  </a:lnTo>
                  <a:lnTo>
                    <a:pt x="1333592" y="1169629"/>
                  </a:lnTo>
                  <a:lnTo>
                    <a:pt x="1134028" y="1169629"/>
                  </a:lnTo>
                  <a:lnTo>
                    <a:pt x="750835" y="946117"/>
                  </a:lnTo>
                  <a:lnTo>
                    <a:pt x="750835" y="557700"/>
                  </a:lnTo>
                  <a:lnTo>
                    <a:pt x="959382" y="557700"/>
                  </a:lnTo>
                  <a:lnTo>
                    <a:pt x="498838" y="289980"/>
                  </a:lnTo>
                  <a:close/>
                </a:path>
                <a:path w="1334134" h="1437639">
                  <a:moveTo>
                    <a:pt x="959382" y="557700"/>
                  </a:moveTo>
                  <a:lnTo>
                    <a:pt x="750835" y="557700"/>
                  </a:lnTo>
                  <a:lnTo>
                    <a:pt x="1134028" y="781211"/>
                  </a:lnTo>
                  <a:lnTo>
                    <a:pt x="1134028" y="1169629"/>
                  </a:lnTo>
                  <a:lnTo>
                    <a:pt x="1333592" y="1169629"/>
                  </a:lnTo>
                  <a:lnTo>
                    <a:pt x="1333592" y="775232"/>
                  </a:lnTo>
                  <a:lnTo>
                    <a:pt x="959382" y="557700"/>
                  </a:lnTo>
                  <a:close/>
                </a:path>
                <a:path w="1334134" h="1437639">
                  <a:moveTo>
                    <a:pt x="0" y="0"/>
                  </a:moveTo>
                  <a:lnTo>
                    <a:pt x="0" y="667508"/>
                  </a:lnTo>
                  <a:lnTo>
                    <a:pt x="292996" y="836613"/>
                  </a:lnTo>
                  <a:lnTo>
                    <a:pt x="292996" y="289980"/>
                  </a:lnTo>
                  <a:lnTo>
                    <a:pt x="498838" y="289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E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8094824" y="3764786"/>
              <a:ext cx="1334135" cy="1437640"/>
            </a:xfrm>
            <a:custGeom>
              <a:avLst/>
              <a:gdLst/>
              <a:ahLst/>
              <a:cxnLst/>
              <a:rect l="l" t="t" r="r" b="b"/>
              <a:pathLst>
                <a:path w="1334134" h="1437639">
                  <a:moveTo>
                    <a:pt x="0" y="0"/>
                  </a:moveTo>
                  <a:lnTo>
                    <a:pt x="0" y="667518"/>
                  </a:lnTo>
                  <a:lnTo>
                    <a:pt x="194569" y="776656"/>
                  </a:lnTo>
                  <a:lnTo>
                    <a:pt x="1333592" y="1437160"/>
                  </a:lnTo>
                  <a:lnTo>
                    <a:pt x="1333592" y="7720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E9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556286" y="4097886"/>
              <a:ext cx="1334135" cy="1417320"/>
            </a:xfrm>
            <a:custGeom>
              <a:avLst/>
              <a:gdLst/>
              <a:ahLst/>
              <a:cxnLst/>
              <a:rect l="l" t="t" r="r" b="b"/>
              <a:pathLst>
                <a:path w="1334134" h="1417320">
                  <a:moveTo>
                    <a:pt x="0" y="0"/>
                  </a:moveTo>
                  <a:lnTo>
                    <a:pt x="0" y="647341"/>
                  </a:lnTo>
                  <a:lnTo>
                    <a:pt x="194559" y="756479"/>
                  </a:lnTo>
                  <a:lnTo>
                    <a:pt x="516623" y="941667"/>
                  </a:lnTo>
                  <a:lnTo>
                    <a:pt x="516623" y="395035"/>
                  </a:lnTo>
                  <a:lnTo>
                    <a:pt x="766196" y="538842"/>
                  </a:lnTo>
                  <a:lnTo>
                    <a:pt x="766280" y="1086919"/>
                  </a:lnTo>
                  <a:lnTo>
                    <a:pt x="1333592" y="1416983"/>
                  </a:lnTo>
                  <a:lnTo>
                    <a:pt x="1333592" y="7726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E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8167255" y="4540319"/>
              <a:ext cx="1990089" cy="1672589"/>
            </a:xfrm>
            <a:custGeom>
              <a:avLst/>
              <a:gdLst/>
              <a:ahLst/>
              <a:cxnLst/>
              <a:rect l="l" t="t" r="r" b="b"/>
              <a:pathLst>
                <a:path w="1990090" h="1672589">
                  <a:moveTo>
                    <a:pt x="1261160" y="0"/>
                  </a:moveTo>
                  <a:lnTo>
                    <a:pt x="0" y="728129"/>
                  </a:lnTo>
                  <a:lnTo>
                    <a:pt x="0" y="1389773"/>
                  </a:lnTo>
                  <a:lnTo>
                    <a:pt x="1261160" y="661631"/>
                  </a:lnTo>
                  <a:lnTo>
                    <a:pt x="1261160" y="0"/>
                  </a:lnTo>
                  <a:close/>
                </a:path>
                <a:path w="1990090" h="1672589">
                  <a:moveTo>
                    <a:pt x="1989582" y="414159"/>
                  </a:moveTo>
                  <a:lnTo>
                    <a:pt x="1860905" y="489508"/>
                  </a:lnTo>
                  <a:lnTo>
                    <a:pt x="1860905" y="612394"/>
                  </a:lnTo>
                  <a:lnTo>
                    <a:pt x="1860905" y="1000810"/>
                  </a:lnTo>
                  <a:lnTo>
                    <a:pt x="1477708" y="1224318"/>
                  </a:lnTo>
                  <a:lnTo>
                    <a:pt x="1477708" y="835901"/>
                  </a:lnTo>
                  <a:lnTo>
                    <a:pt x="1860905" y="612394"/>
                  </a:lnTo>
                  <a:lnTo>
                    <a:pt x="1860905" y="489508"/>
                  </a:lnTo>
                  <a:lnTo>
                    <a:pt x="965822" y="1013637"/>
                  </a:lnTo>
                  <a:lnTo>
                    <a:pt x="965822" y="1672501"/>
                  </a:lnTo>
                  <a:lnTo>
                    <a:pt x="1741690" y="1224318"/>
                  </a:lnTo>
                  <a:lnTo>
                    <a:pt x="1989582" y="1081112"/>
                  </a:lnTo>
                  <a:lnTo>
                    <a:pt x="1989582" y="612394"/>
                  </a:lnTo>
                  <a:lnTo>
                    <a:pt x="1989582" y="414159"/>
                  </a:lnTo>
                  <a:close/>
                </a:path>
              </a:pathLst>
            </a:custGeom>
            <a:solidFill>
              <a:srgbClr val="C2E2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8403621" y="5132797"/>
              <a:ext cx="729615" cy="1080135"/>
            </a:xfrm>
            <a:custGeom>
              <a:avLst/>
              <a:gdLst/>
              <a:ahLst/>
              <a:cxnLst/>
              <a:rect l="l" t="t" r="r" b="b"/>
              <a:pathLst>
                <a:path w="729615" h="1080135">
                  <a:moveTo>
                    <a:pt x="305754" y="176528"/>
                  </a:moveTo>
                  <a:lnTo>
                    <a:pt x="110206" y="176528"/>
                  </a:lnTo>
                  <a:lnTo>
                    <a:pt x="360009" y="321204"/>
                  </a:lnTo>
                  <a:lnTo>
                    <a:pt x="360009" y="866706"/>
                  </a:lnTo>
                  <a:lnTo>
                    <a:pt x="729464" y="1080009"/>
                  </a:lnTo>
                  <a:lnTo>
                    <a:pt x="729464" y="795525"/>
                  </a:lnTo>
                  <a:lnTo>
                    <a:pt x="636441" y="795525"/>
                  </a:lnTo>
                  <a:lnTo>
                    <a:pt x="459504" y="692313"/>
                  </a:lnTo>
                  <a:lnTo>
                    <a:pt x="459504" y="421159"/>
                  </a:lnTo>
                  <a:lnTo>
                    <a:pt x="729464" y="421159"/>
                  </a:lnTo>
                  <a:lnTo>
                    <a:pt x="305754" y="176528"/>
                  </a:lnTo>
                  <a:close/>
                </a:path>
                <a:path w="729615" h="1080135">
                  <a:moveTo>
                    <a:pt x="729464" y="421159"/>
                  </a:moveTo>
                  <a:lnTo>
                    <a:pt x="459504" y="421159"/>
                  </a:lnTo>
                  <a:lnTo>
                    <a:pt x="636441" y="524360"/>
                  </a:lnTo>
                  <a:lnTo>
                    <a:pt x="636441" y="795525"/>
                  </a:lnTo>
                  <a:lnTo>
                    <a:pt x="729464" y="795525"/>
                  </a:lnTo>
                  <a:lnTo>
                    <a:pt x="729464" y="421159"/>
                  </a:lnTo>
                  <a:close/>
                </a:path>
                <a:path w="729615" h="1080135">
                  <a:moveTo>
                    <a:pt x="0" y="0"/>
                  </a:moveTo>
                  <a:lnTo>
                    <a:pt x="0" y="658849"/>
                  </a:lnTo>
                  <a:lnTo>
                    <a:pt x="110206" y="722480"/>
                  </a:lnTo>
                  <a:lnTo>
                    <a:pt x="110206" y="176528"/>
                  </a:lnTo>
                  <a:lnTo>
                    <a:pt x="305754" y="1765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E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8440410" y="4560193"/>
              <a:ext cx="988060" cy="892175"/>
            </a:xfrm>
            <a:custGeom>
              <a:avLst/>
              <a:gdLst/>
              <a:ahLst/>
              <a:cxnLst/>
              <a:rect l="l" t="t" r="r" b="b"/>
              <a:pathLst>
                <a:path w="988059" h="892175">
                  <a:moveTo>
                    <a:pt x="988011" y="0"/>
                  </a:moveTo>
                  <a:lnTo>
                    <a:pt x="0" y="575249"/>
                  </a:lnTo>
                  <a:lnTo>
                    <a:pt x="554401" y="892098"/>
                  </a:lnTo>
                  <a:lnTo>
                    <a:pt x="988011" y="641760"/>
                  </a:lnTo>
                  <a:lnTo>
                    <a:pt x="988011" y="0"/>
                  </a:lnTo>
                  <a:close/>
                </a:path>
              </a:pathLst>
            </a:custGeom>
            <a:solidFill>
              <a:srgbClr val="C2E2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126656" y="4782915"/>
              <a:ext cx="475615" cy="656590"/>
            </a:xfrm>
            <a:custGeom>
              <a:avLst/>
              <a:gdLst/>
              <a:ahLst/>
              <a:cxnLst/>
              <a:rect l="l" t="t" r="r" b="b"/>
              <a:pathLst>
                <a:path w="475615" h="656589">
                  <a:moveTo>
                    <a:pt x="21920" y="12649"/>
                  </a:moveTo>
                  <a:lnTo>
                    <a:pt x="0" y="0"/>
                  </a:lnTo>
                  <a:lnTo>
                    <a:pt x="0" y="546633"/>
                  </a:lnTo>
                  <a:lnTo>
                    <a:pt x="21920" y="532130"/>
                  </a:lnTo>
                  <a:lnTo>
                    <a:pt x="21920" y="12649"/>
                  </a:lnTo>
                  <a:close/>
                </a:path>
                <a:path w="475615" h="656589">
                  <a:moveTo>
                    <a:pt x="475361" y="277939"/>
                  </a:moveTo>
                  <a:lnTo>
                    <a:pt x="457835" y="267716"/>
                  </a:lnTo>
                  <a:lnTo>
                    <a:pt x="457835" y="656132"/>
                  </a:lnTo>
                  <a:lnTo>
                    <a:pt x="475361" y="646239"/>
                  </a:lnTo>
                  <a:lnTo>
                    <a:pt x="475361" y="277939"/>
                  </a:lnTo>
                  <a:close/>
                </a:path>
              </a:pathLst>
            </a:custGeom>
            <a:solidFill>
              <a:srgbClr val="AEDA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584499" y="5429144"/>
              <a:ext cx="383540" cy="233679"/>
            </a:xfrm>
            <a:custGeom>
              <a:avLst/>
              <a:gdLst/>
              <a:ahLst/>
              <a:cxnLst/>
              <a:rect l="l" t="t" r="r" b="b"/>
              <a:pathLst>
                <a:path w="383540" h="233679">
                  <a:moveTo>
                    <a:pt x="17528" y="0"/>
                  </a:moveTo>
                  <a:lnTo>
                    <a:pt x="0" y="9894"/>
                  </a:lnTo>
                  <a:lnTo>
                    <a:pt x="383192" y="233406"/>
                  </a:lnTo>
                  <a:lnTo>
                    <a:pt x="383192" y="213281"/>
                  </a:lnTo>
                  <a:lnTo>
                    <a:pt x="17528" y="0"/>
                  </a:lnTo>
                  <a:close/>
                </a:path>
              </a:pathLst>
            </a:custGeom>
            <a:solidFill>
              <a:srgbClr val="E9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0010631" y="5152699"/>
              <a:ext cx="17780" cy="388620"/>
            </a:xfrm>
            <a:custGeom>
              <a:avLst/>
              <a:gdLst/>
              <a:ahLst/>
              <a:cxnLst/>
              <a:rect l="l" t="t" r="r" b="b"/>
              <a:pathLst>
                <a:path w="17779" h="388620">
                  <a:moveTo>
                    <a:pt x="17528" y="0"/>
                  </a:moveTo>
                  <a:lnTo>
                    <a:pt x="0" y="10230"/>
                  </a:lnTo>
                  <a:lnTo>
                    <a:pt x="0" y="378512"/>
                  </a:lnTo>
                  <a:lnTo>
                    <a:pt x="17528" y="388417"/>
                  </a:lnTo>
                  <a:lnTo>
                    <a:pt x="17528" y="0"/>
                  </a:lnTo>
                  <a:close/>
                </a:path>
              </a:pathLst>
            </a:custGeom>
            <a:solidFill>
              <a:srgbClr val="AEDA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9644969" y="5531211"/>
              <a:ext cx="383540" cy="233679"/>
            </a:xfrm>
            <a:custGeom>
              <a:avLst/>
              <a:gdLst/>
              <a:ahLst/>
              <a:cxnLst/>
              <a:rect l="l" t="t" r="r" b="b"/>
              <a:pathLst>
                <a:path w="383540" h="233679">
                  <a:moveTo>
                    <a:pt x="365664" y="0"/>
                  </a:moveTo>
                  <a:lnTo>
                    <a:pt x="0" y="213291"/>
                  </a:lnTo>
                  <a:lnTo>
                    <a:pt x="0" y="233416"/>
                  </a:lnTo>
                  <a:lnTo>
                    <a:pt x="383192" y="9905"/>
                  </a:lnTo>
                  <a:lnTo>
                    <a:pt x="365664" y="0"/>
                  </a:lnTo>
                  <a:close/>
                </a:path>
              </a:pathLst>
            </a:custGeom>
            <a:solidFill>
              <a:srgbClr val="E9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8513813" y="5309329"/>
              <a:ext cx="365125" cy="546735"/>
            </a:xfrm>
            <a:custGeom>
              <a:avLst/>
              <a:gdLst/>
              <a:ahLst/>
              <a:cxnLst/>
              <a:rect l="l" t="t" r="r" b="b"/>
              <a:pathLst>
                <a:path w="365125" h="546735">
                  <a:moveTo>
                    <a:pt x="21920" y="12649"/>
                  </a:moveTo>
                  <a:lnTo>
                    <a:pt x="0" y="0"/>
                  </a:lnTo>
                  <a:lnTo>
                    <a:pt x="0" y="546620"/>
                  </a:lnTo>
                  <a:lnTo>
                    <a:pt x="21920" y="532117"/>
                  </a:lnTo>
                  <a:lnTo>
                    <a:pt x="21920" y="12649"/>
                  </a:lnTo>
                  <a:close/>
                </a:path>
                <a:path w="365125" h="546735">
                  <a:moveTo>
                    <a:pt x="364642" y="253580"/>
                  </a:moveTo>
                  <a:lnTo>
                    <a:pt x="349300" y="244640"/>
                  </a:lnTo>
                  <a:lnTo>
                    <a:pt x="349300" y="515785"/>
                  </a:lnTo>
                  <a:lnTo>
                    <a:pt x="364642" y="507669"/>
                  </a:lnTo>
                  <a:lnTo>
                    <a:pt x="364642" y="253580"/>
                  </a:lnTo>
                  <a:close/>
                </a:path>
              </a:pathLst>
            </a:custGeom>
            <a:solidFill>
              <a:srgbClr val="AEDA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8863125" y="5816999"/>
              <a:ext cx="177165" cy="111760"/>
            </a:xfrm>
            <a:custGeom>
              <a:avLst/>
              <a:gdLst/>
              <a:ahLst/>
              <a:cxnLst/>
              <a:rect l="l" t="t" r="r" b="b"/>
              <a:pathLst>
                <a:path w="177165" h="111760">
                  <a:moveTo>
                    <a:pt x="15339" y="0"/>
                  </a:moveTo>
                  <a:lnTo>
                    <a:pt x="0" y="8114"/>
                  </a:lnTo>
                  <a:lnTo>
                    <a:pt x="176937" y="111315"/>
                  </a:lnTo>
                  <a:lnTo>
                    <a:pt x="176937" y="94258"/>
                  </a:lnTo>
                  <a:lnTo>
                    <a:pt x="15339" y="0"/>
                  </a:lnTo>
                  <a:close/>
                </a:path>
              </a:pathLst>
            </a:custGeom>
            <a:solidFill>
              <a:srgbClr val="E9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8072913" y="4492928"/>
              <a:ext cx="22225" cy="546735"/>
            </a:xfrm>
            <a:custGeom>
              <a:avLst/>
              <a:gdLst/>
              <a:ahLst/>
              <a:cxnLst/>
              <a:rect l="l" t="t" r="r" b="b"/>
              <a:pathLst>
                <a:path w="22225" h="546735">
                  <a:moveTo>
                    <a:pt x="0" y="0"/>
                  </a:moveTo>
                  <a:lnTo>
                    <a:pt x="0" y="546622"/>
                  </a:lnTo>
                  <a:lnTo>
                    <a:pt x="21915" y="532119"/>
                  </a:lnTo>
                  <a:lnTo>
                    <a:pt x="21915" y="12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EDA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6833654" y="3764806"/>
              <a:ext cx="3323590" cy="1789430"/>
            </a:xfrm>
            <a:custGeom>
              <a:avLst/>
              <a:gdLst/>
              <a:ahLst/>
              <a:cxnLst/>
              <a:rect l="l" t="t" r="r" b="b"/>
              <a:pathLst>
                <a:path w="3323590" h="1789429">
                  <a:moveTo>
                    <a:pt x="3323183" y="1189672"/>
                  </a:moveTo>
                  <a:lnTo>
                    <a:pt x="2594749" y="771461"/>
                  </a:lnTo>
                  <a:lnTo>
                    <a:pt x="2593860" y="770953"/>
                  </a:lnTo>
                  <a:lnTo>
                    <a:pt x="2078634" y="472897"/>
                  </a:lnTo>
                  <a:lnTo>
                    <a:pt x="1545602" y="164553"/>
                  </a:lnTo>
                  <a:lnTo>
                    <a:pt x="1545602" y="251802"/>
                  </a:lnTo>
                  <a:lnTo>
                    <a:pt x="1163548" y="472897"/>
                  </a:lnTo>
                  <a:lnTo>
                    <a:pt x="879106" y="307479"/>
                  </a:lnTo>
                  <a:lnTo>
                    <a:pt x="1261160" y="87261"/>
                  </a:lnTo>
                  <a:lnTo>
                    <a:pt x="1545602" y="251802"/>
                  </a:lnTo>
                  <a:lnTo>
                    <a:pt x="1545602" y="164553"/>
                  </a:lnTo>
                  <a:lnTo>
                    <a:pt x="1412011" y="87261"/>
                  </a:lnTo>
                  <a:lnTo>
                    <a:pt x="1261160" y="0"/>
                  </a:lnTo>
                  <a:lnTo>
                    <a:pt x="0" y="728129"/>
                  </a:lnTo>
                  <a:lnTo>
                    <a:pt x="1333601" y="1503641"/>
                  </a:lnTo>
                  <a:lnTo>
                    <a:pt x="1568589" y="1367218"/>
                  </a:lnTo>
                  <a:lnTo>
                    <a:pt x="2299424" y="1789163"/>
                  </a:lnTo>
                  <a:lnTo>
                    <a:pt x="3323183" y="1189672"/>
                  </a:lnTo>
                  <a:close/>
                </a:path>
              </a:pathLst>
            </a:custGeom>
            <a:solidFill>
              <a:srgbClr val="E9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9413620" y="3875483"/>
              <a:ext cx="702945" cy="1039494"/>
            </a:xfrm>
            <a:custGeom>
              <a:avLst/>
              <a:gdLst/>
              <a:ahLst/>
              <a:cxnLst/>
              <a:rect l="l" t="t" r="r" b="b"/>
              <a:pathLst>
                <a:path w="702945" h="1039495">
                  <a:moveTo>
                    <a:pt x="0" y="0"/>
                  </a:moveTo>
                  <a:lnTo>
                    <a:pt x="0" y="641760"/>
                  </a:lnTo>
                  <a:lnTo>
                    <a:pt x="702910" y="1038973"/>
                  </a:lnTo>
                  <a:lnTo>
                    <a:pt x="693769" y="394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E9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6818859" y="3080090"/>
              <a:ext cx="1261745" cy="1395730"/>
            </a:xfrm>
            <a:custGeom>
              <a:avLst/>
              <a:gdLst/>
              <a:ahLst/>
              <a:cxnLst/>
              <a:rect l="l" t="t" r="r" b="b"/>
              <a:pathLst>
                <a:path w="1261745" h="1395729">
                  <a:moveTo>
                    <a:pt x="1261165" y="0"/>
                  </a:moveTo>
                  <a:lnTo>
                    <a:pt x="0" y="728134"/>
                  </a:lnTo>
                  <a:lnTo>
                    <a:pt x="0" y="1395643"/>
                  </a:lnTo>
                  <a:lnTo>
                    <a:pt x="1261165" y="667508"/>
                  </a:lnTo>
                  <a:lnTo>
                    <a:pt x="1261165" y="0"/>
                  </a:lnTo>
                  <a:close/>
                </a:path>
              </a:pathLst>
            </a:custGeom>
            <a:solidFill>
              <a:srgbClr val="C2E2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6818863" y="3808221"/>
              <a:ext cx="1334135" cy="1437640"/>
            </a:xfrm>
            <a:custGeom>
              <a:avLst/>
              <a:gdLst/>
              <a:ahLst/>
              <a:cxnLst/>
              <a:rect l="l" t="t" r="r" b="b"/>
              <a:pathLst>
                <a:path w="1334134" h="1437639">
                  <a:moveTo>
                    <a:pt x="498838" y="289980"/>
                  </a:moveTo>
                  <a:lnTo>
                    <a:pt x="292996" y="289980"/>
                  </a:lnTo>
                  <a:lnTo>
                    <a:pt x="537805" y="431327"/>
                  </a:lnTo>
                  <a:lnTo>
                    <a:pt x="537805" y="977896"/>
                  </a:lnTo>
                  <a:lnTo>
                    <a:pt x="1333592" y="1437149"/>
                  </a:lnTo>
                  <a:lnTo>
                    <a:pt x="1333592" y="1169629"/>
                  </a:lnTo>
                  <a:lnTo>
                    <a:pt x="1134028" y="1169629"/>
                  </a:lnTo>
                  <a:lnTo>
                    <a:pt x="750835" y="946117"/>
                  </a:lnTo>
                  <a:lnTo>
                    <a:pt x="750835" y="557700"/>
                  </a:lnTo>
                  <a:lnTo>
                    <a:pt x="959382" y="557700"/>
                  </a:lnTo>
                  <a:lnTo>
                    <a:pt x="498838" y="289980"/>
                  </a:lnTo>
                  <a:close/>
                </a:path>
                <a:path w="1334134" h="1437639">
                  <a:moveTo>
                    <a:pt x="959382" y="557700"/>
                  </a:moveTo>
                  <a:lnTo>
                    <a:pt x="750835" y="557700"/>
                  </a:lnTo>
                  <a:lnTo>
                    <a:pt x="1134028" y="781211"/>
                  </a:lnTo>
                  <a:lnTo>
                    <a:pt x="1134028" y="1169629"/>
                  </a:lnTo>
                  <a:lnTo>
                    <a:pt x="1333592" y="1169629"/>
                  </a:lnTo>
                  <a:lnTo>
                    <a:pt x="1333592" y="775232"/>
                  </a:lnTo>
                  <a:lnTo>
                    <a:pt x="959382" y="557700"/>
                  </a:lnTo>
                  <a:close/>
                </a:path>
                <a:path w="1334134" h="1437639">
                  <a:moveTo>
                    <a:pt x="0" y="0"/>
                  </a:moveTo>
                  <a:lnTo>
                    <a:pt x="0" y="667508"/>
                  </a:lnTo>
                  <a:lnTo>
                    <a:pt x="292996" y="836613"/>
                  </a:lnTo>
                  <a:lnTo>
                    <a:pt x="292996" y="289980"/>
                  </a:lnTo>
                  <a:lnTo>
                    <a:pt x="498838" y="289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E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8080024" y="3080090"/>
              <a:ext cx="1334135" cy="1437640"/>
            </a:xfrm>
            <a:custGeom>
              <a:avLst/>
              <a:gdLst/>
              <a:ahLst/>
              <a:cxnLst/>
              <a:rect l="l" t="t" r="r" b="b"/>
              <a:pathLst>
                <a:path w="1334134" h="1437639">
                  <a:moveTo>
                    <a:pt x="0" y="0"/>
                  </a:moveTo>
                  <a:lnTo>
                    <a:pt x="0" y="667508"/>
                  </a:lnTo>
                  <a:lnTo>
                    <a:pt x="194569" y="776646"/>
                  </a:lnTo>
                  <a:lnTo>
                    <a:pt x="1333592" y="1437149"/>
                  </a:lnTo>
                  <a:lnTo>
                    <a:pt x="1333592" y="772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E9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7541485" y="3413181"/>
              <a:ext cx="1334135" cy="1417320"/>
            </a:xfrm>
            <a:custGeom>
              <a:avLst/>
              <a:gdLst/>
              <a:ahLst/>
              <a:cxnLst/>
              <a:rect l="l" t="t" r="r" b="b"/>
              <a:pathLst>
                <a:path w="1334134" h="1417320">
                  <a:moveTo>
                    <a:pt x="0" y="0"/>
                  </a:moveTo>
                  <a:lnTo>
                    <a:pt x="0" y="647341"/>
                  </a:lnTo>
                  <a:lnTo>
                    <a:pt x="194559" y="756479"/>
                  </a:lnTo>
                  <a:lnTo>
                    <a:pt x="516623" y="941667"/>
                  </a:lnTo>
                  <a:lnTo>
                    <a:pt x="516623" y="395035"/>
                  </a:lnTo>
                  <a:lnTo>
                    <a:pt x="766196" y="538842"/>
                  </a:lnTo>
                  <a:lnTo>
                    <a:pt x="766280" y="1086919"/>
                  </a:lnTo>
                  <a:lnTo>
                    <a:pt x="1333592" y="1416983"/>
                  </a:lnTo>
                  <a:lnTo>
                    <a:pt x="1333592" y="7726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E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8152447" y="3855611"/>
              <a:ext cx="1990089" cy="1672589"/>
            </a:xfrm>
            <a:custGeom>
              <a:avLst/>
              <a:gdLst/>
              <a:ahLst/>
              <a:cxnLst/>
              <a:rect l="l" t="t" r="r" b="b"/>
              <a:pathLst>
                <a:path w="1990090" h="1672589">
                  <a:moveTo>
                    <a:pt x="1261173" y="0"/>
                  </a:moveTo>
                  <a:lnTo>
                    <a:pt x="0" y="728141"/>
                  </a:lnTo>
                  <a:lnTo>
                    <a:pt x="0" y="1389773"/>
                  </a:lnTo>
                  <a:lnTo>
                    <a:pt x="1261173" y="661631"/>
                  </a:lnTo>
                  <a:lnTo>
                    <a:pt x="1261173" y="0"/>
                  </a:lnTo>
                  <a:close/>
                </a:path>
                <a:path w="1990090" h="1672589">
                  <a:moveTo>
                    <a:pt x="1989594" y="414159"/>
                  </a:moveTo>
                  <a:lnTo>
                    <a:pt x="1860905" y="489521"/>
                  </a:lnTo>
                  <a:lnTo>
                    <a:pt x="1860905" y="612394"/>
                  </a:lnTo>
                  <a:lnTo>
                    <a:pt x="1860905" y="1000810"/>
                  </a:lnTo>
                  <a:lnTo>
                    <a:pt x="1477708" y="1224318"/>
                  </a:lnTo>
                  <a:lnTo>
                    <a:pt x="1477708" y="835901"/>
                  </a:lnTo>
                  <a:lnTo>
                    <a:pt x="1860905" y="612394"/>
                  </a:lnTo>
                  <a:lnTo>
                    <a:pt x="1860905" y="489521"/>
                  </a:lnTo>
                  <a:lnTo>
                    <a:pt x="965835" y="1013650"/>
                  </a:lnTo>
                  <a:lnTo>
                    <a:pt x="965835" y="1672501"/>
                  </a:lnTo>
                  <a:lnTo>
                    <a:pt x="1741703" y="1224318"/>
                  </a:lnTo>
                  <a:lnTo>
                    <a:pt x="1989594" y="1081125"/>
                  </a:lnTo>
                  <a:lnTo>
                    <a:pt x="1989594" y="612394"/>
                  </a:lnTo>
                  <a:lnTo>
                    <a:pt x="1989594" y="414159"/>
                  </a:lnTo>
                  <a:close/>
                </a:path>
              </a:pathLst>
            </a:custGeom>
            <a:solidFill>
              <a:srgbClr val="C2E2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8388820" y="4448093"/>
              <a:ext cx="729615" cy="1080135"/>
            </a:xfrm>
            <a:custGeom>
              <a:avLst/>
              <a:gdLst/>
              <a:ahLst/>
              <a:cxnLst/>
              <a:rect l="l" t="t" r="r" b="b"/>
              <a:pathLst>
                <a:path w="729615" h="1080135">
                  <a:moveTo>
                    <a:pt x="305736" y="176518"/>
                  </a:moveTo>
                  <a:lnTo>
                    <a:pt x="110206" y="176518"/>
                  </a:lnTo>
                  <a:lnTo>
                    <a:pt x="360009" y="321204"/>
                  </a:lnTo>
                  <a:lnTo>
                    <a:pt x="360009" y="866706"/>
                  </a:lnTo>
                  <a:lnTo>
                    <a:pt x="729464" y="1080009"/>
                  </a:lnTo>
                  <a:lnTo>
                    <a:pt x="729464" y="795525"/>
                  </a:lnTo>
                  <a:lnTo>
                    <a:pt x="636441" y="795525"/>
                  </a:lnTo>
                  <a:lnTo>
                    <a:pt x="459504" y="692313"/>
                  </a:lnTo>
                  <a:lnTo>
                    <a:pt x="459504" y="421159"/>
                  </a:lnTo>
                  <a:lnTo>
                    <a:pt x="729464" y="421159"/>
                  </a:lnTo>
                  <a:lnTo>
                    <a:pt x="305736" y="176518"/>
                  </a:lnTo>
                  <a:close/>
                </a:path>
                <a:path w="729615" h="1080135">
                  <a:moveTo>
                    <a:pt x="729464" y="421159"/>
                  </a:moveTo>
                  <a:lnTo>
                    <a:pt x="459504" y="421159"/>
                  </a:lnTo>
                  <a:lnTo>
                    <a:pt x="636441" y="524360"/>
                  </a:lnTo>
                  <a:lnTo>
                    <a:pt x="636441" y="795525"/>
                  </a:lnTo>
                  <a:lnTo>
                    <a:pt x="729464" y="795525"/>
                  </a:lnTo>
                  <a:lnTo>
                    <a:pt x="729464" y="421159"/>
                  </a:lnTo>
                  <a:close/>
                </a:path>
                <a:path w="729615" h="1080135">
                  <a:moveTo>
                    <a:pt x="0" y="0"/>
                  </a:moveTo>
                  <a:lnTo>
                    <a:pt x="0" y="658849"/>
                  </a:lnTo>
                  <a:lnTo>
                    <a:pt x="110206" y="722480"/>
                  </a:lnTo>
                  <a:lnTo>
                    <a:pt x="110206" y="176518"/>
                  </a:lnTo>
                  <a:lnTo>
                    <a:pt x="305736" y="1765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E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8425610" y="3875487"/>
              <a:ext cx="988060" cy="892175"/>
            </a:xfrm>
            <a:custGeom>
              <a:avLst/>
              <a:gdLst/>
              <a:ahLst/>
              <a:cxnLst/>
              <a:rect l="l" t="t" r="r" b="b"/>
              <a:pathLst>
                <a:path w="988059" h="892175">
                  <a:moveTo>
                    <a:pt x="988011" y="0"/>
                  </a:moveTo>
                  <a:lnTo>
                    <a:pt x="0" y="575249"/>
                  </a:lnTo>
                  <a:lnTo>
                    <a:pt x="554401" y="892098"/>
                  </a:lnTo>
                  <a:lnTo>
                    <a:pt x="988011" y="641760"/>
                  </a:lnTo>
                  <a:lnTo>
                    <a:pt x="988011" y="0"/>
                  </a:lnTo>
                  <a:close/>
                </a:path>
              </a:pathLst>
            </a:custGeom>
            <a:solidFill>
              <a:srgbClr val="C2E2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7111860" y="4098219"/>
              <a:ext cx="475615" cy="656590"/>
            </a:xfrm>
            <a:custGeom>
              <a:avLst/>
              <a:gdLst/>
              <a:ahLst/>
              <a:cxnLst/>
              <a:rect l="l" t="t" r="r" b="b"/>
              <a:pathLst>
                <a:path w="475615" h="656589">
                  <a:moveTo>
                    <a:pt x="21907" y="12649"/>
                  </a:moveTo>
                  <a:lnTo>
                    <a:pt x="0" y="0"/>
                  </a:lnTo>
                  <a:lnTo>
                    <a:pt x="0" y="546620"/>
                  </a:lnTo>
                  <a:lnTo>
                    <a:pt x="21907" y="532117"/>
                  </a:lnTo>
                  <a:lnTo>
                    <a:pt x="21907" y="12649"/>
                  </a:lnTo>
                  <a:close/>
                </a:path>
                <a:path w="475615" h="656589">
                  <a:moveTo>
                    <a:pt x="475361" y="277926"/>
                  </a:moveTo>
                  <a:lnTo>
                    <a:pt x="457835" y="267703"/>
                  </a:lnTo>
                  <a:lnTo>
                    <a:pt x="457835" y="656120"/>
                  </a:lnTo>
                  <a:lnTo>
                    <a:pt x="475361" y="646214"/>
                  </a:lnTo>
                  <a:lnTo>
                    <a:pt x="475361" y="277926"/>
                  </a:lnTo>
                  <a:close/>
                </a:path>
              </a:pathLst>
            </a:custGeom>
            <a:solidFill>
              <a:srgbClr val="AEDA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7569699" y="4744428"/>
              <a:ext cx="383540" cy="233679"/>
            </a:xfrm>
            <a:custGeom>
              <a:avLst/>
              <a:gdLst/>
              <a:ahLst/>
              <a:cxnLst/>
              <a:rect l="l" t="t" r="r" b="b"/>
              <a:pathLst>
                <a:path w="383540" h="233679">
                  <a:moveTo>
                    <a:pt x="17528" y="0"/>
                  </a:moveTo>
                  <a:lnTo>
                    <a:pt x="0" y="9905"/>
                  </a:lnTo>
                  <a:lnTo>
                    <a:pt x="383192" y="233416"/>
                  </a:lnTo>
                  <a:lnTo>
                    <a:pt x="383192" y="213291"/>
                  </a:lnTo>
                  <a:lnTo>
                    <a:pt x="17528" y="0"/>
                  </a:lnTo>
                  <a:close/>
                </a:path>
              </a:pathLst>
            </a:custGeom>
            <a:solidFill>
              <a:srgbClr val="E9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9995830" y="4467993"/>
              <a:ext cx="17780" cy="388620"/>
            </a:xfrm>
            <a:custGeom>
              <a:avLst/>
              <a:gdLst/>
              <a:ahLst/>
              <a:cxnLst/>
              <a:rect l="l" t="t" r="r" b="b"/>
              <a:pathLst>
                <a:path w="17779" h="388620">
                  <a:moveTo>
                    <a:pt x="17528" y="0"/>
                  </a:moveTo>
                  <a:lnTo>
                    <a:pt x="0" y="10230"/>
                  </a:lnTo>
                  <a:lnTo>
                    <a:pt x="0" y="378512"/>
                  </a:lnTo>
                  <a:lnTo>
                    <a:pt x="17528" y="388417"/>
                  </a:lnTo>
                  <a:lnTo>
                    <a:pt x="17528" y="0"/>
                  </a:lnTo>
                  <a:close/>
                </a:path>
              </a:pathLst>
            </a:custGeom>
            <a:solidFill>
              <a:srgbClr val="AEDA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9630168" y="4846507"/>
              <a:ext cx="383540" cy="233679"/>
            </a:xfrm>
            <a:custGeom>
              <a:avLst/>
              <a:gdLst/>
              <a:ahLst/>
              <a:cxnLst/>
              <a:rect l="l" t="t" r="r" b="b"/>
              <a:pathLst>
                <a:path w="383540" h="233679">
                  <a:moveTo>
                    <a:pt x="365664" y="0"/>
                  </a:moveTo>
                  <a:lnTo>
                    <a:pt x="0" y="213291"/>
                  </a:lnTo>
                  <a:lnTo>
                    <a:pt x="0" y="233416"/>
                  </a:lnTo>
                  <a:lnTo>
                    <a:pt x="383192" y="9905"/>
                  </a:lnTo>
                  <a:lnTo>
                    <a:pt x="365664" y="0"/>
                  </a:lnTo>
                  <a:close/>
                </a:path>
              </a:pathLst>
            </a:custGeom>
            <a:solidFill>
              <a:srgbClr val="E9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8499018" y="4624622"/>
              <a:ext cx="365125" cy="546735"/>
            </a:xfrm>
            <a:custGeom>
              <a:avLst/>
              <a:gdLst/>
              <a:ahLst/>
              <a:cxnLst/>
              <a:rect l="l" t="t" r="r" b="b"/>
              <a:pathLst>
                <a:path w="365125" h="546735">
                  <a:moveTo>
                    <a:pt x="21907" y="12649"/>
                  </a:moveTo>
                  <a:lnTo>
                    <a:pt x="0" y="0"/>
                  </a:lnTo>
                  <a:lnTo>
                    <a:pt x="0" y="546620"/>
                  </a:lnTo>
                  <a:lnTo>
                    <a:pt x="21907" y="532117"/>
                  </a:lnTo>
                  <a:lnTo>
                    <a:pt x="21907" y="12649"/>
                  </a:lnTo>
                  <a:close/>
                </a:path>
                <a:path w="365125" h="546735">
                  <a:moveTo>
                    <a:pt x="364642" y="253580"/>
                  </a:moveTo>
                  <a:lnTo>
                    <a:pt x="349300" y="244640"/>
                  </a:lnTo>
                  <a:lnTo>
                    <a:pt x="349300" y="515797"/>
                  </a:lnTo>
                  <a:lnTo>
                    <a:pt x="364642" y="507682"/>
                  </a:lnTo>
                  <a:lnTo>
                    <a:pt x="364642" y="253580"/>
                  </a:lnTo>
                  <a:close/>
                </a:path>
              </a:pathLst>
            </a:custGeom>
            <a:solidFill>
              <a:srgbClr val="AEDA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8848325" y="5132304"/>
              <a:ext cx="177165" cy="111760"/>
            </a:xfrm>
            <a:custGeom>
              <a:avLst/>
              <a:gdLst/>
              <a:ahLst/>
              <a:cxnLst/>
              <a:rect l="l" t="t" r="r" b="b"/>
              <a:pathLst>
                <a:path w="177165" h="111760">
                  <a:moveTo>
                    <a:pt x="15339" y="0"/>
                  </a:moveTo>
                  <a:lnTo>
                    <a:pt x="0" y="8104"/>
                  </a:lnTo>
                  <a:lnTo>
                    <a:pt x="176937" y="111305"/>
                  </a:lnTo>
                  <a:lnTo>
                    <a:pt x="176937" y="94258"/>
                  </a:lnTo>
                  <a:lnTo>
                    <a:pt x="15339" y="0"/>
                  </a:lnTo>
                  <a:close/>
                </a:path>
              </a:pathLst>
            </a:custGeom>
            <a:solidFill>
              <a:srgbClr val="E9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8058112" y="3808223"/>
              <a:ext cx="22225" cy="546735"/>
            </a:xfrm>
            <a:custGeom>
              <a:avLst/>
              <a:gdLst/>
              <a:ahLst/>
              <a:cxnLst/>
              <a:rect l="l" t="t" r="r" b="b"/>
              <a:pathLst>
                <a:path w="22225" h="546735">
                  <a:moveTo>
                    <a:pt x="0" y="0"/>
                  </a:moveTo>
                  <a:lnTo>
                    <a:pt x="0" y="546622"/>
                  </a:lnTo>
                  <a:lnTo>
                    <a:pt x="21915" y="532119"/>
                  </a:lnTo>
                  <a:lnTo>
                    <a:pt x="21915" y="12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EDA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6818846" y="3080098"/>
              <a:ext cx="3323590" cy="1789430"/>
            </a:xfrm>
            <a:custGeom>
              <a:avLst/>
              <a:gdLst/>
              <a:ahLst/>
              <a:cxnLst/>
              <a:rect l="l" t="t" r="r" b="b"/>
              <a:pathLst>
                <a:path w="3323590" h="1789429">
                  <a:moveTo>
                    <a:pt x="3323196" y="1189672"/>
                  </a:moveTo>
                  <a:lnTo>
                    <a:pt x="2594749" y="771474"/>
                  </a:lnTo>
                  <a:lnTo>
                    <a:pt x="2078647" y="472897"/>
                  </a:lnTo>
                  <a:lnTo>
                    <a:pt x="1545615" y="164553"/>
                  </a:lnTo>
                  <a:lnTo>
                    <a:pt x="1545615" y="251815"/>
                  </a:lnTo>
                  <a:lnTo>
                    <a:pt x="1163561" y="472897"/>
                  </a:lnTo>
                  <a:lnTo>
                    <a:pt x="879119" y="307479"/>
                  </a:lnTo>
                  <a:lnTo>
                    <a:pt x="1261173" y="87261"/>
                  </a:lnTo>
                  <a:lnTo>
                    <a:pt x="1545615" y="251815"/>
                  </a:lnTo>
                  <a:lnTo>
                    <a:pt x="1545615" y="164553"/>
                  </a:lnTo>
                  <a:lnTo>
                    <a:pt x="1412024" y="87261"/>
                  </a:lnTo>
                  <a:lnTo>
                    <a:pt x="1261173" y="0"/>
                  </a:lnTo>
                  <a:lnTo>
                    <a:pt x="0" y="728129"/>
                  </a:lnTo>
                  <a:lnTo>
                    <a:pt x="1333601" y="1503641"/>
                  </a:lnTo>
                  <a:lnTo>
                    <a:pt x="1568589" y="1367218"/>
                  </a:lnTo>
                  <a:lnTo>
                    <a:pt x="2299436" y="1789163"/>
                  </a:lnTo>
                  <a:lnTo>
                    <a:pt x="3323196" y="1189672"/>
                  </a:lnTo>
                  <a:close/>
                </a:path>
              </a:pathLst>
            </a:custGeom>
            <a:solidFill>
              <a:srgbClr val="E9F5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25966" y="8132062"/>
              <a:ext cx="938235" cy="723083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12420486" y="4467129"/>
              <a:ext cx="1123315" cy="1456690"/>
            </a:xfrm>
            <a:custGeom>
              <a:avLst/>
              <a:gdLst/>
              <a:ahLst/>
              <a:cxnLst/>
              <a:rect l="l" t="t" r="r" b="b"/>
              <a:pathLst>
                <a:path w="1123315" h="1456689">
                  <a:moveTo>
                    <a:pt x="1122692" y="325081"/>
                  </a:moveTo>
                  <a:lnTo>
                    <a:pt x="1117358" y="281813"/>
                  </a:lnTo>
                  <a:lnTo>
                    <a:pt x="1104379" y="241846"/>
                  </a:lnTo>
                  <a:lnTo>
                    <a:pt x="1084491" y="205130"/>
                  </a:lnTo>
                  <a:lnTo>
                    <a:pt x="1058392" y="171627"/>
                  </a:lnTo>
                  <a:lnTo>
                    <a:pt x="1026795" y="141274"/>
                  </a:lnTo>
                  <a:lnTo>
                    <a:pt x="990422" y="114007"/>
                  </a:lnTo>
                  <a:lnTo>
                    <a:pt x="949985" y="89789"/>
                  </a:lnTo>
                  <a:lnTo>
                    <a:pt x="906208" y="68541"/>
                  </a:lnTo>
                  <a:lnTo>
                    <a:pt x="859790" y="50241"/>
                  </a:lnTo>
                  <a:lnTo>
                    <a:pt x="811453" y="34810"/>
                  </a:lnTo>
                  <a:lnTo>
                    <a:pt x="761911" y="22199"/>
                  </a:lnTo>
                  <a:lnTo>
                    <a:pt x="711873" y="12344"/>
                  </a:lnTo>
                  <a:lnTo>
                    <a:pt x="662076" y="5219"/>
                  </a:lnTo>
                  <a:lnTo>
                    <a:pt x="613206" y="736"/>
                  </a:lnTo>
                  <a:lnTo>
                    <a:pt x="554164" y="0"/>
                  </a:lnTo>
                  <a:lnTo>
                    <a:pt x="496316" y="2476"/>
                  </a:lnTo>
                  <a:lnTo>
                    <a:pt x="439991" y="8064"/>
                  </a:lnTo>
                  <a:lnTo>
                    <a:pt x="385546" y="16649"/>
                  </a:lnTo>
                  <a:lnTo>
                    <a:pt x="333286" y="28117"/>
                  </a:lnTo>
                  <a:lnTo>
                    <a:pt x="283591" y="42367"/>
                  </a:lnTo>
                  <a:lnTo>
                    <a:pt x="236766" y="59283"/>
                  </a:lnTo>
                  <a:lnTo>
                    <a:pt x="193179" y="78740"/>
                  </a:lnTo>
                  <a:lnTo>
                    <a:pt x="153149" y="100634"/>
                  </a:lnTo>
                  <a:lnTo>
                    <a:pt x="117017" y="124866"/>
                  </a:lnTo>
                  <a:lnTo>
                    <a:pt x="85128" y="151307"/>
                  </a:lnTo>
                  <a:lnTo>
                    <a:pt x="57823" y="179844"/>
                  </a:lnTo>
                  <a:lnTo>
                    <a:pt x="18300" y="242798"/>
                  </a:lnTo>
                  <a:lnTo>
                    <a:pt x="3098" y="300532"/>
                  </a:lnTo>
                  <a:lnTo>
                    <a:pt x="3098" y="540880"/>
                  </a:lnTo>
                  <a:lnTo>
                    <a:pt x="406" y="526935"/>
                  </a:lnTo>
                  <a:lnTo>
                    <a:pt x="190" y="519772"/>
                  </a:lnTo>
                  <a:lnTo>
                    <a:pt x="3098" y="540880"/>
                  </a:lnTo>
                  <a:lnTo>
                    <a:pt x="3098" y="300532"/>
                  </a:lnTo>
                  <a:lnTo>
                    <a:pt x="1181" y="312826"/>
                  </a:lnTo>
                  <a:lnTo>
                    <a:pt x="1638" y="338289"/>
                  </a:lnTo>
                  <a:lnTo>
                    <a:pt x="0" y="338289"/>
                  </a:lnTo>
                  <a:lnTo>
                    <a:pt x="0" y="512711"/>
                  </a:lnTo>
                  <a:lnTo>
                    <a:pt x="0" y="518299"/>
                  </a:lnTo>
                  <a:lnTo>
                    <a:pt x="0" y="1132649"/>
                  </a:lnTo>
                  <a:lnTo>
                    <a:pt x="6858" y="1182535"/>
                  </a:lnTo>
                  <a:lnTo>
                    <a:pt x="23545" y="1226934"/>
                  </a:lnTo>
                  <a:lnTo>
                    <a:pt x="48729" y="1266367"/>
                  </a:lnTo>
                  <a:lnTo>
                    <a:pt x="56540" y="1274800"/>
                  </a:lnTo>
                  <a:lnTo>
                    <a:pt x="56540" y="1339138"/>
                  </a:lnTo>
                  <a:lnTo>
                    <a:pt x="83820" y="1354886"/>
                  </a:lnTo>
                  <a:lnTo>
                    <a:pt x="117094" y="1335671"/>
                  </a:lnTo>
                  <a:lnTo>
                    <a:pt x="117094" y="1330439"/>
                  </a:lnTo>
                  <a:lnTo>
                    <a:pt x="119367" y="1332268"/>
                  </a:lnTo>
                  <a:lnTo>
                    <a:pt x="162166" y="1359750"/>
                  </a:lnTo>
                  <a:lnTo>
                    <a:pt x="195567" y="1377530"/>
                  </a:lnTo>
                  <a:lnTo>
                    <a:pt x="195567" y="1419402"/>
                  </a:lnTo>
                  <a:lnTo>
                    <a:pt x="222846" y="1435150"/>
                  </a:lnTo>
                  <a:lnTo>
                    <a:pt x="256120" y="1415935"/>
                  </a:lnTo>
                  <a:lnTo>
                    <a:pt x="256120" y="1406182"/>
                  </a:lnTo>
                  <a:lnTo>
                    <a:pt x="257263" y="1406702"/>
                  </a:lnTo>
                  <a:lnTo>
                    <a:pt x="304939" y="1421892"/>
                  </a:lnTo>
                  <a:lnTo>
                    <a:pt x="353809" y="1434236"/>
                  </a:lnTo>
                  <a:lnTo>
                    <a:pt x="403593" y="1443812"/>
                  </a:lnTo>
                  <a:lnTo>
                    <a:pt x="453961" y="1450644"/>
                  </a:lnTo>
                  <a:lnTo>
                    <a:pt x="504634" y="1454810"/>
                  </a:lnTo>
                  <a:lnTo>
                    <a:pt x="555307" y="1456359"/>
                  </a:lnTo>
                  <a:lnTo>
                    <a:pt x="605675" y="1455343"/>
                  </a:lnTo>
                  <a:lnTo>
                    <a:pt x="655421" y="1451825"/>
                  </a:lnTo>
                  <a:lnTo>
                    <a:pt x="704253" y="1445856"/>
                  </a:lnTo>
                  <a:lnTo>
                    <a:pt x="751878" y="1437487"/>
                  </a:lnTo>
                  <a:lnTo>
                    <a:pt x="797979" y="1426781"/>
                  </a:lnTo>
                  <a:lnTo>
                    <a:pt x="842264" y="1413789"/>
                  </a:lnTo>
                  <a:lnTo>
                    <a:pt x="884428" y="1398574"/>
                  </a:lnTo>
                  <a:lnTo>
                    <a:pt x="924166" y="1381175"/>
                  </a:lnTo>
                  <a:lnTo>
                    <a:pt x="961174" y="1361655"/>
                  </a:lnTo>
                  <a:lnTo>
                    <a:pt x="995146" y="1340078"/>
                  </a:lnTo>
                  <a:lnTo>
                    <a:pt x="1025791" y="1316494"/>
                  </a:lnTo>
                  <a:lnTo>
                    <a:pt x="1075855" y="1263510"/>
                  </a:lnTo>
                  <a:lnTo>
                    <a:pt x="1108964" y="1203159"/>
                  </a:lnTo>
                  <a:lnTo>
                    <a:pt x="1122692" y="1135875"/>
                  </a:lnTo>
                  <a:lnTo>
                    <a:pt x="1122692" y="521525"/>
                  </a:lnTo>
                  <a:lnTo>
                    <a:pt x="1122692" y="515937"/>
                  </a:lnTo>
                  <a:lnTo>
                    <a:pt x="1122692" y="338289"/>
                  </a:lnTo>
                  <a:lnTo>
                    <a:pt x="1122286" y="338289"/>
                  </a:lnTo>
                  <a:lnTo>
                    <a:pt x="1122286" y="524764"/>
                  </a:lnTo>
                  <a:lnTo>
                    <a:pt x="1122045" y="530148"/>
                  </a:lnTo>
                  <a:lnTo>
                    <a:pt x="1121092" y="534365"/>
                  </a:lnTo>
                  <a:lnTo>
                    <a:pt x="1122286" y="524764"/>
                  </a:lnTo>
                  <a:lnTo>
                    <a:pt x="1122286" y="338289"/>
                  </a:lnTo>
                  <a:lnTo>
                    <a:pt x="1120825" y="338289"/>
                  </a:lnTo>
                  <a:lnTo>
                    <a:pt x="1122692" y="325081"/>
                  </a:lnTo>
                  <a:close/>
                </a:path>
              </a:pathLst>
            </a:custGeom>
            <a:solidFill>
              <a:srgbClr val="93BEA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04314" y="5085015"/>
              <a:ext cx="111745" cy="147595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12420486" y="4867522"/>
              <a:ext cx="1123315" cy="1056005"/>
            </a:xfrm>
            <a:custGeom>
              <a:avLst/>
              <a:gdLst/>
              <a:ahLst/>
              <a:cxnLst/>
              <a:rect l="l" t="t" r="r" b="b"/>
              <a:pathLst>
                <a:path w="1123315" h="1056004">
                  <a:moveTo>
                    <a:pt x="117094" y="124485"/>
                  </a:moveTo>
                  <a:lnTo>
                    <a:pt x="83820" y="143700"/>
                  </a:lnTo>
                  <a:lnTo>
                    <a:pt x="83820" y="187693"/>
                  </a:lnTo>
                  <a:lnTo>
                    <a:pt x="117094" y="168490"/>
                  </a:lnTo>
                  <a:lnTo>
                    <a:pt x="117094" y="124485"/>
                  </a:lnTo>
                  <a:close/>
                </a:path>
                <a:path w="1123315" h="1056004">
                  <a:moveTo>
                    <a:pt x="1122692" y="115544"/>
                  </a:moveTo>
                  <a:lnTo>
                    <a:pt x="1111097" y="178257"/>
                  </a:lnTo>
                  <a:lnTo>
                    <a:pt x="1091399" y="220751"/>
                  </a:lnTo>
                  <a:lnTo>
                    <a:pt x="1063955" y="258368"/>
                  </a:lnTo>
                  <a:lnTo>
                    <a:pt x="1057516" y="264744"/>
                  </a:lnTo>
                  <a:lnTo>
                    <a:pt x="1057516" y="132435"/>
                  </a:lnTo>
                  <a:lnTo>
                    <a:pt x="828128" y="0"/>
                  </a:lnTo>
                  <a:lnTo>
                    <a:pt x="790930" y="21475"/>
                  </a:lnTo>
                  <a:lnTo>
                    <a:pt x="790930" y="139852"/>
                  </a:lnTo>
                  <a:lnTo>
                    <a:pt x="810806" y="151320"/>
                  </a:lnTo>
                  <a:lnTo>
                    <a:pt x="848004" y="129844"/>
                  </a:lnTo>
                  <a:lnTo>
                    <a:pt x="848004" y="77381"/>
                  </a:lnTo>
                  <a:lnTo>
                    <a:pt x="1000442" y="165392"/>
                  </a:lnTo>
                  <a:lnTo>
                    <a:pt x="1000442" y="315074"/>
                  </a:lnTo>
                  <a:lnTo>
                    <a:pt x="989698" y="323443"/>
                  </a:lnTo>
                  <a:lnTo>
                    <a:pt x="955205" y="343763"/>
                  </a:lnTo>
                  <a:lnTo>
                    <a:pt x="917663" y="361950"/>
                  </a:lnTo>
                  <a:lnTo>
                    <a:pt x="877417" y="377977"/>
                  </a:lnTo>
                  <a:lnTo>
                    <a:pt x="834821" y="391858"/>
                  </a:lnTo>
                  <a:lnTo>
                    <a:pt x="790219" y="403580"/>
                  </a:lnTo>
                  <a:lnTo>
                    <a:pt x="743953" y="413105"/>
                  </a:lnTo>
                  <a:lnTo>
                    <a:pt x="696366" y="420446"/>
                  </a:lnTo>
                  <a:lnTo>
                    <a:pt x="647801" y="425564"/>
                  </a:lnTo>
                  <a:lnTo>
                    <a:pt x="598614" y="428472"/>
                  </a:lnTo>
                  <a:lnTo>
                    <a:pt x="549135" y="429158"/>
                  </a:lnTo>
                  <a:lnTo>
                    <a:pt x="499719" y="427596"/>
                  </a:lnTo>
                  <a:lnTo>
                    <a:pt x="450710" y="423773"/>
                  </a:lnTo>
                  <a:lnTo>
                    <a:pt x="402463" y="417677"/>
                  </a:lnTo>
                  <a:lnTo>
                    <a:pt x="355295" y="409308"/>
                  </a:lnTo>
                  <a:lnTo>
                    <a:pt x="309575" y="398653"/>
                  </a:lnTo>
                  <a:lnTo>
                    <a:pt x="265645" y="385686"/>
                  </a:lnTo>
                  <a:lnTo>
                    <a:pt x="223837" y="370395"/>
                  </a:lnTo>
                  <a:lnTo>
                    <a:pt x="184518" y="352780"/>
                  </a:lnTo>
                  <a:lnTo>
                    <a:pt x="148005" y="332828"/>
                  </a:lnTo>
                  <a:lnTo>
                    <a:pt x="114668" y="310515"/>
                  </a:lnTo>
                  <a:lnTo>
                    <a:pt x="84836" y="285851"/>
                  </a:lnTo>
                  <a:lnTo>
                    <a:pt x="37084" y="229349"/>
                  </a:lnTo>
                  <a:lnTo>
                    <a:pt x="7505" y="163233"/>
                  </a:lnTo>
                  <a:lnTo>
                    <a:pt x="0" y="112318"/>
                  </a:lnTo>
                  <a:lnTo>
                    <a:pt x="0" y="732256"/>
                  </a:lnTo>
                  <a:lnTo>
                    <a:pt x="6858" y="782142"/>
                  </a:lnTo>
                  <a:lnTo>
                    <a:pt x="23545" y="826541"/>
                  </a:lnTo>
                  <a:lnTo>
                    <a:pt x="48729" y="865974"/>
                  </a:lnTo>
                  <a:lnTo>
                    <a:pt x="81114" y="900912"/>
                  </a:lnTo>
                  <a:lnTo>
                    <a:pt x="119367" y="931875"/>
                  </a:lnTo>
                  <a:lnTo>
                    <a:pt x="162166" y="959358"/>
                  </a:lnTo>
                  <a:lnTo>
                    <a:pt x="208191" y="983856"/>
                  </a:lnTo>
                  <a:lnTo>
                    <a:pt x="257263" y="1006309"/>
                  </a:lnTo>
                  <a:lnTo>
                    <a:pt x="304939" y="1021499"/>
                  </a:lnTo>
                  <a:lnTo>
                    <a:pt x="353809" y="1033843"/>
                  </a:lnTo>
                  <a:lnTo>
                    <a:pt x="403593" y="1043419"/>
                  </a:lnTo>
                  <a:lnTo>
                    <a:pt x="453961" y="1050251"/>
                  </a:lnTo>
                  <a:lnTo>
                    <a:pt x="504634" y="1054417"/>
                  </a:lnTo>
                  <a:lnTo>
                    <a:pt x="555307" y="1055966"/>
                  </a:lnTo>
                  <a:lnTo>
                    <a:pt x="605675" y="1054950"/>
                  </a:lnTo>
                  <a:lnTo>
                    <a:pt x="655421" y="1051433"/>
                  </a:lnTo>
                  <a:lnTo>
                    <a:pt x="704253" y="1045464"/>
                  </a:lnTo>
                  <a:lnTo>
                    <a:pt x="751878" y="1037094"/>
                  </a:lnTo>
                  <a:lnTo>
                    <a:pt x="797979" y="1026388"/>
                  </a:lnTo>
                  <a:lnTo>
                    <a:pt x="842264" y="1013396"/>
                  </a:lnTo>
                  <a:lnTo>
                    <a:pt x="884428" y="998181"/>
                  </a:lnTo>
                  <a:lnTo>
                    <a:pt x="924166" y="980782"/>
                  </a:lnTo>
                  <a:lnTo>
                    <a:pt x="961174" y="961263"/>
                  </a:lnTo>
                  <a:lnTo>
                    <a:pt x="995146" y="939685"/>
                  </a:lnTo>
                  <a:lnTo>
                    <a:pt x="1000442" y="935621"/>
                  </a:lnTo>
                  <a:lnTo>
                    <a:pt x="1000442" y="976172"/>
                  </a:lnTo>
                  <a:lnTo>
                    <a:pt x="1020318" y="987640"/>
                  </a:lnTo>
                  <a:lnTo>
                    <a:pt x="1057516" y="966165"/>
                  </a:lnTo>
                  <a:lnTo>
                    <a:pt x="1057516" y="884948"/>
                  </a:lnTo>
                  <a:lnTo>
                    <a:pt x="1075855" y="863117"/>
                  </a:lnTo>
                  <a:lnTo>
                    <a:pt x="1094689" y="833831"/>
                  </a:lnTo>
                  <a:lnTo>
                    <a:pt x="1108964" y="802767"/>
                  </a:lnTo>
                  <a:lnTo>
                    <a:pt x="1118400" y="769962"/>
                  </a:lnTo>
                  <a:lnTo>
                    <a:pt x="1122692" y="735482"/>
                  </a:lnTo>
                  <a:lnTo>
                    <a:pt x="1122692" y="115544"/>
                  </a:lnTo>
                  <a:close/>
                </a:path>
              </a:pathLst>
            </a:custGeom>
            <a:solidFill>
              <a:srgbClr val="93BEA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20491" y="4805413"/>
              <a:ext cx="1122688" cy="503714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12421671" y="4467121"/>
              <a:ext cx="1122045" cy="647065"/>
            </a:xfrm>
            <a:custGeom>
              <a:avLst/>
              <a:gdLst/>
              <a:ahLst/>
              <a:cxnLst/>
              <a:rect l="l" t="t" r="r" b="b"/>
              <a:pathLst>
                <a:path w="1122044" h="647064">
                  <a:moveTo>
                    <a:pt x="552988" y="0"/>
                  </a:moveTo>
                  <a:lnTo>
                    <a:pt x="495138" y="2478"/>
                  </a:lnTo>
                  <a:lnTo>
                    <a:pt x="438816" y="8067"/>
                  </a:lnTo>
                  <a:lnTo>
                    <a:pt x="384361" y="16653"/>
                  </a:lnTo>
                  <a:lnTo>
                    <a:pt x="332112" y="28125"/>
                  </a:lnTo>
                  <a:lnTo>
                    <a:pt x="282409" y="42372"/>
                  </a:lnTo>
                  <a:lnTo>
                    <a:pt x="235590" y="59281"/>
                  </a:lnTo>
                  <a:lnTo>
                    <a:pt x="191995" y="78741"/>
                  </a:lnTo>
                  <a:lnTo>
                    <a:pt x="151963" y="100640"/>
                  </a:lnTo>
                  <a:lnTo>
                    <a:pt x="115833" y="124866"/>
                  </a:lnTo>
                  <a:lnTo>
                    <a:pt x="83945" y="151307"/>
                  </a:lnTo>
                  <a:lnTo>
                    <a:pt x="56638" y="179851"/>
                  </a:lnTo>
                  <a:lnTo>
                    <a:pt x="17122" y="242802"/>
                  </a:lnTo>
                  <a:lnTo>
                    <a:pt x="0" y="312825"/>
                  </a:lnTo>
                  <a:lnTo>
                    <a:pt x="684" y="350208"/>
                  </a:lnTo>
                  <a:lnTo>
                    <a:pt x="17061" y="403860"/>
                  </a:lnTo>
                  <a:lnTo>
                    <a:pt x="36961" y="440332"/>
                  </a:lnTo>
                  <a:lnTo>
                    <a:pt x="62363" y="473655"/>
                  </a:lnTo>
                  <a:lnTo>
                    <a:pt x="92746" y="503878"/>
                  </a:lnTo>
                  <a:lnTo>
                    <a:pt x="127589" y="531055"/>
                  </a:lnTo>
                  <a:lnTo>
                    <a:pt x="166368" y="555235"/>
                  </a:lnTo>
                  <a:lnTo>
                    <a:pt x="208564" y="576471"/>
                  </a:lnTo>
                  <a:lnTo>
                    <a:pt x="253653" y="594814"/>
                  </a:lnTo>
                  <a:lnTo>
                    <a:pt x="301113" y="610314"/>
                  </a:lnTo>
                  <a:lnTo>
                    <a:pt x="350424" y="623023"/>
                  </a:lnTo>
                  <a:lnTo>
                    <a:pt x="401063" y="632993"/>
                  </a:lnTo>
                  <a:lnTo>
                    <a:pt x="452509" y="640275"/>
                  </a:lnTo>
                  <a:lnTo>
                    <a:pt x="504239" y="644919"/>
                  </a:lnTo>
                  <a:lnTo>
                    <a:pt x="555732" y="646978"/>
                  </a:lnTo>
                  <a:lnTo>
                    <a:pt x="606466" y="646503"/>
                  </a:lnTo>
                  <a:lnTo>
                    <a:pt x="654429" y="642412"/>
                  </a:lnTo>
                  <a:lnTo>
                    <a:pt x="703663" y="635733"/>
                  </a:lnTo>
                  <a:lnTo>
                    <a:pt x="753419" y="626387"/>
                  </a:lnTo>
                  <a:lnTo>
                    <a:pt x="802951" y="614296"/>
                  </a:lnTo>
                  <a:lnTo>
                    <a:pt x="851511" y="599380"/>
                  </a:lnTo>
                  <a:lnTo>
                    <a:pt x="898352" y="581562"/>
                  </a:lnTo>
                  <a:lnTo>
                    <a:pt x="942727" y="560762"/>
                  </a:lnTo>
                  <a:lnTo>
                    <a:pt x="983888" y="536903"/>
                  </a:lnTo>
                  <a:lnTo>
                    <a:pt x="1021088" y="509905"/>
                  </a:lnTo>
                  <a:lnTo>
                    <a:pt x="1053578" y="479690"/>
                  </a:lnTo>
                  <a:lnTo>
                    <a:pt x="1080613" y="446179"/>
                  </a:lnTo>
                  <a:lnTo>
                    <a:pt x="1101445" y="409295"/>
                  </a:lnTo>
                  <a:lnTo>
                    <a:pt x="1115326" y="368957"/>
                  </a:lnTo>
                  <a:lnTo>
                    <a:pt x="1121508" y="325089"/>
                  </a:lnTo>
                  <a:lnTo>
                    <a:pt x="1116175" y="281809"/>
                  </a:lnTo>
                  <a:lnTo>
                    <a:pt x="1103204" y="241843"/>
                  </a:lnTo>
                  <a:lnTo>
                    <a:pt x="1083311" y="205134"/>
                  </a:lnTo>
                  <a:lnTo>
                    <a:pt x="1057210" y="171629"/>
                  </a:lnTo>
                  <a:lnTo>
                    <a:pt x="1025617" y="141272"/>
                  </a:lnTo>
                  <a:lnTo>
                    <a:pt x="989245" y="114010"/>
                  </a:lnTo>
                  <a:lnTo>
                    <a:pt x="948809" y="89787"/>
                  </a:lnTo>
                  <a:lnTo>
                    <a:pt x="905026" y="68549"/>
                  </a:lnTo>
                  <a:lnTo>
                    <a:pt x="858608" y="50241"/>
                  </a:lnTo>
                  <a:lnTo>
                    <a:pt x="810271" y="34809"/>
                  </a:lnTo>
                  <a:lnTo>
                    <a:pt x="760729" y="22197"/>
                  </a:lnTo>
                  <a:lnTo>
                    <a:pt x="710698" y="12352"/>
                  </a:lnTo>
                  <a:lnTo>
                    <a:pt x="660893" y="5219"/>
                  </a:lnTo>
                  <a:lnTo>
                    <a:pt x="612026" y="742"/>
                  </a:lnTo>
                  <a:lnTo>
                    <a:pt x="552988" y="0"/>
                  </a:lnTo>
                  <a:close/>
                </a:path>
              </a:pathLst>
            </a:custGeom>
            <a:solidFill>
              <a:srgbClr val="CFE9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99721" y="4513831"/>
              <a:ext cx="962882" cy="554548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12504314" y="5261757"/>
              <a:ext cx="111760" cy="83820"/>
            </a:xfrm>
            <a:custGeom>
              <a:avLst/>
              <a:gdLst/>
              <a:ahLst/>
              <a:cxnLst/>
              <a:rect l="l" t="t" r="r" b="b"/>
              <a:pathLst>
                <a:path w="111759" h="83820">
                  <a:moveTo>
                    <a:pt x="33276" y="0"/>
                  </a:moveTo>
                  <a:lnTo>
                    <a:pt x="0" y="19214"/>
                  </a:lnTo>
                  <a:lnTo>
                    <a:pt x="111745" y="83735"/>
                  </a:lnTo>
                  <a:lnTo>
                    <a:pt x="111745" y="45307"/>
                  </a:lnTo>
                  <a:lnTo>
                    <a:pt x="33276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2504315" y="5197897"/>
              <a:ext cx="33655" cy="83185"/>
            </a:xfrm>
            <a:custGeom>
              <a:avLst/>
              <a:gdLst/>
              <a:ahLst/>
              <a:cxnLst/>
              <a:rect l="l" t="t" r="r" b="b"/>
              <a:pathLst>
                <a:path w="33654" h="83185">
                  <a:moveTo>
                    <a:pt x="0" y="0"/>
                  </a:moveTo>
                  <a:lnTo>
                    <a:pt x="0" y="83076"/>
                  </a:lnTo>
                  <a:lnTo>
                    <a:pt x="33276" y="63861"/>
                  </a:lnTo>
                  <a:lnTo>
                    <a:pt x="33276" y="192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69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2504314" y="5374637"/>
              <a:ext cx="111760" cy="83820"/>
            </a:xfrm>
            <a:custGeom>
              <a:avLst/>
              <a:gdLst/>
              <a:ahLst/>
              <a:cxnLst/>
              <a:rect l="l" t="t" r="r" b="b"/>
              <a:pathLst>
                <a:path w="111759" h="83820">
                  <a:moveTo>
                    <a:pt x="33276" y="0"/>
                  </a:moveTo>
                  <a:lnTo>
                    <a:pt x="0" y="19214"/>
                  </a:lnTo>
                  <a:lnTo>
                    <a:pt x="111745" y="83735"/>
                  </a:lnTo>
                  <a:lnTo>
                    <a:pt x="111745" y="45307"/>
                  </a:lnTo>
                  <a:lnTo>
                    <a:pt x="33276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2504315" y="5310777"/>
              <a:ext cx="33655" cy="83185"/>
            </a:xfrm>
            <a:custGeom>
              <a:avLst/>
              <a:gdLst/>
              <a:ahLst/>
              <a:cxnLst/>
              <a:rect l="l" t="t" r="r" b="b"/>
              <a:pathLst>
                <a:path w="33654" h="83185">
                  <a:moveTo>
                    <a:pt x="0" y="0"/>
                  </a:moveTo>
                  <a:lnTo>
                    <a:pt x="0" y="83076"/>
                  </a:lnTo>
                  <a:lnTo>
                    <a:pt x="33276" y="63861"/>
                  </a:lnTo>
                  <a:lnTo>
                    <a:pt x="33276" y="192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69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2504314" y="5487517"/>
              <a:ext cx="111760" cy="83820"/>
            </a:xfrm>
            <a:custGeom>
              <a:avLst/>
              <a:gdLst/>
              <a:ahLst/>
              <a:cxnLst/>
              <a:rect l="l" t="t" r="r" b="b"/>
              <a:pathLst>
                <a:path w="111759" h="83820">
                  <a:moveTo>
                    <a:pt x="33276" y="0"/>
                  </a:moveTo>
                  <a:lnTo>
                    <a:pt x="0" y="19214"/>
                  </a:lnTo>
                  <a:lnTo>
                    <a:pt x="111745" y="83735"/>
                  </a:lnTo>
                  <a:lnTo>
                    <a:pt x="111745" y="45307"/>
                  </a:lnTo>
                  <a:lnTo>
                    <a:pt x="33276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2504315" y="5423658"/>
              <a:ext cx="33655" cy="83185"/>
            </a:xfrm>
            <a:custGeom>
              <a:avLst/>
              <a:gdLst/>
              <a:ahLst/>
              <a:cxnLst/>
              <a:rect l="l" t="t" r="r" b="b"/>
              <a:pathLst>
                <a:path w="33654" h="83185">
                  <a:moveTo>
                    <a:pt x="0" y="0"/>
                  </a:moveTo>
                  <a:lnTo>
                    <a:pt x="0" y="83076"/>
                  </a:lnTo>
                  <a:lnTo>
                    <a:pt x="33276" y="63861"/>
                  </a:lnTo>
                  <a:lnTo>
                    <a:pt x="33276" y="192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69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2504314" y="5600399"/>
              <a:ext cx="111760" cy="83820"/>
            </a:xfrm>
            <a:custGeom>
              <a:avLst/>
              <a:gdLst/>
              <a:ahLst/>
              <a:cxnLst/>
              <a:rect l="l" t="t" r="r" b="b"/>
              <a:pathLst>
                <a:path w="111759" h="83820">
                  <a:moveTo>
                    <a:pt x="33276" y="0"/>
                  </a:moveTo>
                  <a:lnTo>
                    <a:pt x="0" y="19214"/>
                  </a:lnTo>
                  <a:lnTo>
                    <a:pt x="111745" y="83735"/>
                  </a:lnTo>
                  <a:lnTo>
                    <a:pt x="111745" y="45307"/>
                  </a:lnTo>
                  <a:lnTo>
                    <a:pt x="33276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2504315" y="5536538"/>
              <a:ext cx="33655" cy="83185"/>
            </a:xfrm>
            <a:custGeom>
              <a:avLst/>
              <a:gdLst/>
              <a:ahLst/>
              <a:cxnLst/>
              <a:rect l="l" t="t" r="r" b="b"/>
              <a:pathLst>
                <a:path w="33654" h="83185">
                  <a:moveTo>
                    <a:pt x="0" y="0"/>
                  </a:moveTo>
                  <a:lnTo>
                    <a:pt x="0" y="83076"/>
                  </a:lnTo>
                  <a:lnTo>
                    <a:pt x="33276" y="63861"/>
                  </a:lnTo>
                  <a:lnTo>
                    <a:pt x="33276" y="192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69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2504314" y="5713279"/>
              <a:ext cx="111760" cy="83820"/>
            </a:xfrm>
            <a:custGeom>
              <a:avLst/>
              <a:gdLst/>
              <a:ahLst/>
              <a:cxnLst/>
              <a:rect l="l" t="t" r="r" b="b"/>
              <a:pathLst>
                <a:path w="111759" h="83820">
                  <a:moveTo>
                    <a:pt x="33276" y="0"/>
                  </a:moveTo>
                  <a:lnTo>
                    <a:pt x="0" y="19214"/>
                  </a:lnTo>
                  <a:lnTo>
                    <a:pt x="111745" y="83735"/>
                  </a:lnTo>
                  <a:lnTo>
                    <a:pt x="111745" y="45307"/>
                  </a:lnTo>
                  <a:lnTo>
                    <a:pt x="33276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2504315" y="5649419"/>
              <a:ext cx="33655" cy="83185"/>
            </a:xfrm>
            <a:custGeom>
              <a:avLst/>
              <a:gdLst/>
              <a:ahLst/>
              <a:cxnLst/>
              <a:rect l="l" t="t" r="r" b="b"/>
              <a:pathLst>
                <a:path w="33654" h="83185">
                  <a:moveTo>
                    <a:pt x="0" y="0"/>
                  </a:moveTo>
                  <a:lnTo>
                    <a:pt x="0" y="83076"/>
                  </a:lnTo>
                  <a:lnTo>
                    <a:pt x="33276" y="63861"/>
                  </a:lnTo>
                  <a:lnTo>
                    <a:pt x="33276" y="192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69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2504314" y="5035995"/>
              <a:ext cx="111760" cy="83820"/>
            </a:xfrm>
            <a:custGeom>
              <a:avLst/>
              <a:gdLst/>
              <a:ahLst/>
              <a:cxnLst/>
              <a:rect l="l" t="t" r="r" b="b"/>
              <a:pathLst>
                <a:path w="111759" h="83820">
                  <a:moveTo>
                    <a:pt x="33276" y="0"/>
                  </a:moveTo>
                  <a:lnTo>
                    <a:pt x="0" y="19214"/>
                  </a:lnTo>
                  <a:lnTo>
                    <a:pt x="111745" y="83735"/>
                  </a:lnTo>
                  <a:lnTo>
                    <a:pt x="111745" y="45307"/>
                  </a:lnTo>
                  <a:lnTo>
                    <a:pt x="33276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2477035" y="4995470"/>
              <a:ext cx="166370" cy="907415"/>
            </a:xfrm>
            <a:custGeom>
              <a:avLst/>
              <a:gdLst/>
              <a:ahLst/>
              <a:cxnLst/>
              <a:rect l="l" t="t" r="r" b="b"/>
              <a:pathLst>
                <a:path w="166370" h="907414">
                  <a:moveTo>
                    <a:pt x="78905" y="766835"/>
                  </a:moveTo>
                  <a:lnTo>
                    <a:pt x="27276" y="766835"/>
                  </a:lnTo>
                  <a:lnTo>
                    <a:pt x="139021" y="831346"/>
                  </a:lnTo>
                  <a:lnTo>
                    <a:pt x="139021" y="891051"/>
                  </a:lnTo>
                  <a:lnTo>
                    <a:pt x="166298" y="906799"/>
                  </a:lnTo>
                  <a:lnTo>
                    <a:pt x="166298" y="801546"/>
                  </a:lnTo>
                  <a:lnTo>
                    <a:pt x="139021" y="801546"/>
                  </a:lnTo>
                  <a:lnTo>
                    <a:pt x="78905" y="766835"/>
                  </a:lnTo>
                  <a:close/>
                </a:path>
                <a:path w="166370" h="907414">
                  <a:moveTo>
                    <a:pt x="0" y="0"/>
                  </a:moveTo>
                  <a:lnTo>
                    <a:pt x="0" y="810792"/>
                  </a:lnTo>
                  <a:lnTo>
                    <a:pt x="27276" y="826540"/>
                  </a:lnTo>
                  <a:lnTo>
                    <a:pt x="27276" y="766835"/>
                  </a:lnTo>
                  <a:lnTo>
                    <a:pt x="78905" y="766835"/>
                  </a:lnTo>
                  <a:lnTo>
                    <a:pt x="27276" y="737024"/>
                  </a:lnTo>
                  <a:lnTo>
                    <a:pt x="27276" y="653948"/>
                  </a:lnTo>
                  <a:lnTo>
                    <a:pt x="78887" y="653948"/>
                  </a:lnTo>
                  <a:lnTo>
                    <a:pt x="27276" y="624148"/>
                  </a:lnTo>
                  <a:lnTo>
                    <a:pt x="27276" y="541072"/>
                  </a:lnTo>
                  <a:lnTo>
                    <a:pt x="78896" y="541072"/>
                  </a:lnTo>
                  <a:lnTo>
                    <a:pt x="27276" y="511272"/>
                  </a:lnTo>
                  <a:lnTo>
                    <a:pt x="27276" y="428185"/>
                  </a:lnTo>
                  <a:lnTo>
                    <a:pt x="78887" y="428185"/>
                  </a:lnTo>
                  <a:lnTo>
                    <a:pt x="27276" y="398385"/>
                  </a:lnTo>
                  <a:lnTo>
                    <a:pt x="27276" y="315309"/>
                  </a:lnTo>
                  <a:lnTo>
                    <a:pt x="78896" y="315309"/>
                  </a:lnTo>
                  <a:lnTo>
                    <a:pt x="27276" y="285509"/>
                  </a:lnTo>
                  <a:lnTo>
                    <a:pt x="27276" y="202423"/>
                  </a:lnTo>
                  <a:lnTo>
                    <a:pt x="78887" y="202423"/>
                  </a:lnTo>
                  <a:lnTo>
                    <a:pt x="27276" y="172623"/>
                  </a:lnTo>
                  <a:lnTo>
                    <a:pt x="27276" y="89547"/>
                  </a:lnTo>
                  <a:lnTo>
                    <a:pt x="78896" y="89547"/>
                  </a:lnTo>
                  <a:lnTo>
                    <a:pt x="27276" y="59746"/>
                  </a:lnTo>
                  <a:lnTo>
                    <a:pt x="27276" y="15748"/>
                  </a:lnTo>
                  <a:lnTo>
                    <a:pt x="0" y="0"/>
                  </a:lnTo>
                  <a:close/>
                </a:path>
                <a:path w="166370" h="907414">
                  <a:moveTo>
                    <a:pt x="78887" y="653948"/>
                  </a:moveTo>
                  <a:lnTo>
                    <a:pt x="27276" y="653948"/>
                  </a:lnTo>
                  <a:lnTo>
                    <a:pt x="139021" y="718470"/>
                  </a:lnTo>
                  <a:lnTo>
                    <a:pt x="139021" y="801546"/>
                  </a:lnTo>
                  <a:lnTo>
                    <a:pt x="166298" y="801546"/>
                  </a:lnTo>
                  <a:lnTo>
                    <a:pt x="166298" y="688670"/>
                  </a:lnTo>
                  <a:lnTo>
                    <a:pt x="139021" y="688670"/>
                  </a:lnTo>
                  <a:lnTo>
                    <a:pt x="78887" y="653948"/>
                  </a:lnTo>
                  <a:close/>
                </a:path>
                <a:path w="166370" h="907414">
                  <a:moveTo>
                    <a:pt x="78896" y="541072"/>
                  </a:moveTo>
                  <a:lnTo>
                    <a:pt x="27276" y="541072"/>
                  </a:lnTo>
                  <a:lnTo>
                    <a:pt x="139021" y="605583"/>
                  </a:lnTo>
                  <a:lnTo>
                    <a:pt x="139021" y="688670"/>
                  </a:lnTo>
                  <a:lnTo>
                    <a:pt x="166298" y="688670"/>
                  </a:lnTo>
                  <a:lnTo>
                    <a:pt x="166298" y="575783"/>
                  </a:lnTo>
                  <a:lnTo>
                    <a:pt x="139021" y="575783"/>
                  </a:lnTo>
                  <a:lnTo>
                    <a:pt x="78896" y="541072"/>
                  </a:lnTo>
                  <a:close/>
                </a:path>
                <a:path w="166370" h="907414">
                  <a:moveTo>
                    <a:pt x="78887" y="428185"/>
                  </a:moveTo>
                  <a:lnTo>
                    <a:pt x="27276" y="428185"/>
                  </a:lnTo>
                  <a:lnTo>
                    <a:pt x="139021" y="492707"/>
                  </a:lnTo>
                  <a:lnTo>
                    <a:pt x="139021" y="575783"/>
                  </a:lnTo>
                  <a:lnTo>
                    <a:pt x="166298" y="575783"/>
                  </a:lnTo>
                  <a:lnTo>
                    <a:pt x="166298" y="462907"/>
                  </a:lnTo>
                  <a:lnTo>
                    <a:pt x="139021" y="462907"/>
                  </a:lnTo>
                  <a:lnTo>
                    <a:pt x="78887" y="428185"/>
                  </a:lnTo>
                  <a:close/>
                </a:path>
                <a:path w="166370" h="907414">
                  <a:moveTo>
                    <a:pt x="78896" y="315309"/>
                  </a:moveTo>
                  <a:lnTo>
                    <a:pt x="27276" y="315309"/>
                  </a:lnTo>
                  <a:lnTo>
                    <a:pt x="139021" y="379820"/>
                  </a:lnTo>
                  <a:lnTo>
                    <a:pt x="139021" y="462907"/>
                  </a:lnTo>
                  <a:lnTo>
                    <a:pt x="166298" y="462907"/>
                  </a:lnTo>
                  <a:lnTo>
                    <a:pt x="166298" y="350020"/>
                  </a:lnTo>
                  <a:lnTo>
                    <a:pt x="139021" y="350020"/>
                  </a:lnTo>
                  <a:lnTo>
                    <a:pt x="78896" y="315309"/>
                  </a:lnTo>
                  <a:close/>
                </a:path>
                <a:path w="166370" h="907414">
                  <a:moveTo>
                    <a:pt x="78887" y="202423"/>
                  </a:moveTo>
                  <a:lnTo>
                    <a:pt x="27276" y="202423"/>
                  </a:lnTo>
                  <a:lnTo>
                    <a:pt x="139021" y="266944"/>
                  </a:lnTo>
                  <a:lnTo>
                    <a:pt x="139021" y="350020"/>
                  </a:lnTo>
                  <a:lnTo>
                    <a:pt x="166298" y="350020"/>
                  </a:lnTo>
                  <a:lnTo>
                    <a:pt x="166298" y="237144"/>
                  </a:lnTo>
                  <a:lnTo>
                    <a:pt x="139021" y="237144"/>
                  </a:lnTo>
                  <a:lnTo>
                    <a:pt x="78887" y="202423"/>
                  </a:lnTo>
                  <a:close/>
                </a:path>
                <a:path w="166370" h="907414">
                  <a:moveTo>
                    <a:pt x="78896" y="89547"/>
                  </a:moveTo>
                  <a:lnTo>
                    <a:pt x="27276" y="89547"/>
                  </a:lnTo>
                  <a:lnTo>
                    <a:pt x="139021" y="154068"/>
                  </a:lnTo>
                  <a:lnTo>
                    <a:pt x="139021" y="237144"/>
                  </a:lnTo>
                  <a:lnTo>
                    <a:pt x="166298" y="237144"/>
                  </a:lnTo>
                  <a:lnTo>
                    <a:pt x="166298" y="124257"/>
                  </a:lnTo>
                  <a:lnTo>
                    <a:pt x="139021" y="124257"/>
                  </a:lnTo>
                  <a:lnTo>
                    <a:pt x="78896" y="89547"/>
                  </a:lnTo>
                  <a:close/>
                </a:path>
                <a:path w="166370" h="907414">
                  <a:moveTo>
                    <a:pt x="139021" y="80269"/>
                  </a:moveTo>
                  <a:lnTo>
                    <a:pt x="139021" y="124257"/>
                  </a:lnTo>
                  <a:lnTo>
                    <a:pt x="166298" y="124257"/>
                  </a:lnTo>
                  <a:lnTo>
                    <a:pt x="166298" y="96018"/>
                  </a:lnTo>
                  <a:lnTo>
                    <a:pt x="139021" y="80269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2504306" y="5072271"/>
              <a:ext cx="172720" cy="830580"/>
            </a:xfrm>
            <a:custGeom>
              <a:avLst/>
              <a:gdLst/>
              <a:ahLst/>
              <a:cxnLst/>
              <a:rect l="l" t="t" r="r" b="b"/>
              <a:pathLst>
                <a:path w="172720" h="830579">
                  <a:moveTo>
                    <a:pt x="33274" y="709244"/>
                  </a:moveTo>
                  <a:lnTo>
                    <a:pt x="0" y="690029"/>
                  </a:lnTo>
                  <a:lnTo>
                    <a:pt x="0" y="749744"/>
                  </a:lnTo>
                  <a:lnTo>
                    <a:pt x="33274" y="730529"/>
                  </a:lnTo>
                  <a:lnTo>
                    <a:pt x="33274" y="709244"/>
                  </a:lnTo>
                  <a:close/>
                </a:path>
                <a:path w="172720" h="830579">
                  <a:moveTo>
                    <a:pt x="172300" y="0"/>
                  </a:moveTo>
                  <a:lnTo>
                    <a:pt x="139026" y="19215"/>
                  </a:lnTo>
                  <a:lnTo>
                    <a:pt x="139026" y="830008"/>
                  </a:lnTo>
                  <a:lnTo>
                    <a:pt x="172300" y="810793"/>
                  </a:lnTo>
                  <a:lnTo>
                    <a:pt x="172300" y="0"/>
                  </a:lnTo>
                  <a:close/>
                </a:path>
              </a:pathLst>
            </a:custGeom>
            <a:solidFill>
              <a:srgbClr val="2B69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2477026" y="4976259"/>
              <a:ext cx="200025" cy="115570"/>
            </a:xfrm>
            <a:custGeom>
              <a:avLst/>
              <a:gdLst/>
              <a:ahLst/>
              <a:cxnLst/>
              <a:rect l="l" t="t" r="r" b="b"/>
              <a:pathLst>
                <a:path w="200025" h="115570">
                  <a:moveTo>
                    <a:pt x="60553" y="15748"/>
                  </a:moveTo>
                  <a:lnTo>
                    <a:pt x="33274" y="0"/>
                  </a:lnTo>
                  <a:lnTo>
                    <a:pt x="0" y="19215"/>
                  </a:lnTo>
                  <a:lnTo>
                    <a:pt x="27279" y="34963"/>
                  </a:lnTo>
                  <a:lnTo>
                    <a:pt x="60553" y="15748"/>
                  </a:lnTo>
                  <a:close/>
                </a:path>
                <a:path w="200025" h="115570">
                  <a:moveTo>
                    <a:pt x="199580" y="96012"/>
                  </a:moveTo>
                  <a:lnTo>
                    <a:pt x="172313" y="80264"/>
                  </a:lnTo>
                  <a:lnTo>
                    <a:pt x="139026" y="99479"/>
                  </a:lnTo>
                  <a:lnTo>
                    <a:pt x="166306" y="115227"/>
                  </a:lnTo>
                  <a:lnTo>
                    <a:pt x="199580" y="96012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504314" y="5085015"/>
              <a:ext cx="111745" cy="147595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12504306" y="4923415"/>
              <a:ext cx="764540" cy="132080"/>
            </a:xfrm>
            <a:custGeom>
              <a:avLst/>
              <a:gdLst/>
              <a:ahLst/>
              <a:cxnLst/>
              <a:rect l="l" t="t" r="r" b="b"/>
              <a:pathLst>
                <a:path w="764540" h="132079">
                  <a:moveTo>
                    <a:pt x="33274" y="68592"/>
                  </a:moveTo>
                  <a:lnTo>
                    <a:pt x="0" y="87807"/>
                  </a:lnTo>
                  <a:lnTo>
                    <a:pt x="0" y="131800"/>
                  </a:lnTo>
                  <a:lnTo>
                    <a:pt x="33274" y="112598"/>
                  </a:lnTo>
                  <a:lnTo>
                    <a:pt x="33274" y="68592"/>
                  </a:lnTo>
                  <a:close/>
                </a:path>
                <a:path w="764540" h="132079">
                  <a:moveTo>
                    <a:pt x="764184" y="21475"/>
                  </a:moveTo>
                  <a:lnTo>
                    <a:pt x="726986" y="0"/>
                  </a:lnTo>
                  <a:lnTo>
                    <a:pt x="726986" y="95427"/>
                  </a:lnTo>
                  <a:lnTo>
                    <a:pt x="764184" y="73952"/>
                  </a:lnTo>
                  <a:lnTo>
                    <a:pt x="764184" y="21475"/>
                  </a:lnTo>
                  <a:close/>
                </a:path>
              </a:pathLst>
            </a:custGeom>
            <a:solidFill>
              <a:srgbClr val="2B69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3211426" y="4888991"/>
              <a:ext cx="229870" cy="966469"/>
            </a:xfrm>
            <a:custGeom>
              <a:avLst/>
              <a:gdLst/>
              <a:ahLst/>
              <a:cxnLst/>
              <a:rect l="l" t="t" r="r" b="b"/>
              <a:pathLst>
                <a:path w="229869" h="966470">
                  <a:moveTo>
                    <a:pt x="0" y="0"/>
                  </a:moveTo>
                  <a:lnTo>
                    <a:pt x="0" y="118373"/>
                  </a:lnTo>
                  <a:lnTo>
                    <a:pt x="19873" y="129849"/>
                  </a:lnTo>
                  <a:lnTo>
                    <a:pt x="19873" y="34417"/>
                  </a:lnTo>
                  <a:lnTo>
                    <a:pt x="209511" y="143911"/>
                  </a:lnTo>
                  <a:lnTo>
                    <a:pt x="209511" y="954693"/>
                  </a:lnTo>
                  <a:lnTo>
                    <a:pt x="229385" y="966169"/>
                  </a:lnTo>
                  <a:lnTo>
                    <a:pt x="229385" y="132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3440812" y="4999951"/>
              <a:ext cx="37465" cy="855344"/>
            </a:xfrm>
            <a:custGeom>
              <a:avLst/>
              <a:gdLst/>
              <a:ahLst/>
              <a:cxnLst/>
              <a:rect l="l" t="t" r="r" b="b"/>
              <a:pathLst>
                <a:path w="37465" h="855345">
                  <a:moveTo>
                    <a:pt x="37192" y="0"/>
                  </a:moveTo>
                  <a:lnTo>
                    <a:pt x="0" y="21475"/>
                  </a:lnTo>
                  <a:lnTo>
                    <a:pt x="0" y="855209"/>
                  </a:lnTo>
                  <a:lnTo>
                    <a:pt x="37192" y="833733"/>
                  </a:lnTo>
                  <a:lnTo>
                    <a:pt x="37192" y="0"/>
                  </a:lnTo>
                  <a:close/>
                </a:path>
              </a:pathLst>
            </a:custGeom>
            <a:solidFill>
              <a:srgbClr val="2B69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3211426" y="4867511"/>
              <a:ext cx="266700" cy="154305"/>
            </a:xfrm>
            <a:custGeom>
              <a:avLst/>
              <a:gdLst/>
              <a:ahLst/>
              <a:cxnLst/>
              <a:rect l="l" t="t" r="r" b="b"/>
              <a:pathLst>
                <a:path w="266700" h="154304">
                  <a:moveTo>
                    <a:pt x="37192" y="0"/>
                  </a:moveTo>
                  <a:lnTo>
                    <a:pt x="0" y="21475"/>
                  </a:lnTo>
                  <a:lnTo>
                    <a:pt x="229385" y="153911"/>
                  </a:lnTo>
                  <a:lnTo>
                    <a:pt x="266578" y="132435"/>
                  </a:lnTo>
                  <a:lnTo>
                    <a:pt x="3719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964165" y="6950867"/>
              <a:ext cx="1094445" cy="843467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47972" y="2316067"/>
              <a:ext cx="2281712" cy="3308062"/>
            </a:xfrm>
            <a:prstGeom prst="rect">
              <a:avLst/>
            </a:prstGeom>
          </p:spPr>
        </p:pic>
        <p:sp>
          <p:nvSpPr>
            <p:cNvPr id="109" name="object 109" descr=""/>
            <p:cNvSpPr/>
            <p:nvPr/>
          </p:nvSpPr>
          <p:spPr>
            <a:xfrm>
              <a:off x="8866431" y="5391227"/>
              <a:ext cx="3535045" cy="2028825"/>
            </a:xfrm>
            <a:custGeom>
              <a:avLst/>
              <a:gdLst/>
              <a:ahLst/>
              <a:cxnLst/>
              <a:rect l="l" t="t" r="r" b="b"/>
              <a:pathLst>
                <a:path w="3535045" h="2028825">
                  <a:moveTo>
                    <a:pt x="1771485" y="0"/>
                  </a:moveTo>
                  <a:lnTo>
                    <a:pt x="0" y="1007822"/>
                  </a:lnTo>
                  <a:lnTo>
                    <a:pt x="1763119" y="2028440"/>
                  </a:lnTo>
                  <a:lnTo>
                    <a:pt x="3534635" y="1020691"/>
                  </a:lnTo>
                  <a:lnTo>
                    <a:pt x="1771485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68651" y="2087529"/>
              <a:ext cx="2143765" cy="5085204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7182828" y="5036064"/>
              <a:ext cx="502284" cy="399415"/>
            </a:xfrm>
            <a:custGeom>
              <a:avLst/>
              <a:gdLst/>
              <a:ahLst/>
              <a:cxnLst/>
              <a:rect l="l" t="t" r="r" b="b"/>
              <a:pathLst>
                <a:path w="502284" h="399414">
                  <a:moveTo>
                    <a:pt x="177596" y="329463"/>
                  </a:moveTo>
                  <a:lnTo>
                    <a:pt x="122174" y="297878"/>
                  </a:lnTo>
                  <a:lnTo>
                    <a:pt x="0" y="367436"/>
                  </a:lnTo>
                  <a:lnTo>
                    <a:pt x="55460" y="399046"/>
                  </a:lnTo>
                  <a:lnTo>
                    <a:pt x="177596" y="329463"/>
                  </a:lnTo>
                  <a:close/>
                </a:path>
                <a:path w="502284" h="399414">
                  <a:moveTo>
                    <a:pt x="501675" y="31610"/>
                  </a:moveTo>
                  <a:lnTo>
                    <a:pt x="446227" y="0"/>
                  </a:lnTo>
                  <a:lnTo>
                    <a:pt x="339242" y="60934"/>
                  </a:lnTo>
                  <a:lnTo>
                    <a:pt x="394690" y="92519"/>
                  </a:lnTo>
                  <a:lnTo>
                    <a:pt x="501675" y="31610"/>
                  </a:lnTo>
                  <a:close/>
                </a:path>
              </a:pathLst>
            </a:custGeom>
            <a:solidFill>
              <a:srgbClr val="4E82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6853974" y="5044281"/>
              <a:ext cx="1974850" cy="634365"/>
            </a:xfrm>
            <a:custGeom>
              <a:avLst/>
              <a:gdLst/>
              <a:ahLst/>
              <a:cxnLst/>
              <a:rect l="l" t="t" r="r" b="b"/>
              <a:pathLst>
                <a:path w="1974850" h="634364">
                  <a:moveTo>
                    <a:pt x="167220" y="570306"/>
                  </a:moveTo>
                  <a:lnTo>
                    <a:pt x="111760" y="538746"/>
                  </a:lnTo>
                  <a:lnTo>
                    <a:pt x="0" y="602373"/>
                  </a:lnTo>
                  <a:lnTo>
                    <a:pt x="55435" y="633971"/>
                  </a:lnTo>
                  <a:lnTo>
                    <a:pt x="167220" y="570306"/>
                  </a:lnTo>
                  <a:close/>
                </a:path>
                <a:path w="1974850" h="634364">
                  <a:moveTo>
                    <a:pt x="1293164" y="68922"/>
                  </a:moveTo>
                  <a:lnTo>
                    <a:pt x="1168641" y="0"/>
                  </a:lnTo>
                  <a:lnTo>
                    <a:pt x="1113218" y="31457"/>
                  </a:lnTo>
                  <a:lnTo>
                    <a:pt x="1234262" y="100380"/>
                  </a:lnTo>
                  <a:lnTo>
                    <a:pt x="1293164" y="68922"/>
                  </a:lnTo>
                  <a:close/>
                </a:path>
                <a:path w="1974850" h="634364">
                  <a:moveTo>
                    <a:pt x="1634972" y="182219"/>
                  </a:moveTo>
                  <a:lnTo>
                    <a:pt x="1528013" y="121310"/>
                  </a:lnTo>
                  <a:lnTo>
                    <a:pt x="1451343" y="160972"/>
                  </a:lnTo>
                  <a:lnTo>
                    <a:pt x="1558302" y="221894"/>
                  </a:lnTo>
                  <a:lnTo>
                    <a:pt x="1634972" y="182219"/>
                  </a:lnTo>
                  <a:close/>
                </a:path>
                <a:path w="1974850" h="634364">
                  <a:moveTo>
                    <a:pt x="1974240" y="130352"/>
                  </a:moveTo>
                  <a:lnTo>
                    <a:pt x="1852079" y="60782"/>
                  </a:lnTo>
                  <a:lnTo>
                    <a:pt x="1775421" y="100495"/>
                  </a:lnTo>
                  <a:lnTo>
                    <a:pt x="1897595" y="170053"/>
                  </a:lnTo>
                  <a:lnTo>
                    <a:pt x="1974240" y="130352"/>
                  </a:lnTo>
                  <a:close/>
                </a:path>
              </a:pathLst>
            </a:custGeom>
            <a:solidFill>
              <a:srgbClr val="5587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8313750" y="5680233"/>
              <a:ext cx="502284" cy="399415"/>
            </a:xfrm>
            <a:custGeom>
              <a:avLst/>
              <a:gdLst/>
              <a:ahLst/>
              <a:cxnLst/>
              <a:rect l="l" t="t" r="r" b="b"/>
              <a:pathLst>
                <a:path w="502284" h="399414">
                  <a:moveTo>
                    <a:pt x="177571" y="329438"/>
                  </a:moveTo>
                  <a:lnTo>
                    <a:pt x="122161" y="297865"/>
                  </a:lnTo>
                  <a:lnTo>
                    <a:pt x="0" y="367436"/>
                  </a:lnTo>
                  <a:lnTo>
                    <a:pt x="55410" y="399034"/>
                  </a:lnTo>
                  <a:lnTo>
                    <a:pt x="177571" y="329438"/>
                  </a:lnTo>
                  <a:close/>
                </a:path>
                <a:path w="502284" h="399414">
                  <a:moveTo>
                    <a:pt x="501662" y="31559"/>
                  </a:moveTo>
                  <a:lnTo>
                    <a:pt x="446201" y="0"/>
                  </a:lnTo>
                  <a:lnTo>
                    <a:pt x="339229" y="60896"/>
                  </a:lnTo>
                  <a:lnTo>
                    <a:pt x="394665" y="92506"/>
                  </a:lnTo>
                  <a:lnTo>
                    <a:pt x="501662" y="31559"/>
                  </a:lnTo>
                  <a:close/>
                </a:path>
              </a:pathLst>
            </a:custGeom>
            <a:solidFill>
              <a:srgbClr val="4E82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6780847" y="5646654"/>
              <a:ext cx="1371600" cy="717550"/>
            </a:xfrm>
            <a:custGeom>
              <a:avLst/>
              <a:gdLst/>
              <a:ahLst/>
              <a:cxnLst/>
              <a:rect l="l" t="t" r="r" b="b"/>
              <a:pathLst>
                <a:path w="1371600" h="717550">
                  <a:moveTo>
                    <a:pt x="197688" y="71005"/>
                  </a:moveTo>
                  <a:lnTo>
                    <a:pt x="73139" y="0"/>
                  </a:lnTo>
                  <a:lnTo>
                    <a:pt x="0" y="41783"/>
                  </a:lnTo>
                  <a:lnTo>
                    <a:pt x="121043" y="110705"/>
                  </a:lnTo>
                  <a:lnTo>
                    <a:pt x="197688" y="71005"/>
                  </a:lnTo>
                  <a:close/>
                </a:path>
                <a:path w="1371600" h="717550">
                  <a:moveTo>
                    <a:pt x="521741" y="255562"/>
                  </a:moveTo>
                  <a:lnTo>
                    <a:pt x="414756" y="194665"/>
                  </a:lnTo>
                  <a:lnTo>
                    <a:pt x="338112" y="234327"/>
                  </a:lnTo>
                  <a:lnTo>
                    <a:pt x="445084" y="295262"/>
                  </a:lnTo>
                  <a:lnTo>
                    <a:pt x="521741" y="255562"/>
                  </a:lnTo>
                  <a:close/>
                </a:path>
                <a:path w="1371600" h="717550">
                  <a:moveTo>
                    <a:pt x="861009" y="203720"/>
                  </a:moveTo>
                  <a:lnTo>
                    <a:pt x="738847" y="134150"/>
                  </a:lnTo>
                  <a:lnTo>
                    <a:pt x="662190" y="173837"/>
                  </a:lnTo>
                  <a:lnTo>
                    <a:pt x="784313" y="243420"/>
                  </a:lnTo>
                  <a:lnTo>
                    <a:pt x="861009" y="203720"/>
                  </a:lnTo>
                  <a:close/>
                </a:path>
                <a:path w="1371600" h="717550">
                  <a:moveTo>
                    <a:pt x="1371257" y="612089"/>
                  </a:moveTo>
                  <a:lnTo>
                    <a:pt x="1315770" y="580504"/>
                  </a:lnTo>
                  <a:lnTo>
                    <a:pt x="1204048" y="644156"/>
                  </a:lnTo>
                  <a:lnTo>
                    <a:pt x="1078077" y="572401"/>
                  </a:lnTo>
                  <a:lnTo>
                    <a:pt x="1001407" y="612089"/>
                  </a:lnTo>
                  <a:lnTo>
                    <a:pt x="1186319" y="717397"/>
                  </a:lnTo>
                  <a:lnTo>
                    <a:pt x="1371257" y="612089"/>
                  </a:lnTo>
                  <a:close/>
                </a:path>
              </a:pathLst>
            </a:custGeom>
            <a:solidFill>
              <a:srgbClr val="5587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7969319" y="7313377"/>
              <a:ext cx="1369695" cy="843915"/>
            </a:xfrm>
            <a:custGeom>
              <a:avLst/>
              <a:gdLst/>
              <a:ahLst/>
              <a:cxnLst/>
              <a:rect l="l" t="t" r="r" b="b"/>
              <a:pathLst>
                <a:path w="1369695" h="843915">
                  <a:moveTo>
                    <a:pt x="1369131" y="0"/>
                  </a:moveTo>
                  <a:lnTo>
                    <a:pt x="0" y="779976"/>
                  </a:lnTo>
                  <a:lnTo>
                    <a:pt x="0" y="843356"/>
                  </a:lnTo>
                  <a:lnTo>
                    <a:pt x="1369131" y="63380"/>
                  </a:lnTo>
                  <a:lnTo>
                    <a:pt x="1369131" y="0"/>
                  </a:lnTo>
                  <a:close/>
                </a:path>
              </a:pathLst>
            </a:custGeom>
            <a:solidFill>
              <a:srgbClr val="6FBD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6682893" y="7360635"/>
              <a:ext cx="1286510" cy="796290"/>
            </a:xfrm>
            <a:custGeom>
              <a:avLst/>
              <a:gdLst/>
              <a:ahLst/>
              <a:cxnLst/>
              <a:rect l="l" t="t" r="r" b="b"/>
              <a:pathLst>
                <a:path w="1286509" h="796290">
                  <a:moveTo>
                    <a:pt x="0" y="0"/>
                  </a:moveTo>
                  <a:lnTo>
                    <a:pt x="0" y="63327"/>
                  </a:lnTo>
                  <a:lnTo>
                    <a:pt x="1286421" y="796101"/>
                  </a:lnTo>
                  <a:lnTo>
                    <a:pt x="1286421" y="73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A3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6780856" y="5012683"/>
              <a:ext cx="1186815" cy="2340610"/>
            </a:xfrm>
            <a:custGeom>
              <a:avLst/>
              <a:gdLst/>
              <a:ahLst/>
              <a:cxnLst/>
              <a:rect l="l" t="t" r="r" b="b"/>
              <a:pathLst>
                <a:path w="1186815" h="2340609">
                  <a:moveTo>
                    <a:pt x="184884" y="570338"/>
                  </a:moveTo>
                  <a:lnTo>
                    <a:pt x="0" y="675644"/>
                  </a:lnTo>
                  <a:lnTo>
                    <a:pt x="0" y="2340399"/>
                  </a:lnTo>
                  <a:lnTo>
                    <a:pt x="655258" y="1967186"/>
                  </a:lnTo>
                  <a:lnTo>
                    <a:pt x="184926" y="1967186"/>
                  </a:lnTo>
                  <a:lnTo>
                    <a:pt x="184884" y="1615856"/>
                  </a:lnTo>
                  <a:lnTo>
                    <a:pt x="401977" y="1492205"/>
                  </a:lnTo>
                  <a:lnTo>
                    <a:pt x="524151" y="1492205"/>
                  </a:lnTo>
                  <a:lnTo>
                    <a:pt x="524151" y="1422595"/>
                  </a:lnTo>
                  <a:lnTo>
                    <a:pt x="632990" y="1360607"/>
                  </a:lnTo>
                  <a:lnTo>
                    <a:pt x="184926" y="1360607"/>
                  </a:lnTo>
                  <a:lnTo>
                    <a:pt x="184884" y="1009267"/>
                  </a:lnTo>
                  <a:lnTo>
                    <a:pt x="401977" y="885637"/>
                  </a:lnTo>
                  <a:lnTo>
                    <a:pt x="524151" y="885637"/>
                  </a:lnTo>
                  <a:lnTo>
                    <a:pt x="524151" y="816058"/>
                  </a:lnTo>
                  <a:lnTo>
                    <a:pt x="633073" y="754018"/>
                  </a:lnTo>
                  <a:lnTo>
                    <a:pt x="184926" y="754018"/>
                  </a:lnTo>
                  <a:lnTo>
                    <a:pt x="184884" y="570338"/>
                  </a:lnTo>
                  <a:close/>
                </a:path>
                <a:path w="1186815" h="2340609">
                  <a:moveTo>
                    <a:pt x="524151" y="1492205"/>
                  </a:moveTo>
                  <a:lnTo>
                    <a:pt x="401977" y="1492205"/>
                  </a:lnTo>
                  <a:lnTo>
                    <a:pt x="401977" y="1843545"/>
                  </a:lnTo>
                  <a:lnTo>
                    <a:pt x="184926" y="1967186"/>
                  </a:lnTo>
                  <a:lnTo>
                    <a:pt x="655258" y="1967186"/>
                  </a:lnTo>
                  <a:lnTo>
                    <a:pt x="994496" y="1773966"/>
                  </a:lnTo>
                  <a:lnTo>
                    <a:pt x="524151" y="1773966"/>
                  </a:lnTo>
                  <a:lnTo>
                    <a:pt x="524151" y="1492205"/>
                  </a:lnTo>
                  <a:close/>
                </a:path>
                <a:path w="1186815" h="2340609">
                  <a:moveTo>
                    <a:pt x="848204" y="1298965"/>
                  </a:moveTo>
                  <a:lnTo>
                    <a:pt x="741223" y="1298965"/>
                  </a:lnTo>
                  <a:lnTo>
                    <a:pt x="741244" y="1650316"/>
                  </a:lnTo>
                  <a:lnTo>
                    <a:pt x="524151" y="1773966"/>
                  </a:lnTo>
                  <a:lnTo>
                    <a:pt x="994496" y="1773966"/>
                  </a:lnTo>
                  <a:lnTo>
                    <a:pt x="1186351" y="1664692"/>
                  </a:lnTo>
                  <a:lnTo>
                    <a:pt x="1186351" y="1589386"/>
                  </a:lnTo>
                  <a:lnTo>
                    <a:pt x="848204" y="1589386"/>
                  </a:lnTo>
                  <a:lnTo>
                    <a:pt x="848204" y="1298965"/>
                  </a:lnTo>
                  <a:close/>
                </a:path>
                <a:path w="1186815" h="2340609">
                  <a:moveTo>
                    <a:pt x="1186351" y="1114374"/>
                  </a:moveTo>
                  <a:lnTo>
                    <a:pt x="1065297" y="1114374"/>
                  </a:lnTo>
                  <a:lnTo>
                    <a:pt x="1065297" y="1465725"/>
                  </a:lnTo>
                  <a:lnTo>
                    <a:pt x="848204" y="1589386"/>
                  </a:lnTo>
                  <a:lnTo>
                    <a:pt x="1186351" y="1589386"/>
                  </a:lnTo>
                  <a:lnTo>
                    <a:pt x="1186351" y="1114374"/>
                  </a:lnTo>
                  <a:close/>
                </a:path>
                <a:path w="1186815" h="2340609">
                  <a:moveTo>
                    <a:pt x="524151" y="885637"/>
                  </a:moveTo>
                  <a:lnTo>
                    <a:pt x="401977" y="885637"/>
                  </a:lnTo>
                  <a:lnTo>
                    <a:pt x="401977" y="1236957"/>
                  </a:lnTo>
                  <a:lnTo>
                    <a:pt x="184926" y="1360607"/>
                  </a:lnTo>
                  <a:lnTo>
                    <a:pt x="632990" y="1360607"/>
                  </a:lnTo>
                  <a:lnTo>
                    <a:pt x="741223" y="1298965"/>
                  </a:lnTo>
                  <a:lnTo>
                    <a:pt x="848204" y="1298965"/>
                  </a:lnTo>
                  <a:lnTo>
                    <a:pt x="848204" y="1238025"/>
                  </a:lnTo>
                  <a:lnTo>
                    <a:pt x="972220" y="1167388"/>
                  </a:lnTo>
                  <a:lnTo>
                    <a:pt x="524151" y="1167388"/>
                  </a:lnTo>
                  <a:lnTo>
                    <a:pt x="524151" y="885637"/>
                  </a:lnTo>
                  <a:close/>
                </a:path>
                <a:path w="1186815" h="2340609">
                  <a:moveTo>
                    <a:pt x="848204" y="692418"/>
                  </a:moveTo>
                  <a:lnTo>
                    <a:pt x="741223" y="692418"/>
                  </a:lnTo>
                  <a:lnTo>
                    <a:pt x="741244" y="1043737"/>
                  </a:lnTo>
                  <a:lnTo>
                    <a:pt x="524151" y="1167388"/>
                  </a:lnTo>
                  <a:lnTo>
                    <a:pt x="972220" y="1167388"/>
                  </a:lnTo>
                  <a:lnTo>
                    <a:pt x="1065297" y="1114374"/>
                  </a:lnTo>
                  <a:lnTo>
                    <a:pt x="1186351" y="1114374"/>
                  </a:lnTo>
                  <a:lnTo>
                    <a:pt x="1186351" y="982797"/>
                  </a:lnTo>
                  <a:lnTo>
                    <a:pt x="848204" y="982797"/>
                  </a:lnTo>
                  <a:lnTo>
                    <a:pt x="848204" y="692418"/>
                  </a:lnTo>
                  <a:close/>
                </a:path>
                <a:path w="1186815" h="2340609">
                  <a:moveTo>
                    <a:pt x="1186351" y="507785"/>
                  </a:moveTo>
                  <a:lnTo>
                    <a:pt x="1065297" y="507785"/>
                  </a:lnTo>
                  <a:lnTo>
                    <a:pt x="1065297" y="859146"/>
                  </a:lnTo>
                  <a:lnTo>
                    <a:pt x="848204" y="982797"/>
                  </a:lnTo>
                  <a:lnTo>
                    <a:pt x="1186351" y="982797"/>
                  </a:lnTo>
                  <a:lnTo>
                    <a:pt x="1186351" y="507785"/>
                  </a:lnTo>
                  <a:close/>
                </a:path>
                <a:path w="1186815" h="2340609">
                  <a:moveTo>
                    <a:pt x="524151" y="321246"/>
                  </a:moveTo>
                  <a:lnTo>
                    <a:pt x="401977" y="390815"/>
                  </a:lnTo>
                  <a:lnTo>
                    <a:pt x="401977" y="630378"/>
                  </a:lnTo>
                  <a:lnTo>
                    <a:pt x="184926" y="754018"/>
                  </a:lnTo>
                  <a:lnTo>
                    <a:pt x="633073" y="754018"/>
                  </a:lnTo>
                  <a:lnTo>
                    <a:pt x="741223" y="692418"/>
                  </a:lnTo>
                  <a:lnTo>
                    <a:pt x="848204" y="692418"/>
                  </a:lnTo>
                  <a:lnTo>
                    <a:pt x="848204" y="631457"/>
                  </a:lnTo>
                  <a:lnTo>
                    <a:pt x="972218" y="560810"/>
                  </a:lnTo>
                  <a:lnTo>
                    <a:pt x="524151" y="560810"/>
                  </a:lnTo>
                  <a:lnTo>
                    <a:pt x="524151" y="321246"/>
                  </a:lnTo>
                  <a:close/>
                </a:path>
                <a:path w="1186815" h="2340609">
                  <a:moveTo>
                    <a:pt x="848204" y="23371"/>
                  </a:moveTo>
                  <a:lnTo>
                    <a:pt x="741223" y="84311"/>
                  </a:lnTo>
                  <a:lnTo>
                    <a:pt x="741244" y="437159"/>
                  </a:lnTo>
                  <a:lnTo>
                    <a:pt x="524151" y="560810"/>
                  </a:lnTo>
                  <a:lnTo>
                    <a:pt x="972218" y="560810"/>
                  </a:lnTo>
                  <a:lnTo>
                    <a:pt x="1065297" y="507785"/>
                  </a:lnTo>
                  <a:lnTo>
                    <a:pt x="1186351" y="507785"/>
                  </a:lnTo>
                  <a:lnTo>
                    <a:pt x="1186351" y="376229"/>
                  </a:lnTo>
                  <a:lnTo>
                    <a:pt x="848204" y="376229"/>
                  </a:lnTo>
                  <a:lnTo>
                    <a:pt x="848204" y="23371"/>
                  </a:lnTo>
                  <a:close/>
                </a:path>
                <a:path w="1186815" h="2340609">
                  <a:moveTo>
                    <a:pt x="1186351" y="0"/>
                  </a:moveTo>
                  <a:lnTo>
                    <a:pt x="1065297" y="68950"/>
                  </a:lnTo>
                  <a:lnTo>
                    <a:pt x="1065297" y="252568"/>
                  </a:lnTo>
                  <a:lnTo>
                    <a:pt x="848204" y="376229"/>
                  </a:lnTo>
                  <a:lnTo>
                    <a:pt x="1186351" y="376229"/>
                  </a:lnTo>
                  <a:lnTo>
                    <a:pt x="1186351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6836279" y="5044280"/>
              <a:ext cx="1186815" cy="2340610"/>
            </a:xfrm>
            <a:custGeom>
              <a:avLst/>
              <a:gdLst/>
              <a:ahLst/>
              <a:cxnLst/>
              <a:rect l="l" t="t" r="r" b="b"/>
              <a:pathLst>
                <a:path w="1186815" h="2340609">
                  <a:moveTo>
                    <a:pt x="184926" y="570307"/>
                  </a:moveTo>
                  <a:lnTo>
                    <a:pt x="0" y="675623"/>
                  </a:lnTo>
                  <a:lnTo>
                    <a:pt x="0" y="2340379"/>
                  </a:lnTo>
                  <a:lnTo>
                    <a:pt x="655205" y="1967186"/>
                  </a:lnTo>
                  <a:lnTo>
                    <a:pt x="184926" y="1967186"/>
                  </a:lnTo>
                  <a:lnTo>
                    <a:pt x="184926" y="1615835"/>
                  </a:lnTo>
                  <a:lnTo>
                    <a:pt x="401987" y="1492174"/>
                  </a:lnTo>
                  <a:lnTo>
                    <a:pt x="524151" y="1492174"/>
                  </a:lnTo>
                  <a:lnTo>
                    <a:pt x="524151" y="1422605"/>
                  </a:lnTo>
                  <a:lnTo>
                    <a:pt x="632982" y="1360618"/>
                  </a:lnTo>
                  <a:lnTo>
                    <a:pt x="184926" y="1360618"/>
                  </a:lnTo>
                  <a:lnTo>
                    <a:pt x="184926" y="1009246"/>
                  </a:lnTo>
                  <a:lnTo>
                    <a:pt x="401987" y="885606"/>
                  </a:lnTo>
                  <a:lnTo>
                    <a:pt x="524151" y="885606"/>
                  </a:lnTo>
                  <a:lnTo>
                    <a:pt x="524151" y="816037"/>
                  </a:lnTo>
                  <a:lnTo>
                    <a:pt x="633001" y="754029"/>
                  </a:lnTo>
                  <a:lnTo>
                    <a:pt x="184926" y="754029"/>
                  </a:lnTo>
                  <a:lnTo>
                    <a:pt x="184926" y="570307"/>
                  </a:lnTo>
                  <a:close/>
                </a:path>
                <a:path w="1186815" h="2340609">
                  <a:moveTo>
                    <a:pt x="524151" y="1492174"/>
                  </a:moveTo>
                  <a:lnTo>
                    <a:pt x="401987" y="1492174"/>
                  </a:lnTo>
                  <a:lnTo>
                    <a:pt x="402019" y="1843556"/>
                  </a:lnTo>
                  <a:lnTo>
                    <a:pt x="184926" y="1967186"/>
                  </a:lnTo>
                  <a:lnTo>
                    <a:pt x="655205" y="1967186"/>
                  </a:lnTo>
                  <a:lnTo>
                    <a:pt x="994472" y="1773945"/>
                  </a:lnTo>
                  <a:lnTo>
                    <a:pt x="524151" y="1773945"/>
                  </a:lnTo>
                  <a:lnTo>
                    <a:pt x="524151" y="1492174"/>
                  </a:lnTo>
                  <a:close/>
                </a:path>
                <a:path w="1186815" h="2340609">
                  <a:moveTo>
                    <a:pt x="848235" y="1298955"/>
                  </a:moveTo>
                  <a:lnTo>
                    <a:pt x="741244" y="1298955"/>
                  </a:lnTo>
                  <a:lnTo>
                    <a:pt x="741244" y="1650274"/>
                  </a:lnTo>
                  <a:lnTo>
                    <a:pt x="524151" y="1773945"/>
                  </a:lnTo>
                  <a:lnTo>
                    <a:pt x="994472" y="1773945"/>
                  </a:lnTo>
                  <a:lnTo>
                    <a:pt x="1186340" y="1664661"/>
                  </a:lnTo>
                  <a:lnTo>
                    <a:pt x="1186340" y="1589354"/>
                  </a:lnTo>
                  <a:lnTo>
                    <a:pt x="848235" y="1589354"/>
                  </a:lnTo>
                  <a:lnTo>
                    <a:pt x="848235" y="1298955"/>
                  </a:lnTo>
                  <a:close/>
                </a:path>
                <a:path w="1186815" h="2340609">
                  <a:moveTo>
                    <a:pt x="1186340" y="1114374"/>
                  </a:moveTo>
                  <a:lnTo>
                    <a:pt x="1065307" y="1114374"/>
                  </a:lnTo>
                  <a:lnTo>
                    <a:pt x="1065307" y="1465704"/>
                  </a:lnTo>
                  <a:lnTo>
                    <a:pt x="848235" y="1589354"/>
                  </a:lnTo>
                  <a:lnTo>
                    <a:pt x="1186340" y="1589354"/>
                  </a:lnTo>
                  <a:lnTo>
                    <a:pt x="1186340" y="1114374"/>
                  </a:lnTo>
                  <a:close/>
                </a:path>
                <a:path w="1186815" h="2340609">
                  <a:moveTo>
                    <a:pt x="524151" y="885606"/>
                  </a:moveTo>
                  <a:lnTo>
                    <a:pt x="401987" y="885606"/>
                  </a:lnTo>
                  <a:lnTo>
                    <a:pt x="402019" y="1236967"/>
                  </a:lnTo>
                  <a:lnTo>
                    <a:pt x="184926" y="1360618"/>
                  </a:lnTo>
                  <a:lnTo>
                    <a:pt x="632982" y="1360618"/>
                  </a:lnTo>
                  <a:lnTo>
                    <a:pt x="741244" y="1298955"/>
                  </a:lnTo>
                  <a:lnTo>
                    <a:pt x="848235" y="1298955"/>
                  </a:lnTo>
                  <a:lnTo>
                    <a:pt x="848235" y="1238025"/>
                  </a:lnTo>
                  <a:lnTo>
                    <a:pt x="972258" y="1167378"/>
                  </a:lnTo>
                  <a:lnTo>
                    <a:pt x="524151" y="1167378"/>
                  </a:lnTo>
                  <a:lnTo>
                    <a:pt x="524151" y="885606"/>
                  </a:lnTo>
                  <a:close/>
                </a:path>
                <a:path w="1186815" h="2340609">
                  <a:moveTo>
                    <a:pt x="848235" y="692366"/>
                  </a:moveTo>
                  <a:lnTo>
                    <a:pt x="741244" y="692366"/>
                  </a:lnTo>
                  <a:lnTo>
                    <a:pt x="741244" y="1043706"/>
                  </a:lnTo>
                  <a:lnTo>
                    <a:pt x="524151" y="1167378"/>
                  </a:lnTo>
                  <a:lnTo>
                    <a:pt x="972258" y="1167378"/>
                  </a:lnTo>
                  <a:lnTo>
                    <a:pt x="1065307" y="1114374"/>
                  </a:lnTo>
                  <a:lnTo>
                    <a:pt x="1186340" y="1114374"/>
                  </a:lnTo>
                  <a:lnTo>
                    <a:pt x="1186340" y="982776"/>
                  </a:lnTo>
                  <a:lnTo>
                    <a:pt x="848235" y="982776"/>
                  </a:lnTo>
                  <a:lnTo>
                    <a:pt x="848235" y="692366"/>
                  </a:lnTo>
                  <a:close/>
                </a:path>
                <a:path w="1186815" h="2340609">
                  <a:moveTo>
                    <a:pt x="1186340" y="507785"/>
                  </a:moveTo>
                  <a:lnTo>
                    <a:pt x="1065307" y="507785"/>
                  </a:lnTo>
                  <a:lnTo>
                    <a:pt x="1065307" y="859115"/>
                  </a:lnTo>
                  <a:lnTo>
                    <a:pt x="848235" y="982776"/>
                  </a:lnTo>
                  <a:lnTo>
                    <a:pt x="1186340" y="982776"/>
                  </a:lnTo>
                  <a:lnTo>
                    <a:pt x="1186340" y="507785"/>
                  </a:lnTo>
                  <a:close/>
                </a:path>
                <a:path w="1186815" h="2340609">
                  <a:moveTo>
                    <a:pt x="524151" y="321246"/>
                  </a:moveTo>
                  <a:lnTo>
                    <a:pt x="402019" y="390825"/>
                  </a:lnTo>
                  <a:lnTo>
                    <a:pt x="402019" y="630389"/>
                  </a:lnTo>
                  <a:lnTo>
                    <a:pt x="184926" y="754029"/>
                  </a:lnTo>
                  <a:lnTo>
                    <a:pt x="633001" y="754029"/>
                  </a:lnTo>
                  <a:lnTo>
                    <a:pt x="741244" y="692366"/>
                  </a:lnTo>
                  <a:lnTo>
                    <a:pt x="848235" y="692366"/>
                  </a:lnTo>
                  <a:lnTo>
                    <a:pt x="848235" y="631446"/>
                  </a:lnTo>
                  <a:lnTo>
                    <a:pt x="972229" y="560810"/>
                  </a:lnTo>
                  <a:lnTo>
                    <a:pt x="524151" y="560810"/>
                  </a:lnTo>
                  <a:lnTo>
                    <a:pt x="524151" y="321246"/>
                  </a:lnTo>
                  <a:close/>
                </a:path>
                <a:path w="1186815" h="2340609">
                  <a:moveTo>
                    <a:pt x="848235" y="23391"/>
                  </a:moveTo>
                  <a:lnTo>
                    <a:pt x="741244" y="84301"/>
                  </a:lnTo>
                  <a:lnTo>
                    <a:pt x="741244" y="437148"/>
                  </a:lnTo>
                  <a:lnTo>
                    <a:pt x="524151" y="560810"/>
                  </a:lnTo>
                  <a:lnTo>
                    <a:pt x="972229" y="560810"/>
                  </a:lnTo>
                  <a:lnTo>
                    <a:pt x="1065307" y="507785"/>
                  </a:lnTo>
                  <a:lnTo>
                    <a:pt x="1186340" y="507785"/>
                  </a:lnTo>
                  <a:lnTo>
                    <a:pt x="1186340" y="376208"/>
                  </a:lnTo>
                  <a:lnTo>
                    <a:pt x="848235" y="376208"/>
                  </a:lnTo>
                  <a:lnTo>
                    <a:pt x="848235" y="23391"/>
                  </a:lnTo>
                  <a:close/>
                </a:path>
                <a:path w="1186815" h="2340609">
                  <a:moveTo>
                    <a:pt x="1186340" y="0"/>
                  </a:moveTo>
                  <a:lnTo>
                    <a:pt x="1065307" y="68919"/>
                  </a:lnTo>
                  <a:lnTo>
                    <a:pt x="1065307" y="252547"/>
                  </a:lnTo>
                  <a:lnTo>
                    <a:pt x="848235" y="376208"/>
                  </a:lnTo>
                  <a:lnTo>
                    <a:pt x="1186340" y="376208"/>
                  </a:lnTo>
                  <a:lnTo>
                    <a:pt x="1186340" y="0"/>
                  </a:lnTo>
                  <a:close/>
                </a:path>
              </a:pathLst>
            </a:custGeom>
            <a:solidFill>
              <a:srgbClr val="326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8043855" y="5056027"/>
              <a:ext cx="1186815" cy="2257425"/>
            </a:xfrm>
            <a:custGeom>
              <a:avLst/>
              <a:gdLst/>
              <a:ahLst/>
              <a:cxnLst/>
              <a:rect l="l" t="t" r="r" b="b"/>
              <a:pathLst>
                <a:path w="1186815" h="2257425">
                  <a:moveTo>
                    <a:pt x="0" y="0"/>
                  </a:moveTo>
                  <a:lnTo>
                    <a:pt x="0" y="1581658"/>
                  </a:lnTo>
                  <a:lnTo>
                    <a:pt x="1186340" y="2257355"/>
                  </a:lnTo>
                  <a:lnTo>
                    <a:pt x="1186340" y="1884172"/>
                  </a:lnTo>
                  <a:lnTo>
                    <a:pt x="1001425" y="1884172"/>
                  </a:lnTo>
                  <a:lnTo>
                    <a:pt x="784353" y="1760511"/>
                  </a:lnTo>
                  <a:lnTo>
                    <a:pt x="784353" y="1690922"/>
                  </a:lnTo>
                  <a:lnTo>
                    <a:pt x="662189" y="1690922"/>
                  </a:lnTo>
                  <a:lnTo>
                    <a:pt x="445096" y="1567271"/>
                  </a:lnTo>
                  <a:lnTo>
                    <a:pt x="445096" y="1506352"/>
                  </a:lnTo>
                  <a:lnTo>
                    <a:pt x="338115" y="1506352"/>
                  </a:lnTo>
                  <a:lnTo>
                    <a:pt x="121053" y="1382701"/>
                  </a:lnTo>
                  <a:lnTo>
                    <a:pt x="121053" y="1031340"/>
                  </a:lnTo>
                  <a:lnTo>
                    <a:pt x="569138" y="1031340"/>
                  </a:lnTo>
                  <a:lnTo>
                    <a:pt x="445096" y="960682"/>
                  </a:lnTo>
                  <a:lnTo>
                    <a:pt x="445096" y="899773"/>
                  </a:lnTo>
                  <a:lnTo>
                    <a:pt x="338115" y="899773"/>
                  </a:lnTo>
                  <a:lnTo>
                    <a:pt x="121053" y="776112"/>
                  </a:lnTo>
                  <a:lnTo>
                    <a:pt x="121053" y="424782"/>
                  </a:lnTo>
                  <a:lnTo>
                    <a:pt x="569178" y="424782"/>
                  </a:lnTo>
                  <a:lnTo>
                    <a:pt x="445096" y="354114"/>
                  </a:lnTo>
                  <a:lnTo>
                    <a:pt x="445096" y="293174"/>
                  </a:lnTo>
                  <a:lnTo>
                    <a:pt x="338115" y="293174"/>
                  </a:lnTo>
                  <a:lnTo>
                    <a:pt x="103284" y="159712"/>
                  </a:lnTo>
                  <a:lnTo>
                    <a:pt x="103284" y="57171"/>
                  </a:lnTo>
                  <a:lnTo>
                    <a:pt x="0" y="0"/>
                  </a:lnTo>
                  <a:close/>
                </a:path>
                <a:path w="1186815" h="2257425">
                  <a:moveTo>
                    <a:pt x="1186340" y="1409161"/>
                  </a:moveTo>
                  <a:lnTo>
                    <a:pt x="784353" y="1409161"/>
                  </a:lnTo>
                  <a:lnTo>
                    <a:pt x="1001425" y="1532811"/>
                  </a:lnTo>
                  <a:lnTo>
                    <a:pt x="1001425" y="1884172"/>
                  </a:lnTo>
                  <a:lnTo>
                    <a:pt x="1186340" y="1884172"/>
                  </a:lnTo>
                  <a:lnTo>
                    <a:pt x="1186340" y="1409161"/>
                  </a:lnTo>
                  <a:close/>
                </a:path>
                <a:path w="1186815" h="2257425">
                  <a:moveTo>
                    <a:pt x="893229" y="1215952"/>
                  </a:moveTo>
                  <a:lnTo>
                    <a:pt x="445096" y="1215952"/>
                  </a:lnTo>
                  <a:lnTo>
                    <a:pt x="662189" y="1339603"/>
                  </a:lnTo>
                  <a:lnTo>
                    <a:pt x="662189" y="1690922"/>
                  </a:lnTo>
                  <a:lnTo>
                    <a:pt x="784353" y="1690922"/>
                  </a:lnTo>
                  <a:lnTo>
                    <a:pt x="784353" y="1409161"/>
                  </a:lnTo>
                  <a:lnTo>
                    <a:pt x="1186340" y="1409161"/>
                  </a:lnTo>
                  <a:lnTo>
                    <a:pt x="1186340" y="1277584"/>
                  </a:lnTo>
                  <a:lnTo>
                    <a:pt x="1001425" y="1277584"/>
                  </a:lnTo>
                  <a:lnTo>
                    <a:pt x="893229" y="1215952"/>
                  </a:lnTo>
                  <a:close/>
                </a:path>
                <a:path w="1186815" h="2257425">
                  <a:moveTo>
                    <a:pt x="569138" y="1031340"/>
                  </a:moveTo>
                  <a:lnTo>
                    <a:pt x="121053" y="1031340"/>
                  </a:lnTo>
                  <a:lnTo>
                    <a:pt x="338146" y="1154980"/>
                  </a:lnTo>
                  <a:lnTo>
                    <a:pt x="338115" y="1506352"/>
                  </a:lnTo>
                  <a:lnTo>
                    <a:pt x="445096" y="1506352"/>
                  </a:lnTo>
                  <a:lnTo>
                    <a:pt x="445096" y="1215952"/>
                  </a:lnTo>
                  <a:lnTo>
                    <a:pt x="893229" y="1215952"/>
                  </a:lnTo>
                  <a:lnTo>
                    <a:pt x="784353" y="1153933"/>
                  </a:lnTo>
                  <a:lnTo>
                    <a:pt x="784353" y="1084343"/>
                  </a:lnTo>
                  <a:lnTo>
                    <a:pt x="662189" y="1084343"/>
                  </a:lnTo>
                  <a:lnTo>
                    <a:pt x="569138" y="1031340"/>
                  </a:lnTo>
                  <a:close/>
                </a:path>
                <a:path w="1186815" h="2257425">
                  <a:moveTo>
                    <a:pt x="1186340" y="802572"/>
                  </a:moveTo>
                  <a:lnTo>
                    <a:pt x="784353" y="802572"/>
                  </a:lnTo>
                  <a:lnTo>
                    <a:pt x="1001425" y="926244"/>
                  </a:lnTo>
                  <a:lnTo>
                    <a:pt x="1001425" y="1277584"/>
                  </a:lnTo>
                  <a:lnTo>
                    <a:pt x="1186340" y="1277584"/>
                  </a:lnTo>
                  <a:lnTo>
                    <a:pt x="1186340" y="802572"/>
                  </a:lnTo>
                  <a:close/>
                </a:path>
                <a:path w="1186815" h="2257425">
                  <a:moveTo>
                    <a:pt x="893201" y="609363"/>
                  </a:moveTo>
                  <a:lnTo>
                    <a:pt x="445096" y="609363"/>
                  </a:lnTo>
                  <a:lnTo>
                    <a:pt x="662189" y="733024"/>
                  </a:lnTo>
                  <a:lnTo>
                    <a:pt x="662189" y="1084343"/>
                  </a:lnTo>
                  <a:lnTo>
                    <a:pt x="784353" y="1084343"/>
                  </a:lnTo>
                  <a:lnTo>
                    <a:pt x="784353" y="802572"/>
                  </a:lnTo>
                  <a:lnTo>
                    <a:pt x="1186340" y="802572"/>
                  </a:lnTo>
                  <a:lnTo>
                    <a:pt x="1186340" y="671016"/>
                  </a:lnTo>
                  <a:lnTo>
                    <a:pt x="1001425" y="671016"/>
                  </a:lnTo>
                  <a:lnTo>
                    <a:pt x="893201" y="609363"/>
                  </a:lnTo>
                  <a:close/>
                </a:path>
                <a:path w="1186815" h="2257425">
                  <a:moveTo>
                    <a:pt x="569178" y="424782"/>
                  </a:moveTo>
                  <a:lnTo>
                    <a:pt x="121053" y="424782"/>
                  </a:lnTo>
                  <a:lnTo>
                    <a:pt x="338146" y="548444"/>
                  </a:lnTo>
                  <a:lnTo>
                    <a:pt x="338115" y="899773"/>
                  </a:lnTo>
                  <a:lnTo>
                    <a:pt x="445096" y="899773"/>
                  </a:lnTo>
                  <a:lnTo>
                    <a:pt x="445096" y="609363"/>
                  </a:lnTo>
                  <a:lnTo>
                    <a:pt x="893201" y="609363"/>
                  </a:lnTo>
                  <a:lnTo>
                    <a:pt x="784353" y="547355"/>
                  </a:lnTo>
                  <a:lnTo>
                    <a:pt x="784353" y="477755"/>
                  </a:lnTo>
                  <a:lnTo>
                    <a:pt x="662189" y="477755"/>
                  </a:lnTo>
                  <a:lnTo>
                    <a:pt x="569178" y="424782"/>
                  </a:lnTo>
                  <a:close/>
                </a:path>
                <a:path w="1186815" h="2257425">
                  <a:moveTo>
                    <a:pt x="1001425" y="487294"/>
                  </a:moveTo>
                  <a:lnTo>
                    <a:pt x="1001425" y="671016"/>
                  </a:lnTo>
                  <a:lnTo>
                    <a:pt x="1186340" y="671016"/>
                  </a:lnTo>
                  <a:lnTo>
                    <a:pt x="1186340" y="592599"/>
                  </a:lnTo>
                  <a:lnTo>
                    <a:pt x="1001425" y="487294"/>
                  </a:lnTo>
                  <a:close/>
                </a:path>
                <a:path w="1186815" h="2257425">
                  <a:moveTo>
                    <a:pt x="662189" y="49035"/>
                  </a:moveTo>
                  <a:lnTo>
                    <a:pt x="662189" y="477755"/>
                  </a:lnTo>
                  <a:lnTo>
                    <a:pt x="784353" y="477755"/>
                  </a:lnTo>
                  <a:lnTo>
                    <a:pt x="784353" y="118603"/>
                  </a:lnTo>
                  <a:lnTo>
                    <a:pt x="662189" y="49035"/>
                  </a:lnTo>
                  <a:close/>
                </a:path>
                <a:path w="1186815" h="2257425">
                  <a:moveTo>
                    <a:pt x="338146" y="109546"/>
                  </a:moveTo>
                  <a:lnTo>
                    <a:pt x="338115" y="293174"/>
                  </a:lnTo>
                  <a:lnTo>
                    <a:pt x="445096" y="293174"/>
                  </a:lnTo>
                  <a:lnTo>
                    <a:pt x="445096" y="170466"/>
                  </a:lnTo>
                  <a:lnTo>
                    <a:pt x="338146" y="109546"/>
                  </a:lnTo>
                  <a:close/>
                </a:path>
              </a:pathLst>
            </a:custGeom>
            <a:solidFill>
              <a:srgbClr val="2B69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7967205" y="5012673"/>
              <a:ext cx="1186815" cy="2340610"/>
            </a:xfrm>
            <a:custGeom>
              <a:avLst/>
              <a:gdLst/>
              <a:ahLst/>
              <a:cxnLst/>
              <a:rect l="l" t="t" r="r" b="b"/>
              <a:pathLst>
                <a:path w="1186815" h="2340609">
                  <a:moveTo>
                    <a:pt x="0" y="0"/>
                  </a:moveTo>
                  <a:lnTo>
                    <a:pt x="0" y="1664703"/>
                  </a:lnTo>
                  <a:lnTo>
                    <a:pt x="1186330" y="2340410"/>
                  </a:lnTo>
                  <a:lnTo>
                    <a:pt x="1186330" y="1967196"/>
                  </a:lnTo>
                  <a:lnTo>
                    <a:pt x="1001445" y="1967196"/>
                  </a:lnTo>
                  <a:lnTo>
                    <a:pt x="784342" y="1843556"/>
                  </a:lnTo>
                  <a:lnTo>
                    <a:pt x="784346" y="1773966"/>
                  </a:lnTo>
                  <a:lnTo>
                    <a:pt x="662199" y="1773966"/>
                  </a:lnTo>
                  <a:lnTo>
                    <a:pt x="445075" y="1650316"/>
                  </a:lnTo>
                  <a:lnTo>
                    <a:pt x="445075" y="1589396"/>
                  </a:lnTo>
                  <a:lnTo>
                    <a:pt x="338115" y="1589396"/>
                  </a:lnTo>
                  <a:lnTo>
                    <a:pt x="121043" y="1465735"/>
                  </a:lnTo>
                  <a:lnTo>
                    <a:pt x="121043" y="1114384"/>
                  </a:lnTo>
                  <a:lnTo>
                    <a:pt x="569109" y="1114384"/>
                  </a:lnTo>
                  <a:lnTo>
                    <a:pt x="445075" y="1043748"/>
                  </a:lnTo>
                  <a:lnTo>
                    <a:pt x="445075" y="982807"/>
                  </a:lnTo>
                  <a:lnTo>
                    <a:pt x="338115" y="982807"/>
                  </a:lnTo>
                  <a:lnTo>
                    <a:pt x="121043" y="859157"/>
                  </a:lnTo>
                  <a:lnTo>
                    <a:pt x="121043" y="507796"/>
                  </a:lnTo>
                  <a:lnTo>
                    <a:pt x="569091" y="507796"/>
                  </a:lnTo>
                  <a:lnTo>
                    <a:pt x="445075" y="437169"/>
                  </a:lnTo>
                  <a:lnTo>
                    <a:pt x="445075" y="376239"/>
                  </a:lnTo>
                  <a:lnTo>
                    <a:pt x="338115" y="376239"/>
                  </a:lnTo>
                  <a:lnTo>
                    <a:pt x="121043" y="252568"/>
                  </a:lnTo>
                  <a:lnTo>
                    <a:pt x="121043" y="68961"/>
                  </a:lnTo>
                  <a:lnTo>
                    <a:pt x="0" y="0"/>
                  </a:lnTo>
                  <a:close/>
                </a:path>
                <a:path w="1186815" h="2340609">
                  <a:moveTo>
                    <a:pt x="1186330" y="1492216"/>
                  </a:moveTo>
                  <a:lnTo>
                    <a:pt x="784363" y="1492216"/>
                  </a:lnTo>
                  <a:lnTo>
                    <a:pt x="1001445" y="1615867"/>
                  </a:lnTo>
                  <a:lnTo>
                    <a:pt x="1001445" y="1967196"/>
                  </a:lnTo>
                  <a:lnTo>
                    <a:pt x="1186330" y="1967196"/>
                  </a:lnTo>
                  <a:lnTo>
                    <a:pt x="1186330" y="1492216"/>
                  </a:lnTo>
                  <a:close/>
                </a:path>
                <a:path w="1186815" h="2340609">
                  <a:moveTo>
                    <a:pt x="893197" y="1298965"/>
                  </a:moveTo>
                  <a:lnTo>
                    <a:pt x="445075" y="1298965"/>
                  </a:lnTo>
                  <a:lnTo>
                    <a:pt x="662199" y="1422605"/>
                  </a:lnTo>
                  <a:lnTo>
                    <a:pt x="662199" y="1773966"/>
                  </a:lnTo>
                  <a:lnTo>
                    <a:pt x="784346" y="1773966"/>
                  </a:lnTo>
                  <a:lnTo>
                    <a:pt x="784363" y="1492216"/>
                  </a:lnTo>
                  <a:lnTo>
                    <a:pt x="1186330" y="1492216"/>
                  </a:lnTo>
                  <a:lnTo>
                    <a:pt x="1186330" y="1360618"/>
                  </a:lnTo>
                  <a:lnTo>
                    <a:pt x="1001445" y="1360618"/>
                  </a:lnTo>
                  <a:lnTo>
                    <a:pt x="893197" y="1298965"/>
                  </a:lnTo>
                  <a:close/>
                </a:path>
                <a:path w="1186815" h="2340609">
                  <a:moveTo>
                    <a:pt x="569109" y="1114384"/>
                  </a:moveTo>
                  <a:lnTo>
                    <a:pt x="121043" y="1114384"/>
                  </a:lnTo>
                  <a:lnTo>
                    <a:pt x="338115" y="1238035"/>
                  </a:lnTo>
                  <a:lnTo>
                    <a:pt x="338115" y="1589396"/>
                  </a:lnTo>
                  <a:lnTo>
                    <a:pt x="445075" y="1589396"/>
                  </a:lnTo>
                  <a:lnTo>
                    <a:pt x="445075" y="1298965"/>
                  </a:lnTo>
                  <a:lnTo>
                    <a:pt x="893197" y="1298965"/>
                  </a:lnTo>
                  <a:lnTo>
                    <a:pt x="784342" y="1236967"/>
                  </a:lnTo>
                  <a:lnTo>
                    <a:pt x="784346" y="1167399"/>
                  </a:lnTo>
                  <a:lnTo>
                    <a:pt x="662199" y="1167399"/>
                  </a:lnTo>
                  <a:lnTo>
                    <a:pt x="569109" y="1114384"/>
                  </a:lnTo>
                  <a:close/>
                </a:path>
                <a:path w="1186815" h="2340609">
                  <a:moveTo>
                    <a:pt x="1186330" y="885637"/>
                  </a:moveTo>
                  <a:lnTo>
                    <a:pt x="784363" y="885637"/>
                  </a:lnTo>
                  <a:lnTo>
                    <a:pt x="1001445" y="1009278"/>
                  </a:lnTo>
                  <a:lnTo>
                    <a:pt x="1001445" y="1360618"/>
                  </a:lnTo>
                  <a:lnTo>
                    <a:pt x="1186330" y="1360618"/>
                  </a:lnTo>
                  <a:lnTo>
                    <a:pt x="1186330" y="885637"/>
                  </a:lnTo>
                  <a:close/>
                </a:path>
                <a:path w="1186815" h="2340609">
                  <a:moveTo>
                    <a:pt x="893280" y="692429"/>
                  </a:moveTo>
                  <a:lnTo>
                    <a:pt x="445075" y="692429"/>
                  </a:lnTo>
                  <a:lnTo>
                    <a:pt x="662199" y="816069"/>
                  </a:lnTo>
                  <a:lnTo>
                    <a:pt x="662199" y="1167399"/>
                  </a:lnTo>
                  <a:lnTo>
                    <a:pt x="784346" y="1167399"/>
                  </a:lnTo>
                  <a:lnTo>
                    <a:pt x="784363" y="885637"/>
                  </a:lnTo>
                  <a:lnTo>
                    <a:pt x="1186330" y="885637"/>
                  </a:lnTo>
                  <a:lnTo>
                    <a:pt x="1186330" y="754029"/>
                  </a:lnTo>
                  <a:lnTo>
                    <a:pt x="1001445" y="754029"/>
                  </a:lnTo>
                  <a:lnTo>
                    <a:pt x="893280" y="692429"/>
                  </a:lnTo>
                  <a:close/>
                </a:path>
                <a:path w="1186815" h="2340609">
                  <a:moveTo>
                    <a:pt x="569091" y="507796"/>
                  </a:moveTo>
                  <a:lnTo>
                    <a:pt x="121043" y="507796"/>
                  </a:lnTo>
                  <a:lnTo>
                    <a:pt x="338115" y="631467"/>
                  </a:lnTo>
                  <a:lnTo>
                    <a:pt x="338115" y="982807"/>
                  </a:lnTo>
                  <a:lnTo>
                    <a:pt x="445075" y="982807"/>
                  </a:lnTo>
                  <a:lnTo>
                    <a:pt x="445075" y="692429"/>
                  </a:lnTo>
                  <a:lnTo>
                    <a:pt x="893280" y="692429"/>
                  </a:lnTo>
                  <a:lnTo>
                    <a:pt x="784342" y="630389"/>
                  </a:lnTo>
                  <a:lnTo>
                    <a:pt x="784346" y="560820"/>
                  </a:lnTo>
                  <a:lnTo>
                    <a:pt x="662199" y="560820"/>
                  </a:lnTo>
                  <a:lnTo>
                    <a:pt x="569091" y="507796"/>
                  </a:lnTo>
                  <a:close/>
                </a:path>
                <a:path w="1186815" h="2340609">
                  <a:moveTo>
                    <a:pt x="1001445" y="570349"/>
                  </a:moveTo>
                  <a:lnTo>
                    <a:pt x="1001445" y="754029"/>
                  </a:lnTo>
                  <a:lnTo>
                    <a:pt x="1186330" y="754029"/>
                  </a:lnTo>
                  <a:lnTo>
                    <a:pt x="1186330" y="675654"/>
                  </a:lnTo>
                  <a:lnTo>
                    <a:pt x="1001445" y="570349"/>
                  </a:lnTo>
                  <a:close/>
                </a:path>
                <a:path w="1186815" h="2340609">
                  <a:moveTo>
                    <a:pt x="662199" y="132090"/>
                  </a:moveTo>
                  <a:lnTo>
                    <a:pt x="662199" y="560820"/>
                  </a:lnTo>
                  <a:lnTo>
                    <a:pt x="784346" y="560820"/>
                  </a:lnTo>
                  <a:lnTo>
                    <a:pt x="784363" y="201658"/>
                  </a:lnTo>
                  <a:lnTo>
                    <a:pt x="662199" y="132090"/>
                  </a:lnTo>
                  <a:close/>
                </a:path>
                <a:path w="1186815" h="2340609">
                  <a:moveTo>
                    <a:pt x="338115" y="192570"/>
                  </a:moveTo>
                  <a:lnTo>
                    <a:pt x="338115" y="376239"/>
                  </a:lnTo>
                  <a:lnTo>
                    <a:pt x="445075" y="376239"/>
                  </a:lnTo>
                  <a:lnTo>
                    <a:pt x="445075" y="253500"/>
                  </a:lnTo>
                  <a:lnTo>
                    <a:pt x="338115" y="192570"/>
                  </a:lnTo>
                  <a:close/>
                </a:path>
              </a:pathLst>
            </a:custGeom>
            <a:solidFill>
              <a:srgbClr val="1055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6682893" y="6577325"/>
              <a:ext cx="2655570" cy="1516380"/>
            </a:xfrm>
            <a:custGeom>
              <a:avLst/>
              <a:gdLst/>
              <a:ahLst/>
              <a:cxnLst/>
              <a:rect l="l" t="t" r="r" b="b"/>
              <a:pathLst>
                <a:path w="2655570" h="1516379">
                  <a:moveTo>
                    <a:pt x="1362042" y="0"/>
                  </a:moveTo>
                  <a:lnTo>
                    <a:pt x="0" y="783305"/>
                  </a:lnTo>
                  <a:lnTo>
                    <a:pt x="1298128" y="1516027"/>
                  </a:lnTo>
                  <a:lnTo>
                    <a:pt x="2655563" y="736050"/>
                  </a:lnTo>
                  <a:lnTo>
                    <a:pt x="1362042" y="0"/>
                  </a:lnTo>
                  <a:close/>
                </a:path>
              </a:pathLst>
            </a:custGeom>
            <a:solidFill>
              <a:srgbClr val="94CE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6780858" y="6028662"/>
              <a:ext cx="2372360" cy="1348740"/>
            </a:xfrm>
            <a:custGeom>
              <a:avLst/>
              <a:gdLst/>
              <a:ahLst/>
              <a:cxnLst/>
              <a:rect l="l" t="t" r="r" b="b"/>
              <a:pathLst>
                <a:path w="2372359" h="1348740">
                  <a:moveTo>
                    <a:pt x="1188455" y="0"/>
                  </a:moveTo>
                  <a:lnTo>
                    <a:pt x="0" y="672429"/>
                  </a:lnTo>
                  <a:lnTo>
                    <a:pt x="1188455" y="1348126"/>
                  </a:lnTo>
                  <a:lnTo>
                    <a:pt x="2371844" y="674063"/>
                  </a:lnTo>
                  <a:lnTo>
                    <a:pt x="1188455" y="0"/>
                  </a:lnTo>
                  <a:close/>
                </a:path>
              </a:pathLst>
            </a:custGeom>
            <a:solidFill>
              <a:srgbClr val="71BE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6780858" y="5435100"/>
              <a:ext cx="2372360" cy="1348740"/>
            </a:xfrm>
            <a:custGeom>
              <a:avLst/>
              <a:gdLst/>
              <a:ahLst/>
              <a:cxnLst/>
              <a:rect l="l" t="t" r="r" b="b"/>
              <a:pathLst>
                <a:path w="2372359" h="1348740">
                  <a:moveTo>
                    <a:pt x="1188455" y="0"/>
                  </a:moveTo>
                  <a:lnTo>
                    <a:pt x="0" y="672419"/>
                  </a:lnTo>
                  <a:lnTo>
                    <a:pt x="1188455" y="1348116"/>
                  </a:lnTo>
                  <a:lnTo>
                    <a:pt x="2371844" y="674063"/>
                  </a:lnTo>
                  <a:lnTo>
                    <a:pt x="1188455" y="0"/>
                  </a:lnTo>
                  <a:close/>
                </a:path>
              </a:pathLst>
            </a:custGeom>
            <a:solidFill>
              <a:srgbClr val="94CE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7911747" y="5656856"/>
              <a:ext cx="1186815" cy="2340610"/>
            </a:xfrm>
            <a:custGeom>
              <a:avLst/>
              <a:gdLst/>
              <a:ahLst/>
              <a:cxnLst/>
              <a:rect l="l" t="t" r="r" b="b"/>
              <a:pathLst>
                <a:path w="1186815" h="2340609">
                  <a:moveTo>
                    <a:pt x="184884" y="570296"/>
                  </a:moveTo>
                  <a:lnTo>
                    <a:pt x="0" y="675602"/>
                  </a:lnTo>
                  <a:lnTo>
                    <a:pt x="0" y="2340347"/>
                  </a:lnTo>
                  <a:lnTo>
                    <a:pt x="655210" y="1967175"/>
                  </a:lnTo>
                  <a:lnTo>
                    <a:pt x="184884" y="1967175"/>
                  </a:lnTo>
                  <a:lnTo>
                    <a:pt x="184884" y="1615814"/>
                  </a:lnTo>
                  <a:lnTo>
                    <a:pt x="402019" y="1492163"/>
                  </a:lnTo>
                  <a:lnTo>
                    <a:pt x="524162" y="1492163"/>
                  </a:lnTo>
                  <a:lnTo>
                    <a:pt x="524162" y="1422605"/>
                  </a:lnTo>
                  <a:lnTo>
                    <a:pt x="633038" y="1360586"/>
                  </a:lnTo>
                  <a:lnTo>
                    <a:pt x="184884" y="1360586"/>
                  </a:lnTo>
                  <a:lnTo>
                    <a:pt x="184884" y="1009257"/>
                  </a:lnTo>
                  <a:lnTo>
                    <a:pt x="402019" y="885575"/>
                  </a:lnTo>
                  <a:lnTo>
                    <a:pt x="524162" y="885575"/>
                  </a:lnTo>
                  <a:lnTo>
                    <a:pt x="524162" y="816027"/>
                  </a:lnTo>
                  <a:lnTo>
                    <a:pt x="632992" y="754029"/>
                  </a:lnTo>
                  <a:lnTo>
                    <a:pt x="184884" y="754029"/>
                  </a:lnTo>
                  <a:lnTo>
                    <a:pt x="184884" y="570296"/>
                  </a:lnTo>
                  <a:close/>
                </a:path>
                <a:path w="1186815" h="2340609">
                  <a:moveTo>
                    <a:pt x="524162" y="1492163"/>
                  </a:moveTo>
                  <a:lnTo>
                    <a:pt x="402019" y="1492163"/>
                  </a:lnTo>
                  <a:lnTo>
                    <a:pt x="402019" y="1843514"/>
                  </a:lnTo>
                  <a:lnTo>
                    <a:pt x="184884" y="1967175"/>
                  </a:lnTo>
                  <a:lnTo>
                    <a:pt x="655210" y="1967175"/>
                  </a:lnTo>
                  <a:lnTo>
                    <a:pt x="994499" y="1773935"/>
                  </a:lnTo>
                  <a:lnTo>
                    <a:pt x="524162" y="1773935"/>
                  </a:lnTo>
                  <a:lnTo>
                    <a:pt x="524162" y="1492163"/>
                  </a:lnTo>
                  <a:close/>
                </a:path>
                <a:path w="1186815" h="2340609">
                  <a:moveTo>
                    <a:pt x="848215" y="1298955"/>
                  </a:moveTo>
                  <a:lnTo>
                    <a:pt x="741233" y="1298955"/>
                  </a:lnTo>
                  <a:lnTo>
                    <a:pt x="741254" y="1650284"/>
                  </a:lnTo>
                  <a:lnTo>
                    <a:pt x="524162" y="1773935"/>
                  </a:lnTo>
                  <a:lnTo>
                    <a:pt x="994499" y="1773935"/>
                  </a:lnTo>
                  <a:lnTo>
                    <a:pt x="1186361" y="1664661"/>
                  </a:lnTo>
                  <a:lnTo>
                    <a:pt x="1186361" y="1589344"/>
                  </a:lnTo>
                  <a:lnTo>
                    <a:pt x="848215" y="1589344"/>
                  </a:lnTo>
                  <a:lnTo>
                    <a:pt x="848215" y="1298955"/>
                  </a:lnTo>
                  <a:close/>
                </a:path>
                <a:path w="1186815" h="2340609">
                  <a:moveTo>
                    <a:pt x="1186361" y="1114374"/>
                  </a:moveTo>
                  <a:lnTo>
                    <a:pt x="1065307" y="1114374"/>
                  </a:lnTo>
                  <a:lnTo>
                    <a:pt x="1065307" y="1465704"/>
                  </a:lnTo>
                  <a:lnTo>
                    <a:pt x="848215" y="1589344"/>
                  </a:lnTo>
                  <a:lnTo>
                    <a:pt x="1186361" y="1589344"/>
                  </a:lnTo>
                  <a:lnTo>
                    <a:pt x="1186361" y="1114374"/>
                  </a:lnTo>
                  <a:close/>
                </a:path>
                <a:path w="1186815" h="2340609">
                  <a:moveTo>
                    <a:pt x="524162" y="885575"/>
                  </a:moveTo>
                  <a:lnTo>
                    <a:pt x="402019" y="885575"/>
                  </a:lnTo>
                  <a:lnTo>
                    <a:pt x="402019" y="1236946"/>
                  </a:lnTo>
                  <a:lnTo>
                    <a:pt x="184884" y="1360586"/>
                  </a:lnTo>
                  <a:lnTo>
                    <a:pt x="633038" y="1360586"/>
                  </a:lnTo>
                  <a:lnTo>
                    <a:pt x="741233" y="1298955"/>
                  </a:lnTo>
                  <a:lnTo>
                    <a:pt x="848215" y="1298955"/>
                  </a:lnTo>
                  <a:lnTo>
                    <a:pt x="848215" y="1238014"/>
                  </a:lnTo>
                  <a:lnTo>
                    <a:pt x="972278" y="1167357"/>
                  </a:lnTo>
                  <a:lnTo>
                    <a:pt x="524162" y="1167357"/>
                  </a:lnTo>
                  <a:lnTo>
                    <a:pt x="524162" y="885575"/>
                  </a:lnTo>
                  <a:close/>
                </a:path>
                <a:path w="1186815" h="2340609">
                  <a:moveTo>
                    <a:pt x="848215" y="692366"/>
                  </a:moveTo>
                  <a:lnTo>
                    <a:pt x="741233" y="692366"/>
                  </a:lnTo>
                  <a:lnTo>
                    <a:pt x="741254" y="1043695"/>
                  </a:lnTo>
                  <a:lnTo>
                    <a:pt x="524162" y="1167357"/>
                  </a:lnTo>
                  <a:lnTo>
                    <a:pt x="972278" y="1167357"/>
                  </a:lnTo>
                  <a:lnTo>
                    <a:pt x="1065307" y="1114374"/>
                  </a:lnTo>
                  <a:lnTo>
                    <a:pt x="1186361" y="1114374"/>
                  </a:lnTo>
                  <a:lnTo>
                    <a:pt x="1186361" y="982765"/>
                  </a:lnTo>
                  <a:lnTo>
                    <a:pt x="848215" y="982765"/>
                  </a:lnTo>
                  <a:lnTo>
                    <a:pt x="848215" y="692366"/>
                  </a:lnTo>
                  <a:close/>
                </a:path>
                <a:path w="1186815" h="2340609">
                  <a:moveTo>
                    <a:pt x="1186361" y="507785"/>
                  </a:moveTo>
                  <a:lnTo>
                    <a:pt x="1065307" y="507785"/>
                  </a:lnTo>
                  <a:lnTo>
                    <a:pt x="1065307" y="859115"/>
                  </a:lnTo>
                  <a:lnTo>
                    <a:pt x="848215" y="982765"/>
                  </a:lnTo>
                  <a:lnTo>
                    <a:pt x="1186361" y="982765"/>
                  </a:lnTo>
                  <a:lnTo>
                    <a:pt x="1186361" y="507785"/>
                  </a:lnTo>
                  <a:close/>
                </a:path>
                <a:path w="1186815" h="2340609">
                  <a:moveTo>
                    <a:pt x="524162" y="321236"/>
                  </a:moveTo>
                  <a:lnTo>
                    <a:pt x="402019" y="390815"/>
                  </a:lnTo>
                  <a:lnTo>
                    <a:pt x="402019" y="630368"/>
                  </a:lnTo>
                  <a:lnTo>
                    <a:pt x="184884" y="754029"/>
                  </a:lnTo>
                  <a:lnTo>
                    <a:pt x="632992" y="754029"/>
                  </a:lnTo>
                  <a:lnTo>
                    <a:pt x="741233" y="692366"/>
                  </a:lnTo>
                  <a:lnTo>
                    <a:pt x="848215" y="692366"/>
                  </a:lnTo>
                  <a:lnTo>
                    <a:pt x="848215" y="631436"/>
                  </a:lnTo>
                  <a:lnTo>
                    <a:pt x="972231" y="560799"/>
                  </a:lnTo>
                  <a:lnTo>
                    <a:pt x="524162" y="560799"/>
                  </a:lnTo>
                  <a:lnTo>
                    <a:pt x="524162" y="321236"/>
                  </a:lnTo>
                  <a:close/>
                </a:path>
                <a:path w="1186815" h="2340609">
                  <a:moveTo>
                    <a:pt x="848215" y="23371"/>
                  </a:moveTo>
                  <a:lnTo>
                    <a:pt x="741233" y="84269"/>
                  </a:lnTo>
                  <a:lnTo>
                    <a:pt x="741254" y="437138"/>
                  </a:lnTo>
                  <a:lnTo>
                    <a:pt x="524162" y="560799"/>
                  </a:lnTo>
                  <a:lnTo>
                    <a:pt x="972231" y="560799"/>
                  </a:lnTo>
                  <a:lnTo>
                    <a:pt x="1065307" y="507785"/>
                  </a:lnTo>
                  <a:lnTo>
                    <a:pt x="1186361" y="507785"/>
                  </a:lnTo>
                  <a:lnTo>
                    <a:pt x="1186361" y="376177"/>
                  </a:lnTo>
                  <a:lnTo>
                    <a:pt x="848215" y="376177"/>
                  </a:lnTo>
                  <a:lnTo>
                    <a:pt x="848215" y="23371"/>
                  </a:lnTo>
                  <a:close/>
                </a:path>
                <a:path w="1186815" h="2340609">
                  <a:moveTo>
                    <a:pt x="1186361" y="0"/>
                  </a:moveTo>
                  <a:lnTo>
                    <a:pt x="1065307" y="68898"/>
                  </a:lnTo>
                  <a:lnTo>
                    <a:pt x="1065307" y="252536"/>
                  </a:lnTo>
                  <a:lnTo>
                    <a:pt x="848215" y="376177"/>
                  </a:lnTo>
                  <a:lnTo>
                    <a:pt x="1186361" y="376177"/>
                  </a:lnTo>
                  <a:lnTo>
                    <a:pt x="1186361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6857489" y="5648739"/>
              <a:ext cx="1186815" cy="2340610"/>
            </a:xfrm>
            <a:custGeom>
              <a:avLst/>
              <a:gdLst/>
              <a:ahLst/>
              <a:cxnLst/>
              <a:rect l="l" t="t" r="r" b="b"/>
              <a:pathLst>
                <a:path w="1186815" h="2340609">
                  <a:moveTo>
                    <a:pt x="0" y="0"/>
                  </a:moveTo>
                  <a:lnTo>
                    <a:pt x="0" y="1664682"/>
                  </a:lnTo>
                  <a:lnTo>
                    <a:pt x="1186372" y="2340389"/>
                  </a:lnTo>
                  <a:lnTo>
                    <a:pt x="1186372" y="1967196"/>
                  </a:lnTo>
                  <a:lnTo>
                    <a:pt x="1001435" y="1967196"/>
                  </a:lnTo>
                  <a:lnTo>
                    <a:pt x="784363" y="1843545"/>
                  </a:lnTo>
                  <a:lnTo>
                    <a:pt x="784363" y="1773945"/>
                  </a:lnTo>
                  <a:lnTo>
                    <a:pt x="662220" y="1773945"/>
                  </a:lnTo>
                  <a:lnTo>
                    <a:pt x="445106" y="1650284"/>
                  </a:lnTo>
                  <a:lnTo>
                    <a:pt x="445106" y="1589365"/>
                  </a:lnTo>
                  <a:lnTo>
                    <a:pt x="338115" y="1589365"/>
                  </a:lnTo>
                  <a:lnTo>
                    <a:pt x="121043" y="1465704"/>
                  </a:lnTo>
                  <a:lnTo>
                    <a:pt x="121043" y="1114384"/>
                  </a:lnTo>
                  <a:lnTo>
                    <a:pt x="569208" y="1114384"/>
                  </a:lnTo>
                  <a:lnTo>
                    <a:pt x="445106" y="1043706"/>
                  </a:lnTo>
                  <a:lnTo>
                    <a:pt x="445106" y="982776"/>
                  </a:lnTo>
                  <a:lnTo>
                    <a:pt x="338115" y="982776"/>
                  </a:lnTo>
                  <a:lnTo>
                    <a:pt x="121043" y="859125"/>
                  </a:lnTo>
                  <a:lnTo>
                    <a:pt x="121043" y="507806"/>
                  </a:lnTo>
                  <a:lnTo>
                    <a:pt x="569174" y="507806"/>
                  </a:lnTo>
                  <a:lnTo>
                    <a:pt x="445106" y="437117"/>
                  </a:lnTo>
                  <a:lnTo>
                    <a:pt x="445106" y="376187"/>
                  </a:lnTo>
                  <a:lnTo>
                    <a:pt x="338115" y="376187"/>
                  </a:lnTo>
                  <a:lnTo>
                    <a:pt x="121043" y="252536"/>
                  </a:lnTo>
                  <a:lnTo>
                    <a:pt x="121043" y="68908"/>
                  </a:lnTo>
                  <a:lnTo>
                    <a:pt x="0" y="0"/>
                  </a:lnTo>
                  <a:close/>
                </a:path>
                <a:path w="1186815" h="2340609">
                  <a:moveTo>
                    <a:pt x="1186372" y="1492184"/>
                  </a:moveTo>
                  <a:lnTo>
                    <a:pt x="784363" y="1492184"/>
                  </a:lnTo>
                  <a:lnTo>
                    <a:pt x="1001435" y="1615846"/>
                  </a:lnTo>
                  <a:lnTo>
                    <a:pt x="1001435" y="1967196"/>
                  </a:lnTo>
                  <a:lnTo>
                    <a:pt x="1186372" y="1967196"/>
                  </a:lnTo>
                  <a:lnTo>
                    <a:pt x="1186372" y="1492184"/>
                  </a:lnTo>
                  <a:close/>
                </a:path>
                <a:path w="1186815" h="2340609">
                  <a:moveTo>
                    <a:pt x="893193" y="1298955"/>
                  </a:moveTo>
                  <a:lnTo>
                    <a:pt x="445106" y="1298955"/>
                  </a:lnTo>
                  <a:lnTo>
                    <a:pt x="662220" y="1422616"/>
                  </a:lnTo>
                  <a:lnTo>
                    <a:pt x="662220" y="1773945"/>
                  </a:lnTo>
                  <a:lnTo>
                    <a:pt x="784363" y="1773945"/>
                  </a:lnTo>
                  <a:lnTo>
                    <a:pt x="784363" y="1492184"/>
                  </a:lnTo>
                  <a:lnTo>
                    <a:pt x="1186372" y="1492184"/>
                  </a:lnTo>
                  <a:lnTo>
                    <a:pt x="1186372" y="1360618"/>
                  </a:lnTo>
                  <a:lnTo>
                    <a:pt x="1001435" y="1360618"/>
                  </a:lnTo>
                  <a:lnTo>
                    <a:pt x="893193" y="1298955"/>
                  </a:lnTo>
                  <a:close/>
                </a:path>
                <a:path w="1186815" h="2340609">
                  <a:moveTo>
                    <a:pt x="569208" y="1114384"/>
                  </a:moveTo>
                  <a:lnTo>
                    <a:pt x="121043" y="1114384"/>
                  </a:lnTo>
                  <a:lnTo>
                    <a:pt x="338115" y="1238046"/>
                  </a:lnTo>
                  <a:lnTo>
                    <a:pt x="338115" y="1589365"/>
                  </a:lnTo>
                  <a:lnTo>
                    <a:pt x="445106" y="1589365"/>
                  </a:lnTo>
                  <a:lnTo>
                    <a:pt x="445106" y="1298955"/>
                  </a:lnTo>
                  <a:lnTo>
                    <a:pt x="893193" y="1298955"/>
                  </a:lnTo>
                  <a:lnTo>
                    <a:pt x="784363" y="1236957"/>
                  </a:lnTo>
                  <a:lnTo>
                    <a:pt x="784363" y="1167357"/>
                  </a:lnTo>
                  <a:lnTo>
                    <a:pt x="662220" y="1167357"/>
                  </a:lnTo>
                  <a:lnTo>
                    <a:pt x="569208" y="1114384"/>
                  </a:lnTo>
                  <a:close/>
                </a:path>
                <a:path w="1186815" h="2340609">
                  <a:moveTo>
                    <a:pt x="1186372" y="885606"/>
                  </a:moveTo>
                  <a:lnTo>
                    <a:pt x="784363" y="885606"/>
                  </a:lnTo>
                  <a:lnTo>
                    <a:pt x="1001435" y="1009257"/>
                  </a:lnTo>
                  <a:lnTo>
                    <a:pt x="1001435" y="1360618"/>
                  </a:lnTo>
                  <a:lnTo>
                    <a:pt x="1186372" y="1360618"/>
                  </a:lnTo>
                  <a:lnTo>
                    <a:pt x="1186372" y="885606"/>
                  </a:lnTo>
                  <a:close/>
                </a:path>
                <a:path w="1186815" h="2340609">
                  <a:moveTo>
                    <a:pt x="893202" y="692376"/>
                  </a:moveTo>
                  <a:lnTo>
                    <a:pt x="445106" y="692376"/>
                  </a:lnTo>
                  <a:lnTo>
                    <a:pt x="662220" y="816027"/>
                  </a:lnTo>
                  <a:lnTo>
                    <a:pt x="662220" y="1167357"/>
                  </a:lnTo>
                  <a:lnTo>
                    <a:pt x="784363" y="1167357"/>
                  </a:lnTo>
                  <a:lnTo>
                    <a:pt x="784363" y="885606"/>
                  </a:lnTo>
                  <a:lnTo>
                    <a:pt x="1186372" y="885606"/>
                  </a:lnTo>
                  <a:lnTo>
                    <a:pt x="1186372" y="754029"/>
                  </a:lnTo>
                  <a:lnTo>
                    <a:pt x="1001435" y="754029"/>
                  </a:lnTo>
                  <a:lnTo>
                    <a:pt x="893202" y="692376"/>
                  </a:lnTo>
                  <a:close/>
                </a:path>
                <a:path w="1186815" h="2340609">
                  <a:moveTo>
                    <a:pt x="569174" y="507806"/>
                  </a:moveTo>
                  <a:lnTo>
                    <a:pt x="121043" y="507806"/>
                  </a:lnTo>
                  <a:lnTo>
                    <a:pt x="338115" y="631457"/>
                  </a:lnTo>
                  <a:lnTo>
                    <a:pt x="338115" y="982776"/>
                  </a:lnTo>
                  <a:lnTo>
                    <a:pt x="445106" y="982776"/>
                  </a:lnTo>
                  <a:lnTo>
                    <a:pt x="445106" y="692376"/>
                  </a:lnTo>
                  <a:lnTo>
                    <a:pt x="893202" y="692376"/>
                  </a:lnTo>
                  <a:lnTo>
                    <a:pt x="784363" y="630378"/>
                  </a:lnTo>
                  <a:lnTo>
                    <a:pt x="784363" y="560820"/>
                  </a:lnTo>
                  <a:lnTo>
                    <a:pt x="662220" y="560820"/>
                  </a:lnTo>
                  <a:lnTo>
                    <a:pt x="569174" y="507806"/>
                  </a:lnTo>
                  <a:close/>
                </a:path>
                <a:path w="1186815" h="2340609">
                  <a:moveTo>
                    <a:pt x="1001435" y="570317"/>
                  </a:moveTo>
                  <a:lnTo>
                    <a:pt x="1001435" y="754029"/>
                  </a:lnTo>
                  <a:lnTo>
                    <a:pt x="1186372" y="754029"/>
                  </a:lnTo>
                  <a:lnTo>
                    <a:pt x="1186372" y="675612"/>
                  </a:lnTo>
                  <a:lnTo>
                    <a:pt x="1001435" y="570317"/>
                  </a:lnTo>
                  <a:close/>
                </a:path>
                <a:path w="1186815" h="2340609">
                  <a:moveTo>
                    <a:pt x="662220" y="132069"/>
                  </a:moveTo>
                  <a:lnTo>
                    <a:pt x="662220" y="560820"/>
                  </a:lnTo>
                  <a:lnTo>
                    <a:pt x="784363" y="560820"/>
                  </a:lnTo>
                  <a:lnTo>
                    <a:pt x="784363" y="201627"/>
                  </a:lnTo>
                  <a:lnTo>
                    <a:pt x="662220" y="132069"/>
                  </a:lnTo>
                  <a:close/>
                </a:path>
                <a:path w="1186815" h="2340609">
                  <a:moveTo>
                    <a:pt x="338115" y="192580"/>
                  </a:moveTo>
                  <a:lnTo>
                    <a:pt x="338115" y="376187"/>
                  </a:lnTo>
                  <a:lnTo>
                    <a:pt x="445106" y="376187"/>
                  </a:lnTo>
                  <a:lnTo>
                    <a:pt x="445106" y="253479"/>
                  </a:lnTo>
                  <a:lnTo>
                    <a:pt x="338115" y="192580"/>
                  </a:lnTo>
                  <a:close/>
                </a:path>
              </a:pathLst>
            </a:custGeom>
            <a:solidFill>
              <a:srgbClr val="2B69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6780855" y="5688426"/>
              <a:ext cx="1186815" cy="2340610"/>
            </a:xfrm>
            <a:custGeom>
              <a:avLst/>
              <a:gdLst/>
              <a:ahLst/>
              <a:cxnLst/>
              <a:rect l="l" t="t" r="r" b="b"/>
              <a:pathLst>
                <a:path w="1186815" h="2340609">
                  <a:moveTo>
                    <a:pt x="0" y="0"/>
                  </a:moveTo>
                  <a:lnTo>
                    <a:pt x="0" y="1664682"/>
                  </a:lnTo>
                  <a:lnTo>
                    <a:pt x="1186319" y="2340379"/>
                  </a:lnTo>
                  <a:lnTo>
                    <a:pt x="1186319" y="1967175"/>
                  </a:lnTo>
                  <a:lnTo>
                    <a:pt x="1001414" y="1967175"/>
                  </a:lnTo>
                  <a:lnTo>
                    <a:pt x="784321" y="1843525"/>
                  </a:lnTo>
                  <a:lnTo>
                    <a:pt x="784329" y="1773956"/>
                  </a:lnTo>
                  <a:lnTo>
                    <a:pt x="662199" y="1773956"/>
                  </a:lnTo>
                  <a:lnTo>
                    <a:pt x="445085" y="1650316"/>
                  </a:lnTo>
                  <a:lnTo>
                    <a:pt x="445085" y="1589375"/>
                  </a:lnTo>
                  <a:lnTo>
                    <a:pt x="338104" y="1589375"/>
                  </a:lnTo>
                  <a:lnTo>
                    <a:pt x="121043" y="1465714"/>
                  </a:lnTo>
                  <a:lnTo>
                    <a:pt x="121043" y="1114363"/>
                  </a:lnTo>
                  <a:lnTo>
                    <a:pt x="569114" y="1114363"/>
                  </a:lnTo>
                  <a:lnTo>
                    <a:pt x="445085" y="1043727"/>
                  </a:lnTo>
                  <a:lnTo>
                    <a:pt x="445085" y="982797"/>
                  </a:lnTo>
                  <a:lnTo>
                    <a:pt x="338104" y="982797"/>
                  </a:lnTo>
                  <a:lnTo>
                    <a:pt x="121043" y="859136"/>
                  </a:lnTo>
                  <a:lnTo>
                    <a:pt x="121043" y="507785"/>
                  </a:lnTo>
                  <a:lnTo>
                    <a:pt x="569124" y="507785"/>
                  </a:lnTo>
                  <a:lnTo>
                    <a:pt x="445085" y="437148"/>
                  </a:lnTo>
                  <a:lnTo>
                    <a:pt x="445085" y="376208"/>
                  </a:lnTo>
                  <a:lnTo>
                    <a:pt x="338104" y="376208"/>
                  </a:lnTo>
                  <a:lnTo>
                    <a:pt x="121043" y="252557"/>
                  </a:lnTo>
                  <a:lnTo>
                    <a:pt x="121043" y="68929"/>
                  </a:lnTo>
                  <a:lnTo>
                    <a:pt x="0" y="0"/>
                  </a:lnTo>
                  <a:close/>
                </a:path>
                <a:path w="1186815" h="2340609">
                  <a:moveTo>
                    <a:pt x="1186319" y="1492195"/>
                  </a:moveTo>
                  <a:lnTo>
                    <a:pt x="784363" y="1492195"/>
                  </a:lnTo>
                  <a:lnTo>
                    <a:pt x="1001414" y="1615835"/>
                  </a:lnTo>
                  <a:lnTo>
                    <a:pt x="1001414" y="1967175"/>
                  </a:lnTo>
                  <a:lnTo>
                    <a:pt x="1186319" y="1967175"/>
                  </a:lnTo>
                  <a:lnTo>
                    <a:pt x="1186319" y="1492195"/>
                  </a:lnTo>
                  <a:close/>
                </a:path>
                <a:path w="1186815" h="2340609">
                  <a:moveTo>
                    <a:pt x="893199" y="1298955"/>
                  </a:moveTo>
                  <a:lnTo>
                    <a:pt x="445085" y="1298955"/>
                  </a:lnTo>
                  <a:lnTo>
                    <a:pt x="662199" y="1422605"/>
                  </a:lnTo>
                  <a:lnTo>
                    <a:pt x="662199" y="1773956"/>
                  </a:lnTo>
                  <a:lnTo>
                    <a:pt x="784329" y="1773956"/>
                  </a:lnTo>
                  <a:lnTo>
                    <a:pt x="784363" y="1492195"/>
                  </a:lnTo>
                  <a:lnTo>
                    <a:pt x="1186319" y="1492195"/>
                  </a:lnTo>
                  <a:lnTo>
                    <a:pt x="1186319" y="1360586"/>
                  </a:lnTo>
                  <a:lnTo>
                    <a:pt x="1001414" y="1360586"/>
                  </a:lnTo>
                  <a:lnTo>
                    <a:pt x="893199" y="1298955"/>
                  </a:lnTo>
                  <a:close/>
                </a:path>
                <a:path w="1186815" h="2340609">
                  <a:moveTo>
                    <a:pt x="569114" y="1114363"/>
                  </a:moveTo>
                  <a:lnTo>
                    <a:pt x="121043" y="1114363"/>
                  </a:lnTo>
                  <a:lnTo>
                    <a:pt x="338104" y="1238025"/>
                  </a:lnTo>
                  <a:lnTo>
                    <a:pt x="338104" y="1589375"/>
                  </a:lnTo>
                  <a:lnTo>
                    <a:pt x="445085" y="1589375"/>
                  </a:lnTo>
                  <a:lnTo>
                    <a:pt x="445085" y="1298955"/>
                  </a:lnTo>
                  <a:lnTo>
                    <a:pt x="893199" y="1298955"/>
                  </a:lnTo>
                  <a:lnTo>
                    <a:pt x="784321" y="1236946"/>
                  </a:lnTo>
                  <a:lnTo>
                    <a:pt x="784329" y="1167378"/>
                  </a:lnTo>
                  <a:lnTo>
                    <a:pt x="662199" y="1167378"/>
                  </a:lnTo>
                  <a:lnTo>
                    <a:pt x="569114" y="1114363"/>
                  </a:lnTo>
                  <a:close/>
                </a:path>
                <a:path w="1186815" h="2340609">
                  <a:moveTo>
                    <a:pt x="1186319" y="885606"/>
                  </a:moveTo>
                  <a:lnTo>
                    <a:pt x="784363" y="885606"/>
                  </a:lnTo>
                  <a:lnTo>
                    <a:pt x="1001414" y="1009257"/>
                  </a:lnTo>
                  <a:lnTo>
                    <a:pt x="1001414" y="1360586"/>
                  </a:lnTo>
                  <a:lnTo>
                    <a:pt x="1186319" y="1360586"/>
                  </a:lnTo>
                  <a:lnTo>
                    <a:pt x="1186319" y="885606"/>
                  </a:lnTo>
                  <a:close/>
                </a:path>
                <a:path w="1186815" h="2340609">
                  <a:moveTo>
                    <a:pt x="893180" y="692397"/>
                  </a:moveTo>
                  <a:lnTo>
                    <a:pt x="445085" y="692397"/>
                  </a:lnTo>
                  <a:lnTo>
                    <a:pt x="662199" y="816048"/>
                  </a:lnTo>
                  <a:lnTo>
                    <a:pt x="662199" y="1167378"/>
                  </a:lnTo>
                  <a:lnTo>
                    <a:pt x="784329" y="1167378"/>
                  </a:lnTo>
                  <a:lnTo>
                    <a:pt x="784363" y="885606"/>
                  </a:lnTo>
                  <a:lnTo>
                    <a:pt x="1186319" y="885606"/>
                  </a:lnTo>
                  <a:lnTo>
                    <a:pt x="1186319" y="754050"/>
                  </a:lnTo>
                  <a:lnTo>
                    <a:pt x="1001414" y="754050"/>
                  </a:lnTo>
                  <a:lnTo>
                    <a:pt x="893180" y="692397"/>
                  </a:lnTo>
                  <a:close/>
                </a:path>
                <a:path w="1186815" h="2340609">
                  <a:moveTo>
                    <a:pt x="569124" y="507785"/>
                  </a:moveTo>
                  <a:lnTo>
                    <a:pt x="121043" y="507785"/>
                  </a:lnTo>
                  <a:lnTo>
                    <a:pt x="338104" y="631436"/>
                  </a:lnTo>
                  <a:lnTo>
                    <a:pt x="338104" y="982797"/>
                  </a:lnTo>
                  <a:lnTo>
                    <a:pt x="445085" y="982797"/>
                  </a:lnTo>
                  <a:lnTo>
                    <a:pt x="445085" y="692397"/>
                  </a:lnTo>
                  <a:lnTo>
                    <a:pt x="893180" y="692397"/>
                  </a:lnTo>
                  <a:lnTo>
                    <a:pt x="784321" y="630389"/>
                  </a:lnTo>
                  <a:lnTo>
                    <a:pt x="784321" y="560789"/>
                  </a:lnTo>
                  <a:lnTo>
                    <a:pt x="662199" y="560789"/>
                  </a:lnTo>
                  <a:lnTo>
                    <a:pt x="569124" y="507785"/>
                  </a:lnTo>
                  <a:close/>
                </a:path>
                <a:path w="1186815" h="2340609">
                  <a:moveTo>
                    <a:pt x="1001414" y="570317"/>
                  </a:moveTo>
                  <a:lnTo>
                    <a:pt x="1001414" y="754050"/>
                  </a:lnTo>
                  <a:lnTo>
                    <a:pt x="1186319" y="754050"/>
                  </a:lnTo>
                  <a:lnTo>
                    <a:pt x="1186319" y="675623"/>
                  </a:lnTo>
                  <a:lnTo>
                    <a:pt x="1001414" y="570317"/>
                  </a:lnTo>
                  <a:close/>
                </a:path>
                <a:path w="1186815" h="2340609">
                  <a:moveTo>
                    <a:pt x="662199" y="132058"/>
                  </a:moveTo>
                  <a:lnTo>
                    <a:pt x="662199" y="560789"/>
                  </a:lnTo>
                  <a:lnTo>
                    <a:pt x="784321" y="560789"/>
                  </a:lnTo>
                  <a:lnTo>
                    <a:pt x="784321" y="201637"/>
                  </a:lnTo>
                  <a:lnTo>
                    <a:pt x="662199" y="132058"/>
                  </a:lnTo>
                  <a:close/>
                </a:path>
                <a:path w="1186815" h="2340609">
                  <a:moveTo>
                    <a:pt x="338104" y="192549"/>
                  </a:moveTo>
                  <a:lnTo>
                    <a:pt x="338104" y="376208"/>
                  </a:lnTo>
                  <a:lnTo>
                    <a:pt x="445085" y="376208"/>
                  </a:lnTo>
                  <a:lnTo>
                    <a:pt x="445085" y="253479"/>
                  </a:lnTo>
                  <a:lnTo>
                    <a:pt x="338104" y="192549"/>
                  </a:lnTo>
                  <a:close/>
                </a:path>
              </a:pathLst>
            </a:custGeom>
            <a:solidFill>
              <a:srgbClr val="1055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7967180" y="5648628"/>
              <a:ext cx="1263015" cy="2380615"/>
            </a:xfrm>
            <a:custGeom>
              <a:avLst/>
              <a:gdLst/>
              <a:ahLst/>
              <a:cxnLst/>
              <a:rect l="l" t="t" r="r" b="b"/>
              <a:pathLst>
                <a:path w="1263015" h="2380615">
                  <a:moveTo>
                    <a:pt x="184926" y="610117"/>
                  </a:moveTo>
                  <a:lnTo>
                    <a:pt x="0" y="715423"/>
                  </a:lnTo>
                  <a:lnTo>
                    <a:pt x="0" y="2380178"/>
                  </a:lnTo>
                  <a:lnTo>
                    <a:pt x="655281" y="2006975"/>
                  </a:lnTo>
                  <a:lnTo>
                    <a:pt x="184926" y="2006975"/>
                  </a:lnTo>
                  <a:lnTo>
                    <a:pt x="184926" y="1655635"/>
                  </a:lnTo>
                  <a:lnTo>
                    <a:pt x="401987" y="1531995"/>
                  </a:lnTo>
                  <a:lnTo>
                    <a:pt x="524151" y="1531995"/>
                  </a:lnTo>
                  <a:lnTo>
                    <a:pt x="524151" y="1462395"/>
                  </a:lnTo>
                  <a:lnTo>
                    <a:pt x="633019" y="1400386"/>
                  </a:lnTo>
                  <a:lnTo>
                    <a:pt x="184926" y="1400386"/>
                  </a:lnTo>
                  <a:lnTo>
                    <a:pt x="184926" y="1049057"/>
                  </a:lnTo>
                  <a:lnTo>
                    <a:pt x="401987" y="925406"/>
                  </a:lnTo>
                  <a:lnTo>
                    <a:pt x="524151" y="925406"/>
                  </a:lnTo>
                  <a:lnTo>
                    <a:pt x="524151" y="855848"/>
                  </a:lnTo>
                  <a:lnTo>
                    <a:pt x="633001" y="793850"/>
                  </a:lnTo>
                  <a:lnTo>
                    <a:pt x="184926" y="793850"/>
                  </a:lnTo>
                  <a:lnTo>
                    <a:pt x="184926" y="610117"/>
                  </a:lnTo>
                  <a:close/>
                </a:path>
                <a:path w="1263015" h="2380615">
                  <a:moveTo>
                    <a:pt x="524151" y="1531995"/>
                  </a:moveTo>
                  <a:lnTo>
                    <a:pt x="401987" y="1531995"/>
                  </a:lnTo>
                  <a:lnTo>
                    <a:pt x="401987" y="1883324"/>
                  </a:lnTo>
                  <a:lnTo>
                    <a:pt x="184926" y="2006975"/>
                  </a:lnTo>
                  <a:lnTo>
                    <a:pt x="655281" y="2006975"/>
                  </a:lnTo>
                  <a:lnTo>
                    <a:pt x="994560" y="1813745"/>
                  </a:lnTo>
                  <a:lnTo>
                    <a:pt x="524151" y="1813745"/>
                  </a:lnTo>
                  <a:lnTo>
                    <a:pt x="524151" y="1531995"/>
                  </a:lnTo>
                  <a:close/>
                </a:path>
                <a:path w="1263015" h="2380615">
                  <a:moveTo>
                    <a:pt x="848235" y="1338744"/>
                  </a:moveTo>
                  <a:lnTo>
                    <a:pt x="741244" y="1338744"/>
                  </a:lnTo>
                  <a:lnTo>
                    <a:pt x="741244" y="1690116"/>
                  </a:lnTo>
                  <a:lnTo>
                    <a:pt x="524151" y="1813745"/>
                  </a:lnTo>
                  <a:lnTo>
                    <a:pt x="994560" y="1813745"/>
                  </a:lnTo>
                  <a:lnTo>
                    <a:pt x="1158886" y="1720157"/>
                  </a:lnTo>
                  <a:lnTo>
                    <a:pt x="1263019" y="1664755"/>
                  </a:lnTo>
                  <a:lnTo>
                    <a:pt x="1263019" y="1629175"/>
                  </a:lnTo>
                  <a:lnTo>
                    <a:pt x="848235" y="1629175"/>
                  </a:lnTo>
                  <a:lnTo>
                    <a:pt x="848235" y="1338744"/>
                  </a:lnTo>
                  <a:close/>
                </a:path>
                <a:path w="1263015" h="2380615">
                  <a:moveTo>
                    <a:pt x="1263019" y="1154163"/>
                  </a:moveTo>
                  <a:lnTo>
                    <a:pt x="1065307" y="1154163"/>
                  </a:lnTo>
                  <a:lnTo>
                    <a:pt x="1065307" y="1505514"/>
                  </a:lnTo>
                  <a:lnTo>
                    <a:pt x="848235" y="1629175"/>
                  </a:lnTo>
                  <a:lnTo>
                    <a:pt x="1263019" y="1629175"/>
                  </a:lnTo>
                  <a:lnTo>
                    <a:pt x="1263019" y="1154163"/>
                  </a:lnTo>
                  <a:close/>
                </a:path>
                <a:path w="1263015" h="2380615">
                  <a:moveTo>
                    <a:pt x="524151" y="925406"/>
                  </a:moveTo>
                  <a:lnTo>
                    <a:pt x="401987" y="925406"/>
                  </a:lnTo>
                  <a:lnTo>
                    <a:pt x="401987" y="1276746"/>
                  </a:lnTo>
                  <a:lnTo>
                    <a:pt x="184926" y="1400386"/>
                  </a:lnTo>
                  <a:lnTo>
                    <a:pt x="633019" y="1400386"/>
                  </a:lnTo>
                  <a:lnTo>
                    <a:pt x="741244" y="1338744"/>
                  </a:lnTo>
                  <a:lnTo>
                    <a:pt x="848235" y="1338744"/>
                  </a:lnTo>
                  <a:lnTo>
                    <a:pt x="848235" y="1277824"/>
                  </a:lnTo>
                  <a:lnTo>
                    <a:pt x="972248" y="1207177"/>
                  </a:lnTo>
                  <a:lnTo>
                    <a:pt x="524151" y="1207177"/>
                  </a:lnTo>
                  <a:lnTo>
                    <a:pt x="524151" y="925406"/>
                  </a:lnTo>
                  <a:close/>
                </a:path>
                <a:path w="1263015" h="2380615">
                  <a:moveTo>
                    <a:pt x="848235" y="732197"/>
                  </a:moveTo>
                  <a:lnTo>
                    <a:pt x="741244" y="732197"/>
                  </a:lnTo>
                  <a:lnTo>
                    <a:pt x="741244" y="1083527"/>
                  </a:lnTo>
                  <a:lnTo>
                    <a:pt x="524151" y="1207177"/>
                  </a:lnTo>
                  <a:lnTo>
                    <a:pt x="972248" y="1207177"/>
                  </a:lnTo>
                  <a:lnTo>
                    <a:pt x="1065307" y="1154163"/>
                  </a:lnTo>
                  <a:lnTo>
                    <a:pt x="1263019" y="1154163"/>
                  </a:lnTo>
                  <a:lnTo>
                    <a:pt x="1263019" y="1022597"/>
                  </a:lnTo>
                  <a:lnTo>
                    <a:pt x="848235" y="1022597"/>
                  </a:lnTo>
                  <a:lnTo>
                    <a:pt x="848235" y="732197"/>
                  </a:lnTo>
                  <a:close/>
                </a:path>
                <a:path w="1263015" h="2380615">
                  <a:moveTo>
                    <a:pt x="1263019" y="547585"/>
                  </a:moveTo>
                  <a:lnTo>
                    <a:pt x="1065307" y="547585"/>
                  </a:lnTo>
                  <a:lnTo>
                    <a:pt x="1065307" y="898935"/>
                  </a:lnTo>
                  <a:lnTo>
                    <a:pt x="848235" y="1022597"/>
                  </a:lnTo>
                  <a:lnTo>
                    <a:pt x="1263019" y="1022597"/>
                  </a:lnTo>
                  <a:lnTo>
                    <a:pt x="1263019" y="547585"/>
                  </a:lnTo>
                  <a:close/>
                </a:path>
                <a:path w="1263015" h="2380615">
                  <a:moveTo>
                    <a:pt x="524151" y="361046"/>
                  </a:moveTo>
                  <a:lnTo>
                    <a:pt x="401987" y="430636"/>
                  </a:lnTo>
                  <a:lnTo>
                    <a:pt x="401987" y="670178"/>
                  </a:lnTo>
                  <a:lnTo>
                    <a:pt x="184926" y="793850"/>
                  </a:lnTo>
                  <a:lnTo>
                    <a:pt x="633001" y="793850"/>
                  </a:lnTo>
                  <a:lnTo>
                    <a:pt x="741244" y="732197"/>
                  </a:lnTo>
                  <a:lnTo>
                    <a:pt x="848235" y="732197"/>
                  </a:lnTo>
                  <a:lnTo>
                    <a:pt x="848235" y="671236"/>
                  </a:lnTo>
                  <a:lnTo>
                    <a:pt x="972258" y="600589"/>
                  </a:lnTo>
                  <a:lnTo>
                    <a:pt x="524151" y="600589"/>
                  </a:lnTo>
                  <a:lnTo>
                    <a:pt x="524151" y="361046"/>
                  </a:lnTo>
                  <a:close/>
                </a:path>
                <a:path w="1263015" h="2380615">
                  <a:moveTo>
                    <a:pt x="848235" y="63160"/>
                  </a:moveTo>
                  <a:lnTo>
                    <a:pt x="741244" y="124100"/>
                  </a:lnTo>
                  <a:lnTo>
                    <a:pt x="741244" y="476948"/>
                  </a:lnTo>
                  <a:lnTo>
                    <a:pt x="524151" y="600589"/>
                  </a:lnTo>
                  <a:lnTo>
                    <a:pt x="972258" y="600589"/>
                  </a:lnTo>
                  <a:lnTo>
                    <a:pt x="1065307" y="547585"/>
                  </a:lnTo>
                  <a:lnTo>
                    <a:pt x="1263019" y="547585"/>
                  </a:lnTo>
                  <a:lnTo>
                    <a:pt x="1263019" y="416008"/>
                  </a:lnTo>
                  <a:lnTo>
                    <a:pt x="848235" y="416008"/>
                  </a:lnTo>
                  <a:lnTo>
                    <a:pt x="848235" y="63160"/>
                  </a:lnTo>
                  <a:close/>
                </a:path>
                <a:path w="1263015" h="2380615">
                  <a:moveTo>
                    <a:pt x="1186351" y="39799"/>
                  </a:moveTo>
                  <a:lnTo>
                    <a:pt x="1172739" y="47527"/>
                  </a:lnTo>
                  <a:lnTo>
                    <a:pt x="1065307" y="108729"/>
                  </a:lnTo>
                  <a:lnTo>
                    <a:pt x="1065307" y="292357"/>
                  </a:lnTo>
                  <a:lnTo>
                    <a:pt x="848235" y="416008"/>
                  </a:lnTo>
                  <a:lnTo>
                    <a:pt x="1263019" y="416008"/>
                  </a:lnTo>
                  <a:lnTo>
                    <a:pt x="1263019" y="40386"/>
                  </a:lnTo>
                  <a:lnTo>
                    <a:pt x="1186351" y="40386"/>
                  </a:lnTo>
                  <a:lnTo>
                    <a:pt x="1186351" y="39799"/>
                  </a:lnTo>
                  <a:close/>
                </a:path>
                <a:path w="1263015" h="2380615">
                  <a:moveTo>
                    <a:pt x="1263019" y="0"/>
                  </a:moveTo>
                  <a:lnTo>
                    <a:pt x="1186351" y="40386"/>
                  </a:lnTo>
                  <a:lnTo>
                    <a:pt x="1263019" y="40386"/>
                  </a:lnTo>
                  <a:lnTo>
                    <a:pt x="1263019" y="0"/>
                  </a:lnTo>
                  <a:close/>
                </a:path>
              </a:pathLst>
            </a:custGeom>
            <a:solidFill>
              <a:srgbClr val="326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7846154" y="5012682"/>
              <a:ext cx="176530" cy="100965"/>
            </a:xfrm>
            <a:custGeom>
              <a:avLst/>
              <a:gdLst/>
              <a:ahLst/>
              <a:cxnLst/>
              <a:rect l="l" t="t" r="r" b="b"/>
              <a:pathLst>
                <a:path w="176529" h="100964">
                  <a:moveTo>
                    <a:pt x="121043" y="0"/>
                  </a:moveTo>
                  <a:lnTo>
                    <a:pt x="0" y="68950"/>
                  </a:lnTo>
                  <a:lnTo>
                    <a:pt x="55432" y="100520"/>
                  </a:lnTo>
                  <a:lnTo>
                    <a:pt x="176465" y="31601"/>
                  </a:lnTo>
                  <a:lnTo>
                    <a:pt x="121043" y="0"/>
                  </a:lnTo>
                  <a:close/>
                </a:path>
              </a:pathLst>
            </a:custGeom>
            <a:solidFill>
              <a:srgbClr val="4E828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81073" y="4799561"/>
              <a:ext cx="5050179" cy="4525874"/>
            </a:xfrm>
            <a:prstGeom prst="rect">
              <a:avLst/>
            </a:prstGeom>
          </p:spPr>
        </p:pic>
        <p:pic>
          <p:nvPicPr>
            <p:cNvPr id="130" name="object 13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971841" y="2229029"/>
              <a:ext cx="1462286" cy="1960274"/>
            </a:xfrm>
            <a:prstGeom prst="rect">
              <a:avLst/>
            </a:prstGeom>
          </p:spPr>
        </p:pic>
        <p:sp>
          <p:nvSpPr>
            <p:cNvPr id="131" name="object 131" descr=""/>
            <p:cNvSpPr/>
            <p:nvPr/>
          </p:nvSpPr>
          <p:spPr>
            <a:xfrm>
              <a:off x="9415793" y="4532559"/>
              <a:ext cx="2421255" cy="1398270"/>
            </a:xfrm>
            <a:custGeom>
              <a:avLst/>
              <a:gdLst/>
              <a:ahLst/>
              <a:cxnLst/>
              <a:rect l="l" t="t" r="r" b="b"/>
              <a:pathLst>
                <a:path w="2421254" h="1398270">
                  <a:moveTo>
                    <a:pt x="2421166" y="1259547"/>
                  </a:moveTo>
                  <a:lnTo>
                    <a:pt x="2370302" y="1230185"/>
                  </a:lnTo>
                  <a:lnTo>
                    <a:pt x="2370302" y="1259547"/>
                  </a:lnTo>
                  <a:lnTo>
                    <a:pt x="2181529" y="1368539"/>
                  </a:lnTo>
                  <a:lnTo>
                    <a:pt x="51460" y="138709"/>
                  </a:lnTo>
                  <a:lnTo>
                    <a:pt x="56591" y="138734"/>
                  </a:lnTo>
                  <a:lnTo>
                    <a:pt x="52933" y="137160"/>
                  </a:lnTo>
                  <a:lnTo>
                    <a:pt x="239636" y="29375"/>
                  </a:lnTo>
                  <a:lnTo>
                    <a:pt x="2370302" y="1259547"/>
                  </a:lnTo>
                  <a:lnTo>
                    <a:pt x="2370302" y="1230185"/>
                  </a:lnTo>
                  <a:lnTo>
                    <a:pt x="290499" y="29375"/>
                  </a:lnTo>
                  <a:lnTo>
                    <a:pt x="239636" y="0"/>
                  </a:lnTo>
                  <a:lnTo>
                    <a:pt x="23876" y="124574"/>
                  </a:lnTo>
                  <a:lnTo>
                    <a:pt x="1028" y="114655"/>
                  </a:lnTo>
                  <a:lnTo>
                    <a:pt x="0" y="138353"/>
                  </a:lnTo>
                  <a:lnTo>
                    <a:pt x="2181529" y="1397901"/>
                  </a:lnTo>
                  <a:lnTo>
                    <a:pt x="2232406" y="1368539"/>
                  </a:lnTo>
                  <a:lnTo>
                    <a:pt x="2421166" y="1259547"/>
                  </a:lnTo>
                  <a:close/>
                </a:path>
              </a:pathLst>
            </a:custGeom>
            <a:solidFill>
              <a:srgbClr val="DE8E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9416827" y="4508856"/>
              <a:ext cx="2421255" cy="1398270"/>
            </a:xfrm>
            <a:custGeom>
              <a:avLst/>
              <a:gdLst/>
              <a:ahLst/>
              <a:cxnLst/>
              <a:rect l="l" t="t" r="r" b="b"/>
              <a:pathLst>
                <a:path w="2421254" h="1398270">
                  <a:moveTo>
                    <a:pt x="239636" y="0"/>
                  </a:moveTo>
                  <a:lnTo>
                    <a:pt x="0" y="138351"/>
                  </a:lnTo>
                  <a:lnTo>
                    <a:pt x="2181535" y="1397905"/>
                  </a:lnTo>
                  <a:lnTo>
                    <a:pt x="2232404" y="1368534"/>
                  </a:lnTo>
                  <a:lnTo>
                    <a:pt x="2181535" y="1368534"/>
                  </a:lnTo>
                  <a:lnTo>
                    <a:pt x="50867" y="138351"/>
                  </a:lnTo>
                  <a:lnTo>
                    <a:pt x="239636" y="29370"/>
                  </a:lnTo>
                  <a:lnTo>
                    <a:pt x="290507" y="29370"/>
                  </a:lnTo>
                  <a:lnTo>
                    <a:pt x="239636" y="0"/>
                  </a:lnTo>
                  <a:close/>
                </a:path>
                <a:path w="2421254" h="1398270">
                  <a:moveTo>
                    <a:pt x="290507" y="29370"/>
                  </a:moveTo>
                  <a:lnTo>
                    <a:pt x="239636" y="29370"/>
                  </a:lnTo>
                  <a:lnTo>
                    <a:pt x="2370304" y="1259542"/>
                  </a:lnTo>
                  <a:lnTo>
                    <a:pt x="2181535" y="1368534"/>
                  </a:lnTo>
                  <a:lnTo>
                    <a:pt x="2232404" y="1368534"/>
                  </a:lnTo>
                  <a:lnTo>
                    <a:pt x="2421172" y="1259542"/>
                  </a:lnTo>
                  <a:lnTo>
                    <a:pt x="290507" y="29370"/>
                  </a:lnTo>
                  <a:close/>
                </a:path>
              </a:pathLst>
            </a:custGeom>
            <a:solidFill>
              <a:srgbClr val="FFC9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9613201" y="4447888"/>
              <a:ext cx="1995170" cy="1330960"/>
            </a:xfrm>
            <a:custGeom>
              <a:avLst/>
              <a:gdLst/>
              <a:ahLst/>
              <a:cxnLst/>
              <a:rect l="l" t="t" r="r" b="b"/>
              <a:pathLst>
                <a:path w="1995170" h="1330960">
                  <a:moveTo>
                    <a:pt x="1995157" y="1149324"/>
                  </a:moveTo>
                  <a:lnTo>
                    <a:pt x="1986026" y="1138047"/>
                  </a:lnTo>
                  <a:lnTo>
                    <a:pt x="1977758" y="1137158"/>
                  </a:lnTo>
                  <a:lnTo>
                    <a:pt x="1787334" y="1291234"/>
                  </a:lnTo>
                  <a:lnTo>
                    <a:pt x="1776095" y="1064983"/>
                  </a:lnTo>
                  <a:lnTo>
                    <a:pt x="1800136" y="1045540"/>
                  </a:lnTo>
                  <a:lnTo>
                    <a:pt x="1801012" y="1037259"/>
                  </a:lnTo>
                  <a:lnTo>
                    <a:pt x="1791881" y="1025982"/>
                  </a:lnTo>
                  <a:lnTo>
                    <a:pt x="1783600" y="1025105"/>
                  </a:lnTo>
                  <a:lnTo>
                    <a:pt x="1774482" y="1032484"/>
                  </a:lnTo>
                  <a:lnTo>
                    <a:pt x="1773580" y="1014082"/>
                  </a:lnTo>
                  <a:lnTo>
                    <a:pt x="1767408" y="1008519"/>
                  </a:lnTo>
                  <a:lnTo>
                    <a:pt x="1752917" y="1009218"/>
                  </a:lnTo>
                  <a:lnTo>
                    <a:pt x="1747329" y="1015377"/>
                  </a:lnTo>
                  <a:lnTo>
                    <a:pt x="1749196" y="1052944"/>
                  </a:lnTo>
                  <a:lnTo>
                    <a:pt x="1593189" y="1179169"/>
                  </a:lnTo>
                  <a:lnTo>
                    <a:pt x="1581950" y="952919"/>
                  </a:lnTo>
                  <a:lnTo>
                    <a:pt x="1605991" y="933475"/>
                  </a:lnTo>
                  <a:lnTo>
                    <a:pt x="1606854" y="925207"/>
                  </a:lnTo>
                  <a:lnTo>
                    <a:pt x="1597736" y="913930"/>
                  </a:lnTo>
                  <a:lnTo>
                    <a:pt x="1589455" y="913053"/>
                  </a:lnTo>
                  <a:lnTo>
                    <a:pt x="1580337" y="920432"/>
                  </a:lnTo>
                  <a:lnTo>
                    <a:pt x="1579435" y="902017"/>
                  </a:lnTo>
                  <a:lnTo>
                    <a:pt x="1573250" y="896454"/>
                  </a:lnTo>
                  <a:lnTo>
                    <a:pt x="1558772" y="897166"/>
                  </a:lnTo>
                  <a:lnTo>
                    <a:pt x="1553184" y="903312"/>
                  </a:lnTo>
                  <a:lnTo>
                    <a:pt x="1555038" y="940892"/>
                  </a:lnTo>
                  <a:lnTo>
                    <a:pt x="1399044" y="1067104"/>
                  </a:lnTo>
                  <a:lnTo>
                    <a:pt x="1387805" y="840867"/>
                  </a:lnTo>
                  <a:lnTo>
                    <a:pt x="1411846" y="821423"/>
                  </a:lnTo>
                  <a:lnTo>
                    <a:pt x="1412709" y="813142"/>
                  </a:lnTo>
                  <a:lnTo>
                    <a:pt x="1403578" y="801865"/>
                  </a:lnTo>
                  <a:lnTo>
                    <a:pt x="1395310" y="800989"/>
                  </a:lnTo>
                  <a:lnTo>
                    <a:pt x="1386192" y="808367"/>
                  </a:lnTo>
                  <a:lnTo>
                    <a:pt x="1385290" y="789965"/>
                  </a:lnTo>
                  <a:lnTo>
                    <a:pt x="1379118" y="784390"/>
                  </a:lnTo>
                  <a:lnTo>
                    <a:pt x="1364627" y="785101"/>
                  </a:lnTo>
                  <a:lnTo>
                    <a:pt x="1359052" y="791260"/>
                  </a:lnTo>
                  <a:lnTo>
                    <a:pt x="1360906" y="828827"/>
                  </a:lnTo>
                  <a:lnTo>
                    <a:pt x="1204899" y="955052"/>
                  </a:lnTo>
                  <a:lnTo>
                    <a:pt x="1193660" y="728814"/>
                  </a:lnTo>
                  <a:lnTo>
                    <a:pt x="1217701" y="709358"/>
                  </a:lnTo>
                  <a:lnTo>
                    <a:pt x="1218565" y="701090"/>
                  </a:lnTo>
                  <a:lnTo>
                    <a:pt x="1209433" y="689813"/>
                  </a:lnTo>
                  <a:lnTo>
                    <a:pt x="1201166" y="688936"/>
                  </a:lnTo>
                  <a:lnTo>
                    <a:pt x="1192047" y="696315"/>
                  </a:lnTo>
                  <a:lnTo>
                    <a:pt x="1191133" y="677900"/>
                  </a:lnTo>
                  <a:lnTo>
                    <a:pt x="1184960" y="672338"/>
                  </a:lnTo>
                  <a:lnTo>
                    <a:pt x="1170482" y="673036"/>
                  </a:lnTo>
                  <a:lnTo>
                    <a:pt x="1164882" y="679208"/>
                  </a:lnTo>
                  <a:lnTo>
                    <a:pt x="1166749" y="716788"/>
                  </a:lnTo>
                  <a:lnTo>
                    <a:pt x="1010754" y="842987"/>
                  </a:lnTo>
                  <a:lnTo>
                    <a:pt x="999515" y="616750"/>
                  </a:lnTo>
                  <a:lnTo>
                    <a:pt x="1023543" y="597306"/>
                  </a:lnTo>
                  <a:lnTo>
                    <a:pt x="1024420" y="589026"/>
                  </a:lnTo>
                  <a:lnTo>
                    <a:pt x="1015288" y="577748"/>
                  </a:lnTo>
                  <a:lnTo>
                    <a:pt x="1007021" y="576872"/>
                  </a:lnTo>
                  <a:lnTo>
                    <a:pt x="997889" y="584250"/>
                  </a:lnTo>
                  <a:lnTo>
                    <a:pt x="996988" y="565848"/>
                  </a:lnTo>
                  <a:lnTo>
                    <a:pt x="990828" y="560273"/>
                  </a:lnTo>
                  <a:lnTo>
                    <a:pt x="976337" y="560984"/>
                  </a:lnTo>
                  <a:lnTo>
                    <a:pt x="970737" y="567143"/>
                  </a:lnTo>
                  <a:lnTo>
                    <a:pt x="972591" y="604723"/>
                  </a:lnTo>
                  <a:lnTo>
                    <a:pt x="816597" y="730935"/>
                  </a:lnTo>
                  <a:lnTo>
                    <a:pt x="805357" y="504685"/>
                  </a:lnTo>
                  <a:lnTo>
                    <a:pt x="829398" y="485241"/>
                  </a:lnTo>
                  <a:lnTo>
                    <a:pt x="830275" y="476973"/>
                  </a:lnTo>
                  <a:lnTo>
                    <a:pt x="821143" y="465696"/>
                  </a:lnTo>
                  <a:lnTo>
                    <a:pt x="812863" y="464820"/>
                  </a:lnTo>
                  <a:lnTo>
                    <a:pt x="803744" y="472198"/>
                  </a:lnTo>
                  <a:lnTo>
                    <a:pt x="802843" y="453783"/>
                  </a:lnTo>
                  <a:lnTo>
                    <a:pt x="796671" y="448246"/>
                  </a:lnTo>
                  <a:lnTo>
                    <a:pt x="782180" y="448932"/>
                  </a:lnTo>
                  <a:lnTo>
                    <a:pt x="776592" y="455091"/>
                  </a:lnTo>
                  <a:lnTo>
                    <a:pt x="778446" y="492658"/>
                  </a:lnTo>
                  <a:lnTo>
                    <a:pt x="622452" y="618871"/>
                  </a:lnTo>
                  <a:lnTo>
                    <a:pt x="611212" y="392633"/>
                  </a:lnTo>
                  <a:lnTo>
                    <a:pt x="635254" y="373189"/>
                  </a:lnTo>
                  <a:lnTo>
                    <a:pt x="636130" y="364921"/>
                  </a:lnTo>
                  <a:lnTo>
                    <a:pt x="626999" y="353644"/>
                  </a:lnTo>
                  <a:lnTo>
                    <a:pt x="618718" y="352755"/>
                  </a:lnTo>
                  <a:lnTo>
                    <a:pt x="609600" y="360133"/>
                  </a:lnTo>
                  <a:lnTo>
                    <a:pt x="608698" y="341731"/>
                  </a:lnTo>
                  <a:lnTo>
                    <a:pt x="602526" y="336181"/>
                  </a:lnTo>
                  <a:lnTo>
                    <a:pt x="588035" y="336867"/>
                  </a:lnTo>
                  <a:lnTo>
                    <a:pt x="582447" y="343027"/>
                  </a:lnTo>
                  <a:lnTo>
                    <a:pt x="584301" y="380593"/>
                  </a:lnTo>
                  <a:lnTo>
                    <a:pt x="428307" y="506818"/>
                  </a:lnTo>
                  <a:lnTo>
                    <a:pt x="417068" y="280581"/>
                  </a:lnTo>
                  <a:lnTo>
                    <a:pt x="441109" y="261137"/>
                  </a:lnTo>
                  <a:lnTo>
                    <a:pt x="441972" y="252857"/>
                  </a:lnTo>
                  <a:lnTo>
                    <a:pt x="432841" y="241579"/>
                  </a:lnTo>
                  <a:lnTo>
                    <a:pt x="424573" y="240703"/>
                  </a:lnTo>
                  <a:lnTo>
                    <a:pt x="415455" y="248081"/>
                  </a:lnTo>
                  <a:lnTo>
                    <a:pt x="414553" y="229679"/>
                  </a:lnTo>
                  <a:lnTo>
                    <a:pt x="408368" y="224116"/>
                  </a:lnTo>
                  <a:lnTo>
                    <a:pt x="393890" y="224802"/>
                  </a:lnTo>
                  <a:lnTo>
                    <a:pt x="388302" y="230974"/>
                  </a:lnTo>
                  <a:lnTo>
                    <a:pt x="390156" y="268554"/>
                  </a:lnTo>
                  <a:lnTo>
                    <a:pt x="234162" y="394766"/>
                  </a:lnTo>
                  <a:lnTo>
                    <a:pt x="222923" y="168516"/>
                  </a:lnTo>
                  <a:lnTo>
                    <a:pt x="246964" y="149072"/>
                  </a:lnTo>
                  <a:lnTo>
                    <a:pt x="247827" y="140804"/>
                  </a:lnTo>
                  <a:lnTo>
                    <a:pt x="238696" y="129527"/>
                  </a:lnTo>
                  <a:lnTo>
                    <a:pt x="230428" y="128651"/>
                  </a:lnTo>
                  <a:lnTo>
                    <a:pt x="221310" y="136029"/>
                  </a:lnTo>
                  <a:lnTo>
                    <a:pt x="220408" y="117614"/>
                  </a:lnTo>
                  <a:lnTo>
                    <a:pt x="214210" y="112052"/>
                  </a:lnTo>
                  <a:lnTo>
                    <a:pt x="199745" y="112763"/>
                  </a:lnTo>
                  <a:lnTo>
                    <a:pt x="194157" y="118910"/>
                  </a:lnTo>
                  <a:lnTo>
                    <a:pt x="196011" y="156502"/>
                  </a:lnTo>
                  <a:lnTo>
                    <a:pt x="40017" y="282714"/>
                  </a:lnTo>
                  <a:lnTo>
                    <a:pt x="26250" y="5562"/>
                  </a:lnTo>
                  <a:lnTo>
                    <a:pt x="20091" y="0"/>
                  </a:lnTo>
                  <a:lnTo>
                    <a:pt x="5600" y="698"/>
                  </a:lnTo>
                  <a:lnTo>
                    <a:pt x="0" y="6858"/>
                  </a:lnTo>
                  <a:lnTo>
                    <a:pt x="15290" y="314769"/>
                  </a:lnTo>
                  <a:lnTo>
                    <a:pt x="18300" y="319163"/>
                  </a:lnTo>
                  <a:lnTo>
                    <a:pt x="24523" y="321945"/>
                  </a:lnTo>
                  <a:lnTo>
                    <a:pt x="26365" y="322326"/>
                  </a:lnTo>
                  <a:lnTo>
                    <a:pt x="28168" y="322326"/>
                  </a:lnTo>
                  <a:lnTo>
                    <a:pt x="31127" y="322326"/>
                  </a:lnTo>
                  <a:lnTo>
                    <a:pt x="34061" y="321335"/>
                  </a:lnTo>
                  <a:lnTo>
                    <a:pt x="197624" y="188988"/>
                  </a:lnTo>
                  <a:lnTo>
                    <a:pt x="209435" y="426834"/>
                  </a:lnTo>
                  <a:lnTo>
                    <a:pt x="212445" y="431215"/>
                  </a:lnTo>
                  <a:lnTo>
                    <a:pt x="218681" y="434009"/>
                  </a:lnTo>
                  <a:lnTo>
                    <a:pt x="220510" y="434378"/>
                  </a:lnTo>
                  <a:lnTo>
                    <a:pt x="222326" y="434378"/>
                  </a:lnTo>
                  <a:lnTo>
                    <a:pt x="225272" y="434378"/>
                  </a:lnTo>
                  <a:lnTo>
                    <a:pt x="228206" y="433387"/>
                  </a:lnTo>
                  <a:lnTo>
                    <a:pt x="391769" y="301053"/>
                  </a:lnTo>
                  <a:lnTo>
                    <a:pt x="403580" y="538886"/>
                  </a:lnTo>
                  <a:lnTo>
                    <a:pt x="406590" y="543280"/>
                  </a:lnTo>
                  <a:lnTo>
                    <a:pt x="412826" y="546061"/>
                  </a:lnTo>
                  <a:lnTo>
                    <a:pt x="414655" y="546442"/>
                  </a:lnTo>
                  <a:lnTo>
                    <a:pt x="416471" y="546442"/>
                  </a:lnTo>
                  <a:lnTo>
                    <a:pt x="419417" y="546442"/>
                  </a:lnTo>
                  <a:lnTo>
                    <a:pt x="422351" y="545439"/>
                  </a:lnTo>
                  <a:lnTo>
                    <a:pt x="585914" y="413105"/>
                  </a:lnTo>
                  <a:lnTo>
                    <a:pt x="597738" y="650951"/>
                  </a:lnTo>
                  <a:lnTo>
                    <a:pt x="600735" y="655332"/>
                  </a:lnTo>
                  <a:lnTo>
                    <a:pt x="606971" y="658126"/>
                  </a:lnTo>
                  <a:lnTo>
                    <a:pt x="608799" y="658495"/>
                  </a:lnTo>
                  <a:lnTo>
                    <a:pt x="610616" y="658495"/>
                  </a:lnTo>
                  <a:lnTo>
                    <a:pt x="613562" y="658495"/>
                  </a:lnTo>
                  <a:lnTo>
                    <a:pt x="616496" y="657504"/>
                  </a:lnTo>
                  <a:lnTo>
                    <a:pt x="780059" y="525157"/>
                  </a:lnTo>
                  <a:lnTo>
                    <a:pt x="791883" y="763003"/>
                  </a:lnTo>
                  <a:lnTo>
                    <a:pt x="794893" y="767397"/>
                  </a:lnTo>
                  <a:lnTo>
                    <a:pt x="801116" y="770178"/>
                  </a:lnTo>
                  <a:lnTo>
                    <a:pt x="802944" y="770559"/>
                  </a:lnTo>
                  <a:lnTo>
                    <a:pt x="804760" y="770559"/>
                  </a:lnTo>
                  <a:lnTo>
                    <a:pt x="807707" y="770559"/>
                  </a:lnTo>
                  <a:lnTo>
                    <a:pt x="810641" y="769556"/>
                  </a:lnTo>
                  <a:lnTo>
                    <a:pt x="974204" y="637222"/>
                  </a:lnTo>
                  <a:lnTo>
                    <a:pt x="986028" y="875068"/>
                  </a:lnTo>
                  <a:lnTo>
                    <a:pt x="989037" y="879449"/>
                  </a:lnTo>
                  <a:lnTo>
                    <a:pt x="995260" y="882230"/>
                  </a:lnTo>
                  <a:lnTo>
                    <a:pt x="997102" y="882611"/>
                  </a:lnTo>
                  <a:lnTo>
                    <a:pt x="998905" y="882611"/>
                  </a:lnTo>
                  <a:lnTo>
                    <a:pt x="1001864" y="882611"/>
                  </a:lnTo>
                  <a:lnTo>
                    <a:pt x="1004798" y="881621"/>
                  </a:lnTo>
                  <a:lnTo>
                    <a:pt x="1168361" y="749287"/>
                  </a:lnTo>
                  <a:lnTo>
                    <a:pt x="1180185" y="987120"/>
                  </a:lnTo>
                  <a:lnTo>
                    <a:pt x="1183182" y="991514"/>
                  </a:lnTo>
                  <a:lnTo>
                    <a:pt x="1189405" y="994295"/>
                  </a:lnTo>
                  <a:lnTo>
                    <a:pt x="1191247" y="994676"/>
                  </a:lnTo>
                  <a:lnTo>
                    <a:pt x="1193050" y="994676"/>
                  </a:lnTo>
                  <a:lnTo>
                    <a:pt x="1196009" y="994676"/>
                  </a:lnTo>
                  <a:lnTo>
                    <a:pt x="1198943" y="993673"/>
                  </a:lnTo>
                  <a:lnTo>
                    <a:pt x="1362519" y="861326"/>
                  </a:lnTo>
                  <a:lnTo>
                    <a:pt x="1374330" y="1099185"/>
                  </a:lnTo>
                  <a:lnTo>
                    <a:pt x="1377327" y="1103566"/>
                  </a:lnTo>
                  <a:lnTo>
                    <a:pt x="1383563" y="1106347"/>
                  </a:lnTo>
                  <a:lnTo>
                    <a:pt x="1385392" y="1106728"/>
                  </a:lnTo>
                  <a:lnTo>
                    <a:pt x="1387208" y="1106728"/>
                  </a:lnTo>
                  <a:lnTo>
                    <a:pt x="1390154" y="1106728"/>
                  </a:lnTo>
                  <a:lnTo>
                    <a:pt x="1393088" y="1105738"/>
                  </a:lnTo>
                  <a:lnTo>
                    <a:pt x="1556651" y="973391"/>
                  </a:lnTo>
                  <a:lnTo>
                    <a:pt x="1568475" y="1211237"/>
                  </a:lnTo>
                  <a:lnTo>
                    <a:pt x="1571472" y="1215618"/>
                  </a:lnTo>
                  <a:lnTo>
                    <a:pt x="1577708" y="1218412"/>
                  </a:lnTo>
                  <a:lnTo>
                    <a:pt x="1579537" y="1218780"/>
                  </a:lnTo>
                  <a:lnTo>
                    <a:pt x="1581353" y="1218780"/>
                  </a:lnTo>
                  <a:lnTo>
                    <a:pt x="1584299" y="1218780"/>
                  </a:lnTo>
                  <a:lnTo>
                    <a:pt x="1587233" y="1217790"/>
                  </a:lnTo>
                  <a:lnTo>
                    <a:pt x="1750809" y="1085456"/>
                  </a:lnTo>
                  <a:lnTo>
                    <a:pt x="1762633" y="1323289"/>
                  </a:lnTo>
                  <a:lnTo>
                    <a:pt x="1765617" y="1327683"/>
                  </a:lnTo>
                  <a:lnTo>
                    <a:pt x="1771853" y="1330464"/>
                  </a:lnTo>
                  <a:lnTo>
                    <a:pt x="1773682" y="1330845"/>
                  </a:lnTo>
                  <a:lnTo>
                    <a:pt x="1775498" y="1330845"/>
                  </a:lnTo>
                  <a:lnTo>
                    <a:pt x="1778444" y="1330845"/>
                  </a:lnTo>
                  <a:lnTo>
                    <a:pt x="1781378" y="1329855"/>
                  </a:lnTo>
                  <a:lnTo>
                    <a:pt x="1994281" y="1157592"/>
                  </a:lnTo>
                  <a:lnTo>
                    <a:pt x="1995157" y="1149324"/>
                  </a:lnTo>
                  <a:close/>
                </a:path>
              </a:pathLst>
            </a:custGeom>
            <a:solidFill>
              <a:srgbClr val="FFAE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9606668" y="4455401"/>
              <a:ext cx="2041525" cy="1179195"/>
            </a:xfrm>
            <a:custGeom>
              <a:avLst/>
              <a:gdLst/>
              <a:ahLst/>
              <a:cxnLst/>
              <a:rect l="l" t="t" r="r" b="b"/>
              <a:pathLst>
                <a:path w="2041525" h="1179195">
                  <a:moveTo>
                    <a:pt x="53537" y="0"/>
                  </a:moveTo>
                  <a:lnTo>
                    <a:pt x="0" y="30910"/>
                  </a:lnTo>
                  <a:lnTo>
                    <a:pt x="1987949" y="1178686"/>
                  </a:lnTo>
                  <a:lnTo>
                    <a:pt x="2041487" y="1147776"/>
                  </a:lnTo>
                  <a:lnTo>
                    <a:pt x="53537" y="0"/>
                  </a:lnTo>
                  <a:close/>
                </a:path>
              </a:pathLst>
            </a:custGeom>
            <a:solidFill>
              <a:srgbClr val="EC99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416824" y="4421141"/>
              <a:ext cx="379894" cy="226066"/>
            </a:xfrm>
            <a:prstGeom prst="rect">
              <a:avLst/>
            </a:prstGeom>
          </p:spPr>
        </p:pic>
        <p:sp>
          <p:nvSpPr>
            <p:cNvPr id="136" name="object 136" descr=""/>
            <p:cNvSpPr/>
            <p:nvPr/>
          </p:nvSpPr>
          <p:spPr>
            <a:xfrm>
              <a:off x="11594101" y="5568914"/>
              <a:ext cx="244475" cy="338455"/>
            </a:xfrm>
            <a:custGeom>
              <a:avLst/>
              <a:gdLst/>
              <a:ahLst/>
              <a:cxnLst/>
              <a:rect l="l" t="t" r="r" b="b"/>
              <a:pathLst>
                <a:path w="244475" h="338454">
                  <a:moveTo>
                    <a:pt x="53024" y="0"/>
                  </a:moveTo>
                  <a:lnTo>
                    <a:pt x="0" y="7727"/>
                  </a:lnTo>
                  <a:lnTo>
                    <a:pt x="3748" y="338356"/>
                  </a:lnTo>
                  <a:lnTo>
                    <a:pt x="243898" y="199491"/>
                  </a:lnTo>
                  <a:lnTo>
                    <a:pt x="53024" y="0"/>
                  </a:lnTo>
                  <a:close/>
                </a:path>
              </a:pathLst>
            </a:custGeom>
            <a:solidFill>
              <a:srgbClr val="FFAE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1597332" y="5768401"/>
              <a:ext cx="240665" cy="162560"/>
            </a:xfrm>
            <a:custGeom>
              <a:avLst/>
              <a:gdLst/>
              <a:ahLst/>
              <a:cxnLst/>
              <a:rect l="l" t="t" r="r" b="b"/>
              <a:pathLst>
                <a:path w="240665" h="162560">
                  <a:moveTo>
                    <a:pt x="240662" y="0"/>
                  </a:moveTo>
                  <a:lnTo>
                    <a:pt x="513" y="138875"/>
                  </a:lnTo>
                  <a:lnTo>
                    <a:pt x="0" y="162057"/>
                  </a:lnTo>
                  <a:lnTo>
                    <a:pt x="239636" y="23695"/>
                  </a:lnTo>
                  <a:lnTo>
                    <a:pt x="240662" y="0"/>
                  </a:lnTo>
                  <a:close/>
                </a:path>
              </a:pathLst>
            </a:custGeom>
            <a:solidFill>
              <a:srgbClr val="E89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9605638" y="4421139"/>
              <a:ext cx="2041525" cy="1179195"/>
            </a:xfrm>
            <a:custGeom>
              <a:avLst/>
              <a:gdLst/>
              <a:ahLst/>
              <a:cxnLst/>
              <a:rect l="l" t="t" r="r" b="b"/>
              <a:pathLst>
                <a:path w="2041525" h="1179195">
                  <a:moveTo>
                    <a:pt x="53537" y="0"/>
                  </a:moveTo>
                  <a:lnTo>
                    <a:pt x="0" y="30910"/>
                  </a:lnTo>
                  <a:lnTo>
                    <a:pt x="1987949" y="1178686"/>
                  </a:lnTo>
                  <a:lnTo>
                    <a:pt x="2041487" y="1147776"/>
                  </a:lnTo>
                  <a:lnTo>
                    <a:pt x="53537" y="0"/>
                  </a:lnTo>
                  <a:close/>
                </a:path>
              </a:pathLst>
            </a:custGeom>
            <a:solidFill>
              <a:srgbClr val="FFC9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9637941" y="4436154"/>
              <a:ext cx="1052830" cy="614680"/>
            </a:xfrm>
            <a:custGeom>
              <a:avLst/>
              <a:gdLst/>
              <a:ahLst/>
              <a:cxnLst/>
              <a:rect l="l" t="t" r="r" b="b"/>
              <a:pathLst>
                <a:path w="1052829" h="614679">
                  <a:moveTo>
                    <a:pt x="76415" y="31889"/>
                  </a:moveTo>
                  <a:lnTo>
                    <a:pt x="21183" y="0"/>
                  </a:lnTo>
                  <a:lnTo>
                    <a:pt x="18237" y="0"/>
                  </a:lnTo>
                  <a:lnTo>
                    <a:pt x="0" y="10528"/>
                  </a:lnTo>
                  <a:lnTo>
                    <a:pt x="0" y="17983"/>
                  </a:lnTo>
                  <a:lnTo>
                    <a:pt x="5168" y="20967"/>
                  </a:lnTo>
                  <a:lnTo>
                    <a:pt x="55232" y="49872"/>
                  </a:lnTo>
                  <a:lnTo>
                    <a:pt x="58178" y="49872"/>
                  </a:lnTo>
                  <a:lnTo>
                    <a:pt x="76415" y="39344"/>
                  </a:lnTo>
                  <a:lnTo>
                    <a:pt x="76415" y="31889"/>
                  </a:lnTo>
                  <a:close/>
                </a:path>
                <a:path w="1052829" h="614679">
                  <a:moveTo>
                    <a:pt x="1052258" y="596468"/>
                  </a:moveTo>
                  <a:lnTo>
                    <a:pt x="997026" y="564578"/>
                  </a:lnTo>
                  <a:lnTo>
                    <a:pt x="994079" y="564578"/>
                  </a:lnTo>
                  <a:lnTo>
                    <a:pt x="975842" y="575119"/>
                  </a:lnTo>
                  <a:lnTo>
                    <a:pt x="975842" y="582561"/>
                  </a:lnTo>
                  <a:lnTo>
                    <a:pt x="981011" y="585546"/>
                  </a:lnTo>
                  <a:lnTo>
                    <a:pt x="1031074" y="614451"/>
                  </a:lnTo>
                  <a:lnTo>
                    <a:pt x="1034021" y="614451"/>
                  </a:lnTo>
                  <a:lnTo>
                    <a:pt x="1052258" y="603923"/>
                  </a:lnTo>
                  <a:lnTo>
                    <a:pt x="1052258" y="596468"/>
                  </a:lnTo>
                  <a:close/>
                </a:path>
              </a:pathLst>
            </a:custGeom>
            <a:solidFill>
              <a:srgbClr val="C86D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0" name="object 14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369862" y="4652256"/>
              <a:ext cx="1324224" cy="4277083"/>
            </a:xfrm>
            <a:prstGeom prst="rect">
              <a:avLst/>
            </a:prstGeom>
          </p:spPr>
        </p:pic>
        <p:sp>
          <p:nvSpPr>
            <p:cNvPr id="141" name="object 141" descr=""/>
            <p:cNvSpPr/>
            <p:nvPr/>
          </p:nvSpPr>
          <p:spPr>
            <a:xfrm>
              <a:off x="9659455" y="4449908"/>
              <a:ext cx="2139315" cy="569595"/>
            </a:xfrm>
            <a:custGeom>
              <a:avLst/>
              <a:gdLst/>
              <a:ahLst/>
              <a:cxnLst/>
              <a:rect l="l" t="t" r="r" b="b"/>
              <a:pathLst>
                <a:path w="2139315" h="569595">
                  <a:moveTo>
                    <a:pt x="2123363" y="319493"/>
                  </a:moveTo>
                  <a:lnTo>
                    <a:pt x="2120989" y="308648"/>
                  </a:lnTo>
                  <a:lnTo>
                    <a:pt x="974242" y="558228"/>
                  </a:lnTo>
                  <a:lnTo>
                    <a:pt x="976604" y="569087"/>
                  </a:lnTo>
                  <a:lnTo>
                    <a:pt x="2123363" y="319493"/>
                  </a:lnTo>
                  <a:close/>
                </a:path>
                <a:path w="2139315" h="569595">
                  <a:moveTo>
                    <a:pt x="2138908" y="292823"/>
                  </a:moveTo>
                  <a:lnTo>
                    <a:pt x="1498" y="0"/>
                  </a:lnTo>
                  <a:lnTo>
                    <a:pt x="0" y="10998"/>
                  </a:lnTo>
                  <a:lnTo>
                    <a:pt x="2137410" y="303834"/>
                  </a:lnTo>
                  <a:lnTo>
                    <a:pt x="2138908" y="292823"/>
                  </a:lnTo>
                  <a:close/>
                </a:path>
              </a:pathLst>
            </a:custGeom>
            <a:solidFill>
              <a:srgbClr val="7986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1678232" y="4691350"/>
              <a:ext cx="218440" cy="259715"/>
            </a:xfrm>
            <a:custGeom>
              <a:avLst/>
              <a:gdLst/>
              <a:ahLst/>
              <a:cxnLst/>
              <a:rect l="l" t="t" r="r" b="b"/>
              <a:pathLst>
                <a:path w="218440" h="259714">
                  <a:moveTo>
                    <a:pt x="88208" y="0"/>
                  </a:moveTo>
                  <a:lnTo>
                    <a:pt x="27800" y="23610"/>
                  </a:lnTo>
                  <a:lnTo>
                    <a:pt x="1930" y="63598"/>
                  </a:lnTo>
                  <a:lnTo>
                    <a:pt x="0" y="84425"/>
                  </a:lnTo>
                  <a:lnTo>
                    <a:pt x="7355" y="130744"/>
                  </a:lnTo>
                  <a:lnTo>
                    <a:pt x="27415" y="176681"/>
                  </a:lnTo>
                  <a:lnTo>
                    <a:pt x="57170" y="217024"/>
                  </a:lnTo>
                  <a:lnTo>
                    <a:pt x="93609" y="246556"/>
                  </a:lnTo>
                  <a:lnTo>
                    <a:pt x="130204" y="259109"/>
                  </a:lnTo>
                  <a:lnTo>
                    <a:pt x="146157" y="258264"/>
                  </a:lnTo>
                  <a:lnTo>
                    <a:pt x="202195" y="226139"/>
                  </a:lnTo>
                  <a:lnTo>
                    <a:pt x="218412" y="174684"/>
                  </a:lnTo>
                  <a:lnTo>
                    <a:pt x="211055" y="128364"/>
                  </a:lnTo>
                  <a:lnTo>
                    <a:pt x="190992" y="82424"/>
                  </a:lnTo>
                  <a:lnTo>
                    <a:pt x="161237" y="42081"/>
                  </a:lnTo>
                  <a:lnTo>
                    <a:pt x="124802" y="12553"/>
                  </a:lnTo>
                  <a:lnTo>
                    <a:pt x="88208" y="0"/>
                  </a:lnTo>
                  <a:close/>
                </a:path>
              </a:pathLst>
            </a:custGeom>
            <a:solidFill>
              <a:srgbClr val="FBEA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3" name="object 14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678232" y="4709189"/>
              <a:ext cx="187219" cy="241260"/>
            </a:xfrm>
            <a:prstGeom prst="rect">
              <a:avLst/>
            </a:prstGeom>
          </p:spPr>
        </p:pic>
        <p:sp>
          <p:nvSpPr>
            <p:cNvPr id="144" name="object 144" descr=""/>
            <p:cNvSpPr/>
            <p:nvPr/>
          </p:nvSpPr>
          <p:spPr>
            <a:xfrm>
              <a:off x="11837545" y="5924521"/>
              <a:ext cx="1198245" cy="725170"/>
            </a:xfrm>
            <a:custGeom>
              <a:avLst/>
              <a:gdLst/>
              <a:ahLst/>
              <a:cxnLst/>
              <a:rect l="l" t="t" r="r" b="b"/>
              <a:pathLst>
                <a:path w="1198244" h="725170">
                  <a:moveTo>
                    <a:pt x="256107" y="0"/>
                  </a:moveTo>
                  <a:lnTo>
                    <a:pt x="0" y="147320"/>
                  </a:lnTo>
                  <a:lnTo>
                    <a:pt x="282" y="148590"/>
                  </a:lnTo>
                  <a:lnTo>
                    <a:pt x="0" y="148590"/>
                  </a:lnTo>
                  <a:lnTo>
                    <a:pt x="282" y="149860"/>
                  </a:lnTo>
                  <a:lnTo>
                    <a:pt x="0" y="149860"/>
                  </a:lnTo>
                  <a:lnTo>
                    <a:pt x="282" y="151130"/>
                  </a:lnTo>
                  <a:lnTo>
                    <a:pt x="0" y="152400"/>
                  </a:lnTo>
                  <a:lnTo>
                    <a:pt x="282" y="152400"/>
                  </a:lnTo>
                  <a:lnTo>
                    <a:pt x="0" y="153670"/>
                  </a:lnTo>
                  <a:lnTo>
                    <a:pt x="282" y="153670"/>
                  </a:lnTo>
                  <a:lnTo>
                    <a:pt x="0" y="154940"/>
                  </a:lnTo>
                  <a:lnTo>
                    <a:pt x="282" y="154940"/>
                  </a:lnTo>
                  <a:lnTo>
                    <a:pt x="0" y="156210"/>
                  </a:lnTo>
                  <a:lnTo>
                    <a:pt x="282" y="157480"/>
                  </a:lnTo>
                  <a:lnTo>
                    <a:pt x="0" y="157480"/>
                  </a:lnTo>
                  <a:lnTo>
                    <a:pt x="282" y="158750"/>
                  </a:lnTo>
                  <a:lnTo>
                    <a:pt x="0" y="158750"/>
                  </a:lnTo>
                  <a:lnTo>
                    <a:pt x="282" y="160020"/>
                  </a:lnTo>
                  <a:lnTo>
                    <a:pt x="0" y="161290"/>
                  </a:lnTo>
                  <a:lnTo>
                    <a:pt x="282" y="161290"/>
                  </a:lnTo>
                  <a:lnTo>
                    <a:pt x="0" y="162560"/>
                  </a:lnTo>
                  <a:lnTo>
                    <a:pt x="282" y="162560"/>
                  </a:lnTo>
                  <a:lnTo>
                    <a:pt x="0" y="163830"/>
                  </a:lnTo>
                  <a:lnTo>
                    <a:pt x="282" y="165100"/>
                  </a:lnTo>
                  <a:lnTo>
                    <a:pt x="0" y="165100"/>
                  </a:lnTo>
                  <a:lnTo>
                    <a:pt x="282" y="166370"/>
                  </a:lnTo>
                  <a:lnTo>
                    <a:pt x="0" y="166370"/>
                  </a:lnTo>
                  <a:lnTo>
                    <a:pt x="282" y="167640"/>
                  </a:lnTo>
                  <a:lnTo>
                    <a:pt x="0" y="168910"/>
                  </a:lnTo>
                  <a:lnTo>
                    <a:pt x="282" y="168910"/>
                  </a:lnTo>
                  <a:lnTo>
                    <a:pt x="0" y="170180"/>
                  </a:lnTo>
                  <a:lnTo>
                    <a:pt x="282" y="170180"/>
                  </a:lnTo>
                  <a:lnTo>
                    <a:pt x="0" y="171450"/>
                  </a:lnTo>
                  <a:lnTo>
                    <a:pt x="282" y="171450"/>
                  </a:lnTo>
                  <a:lnTo>
                    <a:pt x="0" y="172720"/>
                  </a:lnTo>
                  <a:lnTo>
                    <a:pt x="282" y="173990"/>
                  </a:lnTo>
                  <a:lnTo>
                    <a:pt x="0" y="173990"/>
                  </a:lnTo>
                  <a:lnTo>
                    <a:pt x="282" y="175260"/>
                  </a:lnTo>
                  <a:lnTo>
                    <a:pt x="0" y="175260"/>
                  </a:lnTo>
                  <a:lnTo>
                    <a:pt x="282" y="176530"/>
                  </a:lnTo>
                  <a:lnTo>
                    <a:pt x="0" y="177800"/>
                  </a:lnTo>
                  <a:lnTo>
                    <a:pt x="282" y="177800"/>
                  </a:lnTo>
                  <a:lnTo>
                    <a:pt x="0" y="179070"/>
                  </a:lnTo>
                  <a:lnTo>
                    <a:pt x="282" y="179070"/>
                  </a:lnTo>
                  <a:lnTo>
                    <a:pt x="0" y="180340"/>
                  </a:lnTo>
                  <a:lnTo>
                    <a:pt x="941845" y="725170"/>
                  </a:lnTo>
                  <a:lnTo>
                    <a:pt x="1058860" y="657860"/>
                  </a:lnTo>
                  <a:lnTo>
                    <a:pt x="941740" y="657860"/>
                  </a:lnTo>
                  <a:lnTo>
                    <a:pt x="800185" y="575310"/>
                  </a:lnTo>
                  <a:lnTo>
                    <a:pt x="1197670" y="575310"/>
                  </a:lnTo>
                  <a:lnTo>
                    <a:pt x="1197953" y="574040"/>
                  </a:lnTo>
                  <a:lnTo>
                    <a:pt x="1197670" y="574040"/>
                  </a:lnTo>
                  <a:lnTo>
                    <a:pt x="1197953" y="572770"/>
                  </a:lnTo>
                  <a:lnTo>
                    <a:pt x="1197670" y="572770"/>
                  </a:lnTo>
                  <a:lnTo>
                    <a:pt x="1197953" y="571500"/>
                  </a:lnTo>
                  <a:lnTo>
                    <a:pt x="1197670" y="570230"/>
                  </a:lnTo>
                  <a:lnTo>
                    <a:pt x="1197953" y="570230"/>
                  </a:lnTo>
                  <a:lnTo>
                    <a:pt x="1197670" y="568960"/>
                  </a:lnTo>
                  <a:lnTo>
                    <a:pt x="1197953" y="568960"/>
                  </a:lnTo>
                  <a:lnTo>
                    <a:pt x="1197670" y="567690"/>
                  </a:lnTo>
                  <a:lnTo>
                    <a:pt x="1197953" y="566420"/>
                  </a:lnTo>
                  <a:lnTo>
                    <a:pt x="1197670" y="566420"/>
                  </a:lnTo>
                  <a:lnTo>
                    <a:pt x="1197953" y="565150"/>
                  </a:lnTo>
                  <a:lnTo>
                    <a:pt x="1197670" y="565150"/>
                  </a:lnTo>
                  <a:lnTo>
                    <a:pt x="1197953" y="563880"/>
                  </a:lnTo>
                  <a:lnTo>
                    <a:pt x="1197670" y="562610"/>
                  </a:lnTo>
                  <a:lnTo>
                    <a:pt x="1197953" y="562610"/>
                  </a:lnTo>
                  <a:lnTo>
                    <a:pt x="1197670" y="561340"/>
                  </a:lnTo>
                  <a:lnTo>
                    <a:pt x="1197953" y="561340"/>
                  </a:lnTo>
                  <a:lnTo>
                    <a:pt x="1197670" y="560070"/>
                  </a:lnTo>
                  <a:lnTo>
                    <a:pt x="1197953" y="560070"/>
                  </a:lnTo>
                  <a:lnTo>
                    <a:pt x="1197670" y="558800"/>
                  </a:lnTo>
                  <a:lnTo>
                    <a:pt x="1197953" y="557530"/>
                  </a:lnTo>
                  <a:lnTo>
                    <a:pt x="1197670" y="557530"/>
                  </a:lnTo>
                  <a:lnTo>
                    <a:pt x="1197953" y="556260"/>
                  </a:lnTo>
                  <a:lnTo>
                    <a:pt x="1197670" y="556260"/>
                  </a:lnTo>
                  <a:lnTo>
                    <a:pt x="1197953" y="554990"/>
                  </a:lnTo>
                  <a:lnTo>
                    <a:pt x="1197670" y="553720"/>
                  </a:lnTo>
                  <a:lnTo>
                    <a:pt x="1197953" y="553720"/>
                  </a:lnTo>
                  <a:lnTo>
                    <a:pt x="1197670" y="552450"/>
                  </a:lnTo>
                  <a:lnTo>
                    <a:pt x="1197953" y="552450"/>
                  </a:lnTo>
                  <a:lnTo>
                    <a:pt x="1197670" y="551180"/>
                  </a:lnTo>
                  <a:lnTo>
                    <a:pt x="1197953" y="549910"/>
                  </a:lnTo>
                  <a:lnTo>
                    <a:pt x="1197670" y="549910"/>
                  </a:lnTo>
                  <a:lnTo>
                    <a:pt x="1197953" y="548640"/>
                  </a:lnTo>
                  <a:lnTo>
                    <a:pt x="1197670" y="548640"/>
                  </a:lnTo>
                  <a:lnTo>
                    <a:pt x="1197953" y="547370"/>
                  </a:lnTo>
                  <a:lnTo>
                    <a:pt x="1197670" y="547370"/>
                  </a:lnTo>
                  <a:lnTo>
                    <a:pt x="1197953" y="546100"/>
                  </a:lnTo>
                  <a:lnTo>
                    <a:pt x="1197670" y="544830"/>
                  </a:lnTo>
                  <a:lnTo>
                    <a:pt x="1197953" y="544830"/>
                  </a:lnTo>
                  <a:lnTo>
                    <a:pt x="1180389" y="534670"/>
                  </a:lnTo>
                  <a:lnTo>
                    <a:pt x="1061852" y="534670"/>
                  </a:lnTo>
                  <a:lnTo>
                    <a:pt x="815242" y="528320"/>
                  </a:lnTo>
                  <a:lnTo>
                    <a:pt x="828375" y="520700"/>
                  </a:lnTo>
                  <a:lnTo>
                    <a:pt x="724124" y="520700"/>
                  </a:lnTo>
                  <a:lnTo>
                    <a:pt x="723742" y="515620"/>
                  </a:lnTo>
                  <a:lnTo>
                    <a:pt x="696628" y="515620"/>
                  </a:lnTo>
                  <a:lnTo>
                    <a:pt x="540109" y="425450"/>
                  </a:lnTo>
                  <a:lnTo>
                    <a:pt x="592277" y="394970"/>
                  </a:lnTo>
                  <a:lnTo>
                    <a:pt x="488142" y="394970"/>
                  </a:lnTo>
                  <a:lnTo>
                    <a:pt x="353381" y="316230"/>
                  </a:lnTo>
                  <a:lnTo>
                    <a:pt x="802773" y="316230"/>
                  </a:lnTo>
                  <a:lnTo>
                    <a:pt x="730323" y="274320"/>
                  </a:lnTo>
                  <a:lnTo>
                    <a:pt x="612609" y="274320"/>
                  </a:lnTo>
                  <a:lnTo>
                    <a:pt x="355381" y="269240"/>
                  </a:lnTo>
                  <a:lnTo>
                    <a:pt x="375383" y="257810"/>
                  </a:lnTo>
                  <a:lnTo>
                    <a:pt x="271656" y="257810"/>
                  </a:lnTo>
                  <a:lnTo>
                    <a:pt x="271622" y="255270"/>
                  </a:lnTo>
                  <a:lnTo>
                    <a:pt x="246610" y="255270"/>
                  </a:lnTo>
                  <a:lnTo>
                    <a:pt x="89578" y="163830"/>
                  </a:lnTo>
                  <a:lnTo>
                    <a:pt x="244160" y="74930"/>
                  </a:lnTo>
                  <a:lnTo>
                    <a:pt x="385638" y="74930"/>
                  </a:lnTo>
                  <a:lnTo>
                    <a:pt x="256107" y="0"/>
                  </a:lnTo>
                  <a:close/>
                </a:path>
                <a:path w="1198244" h="725170">
                  <a:moveTo>
                    <a:pt x="1197670" y="575310"/>
                  </a:moveTo>
                  <a:lnTo>
                    <a:pt x="800185" y="575310"/>
                  </a:lnTo>
                  <a:lnTo>
                    <a:pt x="1072051" y="581660"/>
                  </a:lnTo>
                  <a:lnTo>
                    <a:pt x="941740" y="657860"/>
                  </a:lnTo>
                  <a:lnTo>
                    <a:pt x="1058860" y="657860"/>
                  </a:lnTo>
                  <a:lnTo>
                    <a:pt x="1197953" y="577850"/>
                  </a:lnTo>
                  <a:lnTo>
                    <a:pt x="1197670" y="576580"/>
                  </a:lnTo>
                  <a:lnTo>
                    <a:pt x="1197953" y="576580"/>
                  </a:lnTo>
                  <a:lnTo>
                    <a:pt x="1197670" y="575310"/>
                  </a:lnTo>
                  <a:close/>
                </a:path>
                <a:path w="1198244" h="725170">
                  <a:moveTo>
                    <a:pt x="1050858" y="459740"/>
                  </a:moveTo>
                  <a:lnTo>
                    <a:pt x="933437" y="459740"/>
                  </a:lnTo>
                  <a:lnTo>
                    <a:pt x="1061852" y="534670"/>
                  </a:lnTo>
                  <a:lnTo>
                    <a:pt x="1180389" y="534670"/>
                  </a:lnTo>
                  <a:lnTo>
                    <a:pt x="1050858" y="459740"/>
                  </a:lnTo>
                  <a:close/>
                </a:path>
                <a:path w="1198244" h="725170">
                  <a:moveTo>
                    <a:pt x="826922" y="330200"/>
                  </a:moveTo>
                  <a:lnTo>
                    <a:pt x="709800" y="330200"/>
                  </a:lnTo>
                  <a:lnTo>
                    <a:pt x="881470" y="430530"/>
                  </a:lnTo>
                  <a:lnTo>
                    <a:pt x="724124" y="520700"/>
                  </a:lnTo>
                  <a:lnTo>
                    <a:pt x="828375" y="520700"/>
                  </a:lnTo>
                  <a:lnTo>
                    <a:pt x="933437" y="459740"/>
                  </a:lnTo>
                  <a:lnTo>
                    <a:pt x="1050858" y="459740"/>
                  </a:lnTo>
                  <a:lnTo>
                    <a:pt x="826922" y="330200"/>
                  </a:lnTo>
                  <a:close/>
                </a:path>
                <a:path w="1198244" h="725170">
                  <a:moveTo>
                    <a:pt x="710659" y="341630"/>
                  </a:moveTo>
                  <a:lnTo>
                    <a:pt x="683570" y="341630"/>
                  </a:lnTo>
                  <a:lnTo>
                    <a:pt x="696628" y="515620"/>
                  </a:lnTo>
                  <a:lnTo>
                    <a:pt x="723742" y="515620"/>
                  </a:lnTo>
                  <a:lnTo>
                    <a:pt x="710659" y="341630"/>
                  </a:lnTo>
                  <a:close/>
                </a:path>
                <a:path w="1198244" h="725170">
                  <a:moveTo>
                    <a:pt x="802773" y="316230"/>
                  </a:moveTo>
                  <a:lnTo>
                    <a:pt x="353381" y="316230"/>
                  </a:lnTo>
                  <a:lnTo>
                    <a:pt x="614462" y="321310"/>
                  </a:lnTo>
                  <a:lnTo>
                    <a:pt x="488142" y="394970"/>
                  </a:lnTo>
                  <a:lnTo>
                    <a:pt x="592277" y="394970"/>
                  </a:lnTo>
                  <a:lnTo>
                    <a:pt x="683570" y="341630"/>
                  </a:lnTo>
                  <a:lnTo>
                    <a:pt x="710659" y="341630"/>
                  </a:lnTo>
                  <a:lnTo>
                    <a:pt x="709800" y="330200"/>
                  </a:lnTo>
                  <a:lnTo>
                    <a:pt x="826922" y="330200"/>
                  </a:lnTo>
                  <a:lnTo>
                    <a:pt x="802773" y="316230"/>
                  </a:lnTo>
                  <a:close/>
                </a:path>
                <a:path w="1198244" h="725170">
                  <a:moveTo>
                    <a:pt x="598596" y="198120"/>
                  </a:moveTo>
                  <a:lnTo>
                    <a:pt x="479838" y="198120"/>
                  </a:lnTo>
                  <a:lnTo>
                    <a:pt x="612609" y="274320"/>
                  </a:lnTo>
                  <a:lnTo>
                    <a:pt x="730323" y="274320"/>
                  </a:lnTo>
                  <a:lnTo>
                    <a:pt x="598596" y="198120"/>
                  </a:lnTo>
                  <a:close/>
                </a:path>
                <a:path w="1198244" h="725170">
                  <a:moveTo>
                    <a:pt x="387834" y="76200"/>
                  </a:moveTo>
                  <a:lnTo>
                    <a:pt x="269185" y="76200"/>
                  </a:lnTo>
                  <a:lnTo>
                    <a:pt x="427871" y="167640"/>
                  </a:lnTo>
                  <a:lnTo>
                    <a:pt x="271656" y="257810"/>
                  </a:lnTo>
                  <a:lnTo>
                    <a:pt x="375383" y="257810"/>
                  </a:lnTo>
                  <a:lnTo>
                    <a:pt x="479838" y="198120"/>
                  </a:lnTo>
                  <a:lnTo>
                    <a:pt x="598596" y="198120"/>
                  </a:lnTo>
                  <a:lnTo>
                    <a:pt x="387834" y="76200"/>
                  </a:lnTo>
                  <a:close/>
                </a:path>
                <a:path w="1198244" h="725170">
                  <a:moveTo>
                    <a:pt x="385638" y="74930"/>
                  </a:moveTo>
                  <a:lnTo>
                    <a:pt x="244160" y="74930"/>
                  </a:lnTo>
                  <a:lnTo>
                    <a:pt x="246610" y="255270"/>
                  </a:lnTo>
                  <a:lnTo>
                    <a:pt x="271622" y="255270"/>
                  </a:lnTo>
                  <a:lnTo>
                    <a:pt x="269185" y="76200"/>
                  </a:lnTo>
                  <a:lnTo>
                    <a:pt x="387834" y="76200"/>
                  </a:lnTo>
                  <a:lnTo>
                    <a:pt x="385638" y="74930"/>
                  </a:lnTo>
                  <a:close/>
                </a:path>
              </a:pathLst>
            </a:custGeom>
            <a:solidFill>
              <a:srgbClr val="FDA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1837544" y="5923505"/>
              <a:ext cx="1198245" cy="693420"/>
            </a:xfrm>
            <a:custGeom>
              <a:avLst/>
              <a:gdLst/>
              <a:ahLst/>
              <a:cxnLst/>
              <a:rect l="l" t="t" r="r" b="b"/>
              <a:pathLst>
                <a:path w="1198244" h="693420">
                  <a:moveTo>
                    <a:pt x="256107" y="0"/>
                  </a:moveTo>
                  <a:lnTo>
                    <a:pt x="0" y="147869"/>
                  </a:lnTo>
                  <a:lnTo>
                    <a:pt x="941845" y="692848"/>
                  </a:lnTo>
                  <a:lnTo>
                    <a:pt x="1002671" y="657728"/>
                  </a:lnTo>
                  <a:lnTo>
                    <a:pt x="941751" y="657728"/>
                  </a:lnTo>
                  <a:lnTo>
                    <a:pt x="740019" y="540978"/>
                  </a:lnTo>
                  <a:lnTo>
                    <a:pt x="1191040" y="540978"/>
                  </a:lnTo>
                  <a:lnTo>
                    <a:pt x="1182770" y="536193"/>
                  </a:lnTo>
                  <a:lnTo>
                    <a:pt x="1122018" y="536193"/>
                  </a:lnTo>
                  <a:lnTo>
                    <a:pt x="759861" y="527271"/>
                  </a:lnTo>
                  <a:lnTo>
                    <a:pt x="770434" y="521167"/>
                  </a:lnTo>
                  <a:lnTo>
                    <a:pt x="724124" y="521167"/>
                  </a:lnTo>
                  <a:lnTo>
                    <a:pt x="723839" y="517387"/>
                  </a:lnTo>
                  <a:lnTo>
                    <a:pt x="699256" y="517387"/>
                  </a:lnTo>
                  <a:lnTo>
                    <a:pt x="511272" y="408594"/>
                  </a:lnTo>
                  <a:lnTo>
                    <a:pt x="534451" y="395213"/>
                  </a:lnTo>
                  <a:lnTo>
                    <a:pt x="488142" y="395213"/>
                  </a:lnTo>
                  <a:lnTo>
                    <a:pt x="293781" y="282734"/>
                  </a:lnTo>
                  <a:lnTo>
                    <a:pt x="744737" y="282734"/>
                  </a:lnTo>
                  <a:lnTo>
                    <a:pt x="732884" y="275876"/>
                  </a:lnTo>
                  <a:lnTo>
                    <a:pt x="672209" y="275876"/>
                  </a:lnTo>
                  <a:lnTo>
                    <a:pt x="299519" y="268651"/>
                  </a:lnTo>
                  <a:lnTo>
                    <a:pt x="317963" y="258002"/>
                  </a:lnTo>
                  <a:lnTo>
                    <a:pt x="271656" y="258002"/>
                  </a:lnTo>
                  <a:lnTo>
                    <a:pt x="271625" y="255699"/>
                  </a:lnTo>
                  <a:lnTo>
                    <a:pt x="247071" y="255699"/>
                  </a:lnTo>
                  <a:lnTo>
                    <a:pt x="60741" y="147869"/>
                  </a:lnTo>
                  <a:lnTo>
                    <a:pt x="244160" y="41967"/>
                  </a:lnTo>
                  <a:lnTo>
                    <a:pt x="328636" y="41967"/>
                  </a:lnTo>
                  <a:lnTo>
                    <a:pt x="256107" y="0"/>
                  </a:lnTo>
                  <a:close/>
                </a:path>
                <a:path w="1198244" h="693420">
                  <a:moveTo>
                    <a:pt x="1191040" y="540978"/>
                  </a:moveTo>
                  <a:lnTo>
                    <a:pt x="740019" y="540978"/>
                  </a:lnTo>
                  <a:lnTo>
                    <a:pt x="1127431" y="550517"/>
                  </a:lnTo>
                  <a:lnTo>
                    <a:pt x="941751" y="657728"/>
                  </a:lnTo>
                  <a:lnTo>
                    <a:pt x="1002671" y="657728"/>
                  </a:lnTo>
                  <a:lnTo>
                    <a:pt x="1197953" y="544978"/>
                  </a:lnTo>
                  <a:lnTo>
                    <a:pt x="1191040" y="540978"/>
                  </a:lnTo>
                  <a:close/>
                </a:path>
                <a:path w="1198244" h="693420">
                  <a:moveTo>
                    <a:pt x="994155" y="427055"/>
                  </a:moveTo>
                  <a:lnTo>
                    <a:pt x="933437" y="427055"/>
                  </a:lnTo>
                  <a:lnTo>
                    <a:pt x="1122018" y="536193"/>
                  </a:lnTo>
                  <a:lnTo>
                    <a:pt x="1182770" y="536193"/>
                  </a:lnTo>
                  <a:lnTo>
                    <a:pt x="994155" y="427055"/>
                  </a:lnTo>
                  <a:close/>
                </a:path>
                <a:path w="1198244" h="693420">
                  <a:moveTo>
                    <a:pt x="767845" y="296106"/>
                  </a:moveTo>
                  <a:lnTo>
                    <a:pt x="707172" y="296106"/>
                  </a:lnTo>
                  <a:lnTo>
                    <a:pt x="910317" y="413673"/>
                  </a:lnTo>
                  <a:lnTo>
                    <a:pt x="724124" y="521167"/>
                  </a:lnTo>
                  <a:lnTo>
                    <a:pt x="770434" y="521167"/>
                  </a:lnTo>
                  <a:lnTo>
                    <a:pt x="933437" y="427055"/>
                  </a:lnTo>
                  <a:lnTo>
                    <a:pt x="994155" y="427055"/>
                  </a:lnTo>
                  <a:lnTo>
                    <a:pt x="767845" y="296106"/>
                  </a:lnTo>
                  <a:close/>
                </a:path>
                <a:path w="1198244" h="693420">
                  <a:moveTo>
                    <a:pt x="708152" y="309121"/>
                  </a:moveTo>
                  <a:lnTo>
                    <a:pt x="683570" y="309121"/>
                  </a:lnTo>
                  <a:lnTo>
                    <a:pt x="699256" y="517387"/>
                  </a:lnTo>
                  <a:lnTo>
                    <a:pt x="723839" y="517387"/>
                  </a:lnTo>
                  <a:lnTo>
                    <a:pt x="708152" y="309121"/>
                  </a:lnTo>
                  <a:close/>
                </a:path>
                <a:path w="1198244" h="693420">
                  <a:moveTo>
                    <a:pt x="744737" y="282734"/>
                  </a:moveTo>
                  <a:lnTo>
                    <a:pt x="293781" y="282734"/>
                  </a:lnTo>
                  <a:lnTo>
                    <a:pt x="670325" y="290022"/>
                  </a:lnTo>
                  <a:lnTo>
                    <a:pt x="488142" y="395213"/>
                  </a:lnTo>
                  <a:lnTo>
                    <a:pt x="534451" y="395213"/>
                  </a:lnTo>
                  <a:lnTo>
                    <a:pt x="683570" y="309121"/>
                  </a:lnTo>
                  <a:lnTo>
                    <a:pt x="708152" y="309121"/>
                  </a:lnTo>
                  <a:lnTo>
                    <a:pt x="707172" y="296106"/>
                  </a:lnTo>
                  <a:lnTo>
                    <a:pt x="767845" y="296106"/>
                  </a:lnTo>
                  <a:lnTo>
                    <a:pt x="744737" y="282734"/>
                  </a:lnTo>
                  <a:close/>
                </a:path>
                <a:path w="1198244" h="693420">
                  <a:moveTo>
                    <a:pt x="540468" y="164539"/>
                  </a:moveTo>
                  <a:lnTo>
                    <a:pt x="479838" y="164539"/>
                  </a:lnTo>
                  <a:lnTo>
                    <a:pt x="672209" y="275876"/>
                  </a:lnTo>
                  <a:lnTo>
                    <a:pt x="732884" y="275876"/>
                  </a:lnTo>
                  <a:lnTo>
                    <a:pt x="540468" y="164539"/>
                  </a:lnTo>
                  <a:close/>
                </a:path>
                <a:path w="1198244" h="693420">
                  <a:moveTo>
                    <a:pt x="329342" y="42375"/>
                  </a:moveTo>
                  <a:lnTo>
                    <a:pt x="268724" y="42375"/>
                  </a:lnTo>
                  <a:lnTo>
                    <a:pt x="456708" y="151157"/>
                  </a:lnTo>
                  <a:lnTo>
                    <a:pt x="271656" y="258002"/>
                  </a:lnTo>
                  <a:lnTo>
                    <a:pt x="317963" y="258002"/>
                  </a:lnTo>
                  <a:lnTo>
                    <a:pt x="479838" y="164539"/>
                  </a:lnTo>
                  <a:lnTo>
                    <a:pt x="540468" y="164539"/>
                  </a:lnTo>
                  <a:lnTo>
                    <a:pt x="329342" y="42375"/>
                  </a:lnTo>
                  <a:close/>
                </a:path>
                <a:path w="1198244" h="693420">
                  <a:moveTo>
                    <a:pt x="328636" y="41967"/>
                  </a:moveTo>
                  <a:lnTo>
                    <a:pt x="244160" y="41967"/>
                  </a:lnTo>
                  <a:lnTo>
                    <a:pt x="247071" y="255699"/>
                  </a:lnTo>
                  <a:lnTo>
                    <a:pt x="271625" y="255699"/>
                  </a:lnTo>
                  <a:lnTo>
                    <a:pt x="268724" y="42375"/>
                  </a:lnTo>
                  <a:lnTo>
                    <a:pt x="329342" y="42375"/>
                  </a:lnTo>
                  <a:lnTo>
                    <a:pt x="328636" y="41967"/>
                  </a:lnTo>
                  <a:close/>
                </a:path>
              </a:pathLst>
            </a:custGeom>
            <a:solidFill>
              <a:srgbClr val="FFC9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1837543" y="6071704"/>
              <a:ext cx="942340" cy="578485"/>
            </a:xfrm>
            <a:custGeom>
              <a:avLst/>
              <a:gdLst/>
              <a:ahLst/>
              <a:cxnLst/>
              <a:rect l="l" t="t" r="r" b="b"/>
              <a:pathLst>
                <a:path w="942340" h="578484">
                  <a:moveTo>
                    <a:pt x="0" y="0"/>
                  </a:moveTo>
                  <a:lnTo>
                    <a:pt x="2418" y="35171"/>
                  </a:lnTo>
                  <a:lnTo>
                    <a:pt x="941845" y="577992"/>
                  </a:lnTo>
                  <a:lnTo>
                    <a:pt x="941845" y="544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84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2691922" y="6482172"/>
              <a:ext cx="537845" cy="310515"/>
            </a:xfrm>
            <a:custGeom>
              <a:avLst/>
              <a:gdLst/>
              <a:ahLst/>
              <a:cxnLst/>
              <a:rect l="l" t="t" r="r" b="b"/>
              <a:pathLst>
                <a:path w="537844" h="310515">
                  <a:moveTo>
                    <a:pt x="268871" y="0"/>
                  </a:moveTo>
                  <a:lnTo>
                    <a:pt x="0" y="155230"/>
                  </a:lnTo>
                  <a:lnTo>
                    <a:pt x="268871" y="310461"/>
                  </a:lnTo>
                  <a:lnTo>
                    <a:pt x="537732" y="155230"/>
                  </a:lnTo>
                  <a:lnTo>
                    <a:pt x="268871" y="0"/>
                  </a:lnTo>
                  <a:close/>
                </a:path>
              </a:pathLst>
            </a:custGeom>
            <a:solidFill>
              <a:srgbClr val="D2DC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2960794" y="6637403"/>
              <a:ext cx="269240" cy="589280"/>
            </a:xfrm>
            <a:custGeom>
              <a:avLst/>
              <a:gdLst/>
              <a:ahLst/>
              <a:cxnLst/>
              <a:rect l="l" t="t" r="r" b="b"/>
              <a:pathLst>
                <a:path w="269240" h="589279">
                  <a:moveTo>
                    <a:pt x="268860" y="0"/>
                  </a:moveTo>
                  <a:lnTo>
                    <a:pt x="0" y="155230"/>
                  </a:lnTo>
                  <a:lnTo>
                    <a:pt x="0" y="588840"/>
                  </a:lnTo>
                  <a:lnTo>
                    <a:pt x="268860" y="433609"/>
                  </a:lnTo>
                  <a:lnTo>
                    <a:pt x="268860" y="0"/>
                  </a:lnTo>
                  <a:close/>
                </a:path>
              </a:pathLst>
            </a:custGeom>
            <a:solidFill>
              <a:srgbClr val="BAC4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2691922" y="6637403"/>
              <a:ext cx="269240" cy="589280"/>
            </a:xfrm>
            <a:custGeom>
              <a:avLst/>
              <a:gdLst/>
              <a:ahLst/>
              <a:cxnLst/>
              <a:rect l="l" t="t" r="r" b="b"/>
              <a:pathLst>
                <a:path w="269240" h="589279">
                  <a:moveTo>
                    <a:pt x="0" y="0"/>
                  </a:moveTo>
                  <a:lnTo>
                    <a:pt x="0" y="433609"/>
                  </a:lnTo>
                  <a:lnTo>
                    <a:pt x="268871" y="588840"/>
                  </a:lnTo>
                  <a:lnTo>
                    <a:pt x="268871" y="155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A6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2502693" y="6373590"/>
              <a:ext cx="1006475" cy="581660"/>
            </a:xfrm>
            <a:custGeom>
              <a:avLst/>
              <a:gdLst/>
              <a:ahLst/>
              <a:cxnLst/>
              <a:rect l="l" t="t" r="r" b="b"/>
              <a:pathLst>
                <a:path w="1006475" h="581659">
                  <a:moveTo>
                    <a:pt x="1006436" y="196342"/>
                  </a:moveTo>
                  <a:lnTo>
                    <a:pt x="901433" y="207962"/>
                  </a:lnTo>
                  <a:lnTo>
                    <a:pt x="541248" y="0"/>
                  </a:lnTo>
                  <a:lnTo>
                    <a:pt x="0" y="312496"/>
                  </a:lnTo>
                  <a:lnTo>
                    <a:pt x="465188" y="581075"/>
                  </a:lnTo>
                  <a:lnTo>
                    <a:pt x="998651" y="273075"/>
                  </a:lnTo>
                  <a:lnTo>
                    <a:pt x="998829" y="272491"/>
                  </a:lnTo>
                  <a:lnTo>
                    <a:pt x="1001090" y="265493"/>
                  </a:lnTo>
                  <a:lnTo>
                    <a:pt x="1006436" y="248881"/>
                  </a:lnTo>
                  <a:lnTo>
                    <a:pt x="1006436" y="196342"/>
                  </a:lnTo>
                  <a:close/>
                </a:path>
              </a:pathLst>
            </a:custGeom>
            <a:solidFill>
              <a:srgbClr val="FDA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2502703" y="6301343"/>
              <a:ext cx="1006475" cy="581660"/>
            </a:xfrm>
            <a:custGeom>
              <a:avLst/>
              <a:gdLst/>
              <a:ahLst/>
              <a:cxnLst/>
              <a:rect l="l" t="t" r="r" b="b"/>
              <a:pathLst>
                <a:path w="1006475" h="581659">
                  <a:moveTo>
                    <a:pt x="541250" y="0"/>
                  </a:moveTo>
                  <a:lnTo>
                    <a:pt x="0" y="312503"/>
                  </a:lnTo>
                  <a:lnTo>
                    <a:pt x="465179" y="581081"/>
                  </a:lnTo>
                  <a:lnTo>
                    <a:pt x="1006430" y="268588"/>
                  </a:lnTo>
                  <a:lnTo>
                    <a:pt x="541250" y="0"/>
                  </a:lnTo>
                  <a:close/>
                </a:path>
              </a:pathLst>
            </a:custGeom>
            <a:solidFill>
              <a:srgbClr val="FFC9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2502703" y="6613847"/>
              <a:ext cx="465455" cy="340995"/>
            </a:xfrm>
            <a:custGeom>
              <a:avLst/>
              <a:gdLst/>
              <a:ahLst/>
              <a:cxnLst/>
              <a:rect l="l" t="t" r="r" b="b"/>
              <a:pathLst>
                <a:path w="465454" h="340995">
                  <a:moveTo>
                    <a:pt x="0" y="0"/>
                  </a:moveTo>
                  <a:lnTo>
                    <a:pt x="0" y="72238"/>
                  </a:lnTo>
                  <a:lnTo>
                    <a:pt x="465179" y="340816"/>
                  </a:lnTo>
                  <a:lnTo>
                    <a:pt x="465179" y="2685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84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3490514" y="6206428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80" h="374015">
                  <a:moveTo>
                    <a:pt x="17486" y="0"/>
                  </a:moveTo>
                  <a:lnTo>
                    <a:pt x="0" y="10104"/>
                  </a:lnTo>
                  <a:lnTo>
                    <a:pt x="0" y="374020"/>
                  </a:lnTo>
                  <a:lnTo>
                    <a:pt x="17486" y="363926"/>
                  </a:lnTo>
                  <a:lnTo>
                    <a:pt x="17486" y="0"/>
                  </a:lnTo>
                  <a:close/>
                </a:path>
              </a:pathLst>
            </a:custGeom>
            <a:solidFill>
              <a:srgbClr val="D2D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13473039" y="6206428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80" h="374015">
                  <a:moveTo>
                    <a:pt x="0" y="0"/>
                  </a:moveTo>
                  <a:lnTo>
                    <a:pt x="0" y="363926"/>
                  </a:lnTo>
                  <a:lnTo>
                    <a:pt x="17486" y="374020"/>
                  </a:lnTo>
                  <a:lnTo>
                    <a:pt x="17486" y="1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3029665" y="5960777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80" h="374014">
                  <a:moveTo>
                    <a:pt x="0" y="0"/>
                  </a:moveTo>
                  <a:lnTo>
                    <a:pt x="0" y="363926"/>
                  </a:lnTo>
                  <a:lnTo>
                    <a:pt x="17486" y="374020"/>
                  </a:lnTo>
                  <a:lnTo>
                    <a:pt x="17486" y="1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D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2918008" y="5960789"/>
              <a:ext cx="146685" cy="436880"/>
            </a:xfrm>
            <a:custGeom>
              <a:avLst/>
              <a:gdLst/>
              <a:ahLst/>
              <a:cxnLst/>
              <a:rect l="l" t="t" r="r" b="b"/>
              <a:pathLst>
                <a:path w="146684" h="436879">
                  <a:moveTo>
                    <a:pt x="17487" y="72618"/>
                  </a:moveTo>
                  <a:lnTo>
                    <a:pt x="0" y="62509"/>
                  </a:lnTo>
                  <a:lnTo>
                    <a:pt x="0" y="426427"/>
                  </a:lnTo>
                  <a:lnTo>
                    <a:pt x="17487" y="436524"/>
                  </a:lnTo>
                  <a:lnTo>
                    <a:pt x="17487" y="72618"/>
                  </a:lnTo>
                  <a:close/>
                </a:path>
                <a:path w="146684" h="436879">
                  <a:moveTo>
                    <a:pt x="146608" y="0"/>
                  </a:moveTo>
                  <a:lnTo>
                    <a:pt x="129120" y="10096"/>
                  </a:lnTo>
                  <a:lnTo>
                    <a:pt x="129120" y="374015"/>
                  </a:lnTo>
                  <a:lnTo>
                    <a:pt x="146608" y="363918"/>
                  </a:lnTo>
                  <a:lnTo>
                    <a:pt x="146608" y="0"/>
                  </a:lnTo>
                  <a:close/>
                </a:path>
              </a:pathLst>
            </a:custGeom>
            <a:solidFill>
              <a:srgbClr val="B7C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2935486" y="6023291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79" h="374014">
                  <a:moveTo>
                    <a:pt x="17486" y="0"/>
                  </a:moveTo>
                  <a:lnTo>
                    <a:pt x="0" y="10104"/>
                  </a:lnTo>
                  <a:lnTo>
                    <a:pt x="0" y="374020"/>
                  </a:lnTo>
                  <a:lnTo>
                    <a:pt x="17486" y="363926"/>
                  </a:lnTo>
                  <a:lnTo>
                    <a:pt x="17486" y="0"/>
                  </a:lnTo>
                  <a:close/>
                </a:path>
              </a:pathLst>
            </a:custGeom>
            <a:solidFill>
              <a:srgbClr val="D2D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3201386" y="6361536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80" h="374015">
                  <a:moveTo>
                    <a:pt x="0" y="0"/>
                  </a:moveTo>
                  <a:lnTo>
                    <a:pt x="0" y="363926"/>
                  </a:lnTo>
                  <a:lnTo>
                    <a:pt x="17486" y="374020"/>
                  </a:lnTo>
                  <a:lnTo>
                    <a:pt x="17486" y="1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3218861" y="6361536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80" h="374015">
                  <a:moveTo>
                    <a:pt x="17486" y="0"/>
                  </a:moveTo>
                  <a:lnTo>
                    <a:pt x="0" y="10104"/>
                  </a:lnTo>
                  <a:lnTo>
                    <a:pt x="0" y="374020"/>
                  </a:lnTo>
                  <a:lnTo>
                    <a:pt x="17486" y="363926"/>
                  </a:lnTo>
                  <a:lnTo>
                    <a:pt x="17486" y="0"/>
                  </a:lnTo>
                  <a:close/>
                </a:path>
              </a:pathLst>
            </a:custGeom>
            <a:solidFill>
              <a:srgbClr val="D2D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2630281" y="6178182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79" h="374015">
                  <a:moveTo>
                    <a:pt x="0" y="0"/>
                  </a:moveTo>
                  <a:lnTo>
                    <a:pt x="0" y="363926"/>
                  </a:lnTo>
                  <a:lnTo>
                    <a:pt x="17486" y="374020"/>
                  </a:lnTo>
                  <a:lnTo>
                    <a:pt x="17486" y="1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2647752" y="6020466"/>
              <a:ext cx="525780" cy="532130"/>
            </a:xfrm>
            <a:custGeom>
              <a:avLst/>
              <a:gdLst/>
              <a:ahLst/>
              <a:cxnLst/>
              <a:rect l="l" t="t" r="r" b="b"/>
              <a:pathLst>
                <a:path w="525780" h="532129">
                  <a:moveTo>
                    <a:pt x="17487" y="157721"/>
                  </a:moveTo>
                  <a:lnTo>
                    <a:pt x="0" y="167830"/>
                  </a:lnTo>
                  <a:lnTo>
                    <a:pt x="0" y="531736"/>
                  </a:lnTo>
                  <a:lnTo>
                    <a:pt x="17487" y="521652"/>
                  </a:lnTo>
                  <a:lnTo>
                    <a:pt x="17487" y="157721"/>
                  </a:lnTo>
                  <a:close/>
                </a:path>
                <a:path w="525780" h="532129">
                  <a:moveTo>
                    <a:pt x="525284" y="0"/>
                  </a:moveTo>
                  <a:lnTo>
                    <a:pt x="507796" y="10096"/>
                  </a:lnTo>
                  <a:lnTo>
                    <a:pt x="507796" y="374015"/>
                  </a:lnTo>
                  <a:lnTo>
                    <a:pt x="525284" y="363918"/>
                  </a:lnTo>
                  <a:lnTo>
                    <a:pt x="525284" y="0"/>
                  </a:lnTo>
                  <a:close/>
                </a:path>
              </a:pathLst>
            </a:custGeom>
            <a:solidFill>
              <a:srgbClr val="D2D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3138078" y="6020454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80" h="374014">
                  <a:moveTo>
                    <a:pt x="0" y="0"/>
                  </a:moveTo>
                  <a:lnTo>
                    <a:pt x="0" y="363926"/>
                  </a:lnTo>
                  <a:lnTo>
                    <a:pt x="17486" y="374020"/>
                  </a:lnTo>
                  <a:lnTo>
                    <a:pt x="17486" y="1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3267207" y="6082966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80" h="374014">
                  <a:moveTo>
                    <a:pt x="17486" y="0"/>
                  </a:moveTo>
                  <a:lnTo>
                    <a:pt x="0" y="10104"/>
                  </a:lnTo>
                  <a:lnTo>
                    <a:pt x="0" y="374020"/>
                  </a:lnTo>
                  <a:lnTo>
                    <a:pt x="17486" y="363926"/>
                  </a:lnTo>
                  <a:lnTo>
                    <a:pt x="17486" y="0"/>
                  </a:lnTo>
                  <a:close/>
                </a:path>
              </a:pathLst>
            </a:custGeom>
            <a:solidFill>
              <a:srgbClr val="D2D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3249732" y="6082966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80" h="374014">
                  <a:moveTo>
                    <a:pt x="0" y="0"/>
                  </a:moveTo>
                  <a:lnTo>
                    <a:pt x="0" y="363926"/>
                  </a:lnTo>
                  <a:lnTo>
                    <a:pt x="17486" y="374020"/>
                  </a:lnTo>
                  <a:lnTo>
                    <a:pt x="17486" y="1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3378861" y="6145479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80" h="374015">
                  <a:moveTo>
                    <a:pt x="17486" y="0"/>
                  </a:moveTo>
                  <a:lnTo>
                    <a:pt x="0" y="10104"/>
                  </a:lnTo>
                  <a:lnTo>
                    <a:pt x="0" y="374020"/>
                  </a:lnTo>
                  <a:lnTo>
                    <a:pt x="17486" y="363926"/>
                  </a:lnTo>
                  <a:lnTo>
                    <a:pt x="17486" y="0"/>
                  </a:lnTo>
                  <a:close/>
                </a:path>
              </a:pathLst>
            </a:custGeom>
            <a:solidFill>
              <a:srgbClr val="D2D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3361385" y="6145479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80" h="374015">
                  <a:moveTo>
                    <a:pt x="0" y="0"/>
                  </a:moveTo>
                  <a:lnTo>
                    <a:pt x="0" y="363926"/>
                  </a:lnTo>
                  <a:lnTo>
                    <a:pt x="17486" y="374020"/>
                  </a:lnTo>
                  <a:lnTo>
                    <a:pt x="17486" y="1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3490514" y="6207992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80" h="374015">
                  <a:moveTo>
                    <a:pt x="17486" y="0"/>
                  </a:moveTo>
                  <a:lnTo>
                    <a:pt x="0" y="10104"/>
                  </a:lnTo>
                  <a:lnTo>
                    <a:pt x="0" y="374020"/>
                  </a:lnTo>
                  <a:lnTo>
                    <a:pt x="17486" y="363926"/>
                  </a:lnTo>
                  <a:lnTo>
                    <a:pt x="17486" y="0"/>
                  </a:lnTo>
                  <a:close/>
                </a:path>
              </a:pathLst>
            </a:custGeom>
            <a:solidFill>
              <a:srgbClr val="D2D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3473039" y="6207992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80" h="374015">
                  <a:moveTo>
                    <a:pt x="0" y="0"/>
                  </a:moveTo>
                  <a:lnTo>
                    <a:pt x="0" y="363926"/>
                  </a:lnTo>
                  <a:lnTo>
                    <a:pt x="17486" y="374020"/>
                  </a:lnTo>
                  <a:lnTo>
                    <a:pt x="17486" y="1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12523425" y="6255049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79" h="374015">
                  <a:moveTo>
                    <a:pt x="17486" y="0"/>
                  </a:moveTo>
                  <a:lnTo>
                    <a:pt x="0" y="10104"/>
                  </a:lnTo>
                  <a:lnTo>
                    <a:pt x="0" y="374020"/>
                  </a:lnTo>
                  <a:lnTo>
                    <a:pt x="17486" y="363926"/>
                  </a:lnTo>
                  <a:lnTo>
                    <a:pt x="17486" y="0"/>
                  </a:lnTo>
                  <a:close/>
                </a:path>
              </a:pathLst>
            </a:custGeom>
            <a:solidFill>
              <a:srgbClr val="D2D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12505950" y="6255049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79" h="374015">
                  <a:moveTo>
                    <a:pt x="0" y="0"/>
                  </a:moveTo>
                  <a:lnTo>
                    <a:pt x="0" y="363926"/>
                  </a:lnTo>
                  <a:lnTo>
                    <a:pt x="17486" y="374020"/>
                  </a:lnTo>
                  <a:lnTo>
                    <a:pt x="17486" y="1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2635080" y="6317561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79" h="374015">
                  <a:moveTo>
                    <a:pt x="17486" y="0"/>
                  </a:moveTo>
                  <a:lnTo>
                    <a:pt x="0" y="10104"/>
                  </a:lnTo>
                  <a:lnTo>
                    <a:pt x="0" y="374020"/>
                  </a:lnTo>
                  <a:lnTo>
                    <a:pt x="17486" y="363926"/>
                  </a:lnTo>
                  <a:lnTo>
                    <a:pt x="17486" y="0"/>
                  </a:lnTo>
                  <a:close/>
                </a:path>
              </a:pathLst>
            </a:custGeom>
            <a:solidFill>
              <a:srgbClr val="D2D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2617605" y="6317561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79" h="374015">
                  <a:moveTo>
                    <a:pt x="0" y="0"/>
                  </a:moveTo>
                  <a:lnTo>
                    <a:pt x="0" y="363926"/>
                  </a:lnTo>
                  <a:lnTo>
                    <a:pt x="17486" y="374020"/>
                  </a:lnTo>
                  <a:lnTo>
                    <a:pt x="17486" y="1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12746734" y="6380073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79" h="374015">
                  <a:moveTo>
                    <a:pt x="17486" y="0"/>
                  </a:moveTo>
                  <a:lnTo>
                    <a:pt x="0" y="10104"/>
                  </a:lnTo>
                  <a:lnTo>
                    <a:pt x="0" y="374020"/>
                  </a:lnTo>
                  <a:lnTo>
                    <a:pt x="17486" y="363926"/>
                  </a:lnTo>
                  <a:lnTo>
                    <a:pt x="17486" y="0"/>
                  </a:lnTo>
                  <a:close/>
                </a:path>
              </a:pathLst>
            </a:custGeom>
            <a:solidFill>
              <a:srgbClr val="D2D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2729258" y="6380073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79" h="374015">
                  <a:moveTo>
                    <a:pt x="0" y="0"/>
                  </a:moveTo>
                  <a:lnTo>
                    <a:pt x="0" y="363926"/>
                  </a:lnTo>
                  <a:lnTo>
                    <a:pt x="17486" y="374020"/>
                  </a:lnTo>
                  <a:lnTo>
                    <a:pt x="17486" y="1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2858387" y="6442587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79" h="374015">
                  <a:moveTo>
                    <a:pt x="17486" y="0"/>
                  </a:moveTo>
                  <a:lnTo>
                    <a:pt x="0" y="10104"/>
                  </a:lnTo>
                  <a:lnTo>
                    <a:pt x="0" y="374020"/>
                  </a:lnTo>
                  <a:lnTo>
                    <a:pt x="17486" y="363926"/>
                  </a:lnTo>
                  <a:lnTo>
                    <a:pt x="17486" y="0"/>
                  </a:lnTo>
                  <a:close/>
                </a:path>
              </a:pathLst>
            </a:custGeom>
            <a:solidFill>
              <a:srgbClr val="D2D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2840912" y="6442587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79" h="374015">
                  <a:moveTo>
                    <a:pt x="0" y="0"/>
                  </a:moveTo>
                  <a:lnTo>
                    <a:pt x="0" y="363926"/>
                  </a:lnTo>
                  <a:lnTo>
                    <a:pt x="17486" y="374020"/>
                  </a:lnTo>
                  <a:lnTo>
                    <a:pt x="17486" y="1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2970042" y="6505099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79" h="374015">
                  <a:moveTo>
                    <a:pt x="17486" y="0"/>
                  </a:moveTo>
                  <a:lnTo>
                    <a:pt x="0" y="10104"/>
                  </a:lnTo>
                  <a:lnTo>
                    <a:pt x="0" y="374020"/>
                  </a:lnTo>
                  <a:lnTo>
                    <a:pt x="17486" y="363926"/>
                  </a:lnTo>
                  <a:lnTo>
                    <a:pt x="17486" y="0"/>
                  </a:lnTo>
                  <a:close/>
                </a:path>
              </a:pathLst>
            </a:custGeom>
            <a:solidFill>
              <a:srgbClr val="D2D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2952565" y="6505099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79" h="374015">
                  <a:moveTo>
                    <a:pt x="0" y="0"/>
                  </a:moveTo>
                  <a:lnTo>
                    <a:pt x="0" y="363926"/>
                  </a:lnTo>
                  <a:lnTo>
                    <a:pt x="17486" y="374020"/>
                  </a:lnTo>
                  <a:lnTo>
                    <a:pt x="17486" y="1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3359801" y="6281917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80" h="374015">
                  <a:moveTo>
                    <a:pt x="17486" y="0"/>
                  </a:moveTo>
                  <a:lnTo>
                    <a:pt x="0" y="10104"/>
                  </a:lnTo>
                  <a:lnTo>
                    <a:pt x="0" y="374020"/>
                  </a:lnTo>
                  <a:lnTo>
                    <a:pt x="17486" y="363926"/>
                  </a:lnTo>
                  <a:lnTo>
                    <a:pt x="17486" y="0"/>
                  </a:lnTo>
                  <a:close/>
                </a:path>
              </a:pathLst>
            </a:custGeom>
            <a:solidFill>
              <a:srgbClr val="D2D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13342325" y="6281917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80" h="374015">
                  <a:moveTo>
                    <a:pt x="0" y="0"/>
                  </a:moveTo>
                  <a:lnTo>
                    <a:pt x="0" y="363926"/>
                  </a:lnTo>
                  <a:lnTo>
                    <a:pt x="17486" y="374020"/>
                  </a:lnTo>
                  <a:lnTo>
                    <a:pt x="17486" y="1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2988791" y="6553066"/>
              <a:ext cx="76835" cy="50165"/>
            </a:xfrm>
            <a:custGeom>
              <a:avLst/>
              <a:gdLst/>
              <a:ahLst/>
              <a:cxnLst/>
              <a:rect l="l" t="t" r="r" b="b"/>
              <a:pathLst>
                <a:path w="76834" h="50165">
                  <a:moveTo>
                    <a:pt x="21182" y="0"/>
                  </a:moveTo>
                  <a:lnTo>
                    <a:pt x="18229" y="0"/>
                  </a:lnTo>
                  <a:lnTo>
                    <a:pt x="0" y="10533"/>
                  </a:lnTo>
                  <a:lnTo>
                    <a:pt x="0" y="17978"/>
                  </a:lnTo>
                  <a:lnTo>
                    <a:pt x="5162" y="20962"/>
                  </a:lnTo>
                  <a:lnTo>
                    <a:pt x="55223" y="49872"/>
                  </a:lnTo>
                  <a:lnTo>
                    <a:pt x="58176" y="49872"/>
                  </a:lnTo>
                  <a:lnTo>
                    <a:pt x="76416" y="39339"/>
                  </a:lnTo>
                  <a:lnTo>
                    <a:pt x="76416" y="31883"/>
                  </a:lnTo>
                  <a:lnTo>
                    <a:pt x="21182" y="0"/>
                  </a:lnTo>
                  <a:close/>
                </a:path>
              </a:pathLst>
            </a:custGeom>
            <a:solidFill>
              <a:srgbClr val="C86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3098371" y="6432895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80" h="374015">
                  <a:moveTo>
                    <a:pt x="17486" y="0"/>
                  </a:moveTo>
                  <a:lnTo>
                    <a:pt x="0" y="10104"/>
                  </a:lnTo>
                  <a:lnTo>
                    <a:pt x="0" y="374020"/>
                  </a:lnTo>
                  <a:lnTo>
                    <a:pt x="17486" y="363926"/>
                  </a:lnTo>
                  <a:lnTo>
                    <a:pt x="17486" y="0"/>
                  </a:lnTo>
                  <a:close/>
                </a:path>
              </a:pathLst>
            </a:custGeom>
            <a:solidFill>
              <a:srgbClr val="D2D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3080896" y="6432895"/>
              <a:ext cx="17780" cy="374015"/>
            </a:xfrm>
            <a:custGeom>
              <a:avLst/>
              <a:gdLst/>
              <a:ahLst/>
              <a:cxnLst/>
              <a:rect l="l" t="t" r="r" b="b"/>
              <a:pathLst>
                <a:path w="17780" h="374015">
                  <a:moveTo>
                    <a:pt x="0" y="0"/>
                  </a:moveTo>
                  <a:lnTo>
                    <a:pt x="0" y="363926"/>
                  </a:lnTo>
                  <a:lnTo>
                    <a:pt x="17486" y="374020"/>
                  </a:lnTo>
                  <a:lnTo>
                    <a:pt x="17486" y="1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2505944" y="5960789"/>
              <a:ext cx="1002665" cy="554990"/>
            </a:xfrm>
            <a:custGeom>
              <a:avLst/>
              <a:gdLst/>
              <a:ahLst/>
              <a:cxnLst/>
              <a:rect l="l" t="t" r="r" b="b"/>
              <a:pathLst>
                <a:path w="1002665" h="554990">
                  <a:moveTo>
                    <a:pt x="558673" y="0"/>
                  </a:moveTo>
                  <a:lnTo>
                    <a:pt x="523709" y="0"/>
                  </a:lnTo>
                  <a:lnTo>
                    <a:pt x="412064" y="62509"/>
                  </a:lnTo>
                  <a:lnTo>
                    <a:pt x="429526" y="72605"/>
                  </a:lnTo>
                  <a:lnTo>
                    <a:pt x="558673" y="0"/>
                  </a:lnTo>
                  <a:close/>
                </a:path>
                <a:path w="1002665" h="554990">
                  <a:moveTo>
                    <a:pt x="1002042" y="245656"/>
                  </a:moveTo>
                  <a:lnTo>
                    <a:pt x="558685" y="0"/>
                  </a:lnTo>
                  <a:lnTo>
                    <a:pt x="541210" y="10096"/>
                  </a:lnTo>
                  <a:lnTo>
                    <a:pt x="966635" y="245808"/>
                  </a:lnTo>
                  <a:lnTo>
                    <a:pt x="464451" y="534085"/>
                  </a:lnTo>
                  <a:lnTo>
                    <a:pt x="34963" y="294271"/>
                  </a:lnTo>
                  <a:lnTo>
                    <a:pt x="33947" y="294271"/>
                  </a:lnTo>
                  <a:lnTo>
                    <a:pt x="159296" y="217398"/>
                  </a:lnTo>
                  <a:lnTo>
                    <a:pt x="124333" y="217398"/>
                  </a:lnTo>
                  <a:lnTo>
                    <a:pt x="0" y="294271"/>
                  </a:lnTo>
                  <a:lnTo>
                    <a:pt x="17487" y="304368"/>
                  </a:lnTo>
                  <a:lnTo>
                    <a:pt x="17729" y="304215"/>
                  </a:lnTo>
                  <a:lnTo>
                    <a:pt x="464108" y="554418"/>
                  </a:lnTo>
                  <a:lnTo>
                    <a:pt x="609904" y="472122"/>
                  </a:lnTo>
                  <a:lnTo>
                    <a:pt x="607504" y="472122"/>
                  </a:lnTo>
                  <a:lnTo>
                    <a:pt x="984554" y="255739"/>
                  </a:lnTo>
                  <a:lnTo>
                    <a:pt x="1002042" y="245656"/>
                  </a:lnTo>
                  <a:close/>
                </a:path>
              </a:pathLst>
            </a:custGeom>
            <a:solidFill>
              <a:srgbClr val="DFE7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2684843" y="6066370"/>
              <a:ext cx="343535" cy="507365"/>
            </a:xfrm>
            <a:custGeom>
              <a:avLst/>
              <a:gdLst/>
              <a:ahLst/>
              <a:cxnLst/>
              <a:rect l="l" t="t" r="r" b="b"/>
              <a:pathLst>
                <a:path w="343534" h="507365">
                  <a:moveTo>
                    <a:pt x="9245" y="0"/>
                  </a:moveTo>
                  <a:lnTo>
                    <a:pt x="0" y="6167"/>
                  </a:lnTo>
                  <a:lnTo>
                    <a:pt x="334021" y="507199"/>
                  </a:lnTo>
                  <a:lnTo>
                    <a:pt x="343267" y="501031"/>
                  </a:lnTo>
                  <a:lnTo>
                    <a:pt x="9245" y="0"/>
                  </a:lnTo>
                  <a:close/>
                </a:path>
              </a:pathLst>
            </a:custGeom>
            <a:solidFill>
              <a:srgbClr val="798689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4158" y="728636"/>
            <a:ext cx="166370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Simple</a:t>
            </a:r>
            <a:r>
              <a:rPr dirty="0" sz="1700" spc="5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factories</a:t>
            </a:r>
            <a:endParaRPr sz="1700">
              <a:latin typeface="Open Sans"/>
              <a:cs typeface="Open San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2827596" y="4875998"/>
            <a:ext cx="1574800" cy="2348230"/>
            <a:chOff x="12827596" y="4875998"/>
            <a:chExt cx="1574800" cy="2348230"/>
          </a:xfrm>
        </p:grpSpPr>
        <p:sp>
          <p:nvSpPr>
            <p:cNvPr id="4" name="object 4" descr=""/>
            <p:cNvSpPr/>
            <p:nvPr/>
          </p:nvSpPr>
          <p:spPr>
            <a:xfrm>
              <a:off x="13591272" y="4875998"/>
              <a:ext cx="46355" cy="2348230"/>
            </a:xfrm>
            <a:custGeom>
              <a:avLst/>
              <a:gdLst/>
              <a:ahLst/>
              <a:cxnLst/>
              <a:rect l="l" t="t" r="r" b="b"/>
              <a:pathLst>
                <a:path w="46355" h="2348229">
                  <a:moveTo>
                    <a:pt x="46103" y="0"/>
                  </a:moveTo>
                  <a:lnTo>
                    <a:pt x="0" y="0"/>
                  </a:lnTo>
                  <a:lnTo>
                    <a:pt x="0" y="2347719"/>
                  </a:lnTo>
                  <a:lnTo>
                    <a:pt x="46103" y="2347719"/>
                  </a:lnTo>
                  <a:lnTo>
                    <a:pt x="46103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976625" y="5225137"/>
              <a:ext cx="1275715" cy="1968500"/>
            </a:xfrm>
            <a:custGeom>
              <a:avLst/>
              <a:gdLst/>
              <a:ahLst/>
              <a:cxnLst/>
              <a:rect l="l" t="t" r="r" b="b"/>
              <a:pathLst>
                <a:path w="1275715" h="1968500">
                  <a:moveTo>
                    <a:pt x="481357" y="1651000"/>
                  </a:moveTo>
                  <a:lnTo>
                    <a:pt x="412437" y="1651000"/>
                  </a:lnTo>
                  <a:lnTo>
                    <a:pt x="0" y="1955800"/>
                  </a:lnTo>
                  <a:lnTo>
                    <a:pt x="36375" y="1968500"/>
                  </a:lnTo>
                  <a:lnTo>
                    <a:pt x="481357" y="1651000"/>
                  </a:lnTo>
                  <a:close/>
                </a:path>
                <a:path w="1275715" h="1968500">
                  <a:moveTo>
                    <a:pt x="863083" y="1651000"/>
                  </a:moveTo>
                  <a:lnTo>
                    <a:pt x="794132" y="1651000"/>
                  </a:lnTo>
                  <a:lnTo>
                    <a:pt x="1239114" y="1968500"/>
                  </a:lnTo>
                  <a:lnTo>
                    <a:pt x="1275437" y="1955800"/>
                  </a:lnTo>
                  <a:lnTo>
                    <a:pt x="863083" y="1651000"/>
                  </a:lnTo>
                  <a:close/>
                </a:path>
                <a:path w="1275715" h="1968500">
                  <a:moveTo>
                    <a:pt x="188486" y="1651000"/>
                  </a:moveTo>
                  <a:lnTo>
                    <a:pt x="154874" y="1651000"/>
                  </a:lnTo>
                  <a:lnTo>
                    <a:pt x="159073" y="1663700"/>
                  </a:lnTo>
                  <a:lnTo>
                    <a:pt x="176026" y="1663700"/>
                  </a:lnTo>
                  <a:lnTo>
                    <a:pt x="188486" y="1651000"/>
                  </a:lnTo>
                  <a:close/>
                </a:path>
                <a:path w="1275715" h="1968500">
                  <a:moveTo>
                    <a:pt x="1120730" y="1651000"/>
                  </a:moveTo>
                  <a:lnTo>
                    <a:pt x="1087066" y="1651000"/>
                  </a:lnTo>
                  <a:lnTo>
                    <a:pt x="1099976" y="1663700"/>
                  </a:lnTo>
                  <a:lnTo>
                    <a:pt x="1120374" y="1663700"/>
                  </a:lnTo>
                  <a:lnTo>
                    <a:pt x="1120730" y="1651000"/>
                  </a:lnTo>
                  <a:close/>
                </a:path>
                <a:path w="1275715" h="1968500">
                  <a:moveTo>
                    <a:pt x="1151849" y="1625600"/>
                  </a:moveTo>
                  <a:lnTo>
                    <a:pt x="115431" y="1625600"/>
                  </a:lnTo>
                  <a:lnTo>
                    <a:pt x="115431" y="1651000"/>
                  </a:lnTo>
                  <a:lnTo>
                    <a:pt x="1151849" y="1651000"/>
                  </a:lnTo>
                  <a:lnTo>
                    <a:pt x="1151849" y="1625600"/>
                  </a:lnTo>
                  <a:close/>
                </a:path>
                <a:path w="1275715" h="1968500">
                  <a:moveTo>
                    <a:pt x="1063831" y="1333500"/>
                  </a:moveTo>
                  <a:lnTo>
                    <a:pt x="197533" y="1333500"/>
                  </a:lnTo>
                  <a:lnTo>
                    <a:pt x="203690" y="1346200"/>
                  </a:lnTo>
                  <a:lnTo>
                    <a:pt x="208265" y="1346200"/>
                  </a:lnTo>
                  <a:lnTo>
                    <a:pt x="151901" y="1625600"/>
                  </a:lnTo>
                  <a:lnTo>
                    <a:pt x="270201" y="1625600"/>
                  </a:lnTo>
                  <a:lnTo>
                    <a:pt x="306912" y="1612900"/>
                  </a:lnTo>
                  <a:lnTo>
                    <a:pt x="172727" y="1612900"/>
                  </a:lnTo>
                  <a:lnTo>
                    <a:pt x="232485" y="1358900"/>
                  </a:lnTo>
                  <a:lnTo>
                    <a:pt x="1069022" y="1358900"/>
                  </a:lnTo>
                  <a:lnTo>
                    <a:pt x="1063831" y="1333500"/>
                  </a:lnTo>
                  <a:close/>
                </a:path>
                <a:path w="1275715" h="1968500">
                  <a:moveTo>
                    <a:pt x="465682" y="1612900"/>
                  </a:moveTo>
                  <a:lnTo>
                    <a:pt x="464163" y="1625600"/>
                  </a:lnTo>
                  <a:lnTo>
                    <a:pt x="467378" y="1625600"/>
                  </a:lnTo>
                  <a:lnTo>
                    <a:pt x="465682" y="1612900"/>
                  </a:lnTo>
                  <a:close/>
                </a:path>
                <a:path w="1275715" h="1968500">
                  <a:moveTo>
                    <a:pt x="809839" y="1612900"/>
                  </a:moveTo>
                  <a:lnTo>
                    <a:pt x="808142" y="1625600"/>
                  </a:lnTo>
                  <a:lnTo>
                    <a:pt x="811326" y="1625600"/>
                  </a:lnTo>
                  <a:lnTo>
                    <a:pt x="809839" y="1612900"/>
                  </a:lnTo>
                  <a:close/>
                </a:path>
                <a:path w="1275715" h="1968500">
                  <a:moveTo>
                    <a:pt x="771858" y="1498600"/>
                  </a:moveTo>
                  <a:lnTo>
                    <a:pt x="637310" y="1498600"/>
                  </a:lnTo>
                  <a:lnTo>
                    <a:pt x="1008147" y="1625600"/>
                  </a:lnTo>
                  <a:lnTo>
                    <a:pt x="1123525" y="1625600"/>
                  </a:lnTo>
                  <a:lnTo>
                    <a:pt x="1120930" y="1612900"/>
                  </a:lnTo>
                  <a:lnTo>
                    <a:pt x="1105589" y="1612900"/>
                  </a:lnTo>
                  <a:lnTo>
                    <a:pt x="771858" y="1498600"/>
                  </a:lnTo>
                  <a:close/>
                </a:path>
                <a:path w="1275715" h="1968500">
                  <a:moveTo>
                    <a:pt x="349057" y="1358900"/>
                  </a:moveTo>
                  <a:lnTo>
                    <a:pt x="232485" y="1358900"/>
                  </a:lnTo>
                  <a:lnTo>
                    <a:pt x="576966" y="1473200"/>
                  </a:lnTo>
                  <a:lnTo>
                    <a:pt x="172727" y="1612900"/>
                  </a:lnTo>
                  <a:lnTo>
                    <a:pt x="306912" y="1612900"/>
                  </a:lnTo>
                  <a:lnTo>
                    <a:pt x="637310" y="1498600"/>
                  </a:lnTo>
                  <a:lnTo>
                    <a:pt x="771858" y="1498600"/>
                  </a:lnTo>
                  <a:lnTo>
                    <a:pt x="697696" y="1473200"/>
                  </a:lnTo>
                  <a:lnTo>
                    <a:pt x="735604" y="1460500"/>
                  </a:lnTo>
                  <a:lnTo>
                    <a:pt x="637310" y="1460500"/>
                  </a:lnTo>
                  <a:lnTo>
                    <a:pt x="349057" y="1358900"/>
                  </a:lnTo>
                  <a:close/>
                </a:path>
                <a:path w="1275715" h="1968500">
                  <a:moveTo>
                    <a:pt x="1069022" y="1358900"/>
                  </a:moveTo>
                  <a:lnTo>
                    <a:pt x="1038868" y="1358900"/>
                  </a:lnTo>
                  <a:lnTo>
                    <a:pt x="1105589" y="1612900"/>
                  </a:lnTo>
                  <a:lnTo>
                    <a:pt x="1120930" y="1612900"/>
                  </a:lnTo>
                  <a:lnTo>
                    <a:pt x="1069022" y="1358900"/>
                  </a:lnTo>
                  <a:close/>
                </a:path>
                <a:path w="1275715" h="1968500">
                  <a:moveTo>
                    <a:pt x="1038868" y="1358900"/>
                  </a:moveTo>
                  <a:lnTo>
                    <a:pt x="925071" y="1358900"/>
                  </a:lnTo>
                  <a:lnTo>
                    <a:pt x="637310" y="1460500"/>
                  </a:lnTo>
                  <a:lnTo>
                    <a:pt x="735604" y="1460500"/>
                  </a:lnTo>
                  <a:lnTo>
                    <a:pt x="1038868" y="1358900"/>
                  </a:lnTo>
                  <a:close/>
                </a:path>
                <a:path w="1275715" h="1968500">
                  <a:moveTo>
                    <a:pt x="288849" y="1079500"/>
                  </a:moveTo>
                  <a:lnTo>
                    <a:pt x="248212" y="1079500"/>
                  </a:lnTo>
                  <a:lnTo>
                    <a:pt x="194737" y="1333500"/>
                  </a:lnTo>
                  <a:lnTo>
                    <a:pt x="1066868" y="1333500"/>
                  </a:lnTo>
                  <a:lnTo>
                    <a:pt x="1065883" y="1320800"/>
                  </a:lnTo>
                  <a:lnTo>
                    <a:pt x="313686" y="1320800"/>
                  </a:lnTo>
                  <a:lnTo>
                    <a:pt x="384130" y="1295400"/>
                  </a:lnTo>
                  <a:lnTo>
                    <a:pt x="244767" y="1295400"/>
                  </a:lnTo>
                  <a:lnTo>
                    <a:pt x="288849" y="1079500"/>
                  </a:lnTo>
                  <a:close/>
                </a:path>
                <a:path w="1275715" h="1968500">
                  <a:moveTo>
                    <a:pt x="763502" y="1206500"/>
                  </a:moveTo>
                  <a:lnTo>
                    <a:pt x="630682" y="1206500"/>
                  </a:lnTo>
                  <a:lnTo>
                    <a:pt x="948274" y="1320800"/>
                  </a:lnTo>
                  <a:lnTo>
                    <a:pt x="1065883" y="1320800"/>
                  </a:lnTo>
                  <a:lnTo>
                    <a:pt x="1060332" y="1295400"/>
                  </a:lnTo>
                  <a:lnTo>
                    <a:pt x="1017131" y="1295400"/>
                  </a:lnTo>
                  <a:lnTo>
                    <a:pt x="763502" y="1206500"/>
                  </a:lnTo>
                  <a:close/>
                </a:path>
                <a:path w="1275715" h="1968500">
                  <a:moveTo>
                    <a:pt x="389893" y="1079500"/>
                  </a:moveTo>
                  <a:lnTo>
                    <a:pt x="288849" y="1079500"/>
                  </a:lnTo>
                  <a:lnTo>
                    <a:pt x="570359" y="1181100"/>
                  </a:lnTo>
                  <a:lnTo>
                    <a:pt x="244767" y="1295400"/>
                  </a:lnTo>
                  <a:lnTo>
                    <a:pt x="384130" y="1295400"/>
                  </a:lnTo>
                  <a:lnTo>
                    <a:pt x="630682" y="1206500"/>
                  </a:lnTo>
                  <a:lnTo>
                    <a:pt x="763502" y="1206500"/>
                  </a:lnTo>
                  <a:lnTo>
                    <a:pt x="691036" y="1181100"/>
                  </a:lnTo>
                  <a:lnTo>
                    <a:pt x="726157" y="1168400"/>
                  </a:lnTo>
                  <a:lnTo>
                    <a:pt x="630682" y="1168400"/>
                  </a:lnTo>
                  <a:lnTo>
                    <a:pt x="389893" y="1079500"/>
                  </a:lnTo>
                  <a:close/>
                </a:path>
                <a:path w="1275715" h="1968500">
                  <a:moveTo>
                    <a:pt x="1013141" y="1079500"/>
                  </a:moveTo>
                  <a:lnTo>
                    <a:pt x="972001" y="1079500"/>
                  </a:lnTo>
                  <a:lnTo>
                    <a:pt x="1017131" y="1295400"/>
                  </a:lnTo>
                  <a:lnTo>
                    <a:pt x="1060332" y="1295400"/>
                  </a:lnTo>
                  <a:lnTo>
                    <a:pt x="1013141" y="1079500"/>
                  </a:lnTo>
                  <a:close/>
                </a:path>
                <a:path w="1275715" h="1968500">
                  <a:moveTo>
                    <a:pt x="972001" y="1079500"/>
                  </a:moveTo>
                  <a:lnTo>
                    <a:pt x="870989" y="1079500"/>
                  </a:lnTo>
                  <a:lnTo>
                    <a:pt x="630682" y="1168400"/>
                  </a:lnTo>
                  <a:lnTo>
                    <a:pt x="726157" y="1168400"/>
                  </a:lnTo>
                  <a:lnTo>
                    <a:pt x="972001" y="1079500"/>
                  </a:lnTo>
                  <a:close/>
                </a:path>
                <a:path w="1275715" h="1968500">
                  <a:moveTo>
                    <a:pt x="1023497" y="1066800"/>
                  </a:moveTo>
                  <a:lnTo>
                    <a:pt x="242086" y="1066800"/>
                  </a:lnTo>
                  <a:lnTo>
                    <a:pt x="248065" y="1079500"/>
                  </a:lnTo>
                  <a:lnTo>
                    <a:pt x="1016115" y="1079500"/>
                  </a:lnTo>
                  <a:lnTo>
                    <a:pt x="1023497" y="1066800"/>
                  </a:lnTo>
                  <a:close/>
                </a:path>
                <a:path w="1275715" h="1968500">
                  <a:moveTo>
                    <a:pt x="986964" y="825500"/>
                  </a:moveTo>
                  <a:lnTo>
                    <a:pt x="287572" y="825500"/>
                  </a:lnTo>
                  <a:lnTo>
                    <a:pt x="240662" y="1054100"/>
                  </a:lnTo>
                  <a:lnTo>
                    <a:pt x="239259" y="1066800"/>
                  </a:lnTo>
                  <a:lnTo>
                    <a:pt x="1026324" y="1066800"/>
                  </a:lnTo>
                  <a:lnTo>
                    <a:pt x="1024806" y="1054100"/>
                  </a:lnTo>
                  <a:lnTo>
                    <a:pt x="1022066" y="1041400"/>
                  </a:lnTo>
                  <a:lnTo>
                    <a:pt x="378114" y="1041400"/>
                  </a:lnTo>
                  <a:lnTo>
                    <a:pt x="414437" y="1028700"/>
                  </a:lnTo>
                  <a:lnTo>
                    <a:pt x="289268" y="1028700"/>
                  </a:lnTo>
                  <a:lnTo>
                    <a:pt x="327550" y="838200"/>
                  </a:lnTo>
                  <a:lnTo>
                    <a:pt x="980902" y="838200"/>
                  </a:lnTo>
                  <a:lnTo>
                    <a:pt x="986964" y="825500"/>
                  </a:lnTo>
                  <a:close/>
                </a:path>
                <a:path w="1275715" h="1968500">
                  <a:moveTo>
                    <a:pt x="763547" y="952500"/>
                  </a:moveTo>
                  <a:lnTo>
                    <a:pt x="632378" y="952500"/>
                  </a:lnTo>
                  <a:lnTo>
                    <a:pt x="887114" y="1041400"/>
                  </a:lnTo>
                  <a:lnTo>
                    <a:pt x="1022066" y="1041400"/>
                  </a:lnTo>
                  <a:lnTo>
                    <a:pt x="1019325" y="1028700"/>
                  </a:lnTo>
                  <a:lnTo>
                    <a:pt x="975991" y="1028700"/>
                  </a:lnTo>
                  <a:lnTo>
                    <a:pt x="763547" y="952500"/>
                  </a:lnTo>
                  <a:close/>
                </a:path>
                <a:path w="1275715" h="1968500">
                  <a:moveTo>
                    <a:pt x="428562" y="838200"/>
                  </a:moveTo>
                  <a:lnTo>
                    <a:pt x="327550" y="838200"/>
                  </a:lnTo>
                  <a:lnTo>
                    <a:pt x="572087" y="927100"/>
                  </a:lnTo>
                  <a:lnTo>
                    <a:pt x="289268" y="1028700"/>
                  </a:lnTo>
                  <a:lnTo>
                    <a:pt x="414437" y="1028700"/>
                  </a:lnTo>
                  <a:lnTo>
                    <a:pt x="632378" y="952500"/>
                  </a:lnTo>
                  <a:lnTo>
                    <a:pt x="763547" y="952500"/>
                  </a:lnTo>
                  <a:lnTo>
                    <a:pt x="692732" y="927100"/>
                  </a:lnTo>
                  <a:lnTo>
                    <a:pt x="762462" y="901700"/>
                  </a:lnTo>
                  <a:lnTo>
                    <a:pt x="632378" y="901700"/>
                  </a:lnTo>
                  <a:lnTo>
                    <a:pt x="428562" y="838200"/>
                  </a:lnTo>
                  <a:close/>
                </a:path>
                <a:path w="1275715" h="1968500">
                  <a:moveTo>
                    <a:pt x="978221" y="838200"/>
                  </a:moveTo>
                  <a:lnTo>
                    <a:pt x="936788" y="838200"/>
                  </a:lnTo>
                  <a:lnTo>
                    <a:pt x="975991" y="1028700"/>
                  </a:lnTo>
                  <a:lnTo>
                    <a:pt x="1019325" y="1028700"/>
                  </a:lnTo>
                  <a:lnTo>
                    <a:pt x="978221" y="838200"/>
                  </a:lnTo>
                  <a:close/>
                </a:path>
                <a:path w="1275715" h="1968500">
                  <a:moveTo>
                    <a:pt x="936788" y="838200"/>
                  </a:moveTo>
                  <a:lnTo>
                    <a:pt x="835838" y="838200"/>
                  </a:lnTo>
                  <a:lnTo>
                    <a:pt x="632378" y="901700"/>
                  </a:lnTo>
                  <a:lnTo>
                    <a:pt x="762462" y="901700"/>
                  </a:lnTo>
                  <a:lnTo>
                    <a:pt x="936788" y="838200"/>
                  </a:lnTo>
                  <a:close/>
                </a:path>
                <a:path w="1275715" h="1968500">
                  <a:moveTo>
                    <a:pt x="941877" y="596900"/>
                  </a:moveTo>
                  <a:lnTo>
                    <a:pt x="330042" y="596900"/>
                  </a:lnTo>
                  <a:lnTo>
                    <a:pt x="285069" y="812800"/>
                  </a:lnTo>
                  <a:lnTo>
                    <a:pt x="284117" y="825500"/>
                  </a:lnTo>
                  <a:lnTo>
                    <a:pt x="989770" y="825500"/>
                  </a:lnTo>
                  <a:lnTo>
                    <a:pt x="988189" y="812800"/>
                  </a:lnTo>
                  <a:lnTo>
                    <a:pt x="985465" y="800100"/>
                  </a:lnTo>
                  <a:lnTo>
                    <a:pt x="428709" y="800100"/>
                  </a:lnTo>
                  <a:lnTo>
                    <a:pt x="463322" y="787400"/>
                  </a:lnTo>
                  <a:lnTo>
                    <a:pt x="333675" y="787400"/>
                  </a:lnTo>
                  <a:lnTo>
                    <a:pt x="366449" y="635000"/>
                  </a:lnTo>
                  <a:lnTo>
                    <a:pt x="501274" y="635000"/>
                  </a:lnTo>
                  <a:lnTo>
                    <a:pt x="467504" y="622300"/>
                  </a:lnTo>
                  <a:lnTo>
                    <a:pt x="947325" y="622300"/>
                  </a:lnTo>
                  <a:lnTo>
                    <a:pt x="941877" y="596900"/>
                  </a:lnTo>
                  <a:close/>
                </a:path>
                <a:path w="1275715" h="1968500">
                  <a:moveTo>
                    <a:pt x="766033" y="723900"/>
                  </a:moveTo>
                  <a:lnTo>
                    <a:pt x="636388" y="723900"/>
                  </a:lnTo>
                  <a:lnTo>
                    <a:pt x="844435" y="800100"/>
                  </a:lnTo>
                  <a:lnTo>
                    <a:pt x="985465" y="800100"/>
                  </a:lnTo>
                  <a:lnTo>
                    <a:pt x="982741" y="787400"/>
                  </a:lnTo>
                  <a:lnTo>
                    <a:pt x="939468" y="787400"/>
                  </a:lnTo>
                  <a:lnTo>
                    <a:pt x="766033" y="723900"/>
                  </a:lnTo>
                  <a:close/>
                </a:path>
                <a:path w="1275715" h="1968500">
                  <a:moveTo>
                    <a:pt x="501274" y="635000"/>
                  </a:moveTo>
                  <a:lnTo>
                    <a:pt x="366449" y="635000"/>
                  </a:lnTo>
                  <a:lnTo>
                    <a:pt x="576045" y="698500"/>
                  </a:lnTo>
                  <a:lnTo>
                    <a:pt x="333675" y="787400"/>
                  </a:lnTo>
                  <a:lnTo>
                    <a:pt x="463322" y="787400"/>
                  </a:lnTo>
                  <a:lnTo>
                    <a:pt x="636388" y="723900"/>
                  </a:lnTo>
                  <a:lnTo>
                    <a:pt x="766033" y="723900"/>
                  </a:lnTo>
                  <a:lnTo>
                    <a:pt x="696659" y="698500"/>
                  </a:lnTo>
                  <a:lnTo>
                    <a:pt x="738505" y="685800"/>
                  </a:lnTo>
                  <a:lnTo>
                    <a:pt x="636357" y="685800"/>
                  </a:lnTo>
                  <a:lnTo>
                    <a:pt x="501274" y="635000"/>
                  </a:lnTo>
                  <a:close/>
                </a:path>
                <a:path w="1275715" h="1968500">
                  <a:moveTo>
                    <a:pt x="950049" y="635000"/>
                  </a:moveTo>
                  <a:lnTo>
                    <a:pt x="905888" y="635000"/>
                  </a:lnTo>
                  <a:lnTo>
                    <a:pt x="939468" y="787400"/>
                  </a:lnTo>
                  <a:lnTo>
                    <a:pt x="982741" y="787400"/>
                  </a:lnTo>
                  <a:lnTo>
                    <a:pt x="950049" y="635000"/>
                  </a:lnTo>
                  <a:close/>
                </a:path>
                <a:path w="1275715" h="1968500">
                  <a:moveTo>
                    <a:pt x="947325" y="622300"/>
                  </a:moveTo>
                  <a:lnTo>
                    <a:pt x="804928" y="622300"/>
                  </a:lnTo>
                  <a:lnTo>
                    <a:pt x="636357" y="685800"/>
                  </a:lnTo>
                  <a:lnTo>
                    <a:pt x="738505" y="685800"/>
                  </a:lnTo>
                  <a:lnTo>
                    <a:pt x="905888" y="635000"/>
                  </a:lnTo>
                  <a:lnTo>
                    <a:pt x="950049" y="635000"/>
                  </a:lnTo>
                  <a:lnTo>
                    <a:pt x="947325" y="622300"/>
                  </a:lnTo>
                  <a:close/>
                </a:path>
                <a:path w="1275715" h="1968500">
                  <a:moveTo>
                    <a:pt x="937919" y="584200"/>
                  </a:moveTo>
                  <a:lnTo>
                    <a:pt x="334565" y="584200"/>
                  </a:lnTo>
                  <a:lnTo>
                    <a:pt x="332576" y="596900"/>
                  </a:lnTo>
                  <a:lnTo>
                    <a:pt x="938788" y="596900"/>
                  </a:lnTo>
                  <a:lnTo>
                    <a:pt x="937919" y="584200"/>
                  </a:lnTo>
                  <a:close/>
                </a:path>
                <a:path w="1275715" h="1968500">
                  <a:moveTo>
                    <a:pt x="873188" y="393700"/>
                  </a:moveTo>
                  <a:lnTo>
                    <a:pt x="399443" y="393700"/>
                  </a:lnTo>
                  <a:lnTo>
                    <a:pt x="366187" y="584200"/>
                  </a:lnTo>
                  <a:lnTo>
                    <a:pt x="451766" y="584200"/>
                  </a:lnTo>
                  <a:lnTo>
                    <a:pt x="513296" y="558800"/>
                  </a:lnTo>
                  <a:lnTo>
                    <a:pt x="414165" y="558800"/>
                  </a:lnTo>
                  <a:lnTo>
                    <a:pt x="437934" y="419100"/>
                  </a:lnTo>
                  <a:lnTo>
                    <a:pt x="877690" y="419100"/>
                  </a:lnTo>
                  <a:lnTo>
                    <a:pt x="873188" y="393700"/>
                  </a:lnTo>
                  <a:close/>
                </a:path>
                <a:path w="1275715" h="1968500">
                  <a:moveTo>
                    <a:pt x="741851" y="508000"/>
                  </a:moveTo>
                  <a:lnTo>
                    <a:pt x="636357" y="508000"/>
                  </a:lnTo>
                  <a:lnTo>
                    <a:pt x="821315" y="584200"/>
                  </a:lnTo>
                  <a:lnTo>
                    <a:pt x="906956" y="584200"/>
                  </a:lnTo>
                  <a:lnTo>
                    <a:pt x="902454" y="558800"/>
                  </a:lnTo>
                  <a:lnTo>
                    <a:pt x="858832" y="558800"/>
                  </a:lnTo>
                  <a:lnTo>
                    <a:pt x="741851" y="508000"/>
                  </a:lnTo>
                  <a:close/>
                </a:path>
                <a:path w="1275715" h="1968500">
                  <a:moveTo>
                    <a:pt x="509083" y="419100"/>
                  </a:moveTo>
                  <a:lnTo>
                    <a:pt x="437934" y="419100"/>
                  </a:lnTo>
                  <a:lnTo>
                    <a:pt x="589395" y="482600"/>
                  </a:lnTo>
                  <a:lnTo>
                    <a:pt x="414165" y="558800"/>
                  </a:lnTo>
                  <a:lnTo>
                    <a:pt x="513296" y="558800"/>
                  </a:lnTo>
                  <a:lnTo>
                    <a:pt x="636357" y="508000"/>
                  </a:lnTo>
                  <a:lnTo>
                    <a:pt x="741851" y="508000"/>
                  </a:lnTo>
                  <a:lnTo>
                    <a:pt x="683361" y="482600"/>
                  </a:lnTo>
                  <a:lnTo>
                    <a:pt x="713588" y="469900"/>
                  </a:lnTo>
                  <a:lnTo>
                    <a:pt x="636357" y="469900"/>
                  </a:lnTo>
                  <a:lnTo>
                    <a:pt x="509083" y="419100"/>
                  </a:lnTo>
                  <a:close/>
                </a:path>
                <a:path w="1275715" h="1968500">
                  <a:moveTo>
                    <a:pt x="877690" y="419100"/>
                  </a:moveTo>
                  <a:lnTo>
                    <a:pt x="834498" y="419100"/>
                  </a:lnTo>
                  <a:lnTo>
                    <a:pt x="858832" y="558800"/>
                  </a:lnTo>
                  <a:lnTo>
                    <a:pt x="902454" y="558800"/>
                  </a:lnTo>
                  <a:lnTo>
                    <a:pt x="877690" y="419100"/>
                  </a:lnTo>
                  <a:close/>
                </a:path>
                <a:path w="1275715" h="1968500">
                  <a:moveTo>
                    <a:pt x="834498" y="419100"/>
                  </a:moveTo>
                  <a:lnTo>
                    <a:pt x="763432" y="419100"/>
                  </a:lnTo>
                  <a:lnTo>
                    <a:pt x="636357" y="469900"/>
                  </a:lnTo>
                  <a:lnTo>
                    <a:pt x="713588" y="469900"/>
                  </a:lnTo>
                  <a:lnTo>
                    <a:pt x="834498" y="419100"/>
                  </a:lnTo>
                  <a:close/>
                </a:path>
                <a:path w="1275715" h="1968500">
                  <a:moveTo>
                    <a:pt x="867397" y="381000"/>
                  </a:moveTo>
                  <a:lnTo>
                    <a:pt x="404437" y="381000"/>
                  </a:lnTo>
                  <a:lnTo>
                    <a:pt x="402710" y="393700"/>
                  </a:lnTo>
                  <a:lnTo>
                    <a:pt x="869114" y="393700"/>
                  </a:lnTo>
                  <a:lnTo>
                    <a:pt x="867397" y="381000"/>
                  </a:lnTo>
                  <a:close/>
                </a:path>
                <a:path w="1275715" h="1968500">
                  <a:moveTo>
                    <a:pt x="822948" y="203200"/>
                  </a:moveTo>
                  <a:lnTo>
                    <a:pt x="452656" y="203200"/>
                  </a:lnTo>
                  <a:lnTo>
                    <a:pt x="430049" y="381000"/>
                  </a:lnTo>
                  <a:lnTo>
                    <a:pt x="517586" y="381000"/>
                  </a:lnTo>
                  <a:lnTo>
                    <a:pt x="541711" y="368300"/>
                  </a:lnTo>
                  <a:lnTo>
                    <a:pt x="476278" y="368300"/>
                  </a:lnTo>
                  <a:lnTo>
                    <a:pt x="493136" y="228600"/>
                  </a:lnTo>
                  <a:lnTo>
                    <a:pt x="564296" y="228600"/>
                  </a:lnTo>
                  <a:lnTo>
                    <a:pt x="539658" y="215900"/>
                  </a:lnTo>
                  <a:lnTo>
                    <a:pt x="824574" y="215900"/>
                  </a:lnTo>
                  <a:lnTo>
                    <a:pt x="822948" y="203200"/>
                  </a:lnTo>
                  <a:close/>
                </a:path>
                <a:path w="1275715" h="1968500">
                  <a:moveTo>
                    <a:pt x="716972" y="317500"/>
                  </a:moveTo>
                  <a:lnTo>
                    <a:pt x="638210" y="317500"/>
                  </a:lnTo>
                  <a:lnTo>
                    <a:pt x="758406" y="381000"/>
                  </a:lnTo>
                  <a:lnTo>
                    <a:pt x="845712" y="381000"/>
                  </a:lnTo>
                  <a:lnTo>
                    <a:pt x="844086" y="368300"/>
                  </a:lnTo>
                  <a:lnTo>
                    <a:pt x="799483" y="368300"/>
                  </a:lnTo>
                  <a:lnTo>
                    <a:pt x="716972" y="317500"/>
                  </a:lnTo>
                  <a:close/>
                </a:path>
                <a:path w="1275715" h="1968500">
                  <a:moveTo>
                    <a:pt x="564296" y="228600"/>
                  </a:moveTo>
                  <a:lnTo>
                    <a:pt x="493136" y="228600"/>
                  </a:lnTo>
                  <a:lnTo>
                    <a:pt x="600756" y="292100"/>
                  </a:lnTo>
                  <a:lnTo>
                    <a:pt x="476278" y="368300"/>
                  </a:lnTo>
                  <a:lnTo>
                    <a:pt x="541711" y="368300"/>
                  </a:lnTo>
                  <a:lnTo>
                    <a:pt x="638210" y="317500"/>
                  </a:lnTo>
                  <a:lnTo>
                    <a:pt x="716972" y="317500"/>
                  </a:lnTo>
                  <a:lnTo>
                    <a:pt x="675717" y="292100"/>
                  </a:lnTo>
                  <a:lnTo>
                    <a:pt x="718384" y="266700"/>
                  </a:lnTo>
                  <a:lnTo>
                    <a:pt x="638210" y="266700"/>
                  </a:lnTo>
                  <a:lnTo>
                    <a:pt x="564296" y="228600"/>
                  </a:lnTo>
                  <a:close/>
                </a:path>
                <a:path w="1275715" h="1968500">
                  <a:moveTo>
                    <a:pt x="826200" y="228600"/>
                  </a:moveTo>
                  <a:lnTo>
                    <a:pt x="782384" y="228600"/>
                  </a:lnTo>
                  <a:lnTo>
                    <a:pt x="799483" y="368300"/>
                  </a:lnTo>
                  <a:lnTo>
                    <a:pt x="844086" y="368300"/>
                  </a:lnTo>
                  <a:lnTo>
                    <a:pt x="826200" y="228600"/>
                  </a:lnTo>
                  <a:close/>
                </a:path>
                <a:path w="1275715" h="1968500">
                  <a:moveTo>
                    <a:pt x="824574" y="215900"/>
                  </a:moveTo>
                  <a:lnTo>
                    <a:pt x="737139" y="215900"/>
                  </a:lnTo>
                  <a:lnTo>
                    <a:pt x="638210" y="266700"/>
                  </a:lnTo>
                  <a:lnTo>
                    <a:pt x="718384" y="266700"/>
                  </a:lnTo>
                  <a:lnTo>
                    <a:pt x="782384" y="228600"/>
                  </a:lnTo>
                  <a:lnTo>
                    <a:pt x="826200" y="228600"/>
                  </a:lnTo>
                  <a:lnTo>
                    <a:pt x="824574" y="215900"/>
                  </a:lnTo>
                  <a:close/>
                </a:path>
                <a:path w="1275715" h="1968500">
                  <a:moveTo>
                    <a:pt x="826550" y="190500"/>
                  </a:moveTo>
                  <a:lnTo>
                    <a:pt x="449295" y="190500"/>
                  </a:lnTo>
                  <a:lnTo>
                    <a:pt x="449473" y="203200"/>
                  </a:lnTo>
                  <a:lnTo>
                    <a:pt x="827262" y="203200"/>
                  </a:lnTo>
                  <a:lnTo>
                    <a:pt x="826550" y="190500"/>
                  </a:lnTo>
                  <a:close/>
                </a:path>
                <a:path w="1275715" h="1968500">
                  <a:moveTo>
                    <a:pt x="813168" y="177800"/>
                  </a:moveTo>
                  <a:lnTo>
                    <a:pt x="463870" y="177800"/>
                  </a:lnTo>
                  <a:lnTo>
                    <a:pt x="456551" y="190500"/>
                  </a:lnTo>
                  <a:lnTo>
                    <a:pt x="820550" y="190500"/>
                  </a:lnTo>
                  <a:lnTo>
                    <a:pt x="813168" y="177800"/>
                  </a:lnTo>
                  <a:close/>
                </a:path>
                <a:path w="1275715" h="1968500">
                  <a:moveTo>
                    <a:pt x="776405" y="12700"/>
                  </a:moveTo>
                  <a:lnTo>
                    <a:pt x="498885" y="12700"/>
                  </a:lnTo>
                  <a:lnTo>
                    <a:pt x="498141" y="25400"/>
                  </a:lnTo>
                  <a:lnTo>
                    <a:pt x="482226" y="177800"/>
                  </a:lnTo>
                  <a:lnTo>
                    <a:pt x="559176" y="177800"/>
                  </a:lnTo>
                  <a:lnTo>
                    <a:pt x="598824" y="152400"/>
                  </a:lnTo>
                  <a:lnTo>
                    <a:pt x="528266" y="152400"/>
                  </a:lnTo>
                  <a:lnTo>
                    <a:pt x="538643" y="50800"/>
                  </a:lnTo>
                  <a:lnTo>
                    <a:pt x="597357" y="50800"/>
                  </a:lnTo>
                  <a:lnTo>
                    <a:pt x="577050" y="38100"/>
                  </a:lnTo>
                  <a:lnTo>
                    <a:pt x="779078" y="38100"/>
                  </a:lnTo>
                  <a:lnTo>
                    <a:pt x="776405" y="12700"/>
                  </a:lnTo>
                  <a:close/>
                </a:path>
                <a:path w="1275715" h="1968500">
                  <a:moveTo>
                    <a:pt x="708983" y="127000"/>
                  </a:moveTo>
                  <a:lnTo>
                    <a:pt x="638472" y="127000"/>
                  </a:lnTo>
                  <a:lnTo>
                    <a:pt x="720271" y="177800"/>
                  </a:lnTo>
                  <a:lnTo>
                    <a:pt x="793776" y="177800"/>
                  </a:lnTo>
                  <a:lnTo>
                    <a:pt x="791104" y="152400"/>
                  </a:lnTo>
                  <a:lnTo>
                    <a:pt x="747307" y="152400"/>
                  </a:lnTo>
                  <a:lnTo>
                    <a:pt x="708983" y="127000"/>
                  </a:lnTo>
                  <a:close/>
                </a:path>
                <a:path w="1275715" h="1968500">
                  <a:moveTo>
                    <a:pt x="597357" y="50800"/>
                  </a:moveTo>
                  <a:lnTo>
                    <a:pt x="538643" y="50800"/>
                  </a:lnTo>
                  <a:lnTo>
                    <a:pt x="605782" y="101600"/>
                  </a:lnTo>
                  <a:lnTo>
                    <a:pt x="528266" y="152400"/>
                  </a:lnTo>
                  <a:lnTo>
                    <a:pt x="598824" y="152400"/>
                  </a:lnTo>
                  <a:lnTo>
                    <a:pt x="638472" y="127000"/>
                  </a:lnTo>
                  <a:lnTo>
                    <a:pt x="708983" y="127000"/>
                  </a:lnTo>
                  <a:lnTo>
                    <a:pt x="670660" y="101600"/>
                  </a:lnTo>
                  <a:lnTo>
                    <a:pt x="703601" y="76200"/>
                  </a:lnTo>
                  <a:lnTo>
                    <a:pt x="637970" y="76200"/>
                  </a:lnTo>
                  <a:lnTo>
                    <a:pt x="597357" y="50800"/>
                  </a:lnTo>
                  <a:close/>
                </a:path>
                <a:path w="1275715" h="1968500">
                  <a:moveTo>
                    <a:pt x="780414" y="50800"/>
                  </a:moveTo>
                  <a:lnTo>
                    <a:pt x="736543" y="50800"/>
                  </a:lnTo>
                  <a:lnTo>
                    <a:pt x="747307" y="152400"/>
                  </a:lnTo>
                  <a:lnTo>
                    <a:pt x="791104" y="152400"/>
                  </a:lnTo>
                  <a:lnTo>
                    <a:pt x="780414" y="50800"/>
                  </a:lnTo>
                  <a:close/>
                </a:path>
                <a:path w="1275715" h="1968500">
                  <a:moveTo>
                    <a:pt x="779078" y="38100"/>
                  </a:moveTo>
                  <a:lnTo>
                    <a:pt x="696921" y="38100"/>
                  </a:lnTo>
                  <a:lnTo>
                    <a:pt x="637970" y="76200"/>
                  </a:lnTo>
                  <a:lnTo>
                    <a:pt x="703601" y="76200"/>
                  </a:lnTo>
                  <a:lnTo>
                    <a:pt x="736543" y="50800"/>
                  </a:lnTo>
                  <a:lnTo>
                    <a:pt x="780414" y="50800"/>
                  </a:lnTo>
                  <a:lnTo>
                    <a:pt x="779078" y="38100"/>
                  </a:lnTo>
                  <a:close/>
                </a:path>
                <a:path w="1275715" h="1968500">
                  <a:moveTo>
                    <a:pt x="503796" y="9694"/>
                  </a:moveTo>
                  <a:lnTo>
                    <a:pt x="503345" y="12700"/>
                  </a:lnTo>
                  <a:lnTo>
                    <a:pt x="503670" y="12700"/>
                  </a:lnTo>
                  <a:lnTo>
                    <a:pt x="503796" y="9694"/>
                  </a:lnTo>
                  <a:close/>
                </a:path>
                <a:path w="1275715" h="1968500">
                  <a:moveTo>
                    <a:pt x="769289" y="0"/>
                  </a:moveTo>
                  <a:lnTo>
                    <a:pt x="505251" y="0"/>
                  </a:lnTo>
                  <a:lnTo>
                    <a:pt x="503809" y="9694"/>
                  </a:lnTo>
                  <a:lnTo>
                    <a:pt x="503670" y="12700"/>
                  </a:lnTo>
                  <a:lnTo>
                    <a:pt x="774216" y="12700"/>
                  </a:lnTo>
                  <a:lnTo>
                    <a:pt x="769289" y="0"/>
                  </a:lnTo>
                  <a:close/>
                </a:path>
                <a:path w="1275715" h="1968500">
                  <a:moveTo>
                    <a:pt x="504256" y="0"/>
                  </a:moveTo>
                  <a:lnTo>
                    <a:pt x="503796" y="9694"/>
                  </a:lnTo>
                  <a:lnTo>
                    <a:pt x="504256" y="0"/>
                  </a:lnTo>
                  <a:close/>
                </a:path>
              </a:pathLst>
            </a:custGeom>
            <a:solidFill>
              <a:srgbClr val="7ACC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827585" y="5207171"/>
              <a:ext cx="1574800" cy="2016760"/>
            </a:xfrm>
            <a:custGeom>
              <a:avLst/>
              <a:gdLst/>
              <a:ahLst/>
              <a:cxnLst/>
              <a:rect l="l" t="t" r="r" b="b"/>
              <a:pathLst>
                <a:path w="1574800" h="2016759">
                  <a:moveTo>
                    <a:pt x="741946" y="0"/>
                  </a:moveTo>
                  <a:lnTo>
                    <a:pt x="598157" y="0"/>
                  </a:lnTo>
                  <a:lnTo>
                    <a:pt x="105600" y="1955253"/>
                  </a:lnTo>
                  <a:lnTo>
                    <a:pt x="0" y="1955253"/>
                  </a:lnTo>
                  <a:lnTo>
                    <a:pt x="0" y="2016556"/>
                  </a:lnTo>
                  <a:lnTo>
                    <a:pt x="321754" y="2016556"/>
                  </a:lnTo>
                  <a:lnTo>
                    <a:pt x="321754" y="1955253"/>
                  </a:lnTo>
                  <a:lnTo>
                    <a:pt x="242392" y="1955253"/>
                  </a:lnTo>
                  <a:lnTo>
                    <a:pt x="741946" y="0"/>
                  </a:lnTo>
                  <a:close/>
                </a:path>
                <a:path w="1574800" h="2016759">
                  <a:moveTo>
                    <a:pt x="1574546" y="1955253"/>
                  </a:moveTo>
                  <a:lnTo>
                    <a:pt x="1468907" y="1955253"/>
                  </a:lnTo>
                  <a:lnTo>
                    <a:pt x="976363" y="0"/>
                  </a:lnTo>
                  <a:lnTo>
                    <a:pt x="832612" y="0"/>
                  </a:lnTo>
                  <a:lnTo>
                    <a:pt x="1332141" y="1955253"/>
                  </a:lnTo>
                  <a:lnTo>
                    <a:pt x="1252715" y="1955253"/>
                  </a:lnTo>
                  <a:lnTo>
                    <a:pt x="1252715" y="2016556"/>
                  </a:lnTo>
                  <a:lnTo>
                    <a:pt x="1574546" y="2016556"/>
                  </a:lnTo>
                  <a:lnTo>
                    <a:pt x="1574546" y="1955253"/>
                  </a:lnTo>
                  <a:close/>
                </a:path>
              </a:pathLst>
            </a:custGeom>
            <a:solidFill>
              <a:srgbClr val="78C2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3382765" y="4941169"/>
              <a:ext cx="463550" cy="278765"/>
            </a:xfrm>
            <a:custGeom>
              <a:avLst/>
              <a:gdLst/>
              <a:ahLst/>
              <a:cxnLst/>
              <a:rect l="l" t="t" r="r" b="b"/>
              <a:pathLst>
                <a:path w="463550" h="278764">
                  <a:moveTo>
                    <a:pt x="463181" y="145288"/>
                  </a:moveTo>
                  <a:lnTo>
                    <a:pt x="426897" y="145288"/>
                  </a:lnTo>
                  <a:lnTo>
                    <a:pt x="426897" y="43434"/>
                  </a:lnTo>
                  <a:lnTo>
                    <a:pt x="426897" y="0"/>
                  </a:lnTo>
                  <a:lnTo>
                    <a:pt x="381469" y="0"/>
                  </a:lnTo>
                  <a:lnTo>
                    <a:pt x="381469" y="43434"/>
                  </a:lnTo>
                  <a:lnTo>
                    <a:pt x="381469" y="145288"/>
                  </a:lnTo>
                  <a:lnTo>
                    <a:pt x="81699" y="145288"/>
                  </a:lnTo>
                  <a:lnTo>
                    <a:pt x="81699" y="43434"/>
                  </a:lnTo>
                  <a:lnTo>
                    <a:pt x="381469" y="43434"/>
                  </a:lnTo>
                  <a:lnTo>
                    <a:pt x="381469" y="0"/>
                  </a:lnTo>
                  <a:lnTo>
                    <a:pt x="81699" y="0"/>
                  </a:lnTo>
                  <a:lnTo>
                    <a:pt x="36271" y="0"/>
                  </a:lnTo>
                  <a:lnTo>
                    <a:pt x="36271" y="43434"/>
                  </a:lnTo>
                  <a:lnTo>
                    <a:pt x="36271" y="145288"/>
                  </a:lnTo>
                  <a:lnTo>
                    <a:pt x="0" y="145288"/>
                  </a:lnTo>
                  <a:lnTo>
                    <a:pt x="0" y="278244"/>
                  </a:lnTo>
                  <a:lnTo>
                    <a:pt x="463181" y="278244"/>
                  </a:lnTo>
                  <a:lnTo>
                    <a:pt x="463181" y="145288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12428470" y="8833335"/>
            <a:ext cx="1891030" cy="1630045"/>
            <a:chOff x="12428470" y="8833335"/>
            <a:chExt cx="1891030" cy="1630045"/>
          </a:xfrm>
        </p:grpSpPr>
        <p:sp>
          <p:nvSpPr>
            <p:cNvPr id="9" name="object 9" descr=""/>
            <p:cNvSpPr/>
            <p:nvPr/>
          </p:nvSpPr>
          <p:spPr>
            <a:xfrm>
              <a:off x="12428462" y="9072175"/>
              <a:ext cx="1891030" cy="1391285"/>
            </a:xfrm>
            <a:custGeom>
              <a:avLst/>
              <a:gdLst/>
              <a:ahLst/>
              <a:cxnLst/>
              <a:rect l="l" t="t" r="r" b="b"/>
              <a:pathLst>
                <a:path w="1891030" h="1391284">
                  <a:moveTo>
                    <a:pt x="1890763" y="961771"/>
                  </a:moveTo>
                  <a:lnTo>
                    <a:pt x="0" y="961771"/>
                  </a:lnTo>
                  <a:lnTo>
                    <a:pt x="0" y="1391183"/>
                  </a:lnTo>
                  <a:lnTo>
                    <a:pt x="1890763" y="1391183"/>
                  </a:lnTo>
                  <a:lnTo>
                    <a:pt x="1890763" y="961771"/>
                  </a:lnTo>
                  <a:close/>
                </a:path>
                <a:path w="1891030" h="1391284">
                  <a:moveTo>
                    <a:pt x="1890763" y="0"/>
                  </a:moveTo>
                  <a:lnTo>
                    <a:pt x="0" y="0"/>
                  </a:lnTo>
                  <a:lnTo>
                    <a:pt x="0" y="480936"/>
                  </a:lnTo>
                  <a:lnTo>
                    <a:pt x="1890763" y="480936"/>
                  </a:lnTo>
                  <a:lnTo>
                    <a:pt x="1890763" y="0"/>
                  </a:lnTo>
                  <a:close/>
                </a:path>
              </a:pathLst>
            </a:custGeom>
            <a:solidFill>
              <a:srgbClr val="AAD7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2428470" y="9553101"/>
              <a:ext cx="1891030" cy="481330"/>
            </a:xfrm>
            <a:custGeom>
              <a:avLst/>
              <a:gdLst/>
              <a:ahLst/>
              <a:cxnLst/>
              <a:rect l="l" t="t" r="r" b="b"/>
              <a:pathLst>
                <a:path w="1891030" h="481329">
                  <a:moveTo>
                    <a:pt x="1890759" y="0"/>
                  </a:moveTo>
                  <a:lnTo>
                    <a:pt x="0" y="0"/>
                  </a:lnTo>
                  <a:lnTo>
                    <a:pt x="0" y="480833"/>
                  </a:lnTo>
                  <a:lnTo>
                    <a:pt x="1890759" y="480833"/>
                  </a:lnTo>
                  <a:lnTo>
                    <a:pt x="1890759" y="0"/>
                  </a:lnTo>
                  <a:close/>
                </a:path>
              </a:pathLst>
            </a:custGeom>
            <a:solidFill>
              <a:srgbClr val="7ACC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2428476" y="8833335"/>
              <a:ext cx="1891030" cy="239395"/>
            </a:xfrm>
            <a:custGeom>
              <a:avLst/>
              <a:gdLst/>
              <a:ahLst/>
              <a:cxnLst/>
              <a:rect l="l" t="t" r="r" b="b"/>
              <a:pathLst>
                <a:path w="1891030" h="239395">
                  <a:moveTo>
                    <a:pt x="945395" y="0"/>
                  </a:moveTo>
                  <a:lnTo>
                    <a:pt x="398838" y="3731"/>
                  </a:lnTo>
                  <a:lnTo>
                    <a:pt x="118174" y="29853"/>
                  </a:lnTo>
                  <a:lnTo>
                    <a:pt x="14771" y="100756"/>
                  </a:lnTo>
                  <a:lnTo>
                    <a:pt x="0" y="238830"/>
                  </a:lnTo>
                  <a:lnTo>
                    <a:pt x="1890759" y="238830"/>
                  </a:lnTo>
                  <a:lnTo>
                    <a:pt x="1875987" y="201513"/>
                  </a:lnTo>
                  <a:lnTo>
                    <a:pt x="1772588" y="119415"/>
                  </a:lnTo>
                  <a:lnTo>
                    <a:pt x="1491933" y="37317"/>
                  </a:lnTo>
                  <a:lnTo>
                    <a:pt x="94539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3956805" y="8999010"/>
              <a:ext cx="195580" cy="1464945"/>
            </a:xfrm>
            <a:custGeom>
              <a:avLst/>
              <a:gdLst/>
              <a:ahLst/>
              <a:cxnLst/>
              <a:rect l="l" t="t" r="r" b="b"/>
              <a:pathLst>
                <a:path w="195580" h="1464945">
                  <a:moveTo>
                    <a:pt x="195072" y="1415199"/>
                  </a:moveTo>
                  <a:lnTo>
                    <a:pt x="170586" y="1415199"/>
                  </a:lnTo>
                  <a:lnTo>
                    <a:pt x="170586" y="1464348"/>
                  </a:lnTo>
                  <a:lnTo>
                    <a:pt x="195072" y="1464348"/>
                  </a:lnTo>
                  <a:lnTo>
                    <a:pt x="195072" y="1415199"/>
                  </a:lnTo>
                  <a:close/>
                </a:path>
                <a:path w="195580" h="1464945">
                  <a:moveTo>
                    <a:pt x="195072" y="1295768"/>
                  </a:moveTo>
                  <a:lnTo>
                    <a:pt x="170586" y="1295768"/>
                  </a:lnTo>
                  <a:lnTo>
                    <a:pt x="170586" y="1392809"/>
                  </a:lnTo>
                  <a:lnTo>
                    <a:pt x="195072" y="1392809"/>
                  </a:lnTo>
                  <a:lnTo>
                    <a:pt x="195072" y="1295768"/>
                  </a:lnTo>
                  <a:close/>
                </a:path>
                <a:path w="195580" h="1464945">
                  <a:moveTo>
                    <a:pt x="195072" y="1176324"/>
                  </a:moveTo>
                  <a:lnTo>
                    <a:pt x="170586" y="1176324"/>
                  </a:lnTo>
                  <a:lnTo>
                    <a:pt x="170586" y="1273429"/>
                  </a:lnTo>
                  <a:lnTo>
                    <a:pt x="195072" y="1273429"/>
                  </a:lnTo>
                  <a:lnTo>
                    <a:pt x="195072" y="1176324"/>
                  </a:lnTo>
                  <a:close/>
                </a:path>
                <a:path w="195580" h="1464945">
                  <a:moveTo>
                    <a:pt x="195072" y="1057008"/>
                  </a:moveTo>
                  <a:lnTo>
                    <a:pt x="170586" y="1057008"/>
                  </a:lnTo>
                  <a:lnTo>
                    <a:pt x="170586" y="1154023"/>
                  </a:lnTo>
                  <a:lnTo>
                    <a:pt x="195072" y="1154023"/>
                  </a:lnTo>
                  <a:lnTo>
                    <a:pt x="195072" y="1057008"/>
                  </a:lnTo>
                  <a:close/>
                </a:path>
                <a:path w="195580" h="1464945">
                  <a:moveTo>
                    <a:pt x="195072" y="937539"/>
                  </a:moveTo>
                  <a:lnTo>
                    <a:pt x="170586" y="937539"/>
                  </a:lnTo>
                  <a:lnTo>
                    <a:pt x="170586" y="1034567"/>
                  </a:lnTo>
                  <a:lnTo>
                    <a:pt x="195072" y="1034567"/>
                  </a:lnTo>
                  <a:lnTo>
                    <a:pt x="195072" y="937539"/>
                  </a:lnTo>
                  <a:close/>
                </a:path>
                <a:path w="195580" h="1464945">
                  <a:moveTo>
                    <a:pt x="195072" y="818146"/>
                  </a:moveTo>
                  <a:lnTo>
                    <a:pt x="170586" y="818146"/>
                  </a:lnTo>
                  <a:lnTo>
                    <a:pt x="170586" y="915162"/>
                  </a:lnTo>
                  <a:lnTo>
                    <a:pt x="195072" y="915162"/>
                  </a:lnTo>
                  <a:lnTo>
                    <a:pt x="195072" y="818146"/>
                  </a:lnTo>
                  <a:close/>
                </a:path>
                <a:path w="195580" h="1464945">
                  <a:moveTo>
                    <a:pt x="195072" y="692569"/>
                  </a:moveTo>
                  <a:lnTo>
                    <a:pt x="170586" y="692569"/>
                  </a:lnTo>
                  <a:lnTo>
                    <a:pt x="170586" y="795756"/>
                  </a:lnTo>
                  <a:lnTo>
                    <a:pt x="195072" y="795756"/>
                  </a:lnTo>
                  <a:lnTo>
                    <a:pt x="195072" y="692569"/>
                  </a:lnTo>
                  <a:close/>
                </a:path>
                <a:path w="195580" h="1464945">
                  <a:moveTo>
                    <a:pt x="195072" y="573189"/>
                  </a:moveTo>
                  <a:lnTo>
                    <a:pt x="170586" y="573189"/>
                  </a:lnTo>
                  <a:lnTo>
                    <a:pt x="170586" y="670229"/>
                  </a:lnTo>
                  <a:lnTo>
                    <a:pt x="195072" y="670229"/>
                  </a:lnTo>
                  <a:lnTo>
                    <a:pt x="195072" y="573189"/>
                  </a:lnTo>
                  <a:close/>
                </a:path>
                <a:path w="195580" h="1464945">
                  <a:moveTo>
                    <a:pt x="195072" y="453783"/>
                  </a:moveTo>
                  <a:lnTo>
                    <a:pt x="170586" y="453783"/>
                  </a:lnTo>
                  <a:lnTo>
                    <a:pt x="170586" y="550837"/>
                  </a:lnTo>
                  <a:lnTo>
                    <a:pt x="195072" y="550837"/>
                  </a:lnTo>
                  <a:lnTo>
                    <a:pt x="195072" y="453783"/>
                  </a:lnTo>
                  <a:close/>
                </a:path>
                <a:path w="195580" h="1464945">
                  <a:moveTo>
                    <a:pt x="195072" y="334352"/>
                  </a:moveTo>
                  <a:lnTo>
                    <a:pt x="170586" y="334352"/>
                  </a:lnTo>
                  <a:lnTo>
                    <a:pt x="170586" y="431368"/>
                  </a:lnTo>
                  <a:lnTo>
                    <a:pt x="195072" y="431368"/>
                  </a:lnTo>
                  <a:lnTo>
                    <a:pt x="195072" y="334352"/>
                  </a:lnTo>
                  <a:close/>
                </a:path>
                <a:path w="195580" h="1464945">
                  <a:moveTo>
                    <a:pt x="195072" y="214947"/>
                  </a:moveTo>
                  <a:lnTo>
                    <a:pt x="170586" y="214947"/>
                  </a:lnTo>
                  <a:lnTo>
                    <a:pt x="170586" y="311988"/>
                  </a:lnTo>
                  <a:lnTo>
                    <a:pt x="195072" y="311988"/>
                  </a:lnTo>
                  <a:lnTo>
                    <a:pt x="195072" y="214947"/>
                  </a:lnTo>
                  <a:close/>
                </a:path>
                <a:path w="195580" h="1464945">
                  <a:moveTo>
                    <a:pt x="195072" y="95516"/>
                  </a:moveTo>
                  <a:lnTo>
                    <a:pt x="170586" y="95516"/>
                  </a:lnTo>
                  <a:lnTo>
                    <a:pt x="170586" y="192620"/>
                  </a:lnTo>
                  <a:lnTo>
                    <a:pt x="195072" y="192620"/>
                  </a:lnTo>
                  <a:lnTo>
                    <a:pt x="195072" y="95516"/>
                  </a:lnTo>
                  <a:close/>
                </a:path>
                <a:path w="195580" h="1464945">
                  <a:moveTo>
                    <a:pt x="195072" y="73660"/>
                  </a:moveTo>
                  <a:lnTo>
                    <a:pt x="24536" y="73660"/>
                  </a:lnTo>
                  <a:lnTo>
                    <a:pt x="24536" y="0"/>
                  </a:lnTo>
                  <a:lnTo>
                    <a:pt x="0" y="0"/>
                  </a:lnTo>
                  <a:lnTo>
                    <a:pt x="0" y="1464310"/>
                  </a:lnTo>
                  <a:lnTo>
                    <a:pt x="24536" y="1464310"/>
                  </a:lnTo>
                  <a:lnTo>
                    <a:pt x="24536" y="1414780"/>
                  </a:lnTo>
                  <a:lnTo>
                    <a:pt x="195072" y="1414780"/>
                  </a:lnTo>
                  <a:lnTo>
                    <a:pt x="195072" y="1393190"/>
                  </a:lnTo>
                  <a:lnTo>
                    <a:pt x="24536" y="1393190"/>
                  </a:lnTo>
                  <a:lnTo>
                    <a:pt x="24536" y="1295400"/>
                  </a:lnTo>
                  <a:lnTo>
                    <a:pt x="195072" y="1295400"/>
                  </a:lnTo>
                  <a:lnTo>
                    <a:pt x="195072" y="1273810"/>
                  </a:lnTo>
                  <a:lnTo>
                    <a:pt x="24536" y="1273810"/>
                  </a:lnTo>
                  <a:lnTo>
                    <a:pt x="24536" y="1176020"/>
                  </a:lnTo>
                  <a:lnTo>
                    <a:pt x="195072" y="1176020"/>
                  </a:lnTo>
                  <a:lnTo>
                    <a:pt x="195072" y="1154430"/>
                  </a:lnTo>
                  <a:lnTo>
                    <a:pt x="24536" y="1154430"/>
                  </a:lnTo>
                  <a:lnTo>
                    <a:pt x="24536" y="1056640"/>
                  </a:lnTo>
                  <a:lnTo>
                    <a:pt x="195072" y="1056640"/>
                  </a:lnTo>
                  <a:lnTo>
                    <a:pt x="195072" y="1035050"/>
                  </a:lnTo>
                  <a:lnTo>
                    <a:pt x="24536" y="1035050"/>
                  </a:lnTo>
                  <a:lnTo>
                    <a:pt x="24536" y="937260"/>
                  </a:lnTo>
                  <a:lnTo>
                    <a:pt x="195072" y="937260"/>
                  </a:lnTo>
                  <a:lnTo>
                    <a:pt x="195072" y="915670"/>
                  </a:lnTo>
                  <a:lnTo>
                    <a:pt x="24536" y="915670"/>
                  </a:lnTo>
                  <a:lnTo>
                    <a:pt x="24536" y="817880"/>
                  </a:lnTo>
                  <a:lnTo>
                    <a:pt x="195072" y="817880"/>
                  </a:lnTo>
                  <a:lnTo>
                    <a:pt x="195072" y="796290"/>
                  </a:lnTo>
                  <a:lnTo>
                    <a:pt x="24536" y="796290"/>
                  </a:lnTo>
                  <a:lnTo>
                    <a:pt x="24536" y="692150"/>
                  </a:lnTo>
                  <a:lnTo>
                    <a:pt x="195072" y="692150"/>
                  </a:lnTo>
                  <a:lnTo>
                    <a:pt x="195072" y="670560"/>
                  </a:lnTo>
                  <a:lnTo>
                    <a:pt x="24536" y="670560"/>
                  </a:lnTo>
                  <a:lnTo>
                    <a:pt x="24536" y="572770"/>
                  </a:lnTo>
                  <a:lnTo>
                    <a:pt x="195072" y="572770"/>
                  </a:lnTo>
                  <a:lnTo>
                    <a:pt x="195072" y="551180"/>
                  </a:lnTo>
                  <a:lnTo>
                    <a:pt x="24536" y="551180"/>
                  </a:lnTo>
                  <a:lnTo>
                    <a:pt x="24536" y="453390"/>
                  </a:lnTo>
                  <a:lnTo>
                    <a:pt x="195072" y="453390"/>
                  </a:lnTo>
                  <a:lnTo>
                    <a:pt x="195072" y="431800"/>
                  </a:lnTo>
                  <a:lnTo>
                    <a:pt x="24536" y="431800"/>
                  </a:lnTo>
                  <a:lnTo>
                    <a:pt x="24536" y="334010"/>
                  </a:lnTo>
                  <a:lnTo>
                    <a:pt x="195072" y="334010"/>
                  </a:lnTo>
                  <a:lnTo>
                    <a:pt x="195072" y="312420"/>
                  </a:lnTo>
                  <a:lnTo>
                    <a:pt x="24536" y="312420"/>
                  </a:lnTo>
                  <a:lnTo>
                    <a:pt x="24536" y="214630"/>
                  </a:lnTo>
                  <a:lnTo>
                    <a:pt x="195072" y="214630"/>
                  </a:lnTo>
                  <a:lnTo>
                    <a:pt x="195072" y="193040"/>
                  </a:lnTo>
                  <a:lnTo>
                    <a:pt x="24536" y="193040"/>
                  </a:lnTo>
                  <a:lnTo>
                    <a:pt x="24536" y="95250"/>
                  </a:lnTo>
                  <a:lnTo>
                    <a:pt x="195072" y="95250"/>
                  </a:lnTo>
                  <a:lnTo>
                    <a:pt x="195072" y="73660"/>
                  </a:lnTo>
                  <a:close/>
                </a:path>
                <a:path w="195580" h="1464945">
                  <a:moveTo>
                    <a:pt x="195072" y="127"/>
                  </a:moveTo>
                  <a:lnTo>
                    <a:pt x="170586" y="127"/>
                  </a:lnTo>
                  <a:lnTo>
                    <a:pt x="170586" y="73126"/>
                  </a:lnTo>
                  <a:lnTo>
                    <a:pt x="195072" y="73126"/>
                  </a:lnTo>
                  <a:lnTo>
                    <a:pt x="195072" y="127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6038741" y="5383108"/>
            <a:ext cx="2219960" cy="1840864"/>
            <a:chOff x="6038741" y="5383108"/>
            <a:chExt cx="2219960" cy="1840864"/>
          </a:xfrm>
        </p:grpSpPr>
        <p:sp>
          <p:nvSpPr>
            <p:cNvPr id="14" name="object 14" descr=""/>
            <p:cNvSpPr/>
            <p:nvPr/>
          </p:nvSpPr>
          <p:spPr>
            <a:xfrm>
              <a:off x="6775883" y="5383108"/>
              <a:ext cx="1287780" cy="731520"/>
            </a:xfrm>
            <a:custGeom>
              <a:avLst/>
              <a:gdLst/>
              <a:ahLst/>
              <a:cxnLst/>
              <a:rect l="l" t="t" r="r" b="b"/>
              <a:pathLst>
                <a:path w="1287779" h="731520">
                  <a:moveTo>
                    <a:pt x="1173587" y="0"/>
                  </a:moveTo>
                  <a:lnTo>
                    <a:pt x="114059" y="0"/>
                  </a:lnTo>
                  <a:lnTo>
                    <a:pt x="69662" y="8571"/>
                  </a:lnTo>
                  <a:lnTo>
                    <a:pt x="33407" y="31947"/>
                  </a:lnTo>
                  <a:lnTo>
                    <a:pt x="8963" y="66618"/>
                  </a:lnTo>
                  <a:lnTo>
                    <a:pt x="0" y="109075"/>
                  </a:lnTo>
                  <a:lnTo>
                    <a:pt x="0" y="379998"/>
                  </a:lnTo>
                  <a:lnTo>
                    <a:pt x="122048" y="379998"/>
                  </a:lnTo>
                  <a:lnTo>
                    <a:pt x="122048" y="124320"/>
                  </a:lnTo>
                  <a:lnTo>
                    <a:pt x="130037" y="116698"/>
                  </a:lnTo>
                  <a:lnTo>
                    <a:pt x="1157619" y="116698"/>
                  </a:lnTo>
                  <a:lnTo>
                    <a:pt x="1165618" y="124320"/>
                  </a:lnTo>
                  <a:lnTo>
                    <a:pt x="1165618" y="731380"/>
                  </a:lnTo>
                  <a:lnTo>
                    <a:pt x="1287625" y="731380"/>
                  </a:lnTo>
                  <a:lnTo>
                    <a:pt x="1287625" y="109075"/>
                  </a:lnTo>
                  <a:lnTo>
                    <a:pt x="1278662" y="66618"/>
                  </a:lnTo>
                  <a:lnTo>
                    <a:pt x="1254220" y="31947"/>
                  </a:lnTo>
                  <a:lnTo>
                    <a:pt x="1217972" y="8571"/>
                  </a:lnTo>
                  <a:lnTo>
                    <a:pt x="1173587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673126" y="5763112"/>
              <a:ext cx="306070" cy="168910"/>
            </a:xfrm>
            <a:custGeom>
              <a:avLst/>
              <a:gdLst/>
              <a:ahLst/>
              <a:cxnLst/>
              <a:rect l="l" t="t" r="r" b="b"/>
              <a:pathLst>
                <a:path w="306070" h="168910">
                  <a:moveTo>
                    <a:pt x="305697" y="0"/>
                  </a:moveTo>
                  <a:lnTo>
                    <a:pt x="0" y="0"/>
                  </a:lnTo>
                  <a:lnTo>
                    <a:pt x="0" y="168822"/>
                  </a:lnTo>
                  <a:lnTo>
                    <a:pt x="305697" y="168822"/>
                  </a:lnTo>
                  <a:lnTo>
                    <a:pt x="305697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889916" y="6074359"/>
              <a:ext cx="226060" cy="451484"/>
            </a:xfrm>
            <a:custGeom>
              <a:avLst/>
              <a:gdLst/>
              <a:ahLst/>
              <a:cxnLst/>
              <a:rect l="l" t="t" r="r" b="b"/>
              <a:pathLst>
                <a:path w="226059" h="451484">
                  <a:moveTo>
                    <a:pt x="226035" y="0"/>
                  </a:moveTo>
                  <a:lnTo>
                    <a:pt x="0" y="0"/>
                  </a:lnTo>
                  <a:lnTo>
                    <a:pt x="0" y="451316"/>
                  </a:lnTo>
                  <a:lnTo>
                    <a:pt x="226035" y="451316"/>
                  </a:lnTo>
                  <a:lnTo>
                    <a:pt x="226035" y="0"/>
                  </a:lnTo>
                  <a:close/>
                </a:path>
              </a:pathLst>
            </a:custGeom>
            <a:solidFill>
              <a:srgbClr val="7ACC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747669" y="6550554"/>
              <a:ext cx="510540" cy="673735"/>
            </a:xfrm>
            <a:custGeom>
              <a:avLst/>
              <a:gdLst/>
              <a:ahLst/>
              <a:cxnLst/>
              <a:rect l="l" t="t" r="r" b="b"/>
              <a:pathLst>
                <a:path w="510540" h="673734">
                  <a:moveTo>
                    <a:pt x="510528" y="0"/>
                  </a:moveTo>
                  <a:lnTo>
                    <a:pt x="0" y="0"/>
                  </a:lnTo>
                  <a:lnTo>
                    <a:pt x="0" y="673162"/>
                  </a:lnTo>
                  <a:lnTo>
                    <a:pt x="510528" y="673162"/>
                  </a:lnTo>
                  <a:lnTo>
                    <a:pt x="510528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747666" y="6437552"/>
              <a:ext cx="510540" cy="116205"/>
            </a:xfrm>
            <a:custGeom>
              <a:avLst/>
              <a:gdLst/>
              <a:ahLst/>
              <a:cxnLst/>
              <a:rect l="l" t="t" r="r" b="b"/>
              <a:pathLst>
                <a:path w="510540" h="116204">
                  <a:moveTo>
                    <a:pt x="255290" y="0"/>
                  </a:moveTo>
                  <a:lnTo>
                    <a:pt x="107700" y="1806"/>
                  </a:lnTo>
                  <a:lnTo>
                    <a:pt x="31911" y="14448"/>
                  </a:lnTo>
                  <a:lnTo>
                    <a:pt x="3988" y="48763"/>
                  </a:lnTo>
                  <a:lnTo>
                    <a:pt x="0" y="115588"/>
                  </a:lnTo>
                  <a:lnTo>
                    <a:pt x="510528" y="115588"/>
                  </a:lnTo>
                  <a:lnTo>
                    <a:pt x="506540" y="97527"/>
                  </a:lnTo>
                  <a:lnTo>
                    <a:pt x="478624" y="57794"/>
                  </a:lnTo>
                  <a:lnTo>
                    <a:pt x="402850" y="18060"/>
                  </a:lnTo>
                  <a:lnTo>
                    <a:pt x="255290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038736" y="6551364"/>
              <a:ext cx="1574800" cy="672465"/>
            </a:xfrm>
            <a:custGeom>
              <a:avLst/>
              <a:gdLst/>
              <a:ahLst/>
              <a:cxnLst/>
              <a:rect l="l" t="t" r="r" b="b"/>
              <a:pathLst>
                <a:path w="1574800" h="672465">
                  <a:moveTo>
                    <a:pt x="292506" y="0"/>
                  </a:moveTo>
                  <a:lnTo>
                    <a:pt x="224586" y="0"/>
                  </a:lnTo>
                  <a:lnTo>
                    <a:pt x="0" y="672350"/>
                  </a:lnTo>
                  <a:lnTo>
                    <a:pt x="67919" y="672350"/>
                  </a:lnTo>
                  <a:lnTo>
                    <a:pt x="292506" y="0"/>
                  </a:lnTo>
                  <a:close/>
                </a:path>
                <a:path w="1574800" h="672465">
                  <a:moveTo>
                    <a:pt x="1574469" y="672350"/>
                  </a:moveTo>
                  <a:lnTo>
                    <a:pt x="1349895" y="0"/>
                  </a:lnTo>
                  <a:lnTo>
                    <a:pt x="1281976" y="0"/>
                  </a:lnTo>
                  <a:lnTo>
                    <a:pt x="1506550" y="672350"/>
                  </a:lnTo>
                  <a:lnTo>
                    <a:pt x="1574469" y="672350"/>
                  </a:lnTo>
                  <a:close/>
                </a:path>
              </a:pathLst>
            </a:custGeom>
            <a:solidFill>
              <a:srgbClr val="7ACC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165327" y="5882498"/>
              <a:ext cx="1321435" cy="1263650"/>
            </a:xfrm>
            <a:custGeom>
              <a:avLst/>
              <a:gdLst/>
              <a:ahLst/>
              <a:cxnLst/>
              <a:rect l="l" t="t" r="r" b="b"/>
              <a:pathLst>
                <a:path w="1321434" h="1263650">
                  <a:moveTo>
                    <a:pt x="660670" y="0"/>
                  </a:moveTo>
                  <a:lnTo>
                    <a:pt x="611362" y="1732"/>
                  </a:lnTo>
                  <a:lnTo>
                    <a:pt x="563039" y="6849"/>
                  </a:lnTo>
                  <a:lnTo>
                    <a:pt x="515828" y="15229"/>
                  </a:lnTo>
                  <a:lnTo>
                    <a:pt x="469856" y="26748"/>
                  </a:lnTo>
                  <a:lnTo>
                    <a:pt x="425252" y="41285"/>
                  </a:lnTo>
                  <a:lnTo>
                    <a:pt x="382144" y="58717"/>
                  </a:lnTo>
                  <a:lnTo>
                    <a:pt x="340658" y="78923"/>
                  </a:lnTo>
                  <a:lnTo>
                    <a:pt x="300923" y="101780"/>
                  </a:lnTo>
                  <a:lnTo>
                    <a:pt x="263067" y="127167"/>
                  </a:lnTo>
                  <a:lnTo>
                    <a:pt x="227217" y="154960"/>
                  </a:lnTo>
                  <a:lnTo>
                    <a:pt x="193501" y="185038"/>
                  </a:lnTo>
                  <a:lnTo>
                    <a:pt x="162047" y="217279"/>
                  </a:lnTo>
                  <a:lnTo>
                    <a:pt x="132983" y="251561"/>
                  </a:lnTo>
                  <a:lnTo>
                    <a:pt x="106435" y="287760"/>
                  </a:lnTo>
                  <a:lnTo>
                    <a:pt x="82532" y="325756"/>
                  </a:lnTo>
                  <a:lnTo>
                    <a:pt x="61402" y="365426"/>
                  </a:lnTo>
                  <a:lnTo>
                    <a:pt x="43172" y="406648"/>
                  </a:lnTo>
                  <a:lnTo>
                    <a:pt x="27971" y="449300"/>
                  </a:lnTo>
                  <a:lnTo>
                    <a:pt x="15925" y="493259"/>
                  </a:lnTo>
                  <a:lnTo>
                    <a:pt x="7163" y="538404"/>
                  </a:lnTo>
                  <a:lnTo>
                    <a:pt x="1812" y="584611"/>
                  </a:lnTo>
                  <a:lnTo>
                    <a:pt x="0" y="631760"/>
                  </a:lnTo>
                  <a:lnTo>
                    <a:pt x="1812" y="678905"/>
                  </a:lnTo>
                  <a:lnTo>
                    <a:pt x="7163" y="725109"/>
                  </a:lnTo>
                  <a:lnTo>
                    <a:pt x="15925" y="770249"/>
                  </a:lnTo>
                  <a:lnTo>
                    <a:pt x="27971" y="814205"/>
                  </a:lnTo>
                  <a:lnTo>
                    <a:pt x="43172" y="856853"/>
                  </a:lnTo>
                  <a:lnTo>
                    <a:pt x="61402" y="898071"/>
                  </a:lnTo>
                  <a:lnTo>
                    <a:pt x="82532" y="937738"/>
                  </a:lnTo>
                  <a:lnTo>
                    <a:pt x="106435" y="975731"/>
                  </a:lnTo>
                  <a:lnTo>
                    <a:pt x="132983" y="1011927"/>
                  </a:lnTo>
                  <a:lnTo>
                    <a:pt x="162047" y="1046206"/>
                  </a:lnTo>
                  <a:lnTo>
                    <a:pt x="193501" y="1078444"/>
                  </a:lnTo>
                  <a:lnTo>
                    <a:pt x="227217" y="1108520"/>
                  </a:lnTo>
                  <a:lnTo>
                    <a:pt x="263067" y="1136311"/>
                  </a:lnTo>
                  <a:lnTo>
                    <a:pt x="300923" y="1161696"/>
                  </a:lnTo>
                  <a:lnTo>
                    <a:pt x="340658" y="1184551"/>
                  </a:lnTo>
                  <a:lnTo>
                    <a:pt x="382144" y="1204756"/>
                  </a:lnTo>
                  <a:lnTo>
                    <a:pt x="425252" y="1222187"/>
                  </a:lnTo>
                  <a:lnTo>
                    <a:pt x="469856" y="1236723"/>
                  </a:lnTo>
                  <a:lnTo>
                    <a:pt x="515828" y="1248241"/>
                  </a:lnTo>
                  <a:lnTo>
                    <a:pt x="563039" y="1256619"/>
                  </a:lnTo>
                  <a:lnTo>
                    <a:pt x="611362" y="1261736"/>
                  </a:lnTo>
                  <a:lnTo>
                    <a:pt x="660670" y="1263469"/>
                  </a:lnTo>
                  <a:lnTo>
                    <a:pt x="709976" y="1261736"/>
                  </a:lnTo>
                  <a:lnTo>
                    <a:pt x="758297" y="1256619"/>
                  </a:lnTo>
                  <a:lnTo>
                    <a:pt x="805505" y="1248241"/>
                  </a:lnTo>
                  <a:lnTo>
                    <a:pt x="851475" y="1236723"/>
                  </a:lnTo>
                  <a:lnTo>
                    <a:pt x="896076" y="1222187"/>
                  </a:lnTo>
                  <a:lnTo>
                    <a:pt x="939183" y="1204756"/>
                  </a:lnTo>
                  <a:lnTo>
                    <a:pt x="980666" y="1184551"/>
                  </a:lnTo>
                  <a:lnTo>
                    <a:pt x="1020399" y="1161696"/>
                  </a:lnTo>
                  <a:lnTo>
                    <a:pt x="1058253" y="1136311"/>
                  </a:lnTo>
                  <a:lnTo>
                    <a:pt x="1094102" y="1108520"/>
                  </a:lnTo>
                  <a:lnTo>
                    <a:pt x="1127816" y="1078444"/>
                  </a:lnTo>
                  <a:lnTo>
                    <a:pt x="1159269" y="1046206"/>
                  </a:lnTo>
                  <a:lnTo>
                    <a:pt x="1188332" y="1011927"/>
                  </a:lnTo>
                  <a:lnTo>
                    <a:pt x="1214879" y="975731"/>
                  </a:lnTo>
                  <a:lnTo>
                    <a:pt x="1238781" y="937738"/>
                  </a:lnTo>
                  <a:lnTo>
                    <a:pt x="1259910" y="898071"/>
                  </a:lnTo>
                  <a:lnTo>
                    <a:pt x="1278139" y="856853"/>
                  </a:lnTo>
                  <a:lnTo>
                    <a:pt x="1293340" y="814205"/>
                  </a:lnTo>
                  <a:lnTo>
                    <a:pt x="1305385" y="770249"/>
                  </a:lnTo>
                  <a:lnTo>
                    <a:pt x="1314147" y="725109"/>
                  </a:lnTo>
                  <a:lnTo>
                    <a:pt x="1319498" y="678905"/>
                  </a:lnTo>
                  <a:lnTo>
                    <a:pt x="1321310" y="631760"/>
                  </a:lnTo>
                  <a:lnTo>
                    <a:pt x="1319498" y="584611"/>
                  </a:lnTo>
                  <a:lnTo>
                    <a:pt x="1314147" y="538404"/>
                  </a:lnTo>
                  <a:lnTo>
                    <a:pt x="1305385" y="493259"/>
                  </a:lnTo>
                  <a:lnTo>
                    <a:pt x="1293340" y="449300"/>
                  </a:lnTo>
                  <a:lnTo>
                    <a:pt x="1278139" y="406648"/>
                  </a:lnTo>
                  <a:lnTo>
                    <a:pt x="1259910" y="365426"/>
                  </a:lnTo>
                  <a:lnTo>
                    <a:pt x="1238781" y="325756"/>
                  </a:lnTo>
                  <a:lnTo>
                    <a:pt x="1214879" y="287760"/>
                  </a:lnTo>
                  <a:lnTo>
                    <a:pt x="1188332" y="251561"/>
                  </a:lnTo>
                  <a:lnTo>
                    <a:pt x="1159269" y="217279"/>
                  </a:lnTo>
                  <a:lnTo>
                    <a:pt x="1127816" y="185038"/>
                  </a:lnTo>
                  <a:lnTo>
                    <a:pt x="1094102" y="154960"/>
                  </a:lnTo>
                  <a:lnTo>
                    <a:pt x="1058253" y="127167"/>
                  </a:lnTo>
                  <a:lnTo>
                    <a:pt x="1020399" y="101780"/>
                  </a:lnTo>
                  <a:lnTo>
                    <a:pt x="980666" y="78923"/>
                  </a:lnTo>
                  <a:lnTo>
                    <a:pt x="939183" y="58717"/>
                  </a:lnTo>
                  <a:lnTo>
                    <a:pt x="896076" y="41285"/>
                  </a:lnTo>
                  <a:lnTo>
                    <a:pt x="851475" y="26748"/>
                  </a:lnTo>
                  <a:lnTo>
                    <a:pt x="805505" y="15229"/>
                  </a:lnTo>
                  <a:lnTo>
                    <a:pt x="758297" y="6849"/>
                  </a:lnTo>
                  <a:lnTo>
                    <a:pt x="709976" y="1732"/>
                  </a:lnTo>
                  <a:lnTo>
                    <a:pt x="660670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229731" y="6551364"/>
              <a:ext cx="1192530" cy="672465"/>
            </a:xfrm>
            <a:custGeom>
              <a:avLst/>
              <a:gdLst/>
              <a:ahLst/>
              <a:cxnLst/>
              <a:rect l="l" t="t" r="r" b="b"/>
              <a:pathLst>
                <a:path w="1192529" h="672465">
                  <a:moveTo>
                    <a:pt x="267436" y="0"/>
                  </a:moveTo>
                  <a:lnTo>
                    <a:pt x="199517" y="0"/>
                  </a:lnTo>
                  <a:lnTo>
                    <a:pt x="0" y="672350"/>
                  </a:lnTo>
                  <a:lnTo>
                    <a:pt x="67945" y="672350"/>
                  </a:lnTo>
                  <a:lnTo>
                    <a:pt x="267436" y="0"/>
                  </a:lnTo>
                  <a:close/>
                </a:path>
                <a:path w="1192529" h="672465">
                  <a:moveTo>
                    <a:pt x="1192479" y="672350"/>
                  </a:moveTo>
                  <a:lnTo>
                    <a:pt x="992962" y="0"/>
                  </a:lnTo>
                  <a:lnTo>
                    <a:pt x="925055" y="0"/>
                  </a:lnTo>
                  <a:lnTo>
                    <a:pt x="1124559" y="672350"/>
                  </a:lnTo>
                  <a:lnTo>
                    <a:pt x="1192479" y="672350"/>
                  </a:lnTo>
                  <a:close/>
                </a:path>
              </a:pathLst>
            </a:custGeom>
            <a:solidFill>
              <a:srgbClr val="7ACC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096233" y="6464829"/>
              <a:ext cx="1459865" cy="99060"/>
            </a:xfrm>
            <a:custGeom>
              <a:avLst/>
              <a:gdLst/>
              <a:ahLst/>
              <a:cxnLst/>
              <a:rect l="l" t="t" r="r" b="b"/>
              <a:pathLst>
                <a:path w="1459865" h="99059">
                  <a:moveTo>
                    <a:pt x="1459505" y="0"/>
                  </a:moveTo>
                  <a:lnTo>
                    <a:pt x="0" y="0"/>
                  </a:lnTo>
                  <a:lnTo>
                    <a:pt x="0" y="98834"/>
                  </a:lnTo>
                  <a:lnTo>
                    <a:pt x="1459505" y="98834"/>
                  </a:lnTo>
                  <a:lnTo>
                    <a:pt x="1459505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4762127" y="1485785"/>
            <a:ext cx="2759075" cy="2639060"/>
            <a:chOff x="4762127" y="1485785"/>
            <a:chExt cx="2759075" cy="2639060"/>
          </a:xfrm>
        </p:grpSpPr>
        <p:sp>
          <p:nvSpPr>
            <p:cNvPr id="24" name="object 24" descr=""/>
            <p:cNvSpPr/>
            <p:nvPr/>
          </p:nvSpPr>
          <p:spPr>
            <a:xfrm>
              <a:off x="5646927" y="3112470"/>
              <a:ext cx="1874520" cy="1012825"/>
            </a:xfrm>
            <a:custGeom>
              <a:avLst/>
              <a:gdLst/>
              <a:ahLst/>
              <a:cxnLst/>
              <a:rect l="l" t="t" r="r" b="b"/>
              <a:pathLst>
                <a:path w="1874520" h="1012825">
                  <a:moveTo>
                    <a:pt x="1873984" y="0"/>
                  </a:moveTo>
                  <a:lnTo>
                    <a:pt x="0" y="0"/>
                  </a:lnTo>
                  <a:lnTo>
                    <a:pt x="0" y="1012314"/>
                  </a:lnTo>
                  <a:lnTo>
                    <a:pt x="1873984" y="1012314"/>
                  </a:lnTo>
                  <a:lnTo>
                    <a:pt x="1873984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808734" y="3579304"/>
              <a:ext cx="183515" cy="99060"/>
            </a:xfrm>
            <a:custGeom>
              <a:avLst/>
              <a:gdLst/>
              <a:ahLst/>
              <a:cxnLst/>
              <a:rect l="l" t="t" r="r" b="b"/>
              <a:pathLst>
                <a:path w="183514" h="99060">
                  <a:moveTo>
                    <a:pt x="183031" y="0"/>
                  </a:moveTo>
                  <a:lnTo>
                    <a:pt x="0" y="0"/>
                  </a:lnTo>
                  <a:lnTo>
                    <a:pt x="0" y="99023"/>
                  </a:lnTo>
                  <a:lnTo>
                    <a:pt x="183031" y="99023"/>
                  </a:lnTo>
                  <a:lnTo>
                    <a:pt x="18303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036632" y="3579304"/>
              <a:ext cx="183515" cy="99060"/>
            </a:xfrm>
            <a:custGeom>
              <a:avLst/>
              <a:gdLst/>
              <a:ahLst/>
              <a:cxnLst/>
              <a:rect l="l" t="t" r="r" b="b"/>
              <a:pathLst>
                <a:path w="183514" h="99060">
                  <a:moveTo>
                    <a:pt x="183010" y="0"/>
                  </a:moveTo>
                  <a:lnTo>
                    <a:pt x="0" y="0"/>
                  </a:lnTo>
                  <a:lnTo>
                    <a:pt x="0" y="99023"/>
                  </a:lnTo>
                  <a:lnTo>
                    <a:pt x="183010" y="99023"/>
                  </a:lnTo>
                  <a:lnTo>
                    <a:pt x="1830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264516" y="3579310"/>
              <a:ext cx="411480" cy="99060"/>
            </a:xfrm>
            <a:custGeom>
              <a:avLst/>
              <a:gdLst/>
              <a:ahLst/>
              <a:cxnLst/>
              <a:rect l="l" t="t" r="r" b="b"/>
              <a:pathLst>
                <a:path w="411479" h="99060">
                  <a:moveTo>
                    <a:pt x="183019" y="0"/>
                  </a:moveTo>
                  <a:lnTo>
                    <a:pt x="0" y="0"/>
                  </a:lnTo>
                  <a:lnTo>
                    <a:pt x="0" y="99021"/>
                  </a:lnTo>
                  <a:lnTo>
                    <a:pt x="183019" y="99021"/>
                  </a:lnTo>
                  <a:lnTo>
                    <a:pt x="183019" y="0"/>
                  </a:lnTo>
                  <a:close/>
                </a:path>
                <a:path w="411479" h="99060">
                  <a:moveTo>
                    <a:pt x="410895" y="0"/>
                  </a:moveTo>
                  <a:lnTo>
                    <a:pt x="227863" y="0"/>
                  </a:lnTo>
                  <a:lnTo>
                    <a:pt x="227863" y="99021"/>
                  </a:lnTo>
                  <a:lnTo>
                    <a:pt x="410895" y="99021"/>
                  </a:lnTo>
                  <a:lnTo>
                    <a:pt x="410895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720306" y="3579310"/>
              <a:ext cx="411480" cy="99060"/>
            </a:xfrm>
            <a:custGeom>
              <a:avLst/>
              <a:gdLst/>
              <a:ahLst/>
              <a:cxnLst/>
              <a:rect l="l" t="t" r="r" b="b"/>
              <a:pathLst>
                <a:path w="411479" h="99060">
                  <a:moveTo>
                    <a:pt x="183007" y="0"/>
                  </a:moveTo>
                  <a:lnTo>
                    <a:pt x="0" y="0"/>
                  </a:lnTo>
                  <a:lnTo>
                    <a:pt x="0" y="99021"/>
                  </a:lnTo>
                  <a:lnTo>
                    <a:pt x="183007" y="99021"/>
                  </a:lnTo>
                  <a:lnTo>
                    <a:pt x="183007" y="0"/>
                  </a:lnTo>
                  <a:close/>
                </a:path>
                <a:path w="411479" h="99060">
                  <a:moveTo>
                    <a:pt x="410921" y="0"/>
                  </a:moveTo>
                  <a:lnTo>
                    <a:pt x="227863" y="0"/>
                  </a:lnTo>
                  <a:lnTo>
                    <a:pt x="227863" y="99021"/>
                  </a:lnTo>
                  <a:lnTo>
                    <a:pt x="410921" y="99021"/>
                  </a:lnTo>
                  <a:lnTo>
                    <a:pt x="4109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176085" y="3579304"/>
              <a:ext cx="183515" cy="99060"/>
            </a:xfrm>
            <a:custGeom>
              <a:avLst/>
              <a:gdLst/>
              <a:ahLst/>
              <a:cxnLst/>
              <a:rect l="l" t="t" r="r" b="b"/>
              <a:pathLst>
                <a:path w="183515" h="99060">
                  <a:moveTo>
                    <a:pt x="183031" y="0"/>
                  </a:moveTo>
                  <a:lnTo>
                    <a:pt x="0" y="0"/>
                  </a:lnTo>
                  <a:lnTo>
                    <a:pt x="0" y="99023"/>
                  </a:lnTo>
                  <a:lnTo>
                    <a:pt x="183031" y="99023"/>
                  </a:lnTo>
                  <a:lnTo>
                    <a:pt x="18303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808726" y="3690435"/>
              <a:ext cx="411480" cy="99060"/>
            </a:xfrm>
            <a:custGeom>
              <a:avLst/>
              <a:gdLst/>
              <a:ahLst/>
              <a:cxnLst/>
              <a:rect l="l" t="t" r="r" b="b"/>
              <a:pathLst>
                <a:path w="411479" h="99060">
                  <a:moveTo>
                    <a:pt x="183032" y="0"/>
                  </a:moveTo>
                  <a:lnTo>
                    <a:pt x="0" y="0"/>
                  </a:lnTo>
                  <a:lnTo>
                    <a:pt x="0" y="99009"/>
                  </a:lnTo>
                  <a:lnTo>
                    <a:pt x="183032" y="99009"/>
                  </a:lnTo>
                  <a:lnTo>
                    <a:pt x="183032" y="0"/>
                  </a:lnTo>
                  <a:close/>
                </a:path>
                <a:path w="411479" h="99060">
                  <a:moveTo>
                    <a:pt x="410908" y="0"/>
                  </a:moveTo>
                  <a:lnTo>
                    <a:pt x="227901" y="0"/>
                  </a:lnTo>
                  <a:lnTo>
                    <a:pt x="227901" y="99009"/>
                  </a:lnTo>
                  <a:lnTo>
                    <a:pt x="410908" y="99009"/>
                  </a:lnTo>
                  <a:lnTo>
                    <a:pt x="4109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264521" y="3690432"/>
              <a:ext cx="183515" cy="99060"/>
            </a:xfrm>
            <a:custGeom>
              <a:avLst/>
              <a:gdLst/>
              <a:ahLst/>
              <a:cxnLst/>
              <a:rect l="l" t="t" r="r" b="b"/>
              <a:pathLst>
                <a:path w="183514" h="99060">
                  <a:moveTo>
                    <a:pt x="183020" y="0"/>
                  </a:moveTo>
                  <a:lnTo>
                    <a:pt x="0" y="0"/>
                  </a:lnTo>
                  <a:lnTo>
                    <a:pt x="0" y="99012"/>
                  </a:lnTo>
                  <a:lnTo>
                    <a:pt x="183020" y="99012"/>
                  </a:lnTo>
                  <a:lnTo>
                    <a:pt x="18302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492388" y="3690432"/>
              <a:ext cx="183515" cy="99060"/>
            </a:xfrm>
            <a:custGeom>
              <a:avLst/>
              <a:gdLst/>
              <a:ahLst/>
              <a:cxnLst/>
              <a:rect l="l" t="t" r="r" b="b"/>
              <a:pathLst>
                <a:path w="183515" h="99060">
                  <a:moveTo>
                    <a:pt x="183031" y="0"/>
                  </a:moveTo>
                  <a:lnTo>
                    <a:pt x="0" y="0"/>
                  </a:lnTo>
                  <a:lnTo>
                    <a:pt x="0" y="99012"/>
                  </a:lnTo>
                  <a:lnTo>
                    <a:pt x="183031" y="99012"/>
                  </a:lnTo>
                  <a:lnTo>
                    <a:pt x="18303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720308" y="3690432"/>
              <a:ext cx="183515" cy="99060"/>
            </a:xfrm>
            <a:custGeom>
              <a:avLst/>
              <a:gdLst/>
              <a:ahLst/>
              <a:cxnLst/>
              <a:rect l="l" t="t" r="r" b="b"/>
              <a:pathLst>
                <a:path w="183515" h="99060">
                  <a:moveTo>
                    <a:pt x="183010" y="0"/>
                  </a:moveTo>
                  <a:lnTo>
                    <a:pt x="0" y="0"/>
                  </a:lnTo>
                  <a:lnTo>
                    <a:pt x="0" y="99012"/>
                  </a:lnTo>
                  <a:lnTo>
                    <a:pt x="183010" y="99012"/>
                  </a:lnTo>
                  <a:lnTo>
                    <a:pt x="18301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948175" y="3690432"/>
              <a:ext cx="183515" cy="99060"/>
            </a:xfrm>
            <a:custGeom>
              <a:avLst/>
              <a:gdLst/>
              <a:ahLst/>
              <a:cxnLst/>
              <a:rect l="l" t="t" r="r" b="b"/>
              <a:pathLst>
                <a:path w="183515" h="99060">
                  <a:moveTo>
                    <a:pt x="183052" y="0"/>
                  </a:moveTo>
                  <a:lnTo>
                    <a:pt x="0" y="0"/>
                  </a:lnTo>
                  <a:lnTo>
                    <a:pt x="0" y="99012"/>
                  </a:lnTo>
                  <a:lnTo>
                    <a:pt x="183052" y="99012"/>
                  </a:lnTo>
                  <a:lnTo>
                    <a:pt x="183052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176085" y="3690432"/>
              <a:ext cx="183515" cy="99060"/>
            </a:xfrm>
            <a:custGeom>
              <a:avLst/>
              <a:gdLst/>
              <a:ahLst/>
              <a:cxnLst/>
              <a:rect l="l" t="t" r="r" b="b"/>
              <a:pathLst>
                <a:path w="183515" h="99060">
                  <a:moveTo>
                    <a:pt x="183031" y="0"/>
                  </a:moveTo>
                  <a:lnTo>
                    <a:pt x="0" y="0"/>
                  </a:lnTo>
                  <a:lnTo>
                    <a:pt x="0" y="99012"/>
                  </a:lnTo>
                  <a:lnTo>
                    <a:pt x="183031" y="99012"/>
                  </a:lnTo>
                  <a:lnTo>
                    <a:pt x="1830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808734" y="3468742"/>
              <a:ext cx="183515" cy="99060"/>
            </a:xfrm>
            <a:custGeom>
              <a:avLst/>
              <a:gdLst/>
              <a:ahLst/>
              <a:cxnLst/>
              <a:rect l="l" t="t" r="r" b="b"/>
              <a:pathLst>
                <a:path w="183514" h="99060">
                  <a:moveTo>
                    <a:pt x="183031" y="0"/>
                  </a:moveTo>
                  <a:lnTo>
                    <a:pt x="0" y="0"/>
                  </a:lnTo>
                  <a:lnTo>
                    <a:pt x="0" y="98991"/>
                  </a:lnTo>
                  <a:lnTo>
                    <a:pt x="183031" y="98991"/>
                  </a:lnTo>
                  <a:lnTo>
                    <a:pt x="18303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036627" y="3468744"/>
              <a:ext cx="866775" cy="99060"/>
            </a:xfrm>
            <a:custGeom>
              <a:avLst/>
              <a:gdLst/>
              <a:ahLst/>
              <a:cxnLst/>
              <a:rect l="l" t="t" r="r" b="b"/>
              <a:pathLst>
                <a:path w="866775" h="99060">
                  <a:moveTo>
                    <a:pt x="183007" y="0"/>
                  </a:moveTo>
                  <a:lnTo>
                    <a:pt x="0" y="0"/>
                  </a:lnTo>
                  <a:lnTo>
                    <a:pt x="0" y="98996"/>
                  </a:lnTo>
                  <a:lnTo>
                    <a:pt x="183007" y="98996"/>
                  </a:lnTo>
                  <a:lnTo>
                    <a:pt x="183007" y="0"/>
                  </a:lnTo>
                  <a:close/>
                </a:path>
                <a:path w="866775" h="99060">
                  <a:moveTo>
                    <a:pt x="410908" y="0"/>
                  </a:moveTo>
                  <a:lnTo>
                    <a:pt x="227888" y="0"/>
                  </a:lnTo>
                  <a:lnTo>
                    <a:pt x="227888" y="98996"/>
                  </a:lnTo>
                  <a:lnTo>
                    <a:pt x="410908" y="98996"/>
                  </a:lnTo>
                  <a:lnTo>
                    <a:pt x="410908" y="0"/>
                  </a:lnTo>
                  <a:close/>
                </a:path>
                <a:path w="866775" h="99060">
                  <a:moveTo>
                    <a:pt x="638784" y="0"/>
                  </a:moveTo>
                  <a:lnTo>
                    <a:pt x="455752" y="0"/>
                  </a:lnTo>
                  <a:lnTo>
                    <a:pt x="455752" y="98996"/>
                  </a:lnTo>
                  <a:lnTo>
                    <a:pt x="638784" y="98996"/>
                  </a:lnTo>
                  <a:lnTo>
                    <a:pt x="638784" y="0"/>
                  </a:lnTo>
                  <a:close/>
                </a:path>
                <a:path w="866775" h="99060">
                  <a:moveTo>
                    <a:pt x="866686" y="0"/>
                  </a:moveTo>
                  <a:lnTo>
                    <a:pt x="683679" y="0"/>
                  </a:lnTo>
                  <a:lnTo>
                    <a:pt x="683679" y="98996"/>
                  </a:lnTo>
                  <a:lnTo>
                    <a:pt x="866686" y="98996"/>
                  </a:lnTo>
                  <a:lnTo>
                    <a:pt x="8666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948175" y="3468742"/>
              <a:ext cx="183515" cy="99060"/>
            </a:xfrm>
            <a:custGeom>
              <a:avLst/>
              <a:gdLst/>
              <a:ahLst/>
              <a:cxnLst/>
              <a:rect l="l" t="t" r="r" b="b"/>
              <a:pathLst>
                <a:path w="183515" h="99060">
                  <a:moveTo>
                    <a:pt x="183052" y="0"/>
                  </a:moveTo>
                  <a:lnTo>
                    <a:pt x="0" y="0"/>
                  </a:lnTo>
                  <a:lnTo>
                    <a:pt x="0" y="98991"/>
                  </a:lnTo>
                  <a:lnTo>
                    <a:pt x="183052" y="98991"/>
                  </a:lnTo>
                  <a:lnTo>
                    <a:pt x="18305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176085" y="3468742"/>
              <a:ext cx="183515" cy="99060"/>
            </a:xfrm>
            <a:custGeom>
              <a:avLst/>
              <a:gdLst/>
              <a:ahLst/>
              <a:cxnLst/>
              <a:rect l="l" t="t" r="r" b="b"/>
              <a:pathLst>
                <a:path w="183515" h="99060">
                  <a:moveTo>
                    <a:pt x="183031" y="0"/>
                  </a:moveTo>
                  <a:lnTo>
                    <a:pt x="0" y="0"/>
                  </a:lnTo>
                  <a:lnTo>
                    <a:pt x="0" y="98991"/>
                  </a:lnTo>
                  <a:lnTo>
                    <a:pt x="183031" y="98991"/>
                  </a:lnTo>
                  <a:lnTo>
                    <a:pt x="1830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977230" y="2990662"/>
              <a:ext cx="454659" cy="121920"/>
            </a:xfrm>
            <a:custGeom>
              <a:avLst/>
              <a:gdLst/>
              <a:ahLst/>
              <a:cxnLst/>
              <a:rect l="l" t="t" r="r" b="b"/>
              <a:pathLst>
                <a:path w="454660" h="121919">
                  <a:moveTo>
                    <a:pt x="454593" y="0"/>
                  </a:moveTo>
                  <a:lnTo>
                    <a:pt x="0" y="0"/>
                  </a:lnTo>
                  <a:lnTo>
                    <a:pt x="0" y="121807"/>
                  </a:lnTo>
                  <a:lnTo>
                    <a:pt x="454593" y="121807"/>
                  </a:lnTo>
                  <a:lnTo>
                    <a:pt x="454593" y="0"/>
                  </a:lnTo>
                  <a:close/>
                </a:path>
              </a:pathLst>
            </a:custGeom>
            <a:solidFill>
              <a:srgbClr val="78C2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060061" y="1996636"/>
              <a:ext cx="269240" cy="497205"/>
            </a:xfrm>
            <a:custGeom>
              <a:avLst/>
              <a:gdLst/>
              <a:ahLst/>
              <a:cxnLst/>
              <a:rect l="l" t="t" r="r" b="b"/>
              <a:pathLst>
                <a:path w="269239" h="497205">
                  <a:moveTo>
                    <a:pt x="255968" y="165658"/>
                  </a:moveTo>
                  <a:lnTo>
                    <a:pt x="249631" y="0"/>
                  </a:lnTo>
                  <a:lnTo>
                    <a:pt x="19024" y="0"/>
                  </a:lnTo>
                  <a:lnTo>
                    <a:pt x="12687" y="165658"/>
                  </a:lnTo>
                  <a:lnTo>
                    <a:pt x="255968" y="165658"/>
                  </a:lnTo>
                  <a:close/>
                </a:path>
                <a:path w="269239" h="497205">
                  <a:moveTo>
                    <a:pt x="268643" y="496989"/>
                  </a:moveTo>
                  <a:lnTo>
                    <a:pt x="262331" y="331317"/>
                  </a:lnTo>
                  <a:lnTo>
                    <a:pt x="6375" y="331317"/>
                  </a:lnTo>
                  <a:lnTo>
                    <a:pt x="0" y="496989"/>
                  </a:lnTo>
                  <a:lnTo>
                    <a:pt x="268643" y="496989"/>
                  </a:lnTo>
                  <a:close/>
                </a:path>
              </a:pathLst>
            </a:custGeom>
            <a:solidFill>
              <a:srgbClr val="8DC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066436" y="1830952"/>
              <a:ext cx="256540" cy="497205"/>
            </a:xfrm>
            <a:custGeom>
              <a:avLst/>
              <a:gdLst/>
              <a:ahLst/>
              <a:cxnLst/>
              <a:rect l="l" t="t" r="r" b="b"/>
              <a:pathLst>
                <a:path w="256539" h="497205">
                  <a:moveTo>
                    <a:pt x="243268" y="165684"/>
                  </a:moveTo>
                  <a:lnTo>
                    <a:pt x="236943" y="0"/>
                  </a:lnTo>
                  <a:lnTo>
                    <a:pt x="18999" y="0"/>
                  </a:lnTo>
                  <a:lnTo>
                    <a:pt x="12649" y="165684"/>
                  </a:lnTo>
                  <a:lnTo>
                    <a:pt x="243268" y="165684"/>
                  </a:lnTo>
                  <a:close/>
                </a:path>
                <a:path w="256539" h="497205">
                  <a:moveTo>
                    <a:pt x="255955" y="497014"/>
                  </a:moveTo>
                  <a:lnTo>
                    <a:pt x="249593" y="331343"/>
                  </a:lnTo>
                  <a:lnTo>
                    <a:pt x="6311" y="331343"/>
                  </a:lnTo>
                  <a:lnTo>
                    <a:pt x="0" y="497014"/>
                  </a:lnTo>
                  <a:lnTo>
                    <a:pt x="255955" y="497014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047425" y="2659288"/>
              <a:ext cx="294005" cy="165735"/>
            </a:xfrm>
            <a:custGeom>
              <a:avLst/>
              <a:gdLst/>
              <a:ahLst/>
              <a:cxnLst/>
              <a:rect l="l" t="t" r="r" b="b"/>
              <a:pathLst>
                <a:path w="294004" h="165735">
                  <a:moveTo>
                    <a:pt x="287624" y="0"/>
                  </a:moveTo>
                  <a:lnTo>
                    <a:pt x="6324" y="0"/>
                  </a:lnTo>
                  <a:lnTo>
                    <a:pt x="0" y="165680"/>
                  </a:lnTo>
                  <a:lnTo>
                    <a:pt x="293970" y="165680"/>
                  </a:lnTo>
                  <a:lnTo>
                    <a:pt x="287624" y="0"/>
                  </a:lnTo>
                  <a:close/>
                </a:path>
              </a:pathLst>
            </a:custGeom>
            <a:solidFill>
              <a:srgbClr val="8DC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041049" y="2493625"/>
              <a:ext cx="306705" cy="497205"/>
            </a:xfrm>
            <a:custGeom>
              <a:avLst/>
              <a:gdLst/>
              <a:ahLst/>
              <a:cxnLst/>
              <a:rect l="l" t="t" r="r" b="b"/>
              <a:pathLst>
                <a:path w="306704" h="497205">
                  <a:moveTo>
                    <a:pt x="293992" y="165671"/>
                  </a:moveTo>
                  <a:lnTo>
                    <a:pt x="287655" y="0"/>
                  </a:lnTo>
                  <a:lnTo>
                    <a:pt x="19011" y="0"/>
                  </a:lnTo>
                  <a:lnTo>
                    <a:pt x="12687" y="165671"/>
                  </a:lnTo>
                  <a:lnTo>
                    <a:pt x="293992" y="165671"/>
                  </a:lnTo>
                  <a:close/>
                </a:path>
                <a:path w="306704" h="497205">
                  <a:moveTo>
                    <a:pt x="306692" y="497039"/>
                  </a:moveTo>
                  <a:lnTo>
                    <a:pt x="300342" y="331355"/>
                  </a:lnTo>
                  <a:lnTo>
                    <a:pt x="6375" y="331355"/>
                  </a:lnTo>
                  <a:lnTo>
                    <a:pt x="0" y="497039"/>
                  </a:lnTo>
                  <a:lnTo>
                    <a:pt x="306692" y="497039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762127" y="3112470"/>
              <a:ext cx="885190" cy="1012825"/>
            </a:xfrm>
            <a:custGeom>
              <a:avLst/>
              <a:gdLst/>
              <a:ahLst/>
              <a:cxnLst/>
              <a:rect l="l" t="t" r="r" b="b"/>
              <a:pathLst>
                <a:path w="885189" h="1012825">
                  <a:moveTo>
                    <a:pt x="884800" y="0"/>
                  </a:moveTo>
                  <a:lnTo>
                    <a:pt x="0" y="0"/>
                  </a:lnTo>
                  <a:lnTo>
                    <a:pt x="0" y="1012314"/>
                  </a:lnTo>
                  <a:lnTo>
                    <a:pt x="884800" y="1012314"/>
                  </a:lnTo>
                  <a:lnTo>
                    <a:pt x="884800" y="0"/>
                  </a:lnTo>
                  <a:close/>
                </a:path>
              </a:pathLst>
            </a:custGeom>
            <a:solidFill>
              <a:srgbClr val="7ACC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847237" y="3512184"/>
              <a:ext cx="715010" cy="612775"/>
            </a:xfrm>
            <a:custGeom>
              <a:avLst/>
              <a:gdLst/>
              <a:ahLst/>
              <a:cxnLst/>
              <a:rect l="l" t="t" r="r" b="b"/>
              <a:pathLst>
                <a:path w="715010" h="612775">
                  <a:moveTo>
                    <a:pt x="376585" y="0"/>
                  </a:moveTo>
                  <a:lnTo>
                    <a:pt x="338000" y="0"/>
                  </a:lnTo>
                  <a:lnTo>
                    <a:pt x="288054" y="3504"/>
                  </a:lnTo>
                  <a:lnTo>
                    <a:pt x="240384" y="13683"/>
                  </a:lnTo>
                  <a:lnTo>
                    <a:pt x="195511" y="30038"/>
                  </a:lnTo>
                  <a:lnTo>
                    <a:pt x="153959" y="52068"/>
                  </a:lnTo>
                  <a:lnTo>
                    <a:pt x="116250" y="79273"/>
                  </a:lnTo>
                  <a:lnTo>
                    <a:pt x="82908" y="111154"/>
                  </a:lnTo>
                  <a:lnTo>
                    <a:pt x="54455" y="147210"/>
                  </a:lnTo>
                  <a:lnTo>
                    <a:pt x="31415" y="186942"/>
                  </a:lnTo>
                  <a:lnTo>
                    <a:pt x="14311" y="229850"/>
                  </a:lnTo>
                  <a:lnTo>
                    <a:pt x="3664" y="275434"/>
                  </a:lnTo>
                  <a:lnTo>
                    <a:pt x="0" y="323194"/>
                  </a:lnTo>
                  <a:lnTo>
                    <a:pt x="0" y="612630"/>
                  </a:lnTo>
                  <a:lnTo>
                    <a:pt x="714585" y="612630"/>
                  </a:lnTo>
                  <a:lnTo>
                    <a:pt x="714585" y="323194"/>
                  </a:lnTo>
                  <a:lnTo>
                    <a:pt x="710920" y="275434"/>
                  </a:lnTo>
                  <a:lnTo>
                    <a:pt x="700275" y="229850"/>
                  </a:lnTo>
                  <a:lnTo>
                    <a:pt x="683171" y="186942"/>
                  </a:lnTo>
                  <a:lnTo>
                    <a:pt x="660132" y="147210"/>
                  </a:lnTo>
                  <a:lnTo>
                    <a:pt x="631680" y="111154"/>
                  </a:lnTo>
                  <a:lnTo>
                    <a:pt x="598339" y="79273"/>
                  </a:lnTo>
                  <a:lnTo>
                    <a:pt x="560631" y="52068"/>
                  </a:lnTo>
                  <a:lnTo>
                    <a:pt x="519078" y="30038"/>
                  </a:lnTo>
                  <a:lnTo>
                    <a:pt x="474205" y="13683"/>
                  </a:lnTo>
                  <a:lnTo>
                    <a:pt x="426533" y="3504"/>
                  </a:lnTo>
                  <a:lnTo>
                    <a:pt x="376585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652338" y="2781519"/>
              <a:ext cx="1863725" cy="331470"/>
            </a:xfrm>
            <a:custGeom>
              <a:avLst/>
              <a:gdLst/>
              <a:ahLst/>
              <a:cxnLst/>
              <a:rect l="l" t="t" r="r" b="b"/>
              <a:pathLst>
                <a:path w="1863725" h="331469">
                  <a:moveTo>
                    <a:pt x="931594" y="0"/>
                  </a:moveTo>
                  <a:lnTo>
                    <a:pt x="848535" y="2039"/>
                  </a:lnTo>
                  <a:lnTo>
                    <a:pt x="769338" y="7883"/>
                  </a:lnTo>
                  <a:lnTo>
                    <a:pt x="694038" y="17118"/>
                  </a:lnTo>
                  <a:lnTo>
                    <a:pt x="622665" y="29332"/>
                  </a:lnTo>
                  <a:lnTo>
                    <a:pt x="555251" y="44112"/>
                  </a:lnTo>
                  <a:lnTo>
                    <a:pt x="491829" y="61045"/>
                  </a:lnTo>
                  <a:lnTo>
                    <a:pt x="432431" y="79719"/>
                  </a:lnTo>
                  <a:lnTo>
                    <a:pt x="377089" y="99721"/>
                  </a:lnTo>
                  <a:lnTo>
                    <a:pt x="325835" y="120638"/>
                  </a:lnTo>
                  <a:lnTo>
                    <a:pt x="278700" y="142058"/>
                  </a:lnTo>
                  <a:lnTo>
                    <a:pt x="235718" y="163568"/>
                  </a:lnTo>
                  <a:lnTo>
                    <a:pt x="196919" y="184754"/>
                  </a:lnTo>
                  <a:lnTo>
                    <a:pt x="162337" y="205205"/>
                  </a:lnTo>
                  <a:lnTo>
                    <a:pt x="105949" y="242250"/>
                  </a:lnTo>
                  <a:lnTo>
                    <a:pt x="66810" y="271400"/>
                  </a:lnTo>
                  <a:lnTo>
                    <a:pt x="0" y="330953"/>
                  </a:lnTo>
                  <a:lnTo>
                    <a:pt x="1863178" y="330953"/>
                  </a:lnTo>
                  <a:lnTo>
                    <a:pt x="1822164" y="293101"/>
                  </a:lnTo>
                  <a:lnTo>
                    <a:pt x="1778943" y="258018"/>
                  </a:lnTo>
                  <a:lnTo>
                    <a:pt x="1731145" y="224508"/>
                  </a:lnTo>
                  <a:lnTo>
                    <a:pt x="1666228" y="184754"/>
                  </a:lnTo>
                  <a:lnTo>
                    <a:pt x="1627431" y="163568"/>
                  </a:lnTo>
                  <a:lnTo>
                    <a:pt x="1584450" y="142058"/>
                  </a:lnTo>
                  <a:lnTo>
                    <a:pt x="1537318" y="120638"/>
                  </a:lnTo>
                  <a:lnTo>
                    <a:pt x="1486066" y="99721"/>
                  </a:lnTo>
                  <a:lnTo>
                    <a:pt x="1430727" y="79719"/>
                  </a:lnTo>
                  <a:lnTo>
                    <a:pt x="1371333" y="61045"/>
                  </a:lnTo>
                  <a:lnTo>
                    <a:pt x="1307915" y="44112"/>
                  </a:lnTo>
                  <a:lnTo>
                    <a:pt x="1240505" y="29332"/>
                  </a:lnTo>
                  <a:lnTo>
                    <a:pt x="1169137" y="17118"/>
                  </a:lnTo>
                  <a:lnTo>
                    <a:pt x="1093841" y="7883"/>
                  </a:lnTo>
                  <a:lnTo>
                    <a:pt x="1014649" y="2039"/>
                  </a:lnTo>
                  <a:lnTo>
                    <a:pt x="931594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707577" y="2819822"/>
              <a:ext cx="1753235" cy="292735"/>
            </a:xfrm>
            <a:custGeom>
              <a:avLst/>
              <a:gdLst/>
              <a:ahLst/>
              <a:cxnLst/>
              <a:rect l="l" t="t" r="r" b="b"/>
              <a:pathLst>
                <a:path w="1753234" h="292735">
                  <a:moveTo>
                    <a:pt x="876350" y="0"/>
                  </a:moveTo>
                  <a:lnTo>
                    <a:pt x="544916" y="4572"/>
                  </a:lnTo>
                  <a:lnTo>
                    <a:pt x="343151" y="36581"/>
                  </a:lnTo>
                  <a:lnTo>
                    <a:pt x="188899" y="123462"/>
                  </a:lnTo>
                  <a:lnTo>
                    <a:pt x="0" y="292650"/>
                  </a:lnTo>
                  <a:lnTo>
                    <a:pt x="1752700" y="292650"/>
                  </a:lnTo>
                  <a:lnTo>
                    <a:pt x="1695200" y="246924"/>
                  </a:lnTo>
                  <a:lnTo>
                    <a:pt x="1526337" y="146325"/>
                  </a:lnTo>
                  <a:lnTo>
                    <a:pt x="1251568" y="45726"/>
                  </a:lnTo>
                  <a:lnTo>
                    <a:pt x="87635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230787" y="1485791"/>
              <a:ext cx="796290" cy="329565"/>
            </a:xfrm>
            <a:custGeom>
              <a:avLst/>
              <a:gdLst/>
              <a:ahLst/>
              <a:cxnLst/>
              <a:rect l="l" t="t" r="r" b="b"/>
              <a:pathLst>
                <a:path w="796289" h="329564">
                  <a:moveTo>
                    <a:pt x="796201" y="113347"/>
                  </a:moveTo>
                  <a:lnTo>
                    <a:pt x="786892" y="69227"/>
                  </a:lnTo>
                  <a:lnTo>
                    <a:pt x="761479" y="33197"/>
                  </a:lnTo>
                  <a:lnTo>
                    <a:pt x="723811" y="8902"/>
                  </a:lnTo>
                  <a:lnTo>
                    <a:pt x="677659" y="0"/>
                  </a:lnTo>
                  <a:lnTo>
                    <a:pt x="631545" y="8902"/>
                  </a:lnTo>
                  <a:lnTo>
                    <a:pt x="593877" y="33197"/>
                  </a:lnTo>
                  <a:lnTo>
                    <a:pt x="568477" y="69227"/>
                  </a:lnTo>
                  <a:lnTo>
                    <a:pt x="559168" y="113347"/>
                  </a:lnTo>
                  <a:lnTo>
                    <a:pt x="561174" y="122872"/>
                  </a:lnTo>
                  <a:lnTo>
                    <a:pt x="560539" y="122453"/>
                  </a:lnTo>
                  <a:lnTo>
                    <a:pt x="521589" y="114922"/>
                  </a:lnTo>
                  <a:lnTo>
                    <a:pt x="497497" y="119583"/>
                  </a:lnTo>
                  <a:lnTo>
                    <a:pt x="500926" y="103378"/>
                  </a:lnTo>
                  <a:lnTo>
                    <a:pt x="494055" y="70891"/>
                  </a:lnTo>
                  <a:lnTo>
                    <a:pt x="475348" y="44373"/>
                  </a:lnTo>
                  <a:lnTo>
                    <a:pt x="447598" y="26479"/>
                  </a:lnTo>
                  <a:lnTo>
                    <a:pt x="413600" y="19926"/>
                  </a:lnTo>
                  <a:lnTo>
                    <a:pt x="379641" y="26479"/>
                  </a:lnTo>
                  <a:lnTo>
                    <a:pt x="351904" y="44373"/>
                  </a:lnTo>
                  <a:lnTo>
                    <a:pt x="333197" y="70891"/>
                  </a:lnTo>
                  <a:lnTo>
                    <a:pt x="326326" y="103378"/>
                  </a:lnTo>
                  <a:lnTo>
                    <a:pt x="329857" y="120091"/>
                  </a:lnTo>
                  <a:lnTo>
                    <a:pt x="315518" y="129324"/>
                  </a:lnTo>
                  <a:lnTo>
                    <a:pt x="304292" y="113398"/>
                  </a:lnTo>
                  <a:lnTo>
                    <a:pt x="280377" y="97980"/>
                  </a:lnTo>
                  <a:lnTo>
                    <a:pt x="251091" y="92329"/>
                  </a:lnTo>
                  <a:lnTo>
                    <a:pt x="221818" y="97980"/>
                  </a:lnTo>
                  <a:lnTo>
                    <a:pt x="197929" y="113398"/>
                  </a:lnTo>
                  <a:lnTo>
                    <a:pt x="181800" y="136245"/>
                  </a:lnTo>
                  <a:lnTo>
                    <a:pt x="181394" y="138163"/>
                  </a:lnTo>
                  <a:lnTo>
                    <a:pt x="167411" y="129146"/>
                  </a:lnTo>
                  <a:lnTo>
                    <a:pt x="142621" y="124358"/>
                  </a:lnTo>
                  <a:lnTo>
                    <a:pt x="117830" y="129146"/>
                  </a:lnTo>
                  <a:lnTo>
                    <a:pt x="97574" y="142201"/>
                  </a:lnTo>
                  <a:lnTo>
                    <a:pt x="83921" y="161556"/>
                  </a:lnTo>
                  <a:lnTo>
                    <a:pt x="83781" y="162166"/>
                  </a:lnTo>
                  <a:lnTo>
                    <a:pt x="67551" y="159029"/>
                  </a:lnTo>
                  <a:lnTo>
                    <a:pt x="48323" y="162737"/>
                  </a:lnTo>
                  <a:lnTo>
                    <a:pt x="32613" y="172872"/>
                  </a:lnTo>
                  <a:lnTo>
                    <a:pt x="22021" y="187909"/>
                  </a:lnTo>
                  <a:lnTo>
                    <a:pt x="18135" y="206311"/>
                  </a:lnTo>
                  <a:lnTo>
                    <a:pt x="22021" y="224701"/>
                  </a:lnTo>
                  <a:lnTo>
                    <a:pt x="32613" y="239737"/>
                  </a:lnTo>
                  <a:lnTo>
                    <a:pt x="42926" y="246405"/>
                  </a:lnTo>
                  <a:lnTo>
                    <a:pt x="34925" y="244843"/>
                  </a:lnTo>
                  <a:lnTo>
                    <a:pt x="21336" y="247472"/>
                  </a:lnTo>
                  <a:lnTo>
                    <a:pt x="10236" y="254622"/>
                  </a:lnTo>
                  <a:lnTo>
                    <a:pt x="2743" y="265239"/>
                  </a:lnTo>
                  <a:lnTo>
                    <a:pt x="0" y="278231"/>
                  </a:lnTo>
                  <a:lnTo>
                    <a:pt x="2743" y="291223"/>
                  </a:lnTo>
                  <a:lnTo>
                    <a:pt x="10236" y="301840"/>
                  </a:lnTo>
                  <a:lnTo>
                    <a:pt x="21336" y="308991"/>
                  </a:lnTo>
                  <a:lnTo>
                    <a:pt x="34925" y="311619"/>
                  </a:lnTo>
                  <a:lnTo>
                    <a:pt x="48501" y="308991"/>
                  </a:lnTo>
                  <a:lnTo>
                    <a:pt x="59601" y="301840"/>
                  </a:lnTo>
                  <a:lnTo>
                    <a:pt x="67094" y="291223"/>
                  </a:lnTo>
                  <a:lnTo>
                    <a:pt x="69837" y="278231"/>
                  </a:lnTo>
                  <a:lnTo>
                    <a:pt x="67094" y="265239"/>
                  </a:lnTo>
                  <a:lnTo>
                    <a:pt x="59601" y="254622"/>
                  </a:lnTo>
                  <a:lnTo>
                    <a:pt x="53898" y="250964"/>
                  </a:lnTo>
                  <a:lnTo>
                    <a:pt x="67551" y="253593"/>
                  </a:lnTo>
                  <a:lnTo>
                    <a:pt x="86791" y="249872"/>
                  </a:lnTo>
                  <a:lnTo>
                    <a:pt x="102501" y="239737"/>
                  </a:lnTo>
                  <a:lnTo>
                    <a:pt x="106476" y="234086"/>
                  </a:lnTo>
                  <a:lnTo>
                    <a:pt x="117830" y="241401"/>
                  </a:lnTo>
                  <a:lnTo>
                    <a:pt x="142621" y="246189"/>
                  </a:lnTo>
                  <a:lnTo>
                    <a:pt x="167411" y="241401"/>
                  </a:lnTo>
                  <a:lnTo>
                    <a:pt x="181076" y="232587"/>
                  </a:lnTo>
                  <a:lnTo>
                    <a:pt x="175895" y="257200"/>
                  </a:lnTo>
                  <a:lnTo>
                    <a:pt x="181800" y="285191"/>
                  </a:lnTo>
                  <a:lnTo>
                    <a:pt x="197929" y="308051"/>
                  </a:lnTo>
                  <a:lnTo>
                    <a:pt x="221818" y="323469"/>
                  </a:lnTo>
                  <a:lnTo>
                    <a:pt x="251091" y="329133"/>
                  </a:lnTo>
                  <a:lnTo>
                    <a:pt x="280377" y="323469"/>
                  </a:lnTo>
                  <a:lnTo>
                    <a:pt x="304292" y="308051"/>
                  </a:lnTo>
                  <a:lnTo>
                    <a:pt x="320421" y="285191"/>
                  </a:lnTo>
                  <a:lnTo>
                    <a:pt x="323202" y="271970"/>
                  </a:lnTo>
                  <a:lnTo>
                    <a:pt x="329958" y="276313"/>
                  </a:lnTo>
                  <a:lnTo>
                    <a:pt x="364490" y="282981"/>
                  </a:lnTo>
                  <a:lnTo>
                    <a:pt x="399008" y="276313"/>
                  </a:lnTo>
                  <a:lnTo>
                    <a:pt x="427202" y="258127"/>
                  </a:lnTo>
                  <a:lnTo>
                    <a:pt x="431927" y="251421"/>
                  </a:lnTo>
                  <a:lnTo>
                    <a:pt x="450862" y="278257"/>
                  </a:lnTo>
                  <a:lnTo>
                    <a:pt x="482663" y="298780"/>
                  </a:lnTo>
                  <a:lnTo>
                    <a:pt x="521589" y="306298"/>
                  </a:lnTo>
                  <a:lnTo>
                    <a:pt x="560539" y="298780"/>
                  </a:lnTo>
                  <a:lnTo>
                    <a:pt x="592366" y="278257"/>
                  </a:lnTo>
                  <a:lnTo>
                    <a:pt x="613816" y="247840"/>
                  </a:lnTo>
                  <a:lnTo>
                    <a:pt x="621538" y="211315"/>
                  </a:lnTo>
                  <a:lnTo>
                    <a:pt x="631545" y="217766"/>
                  </a:lnTo>
                  <a:lnTo>
                    <a:pt x="677659" y="226669"/>
                  </a:lnTo>
                  <a:lnTo>
                    <a:pt x="723811" y="217766"/>
                  </a:lnTo>
                  <a:lnTo>
                    <a:pt x="761479" y="193471"/>
                  </a:lnTo>
                  <a:lnTo>
                    <a:pt x="786892" y="157441"/>
                  </a:lnTo>
                  <a:lnTo>
                    <a:pt x="796201" y="113347"/>
                  </a:lnTo>
                  <a:close/>
                </a:path>
              </a:pathLst>
            </a:custGeom>
            <a:solidFill>
              <a:srgbClr val="B7E2D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" name="object 50" descr=""/>
          <p:cNvGrpSpPr/>
          <p:nvPr/>
        </p:nvGrpSpPr>
        <p:grpSpPr>
          <a:xfrm>
            <a:off x="1387800" y="8081609"/>
            <a:ext cx="3304540" cy="2381885"/>
            <a:chOff x="1387800" y="8081609"/>
            <a:chExt cx="3304540" cy="2381885"/>
          </a:xfrm>
        </p:grpSpPr>
        <p:sp>
          <p:nvSpPr>
            <p:cNvPr id="51" name="object 51" descr=""/>
            <p:cNvSpPr/>
            <p:nvPr/>
          </p:nvSpPr>
          <p:spPr>
            <a:xfrm>
              <a:off x="1387800" y="10002345"/>
              <a:ext cx="474345" cy="461009"/>
            </a:xfrm>
            <a:custGeom>
              <a:avLst/>
              <a:gdLst/>
              <a:ahLst/>
              <a:cxnLst/>
              <a:rect l="l" t="t" r="r" b="b"/>
              <a:pathLst>
                <a:path w="474344" h="461009">
                  <a:moveTo>
                    <a:pt x="474268" y="0"/>
                  </a:moveTo>
                  <a:lnTo>
                    <a:pt x="0" y="0"/>
                  </a:lnTo>
                  <a:lnTo>
                    <a:pt x="0" y="461001"/>
                  </a:lnTo>
                  <a:lnTo>
                    <a:pt x="474268" y="461001"/>
                  </a:lnTo>
                  <a:lnTo>
                    <a:pt x="474268" y="0"/>
                  </a:lnTo>
                  <a:close/>
                </a:path>
              </a:pathLst>
            </a:custGeom>
            <a:solidFill>
              <a:srgbClr val="7ACC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858388" y="9270470"/>
              <a:ext cx="1015365" cy="1019810"/>
            </a:xfrm>
            <a:custGeom>
              <a:avLst/>
              <a:gdLst/>
              <a:ahLst/>
              <a:cxnLst/>
              <a:rect l="l" t="t" r="r" b="b"/>
              <a:pathLst>
                <a:path w="1015364" h="1019809">
                  <a:moveTo>
                    <a:pt x="1014827" y="0"/>
                  </a:moveTo>
                  <a:lnTo>
                    <a:pt x="0" y="731862"/>
                  </a:lnTo>
                  <a:lnTo>
                    <a:pt x="0" y="1019686"/>
                  </a:lnTo>
                  <a:lnTo>
                    <a:pt x="1014827" y="287844"/>
                  </a:lnTo>
                  <a:lnTo>
                    <a:pt x="1014827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873210" y="9270472"/>
              <a:ext cx="1819275" cy="1193165"/>
            </a:xfrm>
            <a:custGeom>
              <a:avLst/>
              <a:gdLst/>
              <a:ahLst/>
              <a:cxnLst/>
              <a:rect l="l" t="t" r="r" b="b"/>
              <a:pathLst>
                <a:path w="1819275" h="1193165">
                  <a:moveTo>
                    <a:pt x="1819065" y="0"/>
                  </a:moveTo>
                  <a:lnTo>
                    <a:pt x="0" y="0"/>
                  </a:lnTo>
                  <a:lnTo>
                    <a:pt x="0" y="1192874"/>
                  </a:lnTo>
                  <a:lnTo>
                    <a:pt x="1819065" y="1192874"/>
                  </a:lnTo>
                  <a:lnTo>
                    <a:pt x="1819065" y="0"/>
                  </a:lnTo>
                  <a:close/>
                </a:path>
              </a:pathLst>
            </a:custGeom>
            <a:solidFill>
              <a:srgbClr val="7ACC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873216" y="9171459"/>
              <a:ext cx="1819275" cy="100965"/>
            </a:xfrm>
            <a:custGeom>
              <a:avLst/>
              <a:gdLst/>
              <a:ahLst/>
              <a:cxnLst/>
              <a:rect l="l" t="t" r="r" b="b"/>
              <a:pathLst>
                <a:path w="1819275" h="100965">
                  <a:moveTo>
                    <a:pt x="1732973" y="0"/>
                  </a:moveTo>
                  <a:lnTo>
                    <a:pt x="86102" y="0"/>
                  </a:lnTo>
                  <a:lnTo>
                    <a:pt x="0" y="100803"/>
                  </a:lnTo>
                  <a:lnTo>
                    <a:pt x="1819065" y="100803"/>
                  </a:lnTo>
                  <a:lnTo>
                    <a:pt x="1732973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296872" y="9636730"/>
              <a:ext cx="137160" cy="171450"/>
            </a:xfrm>
            <a:custGeom>
              <a:avLst/>
              <a:gdLst/>
              <a:ahLst/>
              <a:cxnLst/>
              <a:rect l="l" t="t" r="r" b="b"/>
              <a:pathLst>
                <a:path w="137160" h="171450">
                  <a:moveTo>
                    <a:pt x="136781" y="0"/>
                  </a:moveTo>
                  <a:lnTo>
                    <a:pt x="0" y="98614"/>
                  </a:lnTo>
                  <a:lnTo>
                    <a:pt x="0" y="171031"/>
                  </a:lnTo>
                  <a:lnTo>
                    <a:pt x="136781" y="72416"/>
                  </a:lnTo>
                  <a:lnTo>
                    <a:pt x="13678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488623" y="9498421"/>
              <a:ext cx="137160" cy="171450"/>
            </a:xfrm>
            <a:custGeom>
              <a:avLst/>
              <a:gdLst/>
              <a:ahLst/>
              <a:cxnLst/>
              <a:rect l="l" t="t" r="r" b="b"/>
              <a:pathLst>
                <a:path w="137160" h="171450">
                  <a:moveTo>
                    <a:pt x="136802" y="0"/>
                  </a:moveTo>
                  <a:lnTo>
                    <a:pt x="0" y="98635"/>
                  </a:lnTo>
                  <a:lnTo>
                    <a:pt x="0" y="171052"/>
                  </a:lnTo>
                  <a:lnTo>
                    <a:pt x="136802" y="72406"/>
                  </a:lnTo>
                  <a:lnTo>
                    <a:pt x="1368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105105" y="9774964"/>
              <a:ext cx="137160" cy="171450"/>
            </a:xfrm>
            <a:custGeom>
              <a:avLst/>
              <a:gdLst/>
              <a:ahLst/>
              <a:cxnLst/>
              <a:rect l="l" t="t" r="r" b="b"/>
              <a:pathLst>
                <a:path w="137160" h="171450">
                  <a:moveTo>
                    <a:pt x="136802" y="0"/>
                  </a:moveTo>
                  <a:lnTo>
                    <a:pt x="0" y="98698"/>
                  </a:lnTo>
                  <a:lnTo>
                    <a:pt x="0" y="171115"/>
                  </a:lnTo>
                  <a:lnTo>
                    <a:pt x="136802" y="72416"/>
                  </a:lnTo>
                  <a:lnTo>
                    <a:pt x="136802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913354" y="9913288"/>
              <a:ext cx="137160" cy="171450"/>
            </a:xfrm>
            <a:custGeom>
              <a:avLst/>
              <a:gdLst/>
              <a:ahLst/>
              <a:cxnLst/>
              <a:rect l="l" t="t" r="r" b="b"/>
              <a:pathLst>
                <a:path w="137160" h="171450">
                  <a:moveTo>
                    <a:pt x="136781" y="0"/>
                  </a:moveTo>
                  <a:lnTo>
                    <a:pt x="0" y="98635"/>
                  </a:lnTo>
                  <a:lnTo>
                    <a:pt x="0" y="171052"/>
                  </a:lnTo>
                  <a:lnTo>
                    <a:pt x="136781" y="72406"/>
                  </a:lnTo>
                  <a:lnTo>
                    <a:pt x="1367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520964" y="9070727"/>
              <a:ext cx="1296670" cy="935355"/>
            </a:xfrm>
            <a:custGeom>
              <a:avLst/>
              <a:gdLst/>
              <a:ahLst/>
              <a:cxnLst/>
              <a:rect l="l" t="t" r="r" b="b"/>
              <a:pathLst>
                <a:path w="1296670" h="935354">
                  <a:moveTo>
                    <a:pt x="207924" y="789800"/>
                  </a:moveTo>
                  <a:lnTo>
                    <a:pt x="0" y="789800"/>
                  </a:lnTo>
                  <a:lnTo>
                    <a:pt x="0" y="934808"/>
                  </a:lnTo>
                  <a:lnTo>
                    <a:pt x="207924" y="934808"/>
                  </a:lnTo>
                  <a:lnTo>
                    <a:pt x="207924" y="789800"/>
                  </a:lnTo>
                  <a:close/>
                </a:path>
                <a:path w="1296670" h="935354">
                  <a:moveTo>
                    <a:pt x="207924" y="394893"/>
                  </a:moveTo>
                  <a:lnTo>
                    <a:pt x="0" y="394893"/>
                  </a:lnTo>
                  <a:lnTo>
                    <a:pt x="0" y="684326"/>
                  </a:lnTo>
                  <a:lnTo>
                    <a:pt x="207924" y="684326"/>
                  </a:lnTo>
                  <a:lnTo>
                    <a:pt x="207924" y="394893"/>
                  </a:lnTo>
                  <a:close/>
                </a:path>
                <a:path w="1296670" h="935354">
                  <a:moveTo>
                    <a:pt x="207924" y="0"/>
                  </a:moveTo>
                  <a:lnTo>
                    <a:pt x="0" y="0"/>
                  </a:lnTo>
                  <a:lnTo>
                    <a:pt x="0" y="289433"/>
                  </a:lnTo>
                  <a:lnTo>
                    <a:pt x="207924" y="289433"/>
                  </a:lnTo>
                  <a:lnTo>
                    <a:pt x="207924" y="0"/>
                  </a:lnTo>
                  <a:close/>
                </a:path>
                <a:path w="1296670" h="935354">
                  <a:moveTo>
                    <a:pt x="1296200" y="289433"/>
                  </a:moveTo>
                  <a:lnTo>
                    <a:pt x="1159421" y="388073"/>
                  </a:lnTo>
                  <a:lnTo>
                    <a:pt x="1159421" y="460489"/>
                  </a:lnTo>
                  <a:lnTo>
                    <a:pt x="1296200" y="361835"/>
                  </a:lnTo>
                  <a:lnTo>
                    <a:pt x="1296200" y="289433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520964" y="9360147"/>
              <a:ext cx="208279" cy="500380"/>
            </a:xfrm>
            <a:custGeom>
              <a:avLst/>
              <a:gdLst/>
              <a:ahLst/>
              <a:cxnLst/>
              <a:rect l="l" t="t" r="r" b="b"/>
              <a:pathLst>
                <a:path w="208280" h="500379">
                  <a:moveTo>
                    <a:pt x="207924" y="394906"/>
                  </a:moveTo>
                  <a:lnTo>
                    <a:pt x="0" y="394906"/>
                  </a:lnTo>
                  <a:lnTo>
                    <a:pt x="0" y="500380"/>
                  </a:lnTo>
                  <a:lnTo>
                    <a:pt x="207924" y="500380"/>
                  </a:lnTo>
                  <a:lnTo>
                    <a:pt x="207924" y="394906"/>
                  </a:lnTo>
                  <a:close/>
                </a:path>
                <a:path w="208280" h="500379">
                  <a:moveTo>
                    <a:pt x="207924" y="0"/>
                  </a:moveTo>
                  <a:lnTo>
                    <a:pt x="0" y="0"/>
                  </a:lnTo>
                  <a:lnTo>
                    <a:pt x="0" y="105473"/>
                  </a:lnTo>
                  <a:lnTo>
                    <a:pt x="207924" y="105473"/>
                  </a:lnTo>
                  <a:lnTo>
                    <a:pt x="20792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520969" y="8675820"/>
              <a:ext cx="208279" cy="289560"/>
            </a:xfrm>
            <a:custGeom>
              <a:avLst/>
              <a:gdLst/>
              <a:ahLst/>
              <a:cxnLst/>
              <a:rect l="l" t="t" r="r" b="b"/>
              <a:pathLst>
                <a:path w="208280" h="289559">
                  <a:moveTo>
                    <a:pt x="207920" y="0"/>
                  </a:moveTo>
                  <a:lnTo>
                    <a:pt x="0" y="0"/>
                  </a:lnTo>
                  <a:lnTo>
                    <a:pt x="0" y="289404"/>
                  </a:lnTo>
                  <a:lnTo>
                    <a:pt x="207920" y="289404"/>
                  </a:lnTo>
                  <a:lnTo>
                    <a:pt x="20792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520969" y="8965224"/>
              <a:ext cx="208279" cy="106045"/>
            </a:xfrm>
            <a:custGeom>
              <a:avLst/>
              <a:gdLst/>
              <a:ahLst/>
              <a:cxnLst/>
              <a:rect l="l" t="t" r="r" b="b"/>
              <a:pathLst>
                <a:path w="208280" h="106045">
                  <a:moveTo>
                    <a:pt x="207920" y="0"/>
                  </a:moveTo>
                  <a:lnTo>
                    <a:pt x="0" y="0"/>
                  </a:lnTo>
                  <a:lnTo>
                    <a:pt x="0" y="105494"/>
                  </a:lnTo>
                  <a:lnTo>
                    <a:pt x="207920" y="105494"/>
                  </a:lnTo>
                  <a:lnTo>
                    <a:pt x="20792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520969" y="8410728"/>
              <a:ext cx="208279" cy="160020"/>
            </a:xfrm>
            <a:custGeom>
              <a:avLst/>
              <a:gdLst/>
              <a:ahLst/>
              <a:cxnLst/>
              <a:rect l="l" t="t" r="r" b="b"/>
              <a:pathLst>
                <a:path w="208280" h="160020">
                  <a:moveTo>
                    <a:pt x="207920" y="0"/>
                  </a:moveTo>
                  <a:lnTo>
                    <a:pt x="0" y="0"/>
                  </a:lnTo>
                  <a:lnTo>
                    <a:pt x="0" y="159649"/>
                  </a:lnTo>
                  <a:lnTo>
                    <a:pt x="207920" y="159649"/>
                  </a:lnTo>
                  <a:lnTo>
                    <a:pt x="20792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520969" y="8570378"/>
              <a:ext cx="208279" cy="106045"/>
            </a:xfrm>
            <a:custGeom>
              <a:avLst/>
              <a:gdLst/>
              <a:ahLst/>
              <a:cxnLst/>
              <a:rect l="l" t="t" r="r" b="b"/>
              <a:pathLst>
                <a:path w="208280" h="106045">
                  <a:moveTo>
                    <a:pt x="207920" y="0"/>
                  </a:moveTo>
                  <a:lnTo>
                    <a:pt x="0" y="0"/>
                  </a:lnTo>
                  <a:lnTo>
                    <a:pt x="0" y="105431"/>
                  </a:lnTo>
                  <a:lnTo>
                    <a:pt x="207920" y="105431"/>
                  </a:lnTo>
                  <a:lnTo>
                    <a:pt x="20792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959303" y="9328410"/>
              <a:ext cx="608330" cy="85090"/>
            </a:xfrm>
            <a:custGeom>
              <a:avLst/>
              <a:gdLst/>
              <a:ahLst/>
              <a:cxnLst/>
              <a:rect l="l" t="t" r="r" b="b"/>
              <a:pathLst>
                <a:path w="608329" h="85090">
                  <a:moveTo>
                    <a:pt x="261327" y="0"/>
                  </a:moveTo>
                  <a:lnTo>
                    <a:pt x="0" y="0"/>
                  </a:lnTo>
                  <a:lnTo>
                    <a:pt x="0" y="84480"/>
                  </a:lnTo>
                  <a:lnTo>
                    <a:pt x="261327" y="84480"/>
                  </a:lnTo>
                  <a:lnTo>
                    <a:pt x="261327" y="0"/>
                  </a:lnTo>
                  <a:close/>
                </a:path>
                <a:path w="608329" h="85090">
                  <a:moveTo>
                    <a:pt x="607707" y="0"/>
                  </a:moveTo>
                  <a:lnTo>
                    <a:pt x="346405" y="0"/>
                  </a:lnTo>
                  <a:lnTo>
                    <a:pt x="346405" y="84480"/>
                  </a:lnTo>
                  <a:lnTo>
                    <a:pt x="607707" y="84480"/>
                  </a:lnTo>
                  <a:lnTo>
                    <a:pt x="607707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652098" y="9328407"/>
              <a:ext cx="261620" cy="85090"/>
            </a:xfrm>
            <a:custGeom>
              <a:avLst/>
              <a:gdLst/>
              <a:ahLst/>
              <a:cxnLst/>
              <a:rect l="l" t="t" r="r" b="b"/>
              <a:pathLst>
                <a:path w="261620" h="85090">
                  <a:moveTo>
                    <a:pt x="261311" y="0"/>
                  </a:moveTo>
                  <a:lnTo>
                    <a:pt x="0" y="0"/>
                  </a:lnTo>
                  <a:lnTo>
                    <a:pt x="0" y="84479"/>
                  </a:lnTo>
                  <a:lnTo>
                    <a:pt x="261311" y="84479"/>
                  </a:lnTo>
                  <a:lnTo>
                    <a:pt x="261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998475" y="9328407"/>
              <a:ext cx="261620" cy="85090"/>
            </a:xfrm>
            <a:custGeom>
              <a:avLst/>
              <a:gdLst/>
              <a:ahLst/>
              <a:cxnLst/>
              <a:rect l="l" t="t" r="r" b="b"/>
              <a:pathLst>
                <a:path w="261620" h="85090">
                  <a:moveTo>
                    <a:pt x="261311" y="0"/>
                  </a:moveTo>
                  <a:lnTo>
                    <a:pt x="0" y="0"/>
                  </a:lnTo>
                  <a:lnTo>
                    <a:pt x="0" y="84479"/>
                  </a:lnTo>
                  <a:lnTo>
                    <a:pt x="261311" y="84479"/>
                  </a:lnTo>
                  <a:lnTo>
                    <a:pt x="26131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4344851" y="9328407"/>
              <a:ext cx="261620" cy="85090"/>
            </a:xfrm>
            <a:custGeom>
              <a:avLst/>
              <a:gdLst/>
              <a:ahLst/>
              <a:cxnLst/>
              <a:rect l="l" t="t" r="r" b="b"/>
              <a:pathLst>
                <a:path w="261620" h="85090">
                  <a:moveTo>
                    <a:pt x="261332" y="0"/>
                  </a:moveTo>
                  <a:lnTo>
                    <a:pt x="0" y="0"/>
                  </a:lnTo>
                  <a:lnTo>
                    <a:pt x="0" y="84479"/>
                  </a:lnTo>
                  <a:lnTo>
                    <a:pt x="261332" y="84479"/>
                  </a:lnTo>
                  <a:lnTo>
                    <a:pt x="2613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2959303" y="9680060"/>
              <a:ext cx="608330" cy="84455"/>
            </a:xfrm>
            <a:custGeom>
              <a:avLst/>
              <a:gdLst/>
              <a:ahLst/>
              <a:cxnLst/>
              <a:rect l="l" t="t" r="r" b="b"/>
              <a:pathLst>
                <a:path w="608329" h="84454">
                  <a:moveTo>
                    <a:pt x="261327" y="0"/>
                  </a:moveTo>
                  <a:lnTo>
                    <a:pt x="0" y="0"/>
                  </a:lnTo>
                  <a:lnTo>
                    <a:pt x="0" y="84416"/>
                  </a:lnTo>
                  <a:lnTo>
                    <a:pt x="261327" y="84416"/>
                  </a:lnTo>
                  <a:lnTo>
                    <a:pt x="261327" y="0"/>
                  </a:lnTo>
                  <a:close/>
                </a:path>
                <a:path w="608329" h="84454">
                  <a:moveTo>
                    <a:pt x="607707" y="0"/>
                  </a:moveTo>
                  <a:lnTo>
                    <a:pt x="346405" y="0"/>
                  </a:lnTo>
                  <a:lnTo>
                    <a:pt x="346405" y="84416"/>
                  </a:lnTo>
                  <a:lnTo>
                    <a:pt x="607707" y="84416"/>
                  </a:lnTo>
                  <a:lnTo>
                    <a:pt x="607707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652088" y="9680060"/>
              <a:ext cx="607695" cy="84455"/>
            </a:xfrm>
            <a:custGeom>
              <a:avLst/>
              <a:gdLst/>
              <a:ahLst/>
              <a:cxnLst/>
              <a:rect l="l" t="t" r="r" b="b"/>
              <a:pathLst>
                <a:path w="607695" h="84454">
                  <a:moveTo>
                    <a:pt x="261315" y="0"/>
                  </a:moveTo>
                  <a:lnTo>
                    <a:pt x="0" y="0"/>
                  </a:lnTo>
                  <a:lnTo>
                    <a:pt x="0" y="84416"/>
                  </a:lnTo>
                  <a:lnTo>
                    <a:pt x="261315" y="84416"/>
                  </a:lnTo>
                  <a:lnTo>
                    <a:pt x="261315" y="0"/>
                  </a:lnTo>
                  <a:close/>
                </a:path>
                <a:path w="607695" h="84454">
                  <a:moveTo>
                    <a:pt x="607695" y="0"/>
                  </a:moveTo>
                  <a:lnTo>
                    <a:pt x="346379" y="0"/>
                  </a:lnTo>
                  <a:lnTo>
                    <a:pt x="346379" y="84416"/>
                  </a:lnTo>
                  <a:lnTo>
                    <a:pt x="607695" y="84416"/>
                  </a:lnTo>
                  <a:lnTo>
                    <a:pt x="607695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4344851" y="9680051"/>
              <a:ext cx="261620" cy="84455"/>
            </a:xfrm>
            <a:custGeom>
              <a:avLst/>
              <a:gdLst/>
              <a:ahLst/>
              <a:cxnLst/>
              <a:rect l="l" t="t" r="r" b="b"/>
              <a:pathLst>
                <a:path w="261620" h="84454">
                  <a:moveTo>
                    <a:pt x="261332" y="0"/>
                  </a:moveTo>
                  <a:lnTo>
                    <a:pt x="0" y="0"/>
                  </a:lnTo>
                  <a:lnTo>
                    <a:pt x="0" y="84416"/>
                  </a:lnTo>
                  <a:lnTo>
                    <a:pt x="261332" y="84416"/>
                  </a:lnTo>
                  <a:lnTo>
                    <a:pt x="261332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959312" y="10031579"/>
              <a:ext cx="261620" cy="85090"/>
            </a:xfrm>
            <a:custGeom>
              <a:avLst/>
              <a:gdLst/>
              <a:ahLst/>
              <a:cxnLst/>
              <a:rect l="l" t="t" r="r" b="b"/>
              <a:pathLst>
                <a:path w="261619" h="85090">
                  <a:moveTo>
                    <a:pt x="261321" y="0"/>
                  </a:moveTo>
                  <a:lnTo>
                    <a:pt x="0" y="0"/>
                  </a:lnTo>
                  <a:lnTo>
                    <a:pt x="0" y="84500"/>
                  </a:lnTo>
                  <a:lnTo>
                    <a:pt x="261321" y="84500"/>
                  </a:lnTo>
                  <a:lnTo>
                    <a:pt x="26132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305710" y="10031579"/>
              <a:ext cx="261620" cy="85090"/>
            </a:xfrm>
            <a:custGeom>
              <a:avLst/>
              <a:gdLst/>
              <a:ahLst/>
              <a:cxnLst/>
              <a:rect l="l" t="t" r="r" b="b"/>
              <a:pathLst>
                <a:path w="261620" h="85090">
                  <a:moveTo>
                    <a:pt x="261311" y="0"/>
                  </a:moveTo>
                  <a:lnTo>
                    <a:pt x="0" y="0"/>
                  </a:lnTo>
                  <a:lnTo>
                    <a:pt x="0" y="84500"/>
                  </a:lnTo>
                  <a:lnTo>
                    <a:pt x="261311" y="84500"/>
                  </a:lnTo>
                  <a:lnTo>
                    <a:pt x="261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3652098" y="10031579"/>
              <a:ext cx="261620" cy="85090"/>
            </a:xfrm>
            <a:custGeom>
              <a:avLst/>
              <a:gdLst/>
              <a:ahLst/>
              <a:cxnLst/>
              <a:rect l="l" t="t" r="r" b="b"/>
              <a:pathLst>
                <a:path w="261620" h="85090">
                  <a:moveTo>
                    <a:pt x="261311" y="0"/>
                  </a:moveTo>
                  <a:lnTo>
                    <a:pt x="0" y="0"/>
                  </a:lnTo>
                  <a:lnTo>
                    <a:pt x="0" y="84500"/>
                  </a:lnTo>
                  <a:lnTo>
                    <a:pt x="261311" y="84500"/>
                  </a:lnTo>
                  <a:lnTo>
                    <a:pt x="26131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998475" y="10031579"/>
              <a:ext cx="261620" cy="85090"/>
            </a:xfrm>
            <a:custGeom>
              <a:avLst/>
              <a:gdLst/>
              <a:ahLst/>
              <a:cxnLst/>
              <a:rect l="l" t="t" r="r" b="b"/>
              <a:pathLst>
                <a:path w="261620" h="85090">
                  <a:moveTo>
                    <a:pt x="261311" y="0"/>
                  </a:moveTo>
                  <a:lnTo>
                    <a:pt x="0" y="0"/>
                  </a:lnTo>
                  <a:lnTo>
                    <a:pt x="0" y="84500"/>
                  </a:lnTo>
                  <a:lnTo>
                    <a:pt x="261311" y="84500"/>
                  </a:lnTo>
                  <a:lnTo>
                    <a:pt x="261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4344851" y="10031579"/>
              <a:ext cx="261620" cy="85090"/>
            </a:xfrm>
            <a:custGeom>
              <a:avLst/>
              <a:gdLst/>
              <a:ahLst/>
              <a:cxnLst/>
              <a:rect l="l" t="t" r="r" b="b"/>
              <a:pathLst>
                <a:path w="261620" h="85090">
                  <a:moveTo>
                    <a:pt x="261332" y="0"/>
                  </a:moveTo>
                  <a:lnTo>
                    <a:pt x="0" y="0"/>
                  </a:lnTo>
                  <a:lnTo>
                    <a:pt x="0" y="84500"/>
                  </a:lnTo>
                  <a:lnTo>
                    <a:pt x="261332" y="84500"/>
                  </a:lnTo>
                  <a:lnTo>
                    <a:pt x="261332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702841" y="8081613"/>
              <a:ext cx="796290" cy="329565"/>
            </a:xfrm>
            <a:custGeom>
              <a:avLst/>
              <a:gdLst/>
              <a:ahLst/>
              <a:cxnLst/>
              <a:rect l="l" t="t" r="r" b="b"/>
              <a:pathLst>
                <a:path w="796289" h="329565">
                  <a:moveTo>
                    <a:pt x="796188" y="113347"/>
                  </a:moveTo>
                  <a:lnTo>
                    <a:pt x="786866" y="69240"/>
                  </a:lnTo>
                  <a:lnTo>
                    <a:pt x="761466" y="33210"/>
                  </a:lnTo>
                  <a:lnTo>
                    <a:pt x="723798" y="8915"/>
                  </a:lnTo>
                  <a:lnTo>
                    <a:pt x="677672" y="0"/>
                  </a:lnTo>
                  <a:lnTo>
                    <a:pt x="631532" y="8915"/>
                  </a:lnTo>
                  <a:lnTo>
                    <a:pt x="593864" y="33210"/>
                  </a:lnTo>
                  <a:lnTo>
                    <a:pt x="568464" y="69240"/>
                  </a:lnTo>
                  <a:lnTo>
                    <a:pt x="559142" y="113347"/>
                  </a:lnTo>
                  <a:lnTo>
                    <a:pt x="561136" y="122847"/>
                  </a:lnTo>
                  <a:lnTo>
                    <a:pt x="560527" y="122440"/>
                  </a:lnTo>
                  <a:lnTo>
                    <a:pt x="521576" y="114909"/>
                  </a:lnTo>
                  <a:lnTo>
                    <a:pt x="497471" y="119583"/>
                  </a:lnTo>
                  <a:lnTo>
                    <a:pt x="500888" y="103390"/>
                  </a:lnTo>
                  <a:lnTo>
                    <a:pt x="494030" y="70904"/>
                  </a:lnTo>
                  <a:lnTo>
                    <a:pt x="475322" y="44373"/>
                  </a:lnTo>
                  <a:lnTo>
                    <a:pt x="447573" y="26492"/>
                  </a:lnTo>
                  <a:lnTo>
                    <a:pt x="413588" y="19939"/>
                  </a:lnTo>
                  <a:lnTo>
                    <a:pt x="379628" y="26492"/>
                  </a:lnTo>
                  <a:lnTo>
                    <a:pt x="351878" y="44373"/>
                  </a:lnTo>
                  <a:lnTo>
                    <a:pt x="333184" y="70904"/>
                  </a:lnTo>
                  <a:lnTo>
                    <a:pt x="326326" y="103390"/>
                  </a:lnTo>
                  <a:lnTo>
                    <a:pt x="329844" y="120078"/>
                  </a:lnTo>
                  <a:lnTo>
                    <a:pt x="315506" y="129324"/>
                  </a:lnTo>
                  <a:lnTo>
                    <a:pt x="304279" y="113398"/>
                  </a:lnTo>
                  <a:lnTo>
                    <a:pt x="280377" y="97967"/>
                  </a:lnTo>
                  <a:lnTo>
                    <a:pt x="251091" y="92303"/>
                  </a:lnTo>
                  <a:lnTo>
                    <a:pt x="221818" y="97967"/>
                  </a:lnTo>
                  <a:lnTo>
                    <a:pt x="197904" y="113398"/>
                  </a:lnTo>
                  <a:lnTo>
                    <a:pt x="181787" y="136271"/>
                  </a:lnTo>
                  <a:lnTo>
                    <a:pt x="181381" y="138150"/>
                  </a:lnTo>
                  <a:lnTo>
                    <a:pt x="167411" y="129120"/>
                  </a:lnTo>
                  <a:lnTo>
                    <a:pt x="142621" y="124333"/>
                  </a:lnTo>
                  <a:lnTo>
                    <a:pt x="117817" y="129120"/>
                  </a:lnTo>
                  <a:lnTo>
                    <a:pt x="97561" y="142176"/>
                  </a:lnTo>
                  <a:lnTo>
                    <a:pt x="83908" y="161531"/>
                  </a:lnTo>
                  <a:lnTo>
                    <a:pt x="83756" y="162204"/>
                  </a:lnTo>
                  <a:lnTo>
                    <a:pt x="67525" y="159054"/>
                  </a:lnTo>
                  <a:lnTo>
                    <a:pt x="48298" y="162775"/>
                  </a:lnTo>
                  <a:lnTo>
                    <a:pt x="32575" y="172897"/>
                  </a:lnTo>
                  <a:lnTo>
                    <a:pt x="21983" y="187921"/>
                  </a:lnTo>
                  <a:lnTo>
                    <a:pt x="18097" y="206298"/>
                  </a:lnTo>
                  <a:lnTo>
                    <a:pt x="21983" y="224726"/>
                  </a:lnTo>
                  <a:lnTo>
                    <a:pt x="32575" y="239763"/>
                  </a:lnTo>
                  <a:lnTo>
                    <a:pt x="42862" y="246418"/>
                  </a:lnTo>
                  <a:lnTo>
                    <a:pt x="34899" y="244868"/>
                  </a:lnTo>
                  <a:lnTo>
                    <a:pt x="21323" y="247497"/>
                  </a:lnTo>
                  <a:lnTo>
                    <a:pt x="10223" y="254647"/>
                  </a:lnTo>
                  <a:lnTo>
                    <a:pt x="2743" y="265252"/>
                  </a:lnTo>
                  <a:lnTo>
                    <a:pt x="0" y="278257"/>
                  </a:lnTo>
                  <a:lnTo>
                    <a:pt x="2743" y="291236"/>
                  </a:lnTo>
                  <a:lnTo>
                    <a:pt x="10223" y="301840"/>
                  </a:lnTo>
                  <a:lnTo>
                    <a:pt x="21323" y="309003"/>
                  </a:lnTo>
                  <a:lnTo>
                    <a:pt x="34899" y="311619"/>
                  </a:lnTo>
                  <a:lnTo>
                    <a:pt x="48501" y="309003"/>
                  </a:lnTo>
                  <a:lnTo>
                    <a:pt x="59601" y="301840"/>
                  </a:lnTo>
                  <a:lnTo>
                    <a:pt x="67081" y="291236"/>
                  </a:lnTo>
                  <a:lnTo>
                    <a:pt x="69824" y="278257"/>
                  </a:lnTo>
                  <a:lnTo>
                    <a:pt x="67081" y="265252"/>
                  </a:lnTo>
                  <a:lnTo>
                    <a:pt x="59601" y="254647"/>
                  </a:lnTo>
                  <a:lnTo>
                    <a:pt x="53936" y="251015"/>
                  </a:lnTo>
                  <a:lnTo>
                    <a:pt x="67525" y="253631"/>
                  </a:lnTo>
                  <a:lnTo>
                    <a:pt x="86779" y="249910"/>
                  </a:lnTo>
                  <a:lnTo>
                    <a:pt x="102489" y="239763"/>
                  </a:lnTo>
                  <a:lnTo>
                    <a:pt x="106476" y="234099"/>
                  </a:lnTo>
                  <a:lnTo>
                    <a:pt x="117817" y="241388"/>
                  </a:lnTo>
                  <a:lnTo>
                    <a:pt x="142621" y="246176"/>
                  </a:lnTo>
                  <a:lnTo>
                    <a:pt x="167411" y="241388"/>
                  </a:lnTo>
                  <a:lnTo>
                    <a:pt x="181076" y="232575"/>
                  </a:lnTo>
                  <a:lnTo>
                    <a:pt x="175869" y="257213"/>
                  </a:lnTo>
                  <a:lnTo>
                    <a:pt x="181787" y="285203"/>
                  </a:lnTo>
                  <a:lnTo>
                    <a:pt x="197904" y="308051"/>
                  </a:lnTo>
                  <a:lnTo>
                    <a:pt x="221818" y="323469"/>
                  </a:lnTo>
                  <a:lnTo>
                    <a:pt x="251091" y="329120"/>
                  </a:lnTo>
                  <a:lnTo>
                    <a:pt x="280377" y="323469"/>
                  </a:lnTo>
                  <a:lnTo>
                    <a:pt x="304279" y="308051"/>
                  </a:lnTo>
                  <a:lnTo>
                    <a:pt x="320408" y="285203"/>
                  </a:lnTo>
                  <a:lnTo>
                    <a:pt x="323189" y="271970"/>
                  </a:lnTo>
                  <a:lnTo>
                    <a:pt x="329946" y="276313"/>
                  </a:lnTo>
                  <a:lnTo>
                    <a:pt x="364464" y="282981"/>
                  </a:lnTo>
                  <a:lnTo>
                    <a:pt x="398995" y="276313"/>
                  </a:lnTo>
                  <a:lnTo>
                    <a:pt x="427202" y="258127"/>
                  </a:lnTo>
                  <a:lnTo>
                    <a:pt x="431914" y="251447"/>
                  </a:lnTo>
                  <a:lnTo>
                    <a:pt x="450837" y="278257"/>
                  </a:lnTo>
                  <a:lnTo>
                    <a:pt x="482638" y="298754"/>
                  </a:lnTo>
                  <a:lnTo>
                    <a:pt x="521576" y="306273"/>
                  </a:lnTo>
                  <a:lnTo>
                    <a:pt x="560527" y="298754"/>
                  </a:lnTo>
                  <a:lnTo>
                    <a:pt x="592340" y="278257"/>
                  </a:lnTo>
                  <a:lnTo>
                    <a:pt x="613791" y="247853"/>
                  </a:lnTo>
                  <a:lnTo>
                    <a:pt x="621512" y="211289"/>
                  </a:lnTo>
                  <a:lnTo>
                    <a:pt x="631532" y="217741"/>
                  </a:lnTo>
                  <a:lnTo>
                    <a:pt x="677672" y="226631"/>
                  </a:lnTo>
                  <a:lnTo>
                    <a:pt x="723798" y="217741"/>
                  </a:lnTo>
                  <a:lnTo>
                    <a:pt x="761466" y="193471"/>
                  </a:lnTo>
                  <a:lnTo>
                    <a:pt x="786866" y="157467"/>
                  </a:lnTo>
                  <a:lnTo>
                    <a:pt x="796188" y="113347"/>
                  </a:lnTo>
                  <a:close/>
                </a:path>
              </a:pathLst>
            </a:custGeom>
            <a:solidFill>
              <a:srgbClr val="D1ECE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8" name="object 78" descr=""/>
          <p:cNvGrpSpPr/>
          <p:nvPr/>
        </p:nvGrpSpPr>
        <p:grpSpPr>
          <a:xfrm>
            <a:off x="1387800" y="1682993"/>
            <a:ext cx="2493010" cy="2442210"/>
            <a:chOff x="1387800" y="1682993"/>
            <a:chExt cx="2493010" cy="2442210"/>
          </a:xfrm>
        </p:grpSpPr>
        <p:sp>
          <p:nvSpPr>
            <p:cNvPr id="79" name="object 79" descr=""/>
            <p:cNvSpPr/>
            <p:nvPr/>
          </p:nvSpPr>
          <p:spPr>
            <a:xfrm>
              <a:off x="1387800" y="3046032"/>
              <a:ext cx="2493010" cy="1078865"/>
            </a:xfrm>
            <a:custGeom>
              <a:avLst/>
              <a:gdLst/>
              <a:ahLst/>
              <a:cxnLst/>
              <a:rect l="l" t="t" r="r" b="b"/>
              <a:pathLst>
                <a:path w="2493010" h="1078864">
                  <a:moveTo>
                    <a:pt x="2492992" y="0"/>
                  </a:moveTo>
                  <a:lnTo>
                    <a:pt x="0" y="0"/>
                  </a:lnTo>
                  <a:lnTo>
                    <a:pt x="0" y="1078783"/>
                  </a:lnTo>
                  <a:lnTo>
                    <a:pt x="2492992" y="1078783"/>
                  </a:lnTo>
                  <a:lnTo>
                    <a:pt x="2492992" y="0"/>
                  </a:lnTo>
                  <a:close/>
                </a:path>
              </a:pathLst>
            </a:custGeom>
            <a:solidFill>
              <a:srgbClr val="47A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495703" y="3477140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676" y="0"/>
                  </a:moveTo>
                  <a:lnTo>
                    <a:pt x="0" y="0"/>
                  </a:lnTo>
                  <a:lnTo>
                    <a:pt x="0" y="143210"/>
                  </a:lnTo>
                  <a:lnTo>
                    <a:pt x="126676" y="143210"/>
                  </a:lnTo>
                  <a:lnTo>
                    <a:pt x="126676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653467" y="3477140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687" y="0"/>
                  </a:moveTo>
                  <a:lnTo>
                    <a:pt x="0" y="0"/>
                  </a:lnTo>
                  <a:lnTo>
                    <a:pt x="0" y="143210"/>
                  </a:lnTo>
                  <a:lnTo>
                    <a:pt x="126687" y="143210"/>
                  </a:lnTo>
                  <a:lnTo>
                    <a:pt x="1266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811223" y="3477151"/>
              <a:ext cx="284480" cy="143510"/>
            </a:xfrm>
            <a:custGeom>
              <a:avLst/>
              <a:gdLst/>
              <a:ahLst/>
              <a:cxnLst/>
              <a:rect l="l" t="t" r="r" b="b"/>
              <a:pathLst>
                <a:path w="284480" h="143510">
                  <a:moveTo>
                    <a:pt x="126707" y="0"/>
                  </a:moveTo>
                  <a:lnTo>
                    <a:pt x="0" y="0"/>
                  </a:lnTo>
                  <a:lnTo>
                    <a:pt x="0" y="143205"/>
                  </a:lnTo>
                  <a:lnTo>
                    <a:pt x="126707" y="143205"/>
                  </a:lnTo>
                  <a:lnTo>
                    <a:pt x="126707" y="0"/>
                  </a:lnTo>
                  <a:close/>
                </a:path>
                <a:path w="284480" h="143510">
                  <a:moveTo>
                    <a:pt x="284480" y="0"/>
                  </a:moveTo>
                  <a:lnTo>
                    <a:pt x="157759" y="0"/>
                  </a:lnTo>
                  <a:lnTo>
                    <a:pt x="157759" y="143205"/>
                  </a:lnTo>
                  <a:lnTo>
                    <a:pt x="284480" y="143205"/>
                  </a:lnTo>
                  <a:lnTo>
                    <a:pt x="284480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2126742" y="3477151"/>
              <a:ext cx="284480" cy="143510"/>
            </a:xfrm>
            <a:custGeom>
              <a:avLst/>
              <a:gdLst/>
              <a:ahLst/>
              <a:cxnLst/>
              <a:rect l="l" t="t" r="r" b="b"/>
              <a:pathLst>
                <a:path w="284480" h="143510">
                  <a:moveTo>
                    <a:pt x="126720" y="0"/>
                  </a:moveTo>
                  <a:lnTo>
                    <a:pt x="0" y="0"/>
                  </a:lnTo>
                  <a:lnTo>
                    <a:pt x="0" y="143205"/>
                  </a:lnTo>
                  <a:lnTo>
                    <a:pt x="126720" y="143205"/>
                  </a:lnTo>
                  <a:lnTo>
                    <a:pt x="126720" y="0"/>
                  </a:lnTo>
                  <a:close/>
                </a:path>
                <a:path w="284480" h="143510">
                  <a:moveTo>
                    <a:pt x="284480" y="0"/>
                  </a:moveTo>
                  <a:lnTo>
                    <a:pt x="157784" y="0"/>
                  </a:lnTo>
                  <a:lnTo>
                    <a:pt x="157784" y="143205"/>
                  </a:lnTo>
                  <a:lnTo>
                    <a:pt x="284480" y="143205"/>
                  </a:lnTo>
                  <a:lnTo>
                    <a:pt x="2844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495691" y="3477151"/>
              <a:ext cx="1073785" cy="304165"/>
            </a:xfrm>
            <a:custGeom>
              <a:avLst/>
              <a:gdLst/>
              <a:ahLst/>
              <a:cxnLst/>
              <a:rect l="l" t="t" r="r" b="b"/>
              <a:pathLst>
                <a:path w="1073785" h="304164">
                  <a:moveTo>
                    <a:pt x="126682" y="160705"/>
                  </a:moveTo>
                  <a:lnTo>
                    <a:pt x="0" y="160705"/>
                  </a:lnTo>
                  <a:lnTo>
                    <a:pt x="0" y="303949"/>
                  </a:lnTo>
                  <a:lnTo>
                    <a:pt x="126682" y="303949"/>
                  </a:lnTo>
                  <a:lnTo>
                    <a:pt x="126682" y="160705"/>
                  </a:lnTo>
                  <a:close/>
                </a:path>
                <a:path w="1073785" h="304164">
                  <a:moveTo>
                    <a:pt x="1073302" y="0"/>
                  </a:moveTo>
                  <a:lnTo>
                    <a:pt x="946607" y="0"/>
                  </a:lnTo>
                  <a:lnTo>
                    <a:pt x="946607" y="143205"/>
                  </a:lnTo>
                  <a:lnTo>
                    <a:pt x="1073302" y="143205"/>
                  </a:lnTo>
                  <a:lnTo>
                    <a:pt x="1073302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653467" y="3637857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687" y="0"/>
                  </a:moveTo>
                  <a:lnTo>
                    <a:pt x="0" y="0"/>
                  </a:lnTo>
                  <a:lnTo>
                    <a:pt x="0" y="143241"/>
                  </a:lnTo>
                  <a:lnTo>
                    <a:pt x="126687" y="143241"/>
                  </a:lnTo>
                  <a:lnTo>
                    <a:pt x="1266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811232" y="3637857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708" y="0"/>
                  </a:moveTo>
                  <a:lnTo>
                    <a:pt x="0" y="0"/>
                  </a:lnTo>
                  <a:lnTo>
                    <a:pt x="0" y="143241"/>
                  </a:lnTo>
                  <a:lnTo>
                    <a:pt x="126708" y="143241"/>
                  </a:lnTo>
                  <a:lnTo>
                    <a:pt x="126708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968982" y="3637857"/>
              <a:ext cx="442595" cy="143510"/>
            </a:xfrm>
            <a:custGeom>
              <a:avLst/>
              <a:gdLst/>
              <a:ahLst/>
              <a:cxnLst/>
              <a:rect l="l" t="t" r="r" b="b"/>
              <a:pathLst>
                <a:path w="442594" h="143510">
                  <a:moveTo>
                    <a:pt x="126720" y="0"/>
                  </a:moveTo>
                  <a:lnTo>
                    <a:pt x="0" y="0"/>
                  </a:lnTo>
                  <a:lnTo>
                    <a:pt x="0" y="143243"/>
                  </a:lnTo>
                  <a:lnTo>
                    <a:pt x="126720" y="143243"/>
                  </a:lnTo>
                  <a:lnTo>
                    <a:pt x="126720" y="0"/>
                  </a:lnTo>
                  <a:close/>
                </a:path>
                <a:path w="442594" h="143510">
                  <a:moveTo>
                    <a:pt x="284480" y="0"/>
                  </a:moveTo>
                  <a:lnTo>
                    <a:pt x="157759" y="0"/>
                  </a:lnTo>
                  <a:lnTo>
                    <a:pt x="157759" y="143243"/>
                  </a:lnTo>
                  <a:lnTo>
                    <a:pt x="284480" y="143243"/>
                  </a:lnTo>
                  <a:lnTo>
                    <a:pt x="284480" y="0"/>
                  </a:lnTo>
                  <a:close/>
                </a:path>
                <a:path w="442594" h="143510">
                  <a:moveTo>
                    <a:pt x="442239" y="0"/>
                  </a:moveTo>
                  <a:lnTo>
                    <a:pt x="315544" y="0"/>
                  </a:lnTo>
                  <a:lnTo>
                    <a:pt x="315544" y="143243"/>
                  </a:lnTo>
                  <a:lnTo>
                    <a:pt x="442239" y="143243"/>
                  </a:lnTo>
                  <a:lnTo>
                    <a:pt x="442239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2442302" y="3637857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697" y="0"/>
                  </a:moveTo>
                  <a:lnTo>
                    <a:pt x="0" y="0"/>
                  </a:lnTo>
                  <a:lnTo>
                    <a:pt x="0" y="143241"/>
                  </a:lnTo>
                  <a:lnTo>
                    <a:pt x="126697" y="143241"/>
                  </a:lnTo>
                  <a:lnTo>
                    <a:pt x="126697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495703" y="3156448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676" y="0"/>
                  </a:moveTo>
                  <a:lnTo>
                    <a:pt x="0" y="0"/>
                  </a:lnTo>
                  <a:lnTo>
                    <a:pt x="0" y="143210"/>
                  </a:lnTo>
                  <a:lnTo>
                    <a:pt x="126676" y="143210"/>
                  </a:lnTo>
                  <a:lnTo>
                    <a:pt x="126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653467" y="3156448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687" y="0"/>
                  </a:moveTo>
                  <a:lnTo>
                    <a:pt x="0" y="0"/>
                  </a:lnTo>
                  <a:lnTo>
                    <a:pt x="0" y="143210"/>
                  </a:lnTo>
                  <a:lnTo>
                    <a:pt x="126687" y="143210"/>
                  </a:lnTo>
                  <a:lnTo>
                    <a:pt x="126687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811223" y="3156451"/>
              <a:ext cx="284480" cy="143510"/>
            </a:xfrm>
            <a:custGeom>
              <a:avLst/>
              <a:gdLst/>
              <a:ahLst/>
              <a:cxnLst/>
              <a:rect l="l" t="t" r="r" b="b"/>
              <a:pathLst>
                <a:path w="284480" h="143510">
                  <a:moveTo>
                    <a:pt x="126707" y="0"/>
                  </a:moveTo>
                  <a:lnTo>
                    <a:pt x="0" y="0"/>
                  </a:lnTo>
                  <a:lnTo>
                    <a:pt x="0" y="143217"/>
                  </a:lnTo>
                  <a:lnTo>
                    <a:pt x="126707" y="143217"/>
                  </a:lnTo>
                  <a:lnTo>
                    <a:pt x="126707" y="0"/>
                  </a:lnTo>
                  <a:close/>
                </a:path>
                <a:path w="284480" h="143510">
                  <a:moveTo>
                    <a:pt x="284480" y="0"/>
                  </a:moveTo>
                  <a:lnTo>
                    <a:pt x="157759" y="0"/>
                  </a:lnTo>
                  <a:lnTo>
                    <a:pt x="157759" y="143217"/>
                  </a:lnTo>
                  <a:lnTo>
                    <a:pt x="284480" y="143217"/>
                  </a:lnTo>
                  <a:lnTo>
                    <a:pt x="2844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2126742" y="3156451"/>
              <a:ext cx="284480" cy="143510"/>
            </a:xfrm>
            <a:custGeom>
              <a:avLst/>
              <a:gdLst/>
              <a:ahLst/>
              <a:cxnLst/>
              <a:rect l="l" t="t" r="r" b="b"/>
              <a:pathLst>
                <a:path w="284480" h="143510">
                  <a:moveTo>
                    <a:pt x="126720" y="0"/>
                  </a:moveTo>
                  <a:lnTo>
                    <a:pt x="0" y="0"/>
                  </a:lnTo>
                  <a:lnTo>
                    <a:pt x="0" y="143217"/>
                  </a:lnTo>
                  <a:lnTo>
                    <a:pt x="126720" y="143217"/>
                  </a:lnTo>
                  <a:lnTo>
                    <a:pt x="126720" y="0"/>
                  </a:lnTo>
                  <a:close/>
                </a:path>
                <a:path w="284480" h="143510">
                  <a:moveTo>
                    <a:pt x="284480" y="0"/>
                  </a:moveTo>
                  <a:lnTo>
                    <a:pt x="157784" y="0"/>
                  </a:lnTo>
                  <a:lnTo>
                    <a:pt x="157784" y="143217"/>
                  </a:lnTo>
                  <a:lnTo>
                    <a:pt x="284480" y="143217"/>
                  </a:lnTo>
                  <a:lnTo>
                    <a:pt x="284480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2442302" y="3156448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697" y="0"/>
                  </a:moveTo>
                  <a:lnTo>
                    <a:pt x="0" y="0"/>
                  </a:lnTo>
                  <a:lnTo>
                    <a:pt x="0" y="143210"/>
                  </a:lnTo>
                  <a:lnTo>
                    <a:pt x="126697" y="143210"/>
                  </a:lnTo>
                  <a:lnTo>
                    <a:pt x="1266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495691" y="3317169"/>
              <a:ext cx="284480" cy="143510"/>
            </a:xfrm>
            <a:custGeom>
              <a:avLst/>
              <a:gdLst/>
              <a:ahLst/>
              <a:cxnLst/>
              <a:rect l="l" t="t" r="r" b="b"/>
              <a:pathLst>
                <a:path w="284480" h="143510">
                  <a:moveTo>
                    <a:pt x="126682" y="0"/>
                  </a:moveTo>
                  <a:lnTo>
                    <a:pt x="0" y="0"/>
                  </a:lnTo>
                  <a:lnTo>
                    <a:pt x="0" y="143217"/>
                  </a:lnTo>
                  <a:lnTo>
                    <a:pt x="126682" y="143217"/>
                  </a:lnTo>
                  <a:lnTo>
                    <a:pt x="126682" y="0"/>
                  </a:lnTo>
                  <a:close/>
                </a:path>
                <a:path w="284480" h="143510">
                  <a:moveTo>
                    <a:pt x="284454" y="0"/>
                  </a:moveTo>
                  <a:lnTo>
                    <a:pt x="157772" y="0"/>
                  </a:lnTo>
                  <a:lnTo>
                    <a:pt x="157772" y="143217"/>
                  </a:lnTo>
                  <a:lnTo>
                    <a:pt x="284454" y="143217"/>
                  </a:lnTo>
                  <a:lnTo>
                    <a:pt x="284454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811232" y="3317166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708" y="0"/>
                  </a:moveTo>
                  <a:lnTo>
                    <a:pt x="0" y="0"/>
                  </a:lnTo>
                  <a:lnTo>
                    <a:pt x="0" y="143210"/>
                  </a:lnTo>
                  <a:lnTo>
                    <a:pt x="126708" y="143210"/>
                  </a:lnTo>
                  <a:lnTo>
                    <a:pt x="126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968982" y="3317169"/>
              <a:ext cx="284480" cy="143510"/>
            </a:xfrm>
            <a:custGeom>
              <a:avLst/>
              <a:gdLst/>
              <a:ahLst/>
              <a:cxnLst/>
              <a:rect l="l" t="t" r="r" b="b"/>
              <a:pathLst>
                <a:path w="284480" h="143510">
                  <a:moveTo>
                    <a:pt x="126720" y="0"/>
                  </a:moveTo>
                  <a:lnTo>
                    <a:pt x="0" y="0"/>
                  </a:lnTo>
                  <a:lnTo>
                    <a:pt x="0" y="143217"/>
                  </a:lnTo>
                  <a:lnTo>
                    <a:pt x="126720" y="143217"/>
                  </a:lnTo>
                  <a:lnTo>
                    <a:pt x="126720" y="0"/>
                  </a:lnTo>
                  <a:close/>
                </a:path>
                <a:path w="284480" h="143510">
                  <a:moveTo>
                    <a:pt x="284480" y="0"/>
                  </a:moveTo>
                  <a:lnTo>
                    <a:pt x="157759" y="0"/>
                  </a:lnTo>
                  <a:lnTo>
                    <a:pt x="157759" y="143217"/>
                  </a:lnTo>
                  <a:lnTo>
                    <a:pt x="284480" y="143217"/>
                  </a:lnTo>
                  <a:lnTo>
                    <a:pt x="284480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2284527" y="3317166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697" y="0"/>
                  </a:moveTo>
                  <a:lnTo>
                    <a:pt x="0" y="0"/>
                  </a:lnTo>
                  <a:lnTo>
                    <a:pt x="0" y="143210"/>
                  </a:lnTo>
                  <a:lnTo>
                    <a:pt x="126697" y="143210"/>
                  </a:lnTo>
                  <a:lnTo>
                    <a:pt x="126697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2442302" y="3317166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697" y="0"/>
                  </a:moveTo>
                  <a:lnTo>
                    <a:pt x="0" y="0"/>
                  </a:lnTo>
                  <a:lnTo>
                    <a:pt x="0" y="143210"/>
                  </a:lnTo>
                  <a:lnTo>
                    <a:pt x="126697" y="143210"/>
                  </a:lnTo>
                  <a:lnTo>
                    <a:pt x="1266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2699614" y="3317166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676" y="0"/>
                  </a:moveTo>
                  <a:lnTo>
                    <a:pt x="0" y="0"/>
                  </a:lnTo>
                  <a:lnTo>
                    <a:pt x="0" y="143220"/>
                  </a:lnTo>
                  <a:lnTo>
                    <a:pt x="126676" y="143220"/>
                  </a:lnTo>
                  <a:lnTo>
                    <a:pt x="126676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2857378" y="3317166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687" y="0"/>
                  </a:moveTo>
                  <a:lnTo>
                    <a:pt x="0" y="0"/>
                  </a:lnTo>
                  <a:lnTo>
                    <a:pt x="0" y="143220"/>
                  </a:lnTo>
                  <a:lnTo>
                    <a:pt x="126687" y="143220"/>
                  </a:lnTo>
                  <a:lnTo>
                    <a:pt x="1266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3015132" y="3317169"/>
              <a:ext cx="284480" cy="143510"/>
            </a:xfrm>
            <a:custGeom>
              <a:avLst/>
              <a:gdLst/>
              <a:ahLst/>
              <a:cxnLst/>
              <a:rect l="l" t="t" r="r" b="b"/>
              <a:pathLst>
                <a:path w="284479" h="143510">
                  <a:moveTo>
                    <a:pt x="126695" y="0"/>
                  </a:moveTo>
                  <a:lnTo>
                    <a:pt x="0" y="0"/>
                  </a:lnTo>
                  <a:lnTo>
                    <a:pt x="0" y="143217"/>
                  </a:lnTo>
                  <a:lnTo>
                    <a:pt x="126695" y="143217"/>
                  </a:lnTo>
                  <a:lnTo>
                    <a:pt x="126695" y="0"/>
                  </a:lnTo>
                  <a:close/>
                </a:path>
                <a:path w="284479" h="143510">
                  <a:moveTo>
                    <a:pt x="284454" y="0"/>
                  </a:moveTo>
                  <a:lnTo>
                    <a:pt x="157759" y="0"/>
                  </a:lnTo>
                  <a:lnTo>
                    <a:pt x="157759" y="143217"/>
                  </a:lnTo>
                  <a:lnTo>
                    <a:pt x="284454" y="143217"/>
                  </a:lnTo>
                  <a:lnTo>
                    <a:pt x="284454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3330664" y="3317169"/>
              <a:ext cx="284480" cy="143510"/>
            </a:xfrm>
            <a:custGeom>
              <a:avLst/>
              <a:gdLst/>
              <a:ahLst/>
              <a:cxnLst/>
              <a:rect l="l" t="t" r="r" b="b"/>
              <a:pathLst>
                <a:path w="284479" h="143510">
                  <a:moveTo>
                    <a:pt x="126695" y="0"/>
                  </a:moveTo>
                  <a:lnTo>
                    <a:pt x="0" y="0"/>
                  </a:lnTo>
                  <a:lnTo>
                    <a:pt x="0" y="143217"/>
                  </a:lnTo>
                  <a:lnTo>
                    <a:pt x="126695" y="143217"/>
                  </a:lnTo>
                  <a:lnTo>
                    <a:pt x="126695" y="0"/>
                  </a:lnTo>
                  <a:close/>
                </a:path>
                <a:path w="284479" h="143510">
                  <a:moveTo>
                    <a:pt x="284467" y="0"/>
                  </a:moveTo>
                  <a:lnTo>
                    <a:pt x="157772" y="0"/>
                  </a:lnTo>
                  <a:lnTo>
                    <a:pt x="157772" y="143217"/>
                  </a:lnTo>
                  <a:lnTo>
                    <a:pt x="284467" y="143217"/>
                  </a:lnTo>
                  <a:lnTo>
                    <a:pt x="2844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2699613" y="3156438"/>
              <a:ext cx="1073785" cy="304165"/>
            </a:xfrm>
            <a:custGeom>
              <a:avLst/>
              <a:gdLst/>
              <a:ahLst/>
              <a:cxnLst/>
              <a:rect l="l" t="t" r="r" b="b"/>
              <a:pathLst>
                <a:path w="1073785" h="304164">
                  <a:moveTo>
                    <a:pt x="126669" y="0"/>
                  </a:moveTo>
                  <a:lnTo>
                    <a:pt x="0" y="0"/>
                  </a:lnTo>
                  <a:lnTo>
                    <a:pt x="0" y="143217"/>
                  </a:lnTo>
                  <a:lnTo>
                    <a:pt x="126669" y="143217"/>
                  </a:lnTo>
                  <a:lnTo>
                    <a:pt x="126669" y="0"/>
                  </a:lnTo>
                  <a:close/>
                </a:path>
                <a:path w="1073785" h="304164">
                  <a:moveTo>
                    <a:pt x="1073277" y="160731"/>
                  </a:moveTo>
                  <a:lnTo>
                    <a:pt x="946581" y="160731"/>
                  </a:lnTo>
                  <a:lnTo>
                    <a:pt x="946581" y="303949"/>
                  </a:lnTo>
                  <a:lnTo>
                    <a:pt x="1073277" y="303949"/>
                  </a:lnTo>
                  <a:lnTo>
                    <a:pt x="1073277" y="160731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2857378" y="3156437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687" y="0"/>
                  </a:moveTo>
                  <a:lnTo>
                    <a:pt x="0" y="0"/>
                  </a:lnTo>
                  <a:lnTo>
                    <a:pt x="0" y="143210"/>
                  </a:lnTo>
                  <a:lnTo>
                    <a:pt x="126687" y="143210"/>
                  </a:lnTo>
                  <a:lnTo>
                    <a:pt x="1266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3015132" y="3156438"/>
              <a:ext cx="758190" cy="143510"/>
            </a:xfrm>
            <a:custGeom>
              <a:avLst/>
              <a:gdLst/>
              <a:ahLst/>
              <a:cxnLst/>
              <a:rect l="l" t="t" r="r" b="b"/>
              <a:pathLst>
                <a:path w="758189" h="143510">
                  <a:moveTo>
                    <a:pt x="126695" y="0"/>
                  </a:moveTo>
                  <a:lnTo>
                    <a:pt x="0" y="0"/>
                  </a:lnTo>
                  <a:lnTo>
                    <a:pt x="0" y="143217"/>
                  </a:lnTo>
                  <a:lnTo>
                    <a:pt x="126695" y="143217"/>
                  </a:lnTo>
                  <a:lnTo>
                    <a:pt x="126695" y="0"/>
                  </a:lnTo>
                  <a:close/>
                </a:path>
                <a:path w="758189" h="143510">
                  <a:moveTo>
                    <a:pt x="284454" y="0"/>
                  </a:moveTo>
                  <a:lnTo>
                    <a:pt x="157759" y="0"/>
                  </a:lnTo>
                  <a:lnTo>
                    <a:pt x="157759" y="143217"/>
                  </a:lnTo>
                  <a:lnTo>
                    <a:pt x="284454" y="143217"/>
                  </a:lnTo>
                  <a:lnTo>
                    <a:pt x="284454" y="0"/>
                  </a:lnTo>
                  <a:close/>
                </a:path>
                <a:path w="758189" h="143510">
                  <a:moveTo>
                    <a:pt x="442226" y="0"/>
                  </a:moveTo>
                  <a:lnTo>
                    <a:pt x="315531" y="0"/>
                  </a:lnTo>
                  <a:lnTo>
                    <a:pt x="315531" y="143217"/>
                  </a:lnTo>
                  <a:lnTo>
                    <a:pt x="442226" y="143217"/>
                  </a:lnTo>
                  <a:lnTo>
                    <a:pt x="442226" y="0"/>
                  </a:lnTo>
                  <a:close/>
                </a:path>
                <a:path w="758189" h="143510">
                  <a:moveTo>
                    <a:pt x="599998" y="0"/>
                  </a:moveTo>
                  <a:lnTo>
                    <a:pt x="473303" y="0"/>
                  </a:lnTo>
                  <a:lnTo>
                    <a:pt x="473303" y="143217"/>
                  </a:lnTo>
                  <a:lnTo>
                    <a:pt x="599998" y="143217"/>
                  </a:lnTo>
                  <a:lnTo>
                    <a:pt x="599998" y="0"/>
                  </a:lnTo>
                  <a:close/>
                </a:path>
                <a:path w="758189" h="143510">
                  <a:moveTo>
                    <a:pt x="757758" y="0"/>
                  </a:moveTo>
                  <a:lnTo>
                    <a:pt x="631063" y="0"/>
                  </a:lnTo>
                  <a:lnTo>
                    <a:pt x="631063" y="143217"/>
                  </a:lnTo>
                  <a:lnTo>
                    <a:pt x="757758" y="143217"/>
                  </a:lnTo>
                  <a:lnTo>
                    <a:pt x="757758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2699614" y="3637857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676" y="0"/>
                  </a:moveTo>
                  <a:lnTo>
                    <a:pt x="0" y="0"/>
                  </a:lnTo>
                  <a:lnTo>
                    <a:pt x="0" y="143241"/>
                  </a:lnTo>
                  <a:lnTo>
                    <a:pt x="126676" y="143241"/>
                  </a:lnTo>
                  <a:lnTo>
                    <a:pt x="126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2857378" y="3637857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687" y="0"/>
                  </a:moveTo>
                  <a:lnTo>
                    <a:pt x="0" y="0"/>
                  </a:lnTo>
                  <a:lnTo>
                    <a:pt x="0" y="143241"/>
                  </a:lnTo>
                  <a:lnTo>
                    <a:pt x="126687" y="143241"/>
                  </a:lnTo>
                  <a:lnTo>
                    <a:pt x="126687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3015132" y="3637857"/>
              <a:ext cx="284480" cy="143510"/>
            </a:xfrm>
            <a:custGeom>
              <a:avLst/>
              <a:gdLst/>
              <a:ahLst/>
              <a:cxnLst/>
              <a:rect l="l" t="t" r="r" b="b"/>
              <a:pathLst>
                <a:path w="284479" h="143510">
                  <a:moveTo>
                    <a:pt x="126695" y="0"/>
                  </a:moveTo>
                  <a:lnTo>
                    <a:pt x="0" y="0"/>
                  </a:lnTo>
                  <a:lnTo>
                    <a:pt x="0" y="143243"/>
                  </a:lnTo>
                  <a:lnTo>
                    <a:pt x="126695" y="143243"/>
                  </a:lnTo>
                  <a:lnTo>
                    <a:pt x="126695" y="0"/>
                  </a:lnTo>
                  <a:close/>
                </a:path>
                <a:path w="284479" h="143510">
                  <a:moveTo>
                    <a:pt x="284454" y="0"/>
                  </a:moveTo>
                  <a:lnTo>
                    <a:pt x="157759" y="0"/>
                  </a:lnTo>
                  <a:lnTo>
                    <a:pt x="157759" y="143243"/>
                  </a:lnTo>
                  <a:lnTo>
                    <a:pt x="284454" y="143243"/>
                  </a:lnTo>
                  <a:lnTo>
                    <a:pt x="2844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3330664" y="3637857"/>
              <a:ext cx="284480" cy="143510"/>
            </a:xfrm>
            <a:custGeom>
              <a:avLst/>
              <a:gdLst/>
              <a:ahLst/>
              <a:cxnLst/>
              <a:rect l="l" t="t" r="r" b="b"/>
              <a:pathLst>
                <a:path w="284479" h="143510">
                  <a:moveTo>
                    <a:pt x="126695" y="0"/>
                  </a:moveTo>
                  <a:lnTo>
                    <a:pt x="0" y="0"/>
                  </a:lnTo>
                  <a:lnTo>
                    <a:pt x="0" y="143243"/>
                  </a:lnTo>
                  <a:lnTo>
                    <a:pt x="126695" y="143243"/>
                  </a:lnTo>
                  <a:lnTo>
                    <a:pt x="126695" y="0"/>
                  </a:lnTo>
                  <a:close/>
                </a:path>
                <a:path w="284479" h="143510">
                  <a:moveTo>
                    <a:pt x="284467" y="0"/>
                  </a:moveTo>
                  <a:lnTo>
                    <a:pt x="157772" y="0"/>
                  </a:lnTo>
                  <a:lnTo>
                    <a:pt x="157772" y="143243"/>
                  </a:lnTo>
                  <a:lnTo>
                    <a:pt x="284467" y="143243"/>
                  </a:lnTo>
                  <a:lnTo>
                    <a:pt x="284467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3646203" y="3637857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697" y="0"/>
                  </a:moveTo>
                  <a:lnTo>
                    <a:pt x="0" y="0"/>
                  </a:lnTo>
                  <a:lnTo>
                    <a:pt x="0" y="143241"/>
                  </a:lnTo>
                  <a:lnTo>
                    <a:pt x="126697" y="143241"/>
                  </a:lnTo>
                  <a:lnTo>
                    <a:pt x="1266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2699613" y="3477151"/>
              <a:ext cx="284480" cy="143510"/>
            </a:xfrm>
            <a:custGeom>
              <a:avLst/>
              <a:gdLst/>
              <a:ahLst/>
              <a:cxnLst/>
              <a:rect l="l" t="t" r="r" b="b"/>
              <a:pathLst>
                <a:path w="284480" h="143510">
                  <a:moveTo>
                    <a:pt x="126669" y="0"/>
                  </a:moveTo>
                  <a:lnTo>
                    <a:pt x="0" y="0"/>
                  </a:lnTo>
                  <a:lnTo>
                    <a:pt x="0" y="143205"/>
                  </a:lnTo>
                  <a:lnTo>
                    <a:pt x="126669" y="143205"/>
                  </a:lnTo>
                  <a:lnTo>
                    <a:pt x="126669" y="0"/>
                  </a:lnTo>
                  <a:close/>
                </a:path>
                <a:path w="284480" h="143510">
                  <a:moveTo>
                    <a:pt x="284441" y="0"/>
                  </a:moveTo>
                  <a:lnTo>
                    <a:pt x="157759" y="0"/>
                  </a:lnTo>
                  <a:lnTo>
                    <a:pt x="157759" y="143205"/>
                  </a:lnTo>
                  <a:lnTo>
                    <a:pt x="284441" y="143205"/>
                  </a:lnTo>
                  <a:lnTo>
                    <a:pt x="28444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3015133" y="3477150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697" y="0"/>
                  </a:moveTo>
                  <a:lnTo>
                    <a:pt x="0" y="0"/>
                  </a:lnTo>
                  <a:lnTo>
                    <a:pt x="0" y="143199"/>
                  </a:lnTo>
                  <a:lnTo>
                    <a:pt x="126697" y="143199"/>
                  </a:lnTo>
                  <a:lnTo>
                    <a:pt x="1266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3172891" y="3477151"/>
              <a:ext cx="442595" cy="143510"/>
            </a:xfrm>
            <a:custGeom>
              <a:avLst/>
              <a:gdLst/>
              <a:ahLst/>
              <a:cxnLst/>
              <a:rect l="l" t="t" r="r" b="b"/>
              <a:pathLst>
                <a:path w="442595" h="143510">
                  <a:moveTo>
                    <a:pt x="126695" y="0"/>
                  </a:moveTo>
                  <a:lnTo>
                    <a:pt x="0" y="0"/>
                  </a:lnTo>
                  <a:lnTo>
                    <a:pt x="0" y="143205"/>
                  </a:lnTo>
                  <a:lnTo>
                    <a:pt x="126695" y="143205"/>
                  </a:lnTo>
                  <a:lnTo>
                    <a:pt x="126695" y="0"/>
                  </a:lnTo>
                  <a:close/>
                </a:path>
                <a:path w="442595" h="143510">
                  <a:moveTo>
                    <a:pt x="284467" y="0"/>
                  </a:moveTo>
                  <a:lnTo>
                    <a:pt x="157772" y="0"/>
                  </a:lnTo>
                  <a:lnTo>
                    <a:pt x="157772" y="143205"/>
                  </a:lnTo>
                  <a:lnTo>
                    <a:pt x="284467" y="143205"/>
                  </a:lnTo>
                  <a:lnTo>
                    <a:pt x="284467" y="0"/>
                  </a:lnTo>
                  <a:close/>
                </a:path>
                <a:path w="442595" h="143510">
                  <a:moveTo>
                    <a:pt x="442239" y="0"/>
                  </a:moveTo>
                  <a:lnTo>
                    <a:pt x="315544" y="0"/>
                  </a:lnTo>
                  <a:lnTo>
                    <a:pt x="315544" y="143205"/>
                  </a:lnTo>
                  <a:lnTo>
                    <a:pt x="442239" y="143205"/>
                  </a:lnTo>
                  <a:lnTo>
                    <a:pt x="442239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3646203" y="3477150"/>
              <a:ext cx="127000" cy="143510"/>
            </a:xfrm>
            <a:custGeom>
              <a:avLst/>
              <a:gdLst/>
              <a:ahLst/>
              <a:cxnLst/>
              <a:rect l="l" t="t" r="r" b="b"/>
              <a:pathLst>
                <a:path w="127000" h="143510">
                  <a:moveTo>
                    <a:pt x="126697" y="0"/>
                  </a:moveTo>
                  <a:lnTo>
                    <a:pt x="0" y="0"/>
                  </a:lnTo>
                  <a:lnTo>
                    <a:pt x="0" y="143199"/>
                  </a:lnTo>
                  <a:lnTo>
                    <a:pt x="126697" y="143199"/>
                  </a:lnTo>
                  <a:lnTo>
                    <a:pt x="1266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3206404" y="2948276"/>
              <a:ext cx="553085" cy="97790"/>
            </a:xfrm>
            <a:custGeom>
              <a:avLst/>
              <a:gdLst/>
              <a:ahLst/>
              <a:cxnLst/>
              <a:rect l="l" t="t" r="r" b="b"/>
              <a:pathLst>
                <a:path w="553085" h="97789">
                  <a:moveTo>
                    <a:pt x="552768" y="0"/>
                  </a:moveTo>
                  <a:lnTo>
                    <a:pt x="0" y="0"/>
                  </a:lnTo>
                  <a:lnTo>
                    <a:pt x="0" y="97745"/>
                  </a:lnTo>
                  <a:lnTo>
                    <a:pt x="552768" y="97745"/>
                  </a:lnTo>
                  <a:lnTo>
                    <a:pt x="552768" y="0"/>
                  </a:lnTo>
                  <a:close/>
                </a:path>
              </a:pathLst>
            </a:custGeom>
            <a:solidFill>
              <a:srgbClr val="78C2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3307143" y="2150814"/>
              <a:ext cx="327025" cy="398780"/>
            </a:xfrm>
            <a:custGeom>
              <a:avLst/>
              <a:gdLst/>
              <a:ahLst/>
              <a:cxnLst/>
              <a:rect l="l" t="t" r="r" b="b"/>
              <a:pathLst>
                <a:path w="327025" h="398780">
                  <a:moveTo>
                    <a:pt x="311277" y="132930"/>
                  </a:moveTo>
                  <a:lnTo>
                    <a:pt x="303568" y="0"/>
                  </a:lnTo>
                  <a:lnTo>
                    <a:pt x="23114" y="0"/>
                  </a:lnTo>
                  <a:lnTo>
                    <a:pt x="15417" y="132930"/>
                  </a:lnTo>
                  <a:lnTo>
                    <a:pt x="311277" y="132930"/>
                  </a:lnTo>
                  <a:close/>
                </a:path>
                <a:path w="327025" h="398780">
                  <a:moveTo>
                    <a:pt x="326669" y="398729"/>
                  </a:moveTo>
                  <a:lnTo>
                    <a:pt x="318973" y="265823"/>
                  </a:lnTo>
                  <a:lnTo>
                    <a:pt x="7708" y="265823"/>
                  </a:lnTo>
                  <a:lnTo>
                    <a:pt x="0" y="398729"/>
                  </a:lnTo>
                  <a:lnTo>
                    <a:pt x="326669" y="398729"/>
                  </a:lnTo>
                  <a:close/>
                </a:path>
              </a:pathLst>
            </a:custGeom>
            <a:solidFill>
              <a:srgbClr val="D5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3314852" y="2017921"/>
              <a:ext cx="311785" cy="398780"/>
            </a:xfrm>
            <a:custGeom>
              <a:avLst/>
              <a:gdLst/>
              <a:ahLst/>
              <a:cxnLst/>
              <a:rect l="l" t="t" r="r" b="b"/>
              <a:pathLst>
                <a:path w="311785" h="398780">
                  <a:moveTo>
                    <a:pt x="295859" y="132892"/>
                  </a:moveTo>
                  <a:lnTo>
                    <a:pt x="288137" y="0"/>
                  </a:lnTo>
                  <a:lnTo>
                    <a:pt x="23126" y="0"/>
                  </a:lnTo>
                  <a:lnTo>
                    <a:pt x="15405" y="132892"/>
                  </a:lnTo>
                  <a:lnTo>
                    <a:pt x="295859" y="132892"/>
                  </a:lnTo>
                  <a:close/>
                </a:path>
                <a:path w="311785" h="398780">
                  <a:moveTo>
                    <a:pt x="311264" y="398729"/>
                  </a:moveTo>
                  <a:lnTo>
                    <a:pt x="303555" y="265823"/>
                  </a:lnTo>
                  <a:lnTo>
                    <a:pt x="7708" y="265823"/>
                  </a:lnTo>
                  <a:lnTo>
                    <a:pt x="0" y="398729"/>
                  </a:lnTo>
                  <a:lnTo>
                    <a:pt x="311264" y="398729"/>
                  </a:lnTo>
                  <a:close/>
                </a:path>
              </a:pathLst>
            </a:custGeom>
            <a:solidFill>
              <a:srgbClr val="3184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3291732" y="2682473"/>
              <a:ext cx="357505" cy="133350"/>
            </a:xfrm>
            <a:custGeom>
              <a:avLst/>
              <a:gdLst/>
              <a:ahLst/>
              <a:cxnLst/>
              <a:rect l="l" t="t" r="r" b="b"/>
              <a:pathLst>
                <a:path w="357504" h="133350">
                  <a:moveTo>
                    <a:pt x="349800" y="0"/>
                  </a:moveTo>
                  <a:lnTo>
                    <a:pt x="7717" y="0"/>
                  </a:lnTo>
                  <a:lnTo>
                    <a:pt x="0" y="132896"/>
                  </a:lnTo>
                  <a:lnTo>
                    <a:pt x="357507" y="132896"/>
                  </a:lnTo>
                  <a:lnTo>
                    <a:pt x="349800" y="0"/>
                  </a:lnTo>
                  <a:close/>
                </a:path>
              </a:pathLst>
            </a:custGeom>
            <a:solidFill>
              <a:srgbClr val="D5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3284016" y="2549543"/>
              <a:ext cx="373380" cy="398780"/>
            </a:xfrm>
            <a:custGeom>
              <a:avLst/>
              <a:gdLst/>
              <a:ahLst/>
              <a:cxnLst/>
              <a:rect l="l" t="t" r="r" b="b"/>
              <a:pathLst>
                <a:path w="373379" h="398780">
                  <a:moveTo>
                    <a:pt x="357505" y="132930"/>
                  </a:moveTo>
                  <a:lnTo>
                    <a:pt x="349796" y="0"/>
                  </a:lnTo>
                  <a:lnTo>
                    <a:pt x="23126" y="0"/>
                  </a:lnTo>
                  <a:lnTo>
                    <a:pt x="15430" y="132930"/>
                  </a:lnTo>
                  <a:lnTo>
                    <a:pt x="357505" y="132930"/>
                  </a:lnTo>
                  <a:close/>
                </a:path>
                <a:path w="373379" h="398780">
                  <a:moveTo>
                    <a:pt x="372910" y="398741"/>
                  </a:moveTo>
                  <a:lnTo>
                    <a:pt x="365213" y="265836"/>
                  </a:lnTo>
                  <a:lnTo>
                    <a:pt x="7708" y="265836"/>
                  </a:lnTo>
                  <a:lnTo>
                    <a:pt x="0" y="398741"/>
                  </a:lnTo>
                  <a:lnTo>
                    <a:pt x="372910" y="398741"/>
                  </a:lnTo>
                  <a:close/>
                </a:path>
              </a:pathLst>
            </a:custGeom>
            <a:solidFill>
              <a:srgbClr val="3184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410500" y="2754610"/>
              <a:ext cx="2470785" cy="291465"/>
            </a:xfrm>
            <a:custGeom>
              <a:avLst/>
              <a:gdLst/>
              <a:ahLst/>
              <a:cxnLst/>
              <a:rect l="l" t="t" r="r" b="b"/>
              <a:pathLst>
                <a:path w="2470785" h="291464">
                  <a:moveTo>
                    <a:pt x="613257" y="0"/>
                  </a:moveTo>
                  <a:lnTo>
                    <a:pt x="0" y="291426"/>
                  </a:lnTo>
                  <a:lnTo>
                    <a:pt x="613257" y="291426"/>
                  </a:lnTo>
                  <a:lnTo>
                    <a:pt x="613257" y="0"/>
                  </a:lnTo>
                  <a:close/>
                </a:path>
                <a:path w="2470785" h="291464">
                  <a:moveTo>
                    <a:pt x="1232268" y="0"/>
                  </a:moveTo>
                  <a:lnTo>
                    <a:pt x="619010" y="291426"/>
                  </a:lnTo>
                  <a:lnTo>
                    <a:pt x="1232268" y="291426"/>
                  </a:lnTo>
                  <a:lnTo>
                    <a:pt x="1232268" y="0"/>
                  </a:lnTo>
                  <a:close/>
                </a:path>
                <a:path w="2470785" h="291464">
                  <a:moveTo>
                    <a:pt x="1851266" y="0"/>
                  </a:moveTo>
                  <a:lnTo>
                    <a:pt x="1238008" y="291426"/>
                  </a:lnTo>
                  <a:lnTo>
                    <a:pt x="1851266" y="291426"/>
                  </a:lnTo>
                  <a:lnTo>
                    <a:pt x="1851266" y="0"/>
                  </a:lnTo>
                  <a:close/>
                </a:path>
                <a:path w="2470785" h="291464">
                  <a:moveTo>
                    <a:pt x="2470289" y="0"/>
                  </a:moveTo>
                  <a:lnTo>
                    <a:pt x="1857032" y="291426"/>
                  </a:lnTo>
                  <a:lnTo>
                    <a:pt x="2470289" y="291426"/>
                  </a:lnTo>
                  <a:lnTo>
                    <a:pt x="2470289" y="0"/>
                  </a:lnTo>
                  <a:close/>
                </a:path>
              </a:pathLst>
            </a:custGeom>
            <a:solidFill>
              <a:srgbClr val="77C9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2617012" y="1682997"/>
              <a:ext cx="796290" cy="329565"/>
            </a:xfrm>
            <a:custGeom>
              <a:avLst/>
              <a:gdLst/>
              <a:ahLst/>
              <a:cxnLst/>
              <a:rect l="l" t="t" r="r" b="b"/>
              <a:pathLst>
                <a:path w="796289" h="329564">
                  <a:moveTo>
                    <a:pt x="796213" y="278231"/>
                  </a:moveTo>
                  <a:lnTo>
                    <a:pt x="793457" y="265239"/>
                  </a:lnTo>
                  <a:lnTo>
                    <a:pt x="785977" y="254635"/>
                  </a:lnTo>
                  <a:lnTo>
                    <a:pt x="774877" y="247472"/>
                  </a:lnTo>
                  <a:lnTo>
                    <a:pt x="761288" y="244856"/>
                  </a:lnTo>
                  <a:lnTo>
                    <a:pt x="753262" y="246405"/>
                  </a:lnTo>
                  <a:lnTo>
                    <a:pt x="763612" y="239737"/>
                  </a:lnTo>
                  <a:lnTo>
                    <a:pt x="774204" y="224701"/>
                  </a:lnTo>
                  <a:lnTo>
                    <a:pt x="778090" y="206298"/>
                  </a:lnTo>
                  <a:lnTo>
                    <a:pt x="774204" y="187921"/>
                  </a:lnTo>
                  <a:lnTo>
                    <a:pt x="763612" y="172897"/>
                  </a:lnTo>
                  <a:lnTo>
                    <a:pt x="747903" y="162763"/>
                  </a:lnTo>
                  <a:lnTo>
                    <a:pt x="728649" y="159042"/>
                  </a:lnTo>
                  <a:lnTo>
                    <a:pt x="712431" y="162191"/>
                  </a:lnTo>
                  <a:lnTo>
                    <a:pt x="712304" y="161569"/>
                  </a:lnTo>
                  <a:lnTo>
                    <a:pt x="698652" y="142201"/>
                  </a:lnTo>
                  <a:lnTo>
                    <a:pt x="678395" y="129146"/>
                  </a:lnTo>
                  <a:lnTo>
                    <a:pt x="653592" y="124358"/>
                  </a:lnTo>
                  <a:lnTo>
                    <a:pt x="628789" y="129146"/>
                  </a:lnTo>
                  <a:lnTo>
                    <a:pt x="614807" y="138163"/>
                  </a:lnTo>
                  <a:lnTo>
                    <a:pt x="614413" y="136258"/>
                  </a:lnTo>
                  <a:lnTo>
                    <a:pt x="598297" y="113385"/>
                  </a:lnTo>
                  <a:lnTo>
                    <a:pt x="574382" y="97967"/>
                  </a:lnTo>
                  <a:lnTo>
                    <a:pt x="545109" y="92316"/>
                  </a:lnTo>
                  <a:lnTo>
                    <a:pt x="515835" y="97967"/>
                  </a:lnTo>
                  <a:lnTo>
                    <a:pt x="491921" y="113385"/>
                  </a:lnTo>
                  <a:lnTo>
                    <a:pt x="480682" y="129324"/>
                  </a:lnTo>
                  <a:lnTo>
                    <a:pt x="466356" y="120078"/>
                  </a:lnTo>
                  <a:lnTo>
                    <a:pt x="463016" y="70904"/>
                  </a:lnTo>
                  <a:lnTo>
                    <a:pt x="416572" y="26479"/>
                  </a:lnTo>
                  <a:lnTo>
                    <a:pt x="382600" y="19913"/>
                  </a:lnTo>
                  <a:lnTo>
                    <a:pt x="348627" y="26479"/>
                  </a:lnTo>
                  <a:lnTo>
                    <a:pt x="320878" y="44373"/>
                  </a:lnTo>
                  <a:lnTo>
                    <a:pt x="302171" y="70904"/>
                  </a:lnTo>
                  <a:lnTo>
                    <a:pt x="295313" y="103390"/>
                  </a:lnTo>
                  <a:lnTo>
                    <a:pt x="298729" y="119595"/>
                  </a:lnTo>
                  <a:lnTo>
                    <a:pt x="274612" y="114922"/>
                  </a:lnTo>
                  <a:lnTo>
                    <a:pt x="235661" y="122453"/>
                  </a:lnTo>
                  <a:lnTo>
                    <a:pt x="235026" y="122859"/>
                  </a:lnTo>
                  <a:lnTo>
                    <a:pt x="237045" y="113347"/>
                  </a:lnTo>
                  <a:lnTo>
                    <a:pt x="227723" y="69227"/>
                  </a:lnTo>
                  <a:lnTo>
                    <a:pt x="202336" y="33197"/>
                  </a:lnTo>
                  <a:lnTo>
                    <a:pt x="164655" y="8915"/>
                  </a:lnTo>
                  <a:lnTo>
                    <a:pt x="118516" y="0"/>
                  </a:lnTo>
                  <a:lnTo>
                    <a:pt x="72390" y="8915"/>
                  </a:lnTo>
                  <a:lnTo>
                    <a:pt x="34721" y="33197"/>
                  </a:lnTo>
                  <a:lnTo>
                    <a:pt x="9321" y="69227"/>
                  </a:lnTo>
                  <a:lnTo>
                    <a:pt x="0" y="113347"/>
                  </a:lnTo>
                  <a:lnTo>
                    <a:pt x="9321" y="157454"/>
                  </a:lnTo>
                  <a:lnTo>
                    <a:pt x="34721" y="193484"/>
                  </a:lnTo>
                  <a:lnTo>
                    <a:pt x="72390" y="217779"/>
                  </a:lnTo>
                  <a:lnTo>
                    <a:pt x="118516" y="226682"/>
                  </a:lnTo>
                  <a:lnTo>
                    <a:pt x="164655" y="217779"/>
                  </a:lnTo>
                  <a:lnTo>
                    <a:pt x="174688" y="211315"/>
                  </a:lnTo>
                  <a:lnTo>
                    <a:pt x="182410" y="247853"/>
                  </a:lnTo>
                  <a:lnTo>
                    <a:pt x="203860" y="278269"/>
                  </a:lnTo>
                  <a:lnTo>
                    <a:pt x="235661" y="298780"/>
                  </a:lnTo>
                  <a:lnTo>
                    <a:pt x="274612" y="306298"/>
                  </a:lnTo>
                  <a:lnTo>
                    <a:pt x="313550" y="298780"/>
                  </a:lnTo>
                  <a:lnTo>
                    <a:pt x="345363" y="278269"/>
                  </a:lnTo>
                  <a:lnTo>
                    <a:pt x="364274" y="251447"/>
                  </a:lnTo>
                  <a:lnTo>
                    <a:pt x="369011" y="258140"/>
                  </a:lnTo>
                  <a:lnTo>
                    <a:pt x="397217" y="276326"/>
                  </a:lnTo>
                  <a:lnTo>
                    <a:pt x="431749" y="282994"/>
                  </a:lnTo>
                  <a:lnTo>
                    <a:pt x="466267" y="276326"/>
                  </a:lnTo>
                  <a:lnTo>
                    <a:pt x="472998" y="271983"/>
                  </a:lnTo>
                  <a:lnTo>
                    <a:pt x="475792" y="285203"/>
                  </a:lnTo>
                  <a:lnTo>
                    <a:pt x="491921" y="308063"/>
                  </a:lnTo>
                  <a:lnTo>
                    <a:pt x="515835" y="323481"/>
                  </a:lnTo>
                  <a:lnTo>
                    <a:pt x="545109" y="329133"/>
                  </a:lnTo>
                  <a:lnTo>
                    <a:pt x="574382" y="323481"/>
                  </a:lnTo>
                  <a:lnTo>
                    <a:pt x="598297" y="308063"/>
                  </a:lnTo>
                  <a:lnTo>
                    <a:pt x="614413" y="285203"/>
                  </a:lnTo>
                  <a:lnTo>
                    <a:pt x="620331" y="257200"/>
                  </a:lnTo>
                  <a:lnTo>
                    <a:pt x="615124" y="232600"/>
                  </a:lnTo>
                  <a:lnTo>
                    <a:pt x="628789" y="241401"/>
                  </a:lnTo>
                  <a:lnTo>
                    <a:pt x="653592" y="246189"/>
                  </a:lnTo>
                  <a:lnTo>
                    <a:pt x="678395" y="241401"/>
                  </a:lnTo>
                  <a:lnTo>
                    <a:pt x="689724" y="234099"/>
                  </a:lnTo>
                  <a:lnTo>
                    <a:pt x="693699" y="239737"/>
                  </a:lnTo>
                  <a:lnTo>
                    <a:pt x="709422" y="249859"/>
                  </a:lnTo>
                  <a:lnTo>
                    <a:pt x="728649" y="253580"/>
                  </a:lnTo>
                  <a:lnTo>
                    <a:pt x="742327" y="250939"/>
                  </a:lnTo>
                  <a:lnTo>
                    <a:pt x="736612" y="254635"/>
                  </a:lnTo>
                  <a:lnTo>
                    <a:pt x="729119" y="265239"/>
                  </a:lnTo>
                  <a:lnTo>
                    <a:pt x="726376" y="278231"/>
                  </a:lnTo>
                  <a:lnTo>
                    <a:pt x="729119" y="291223"/>
                  </a:lnTo>
                  <a:lnTo>
                    <a:pt x="736612" y="301840"/>
                  </a:lnTo>
                  <a:lnTo>
                    <a:pt x="747699" y="309003"/>
                  </a:lnTo>
                  <a:lnTo>
                    <a:pt x="761288" y="311619"/>
                  </a:lnTo>
                  <a:lnTo>
                    <a:pt x="774877" y="309003"/>
                  </a:lnTo>
                  <a:lnTo>
                    <a:pt x="785977" y="301840"/>
                  </a:lnTo>
                  <a:lnTo>
                    <a:pt x="793457" y="291223"/>
                  </a:lnTo>
                  <a:lnTo>
                    <a:pt x="796213" y="278231"/>
                  </a:lnTo>
                  <a:close/>
                </a:path>
              </a:pathLst>
            </a:custGeom>
            <a:solidFill>
              <a:srgbClr val="B7E2D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2" name="object 122" descr=""/>
          <p:cNvGrpSpPr/>
          <p:nvPr/>
        </p:nvGrpSpPr>
        <p:grpSpPr>
          <a:xfrm>
            <a:off x="8281454" y="1292014"/>
            <a:ext cx="2785745" cy="2833370"/>
            <a:chOff x="8281454" y="1292014"/>
            <a:chExt cx="2785745" cy="2833370"/>
          </a:xfrm>
        </p:grpSpPr>
        <p:sp>
          <p:nvSpPr>
            <p:cNvPr id="123" name="object 123" descr=""/>
            <p:cNvSpPr/>
            <p:nvPr/>
          </p:nvSpPr>
          <p:spPr>
            <a:xfrm>
              <a:off x="8667839" y="2300814"/>
              <a:ext cx="2237740" cy="831850"/>
            </a:xfrm>
            <a:custGeom>
              <a:avLst/>
              <a:gdLst/>
              <a:ahLst/>
              <a:cxnLst/>
              <a:rect l="l" t="t" r="r" b="b"/>
              <a:pathLst>
                <a:path w="2237740" h="831850">
                  <a:moveTo>
                    <a:pt x="939507" y="123990"/>
                  </a:moveTo>
                  <a:lnTo>
                    <a:pt x="929309" y="75730"/>
                  </a:lnTo>
                  <a:lnTo>
                    <a:pt x="901522" y="36309"/>
                  </a:lnTo>
                  <a:lnTo>
                    <a:pt x="860310" y="9740"/>
                  </a:lnTo>
                  <a:lnTo>
                    <a:pt x="809840" y="0"/>
                  </a:lnTo>
                  <a:lnTo>
                    <a:pt x="129692" y="0"/>
                  </a:lnTo>
                  <a:lnTo>
                    <a:pt x="79209" y="9740"/>
                  </a:lnTo>
                  <a:lnTo>
                    <a:pt x="37985" y="36309"/>
                  </a:lnTo>
                  <a:lnTo>
                    <a:pt x="10198" y="75730"/>
                  </a:lnTo>
                  <a:lnTo>
                    <a:pt x="0" y="123990"/>
                  </a:lnTo>
                  <a:lnTo>
                    <a:pt x="0" y="432054"/>
                  </a:lnTo>
                  <a:lnTo>
                    <a:pt x="138798" y="432054"/>
                  </a:lnTo>
                  <a:lnTo>
                    <a:pt x="138798" y="152044"/>
                  </a:lnTo>
                  <a:lnTo>
                    <a:pt x="140385" y="144513"/>
                  </a:lnTo>
                  <a:lnTo>
                    <a:pt x="144729" y="138366"/>
                  </a:lnTo>
                  <a:lnTo>
                    <a:pt x="151155" y="134213"/>
                  </a:lnTo>
                  <a:lnTo>
                    <a:pt x="159016" y="132702"/>
                  </a:lnTo>
                  <a:lnTo>
                    <a:pt x="780516" y="132702"/>
                  </a:lnTo>
                  <a:lnTo>
                    <a:pt x="788403" y="134213"/>
                  </a:lnTo>
                  <a:lnTo>
                    <a:pt x="794842" y="138366"/>
                  </a:lnTo>
                  <a:lnTo>
                    <a:pt x="799185" y="144513"/>
                  </a:lnTo>
                  <a:lnTo>
                    <a:pt x="800773" y="152044"/>
                  </a:lnTo>
                  <a:lnTo>
                    <a:pt x="800773" y="831583"/>
                  </a:lnTo>
                  <a:lnTo>
                    <a:pt x="939507" y="831583"/>
                  </a:lnTo>
                  <a:lnTo>
                    <a:pt x="939507" y="123990"/>
                  </a:lnTo>
                  <a:close/>
                </a:path>
                <a:path w="2237740" h="831850">
                  <a:moveTo>
                    <a:pt x="2237257" y="689165"/>
                  </a:moveTo>
                  <a:lnTo>
                    <a:pt x="1470037" y="689165"/>
                  </a:lnTo>
                  <a:lnTo>
                    <a:pt x="1470037" y="810996"/>
                  </a:lnTo>
                  <a:lnTo>
                    <a:pt x="2237257" y="810996"/>
                  </a:lnTo>
                  <a:lnTo>
                    <a:pt x="2237257" y="689165"/>
                  </a:lnTo>
                  <a:close/>
                </a:path>
              </a:pathLst>
            </a:custGeom>
            <a:solidFill>
              <a:srgbClr val="78C2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0277742" y="1995963"/>
              <a:ext cx="453390" cy="497205"/>
            </a:xfrm>
            <a:custGeom>
              <a:avLst/>
              <a:gdLst/>
              <a:ahLst/>
              <a:cxnLst/>
              <a:rect l="l" t="t" r="r" b="b"/>
              <a:pathLst>
                <a:path w="453390" h="497205">
                  <a:moveTo>
                    <a:pt x="431927" y="165696"/>
                  </a:moveTo>
                  <a:lnTo>
                    <a:pt x="421246" y="0"/>
                  </a:lnTo>
                  <a:lnTo>
                    <a:pt x="32029" y="0"/>
                  </a:lnTo>
                  <a:lnTo>
                    <a:pt x="21361" y="165696"/>
                  </a:lnTo>
                  <a:lnTo>
                    <a:pt x="431927" y="165696"/>
                  </a:lnTo>
                  <a:close/>
                </a:path>
                <a:path w="453390" h="497205">
                  <a:moveTo>
                    <a:pt x="453351" y="497014"/>
                  </a:moveTo>
                  <a:lnTo>
                    <a:pt x="442671" y="331343"/>
                  </a:lnTo>
                  <a:lnTo>
                    <a:pt x="10706" y="331343"/>
                  </a:lnTo>
                  <a:lnTo>
                    <a:pt x="0" y="497014"/>
                  </a:lnTo>
                  <a:lnTo>
                    <a:pt x="453351" y="497014"/>
                  </a:lnTo>
                  <a:close/>
                </a:path>
              </a:pathLst>
            </a:custGeom>
            <a:solidFill>
              <a:srgbClr val="AAD7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0288448" y="1830279"/>
              <a:ext cx="432434" cy="497205"/>
            </a:xfrm>
            <a:custGeom>
              <a:avLst/>
              <a:gdLst/>
              <a:ahLst/>
              <a:cxnLst/>
              <a:rect l="l" t="t" r="r" b="b"/>
              <a:pathLst>
                <a:path w="432434" h="497205">
                  <a:moveTo>
                    <a:pt x="410540" y="165684"/>
                  </a:moveTo>
                  <a:lnTo>
                    <a:pt x="399859" y="0"/>
                  </a:lnTo>
                  <a:lnTo>
                    <a:pt x="32029" y="0"/>
                  </a:lnTo>
                  <a:lnTo>
                    <a:pt x="21336" y="165684"/>
                  </a:lnTo>
                  <a:lnTo>
                    <a:pt x="410540" y="165684"/>
                  </a:lnTo>
                  <a:close/>
                </a:path>
                <a:path w="432434" h="497205">
                  <a:moveTo>
                    <a:pt x="431952" y="497027"/>
                  </a:moveTo>
                  <a:lnTo>
                    <a:pt x="421220" y="331381"/>
                  </a:lnTo>
                  <a:lnTo>
                    <a:pt x="10655" y="331381"/>
                  </a:lnTo>
                  <a:lnTo>
                    <a:pt x="0" y="497027"/>
                  </a:lnTo>
                  <a:lnTo>
                    <a:pt x="431952" y="497027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0256392" y="2658635"/>
              <a:ext cx="496570" cy="165735"/>
            </a:xfrm>
            <a:custGeom>
              <a:avLst/>
              <a:gdLst/>
              <a:ahLst/>
              <a:cxnLst/>
              <a:rect l="l" t="t" r="r" b="b"/>
              <a:pathLst>
                <a:path w="496570" h="165735">
                  <a:moveTo>
                    <a:pt x="485409" y="0"/>
                  </a:moveTo>
                  <a:lnTo>
                    <a:pt x="10648" y="0"/>
                  </a:lnTo>
                  <a:lnTo>
                    <a:pt x="0" y="165649"/>
                  </a:lnTo>
                  <a:lnTo>
                    <a:pt x="496121" y="165649"/>
                  </a:lnTo>
                  <a:lnTo>
                    <a:pt x="485409" y="0"/>
                  </a:lnTo>
                  <a:close/>
                </a:path>
              </a:pathLst>
            </a:custGeom>
            <a:solidFill>
              <a:srgbClr val="AAD7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0245611" y="2492965"/>
              <a:ext cx="518159" cy="497205"/>
            </a:xfrm>
            <a:custGeom>
              <a:avLst/>
              <a:gdLst/>
              <a:ahLst/>
              <a:cxnLst/>
              <a:rect l="l" t="t" r="r" b="b"/>
              <a:pathLst>
                <a:path w="518159" h="497205">
                  <a:moveTo>
                    <a:pt x="496189" y="165671"/>
                  </a:moveTo>
                  <a:lnTo>
                    <a:pt x="485470" y="0"/>
                  </a:lnTo>
                  <a:lnTo>
                    <a:pt x="32131" y="0"/>
                  </a:lnTo>
                  <a:lnTo>
                    <a:pt x="21424" y="165671"/>
                  </a:lnTo>
                  <a:lnTo>
                    <a:pt x="496189" y="165671"/>
                  </a:lnTo>
                  <a:close/>
                </a:path>
                <a:path w="518159" h="497205">
                  <a:moveTo>
                    <a:pt x="517601" y="497014"/>
                  </a:moveTo>
                  <a:lnTo>
                    <a:pt x="506895" y="331330"/>
                  </a:lnTo>
                  <a:lnTo>
                    <a:pt x="10782" y="331330"/>
                  </a:lnTo>
                  <a:lnTo>
                    <a:pt x="0" y="497014"/>
                  </a:lnTo>
                  <a:lnTo>
                    <a:pt x="517601" y="497014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9193029" y="3111800"/>
              <a:ext cx="1874520" cy="1012825"/>
            </a:xfrm>
            <a:custGeom>
              <a:avLst/>
              <a:gdLst/>
              <a:ahLst/>
              <a:cxnLst/>
              <a:rect l="l" t="t" r="r" b="b"/>
              <a:pathLst>
                <a:path w="1874520" h="1012825">
                  <a:moveTo>
                    <a:pt x="1873974" y="0"/>
                  </a:moveTo>
                  <a:lnTo>
                    <a:pt x="0" y="0"/>
                  </a:lnTo>
                  <a:lnTo>
                    <a:pt x="0" y="1012314"/>
                  </a:lnTo>
                  <a:lnTo>
                    <a:pt x="1873974" y="1012314"/>
                  </a:lnTo>
                  <a:lnTo>
                    <a:pt x="187397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9369149" y="3420723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71" y="0"/>
                  </a:moveTo>
                  <a:lnTo>
                    <a:pt x="0" y="0"/>
                  </a:lnTo>
                  <a:lnTo>
                    <a:pt x="0" y="122394"/>
                  </a:lnTo>
                  <a:lnTo>
                    <a:pt x="79871" y="122394"/>
                  </a:lnTo>
                  <a:lnTo>
                    <a:pt x="7987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9468623" y="3420723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61" y="0"/>
                  </a:moveTo>
                  <a:lnTo>
                    <a:pt x="0" y="0"/>
                  </a:lnTo>
                  <a:lnTo>
                    <a:pt x="0" y="122394"/>
                  </a:lnTo>
                  <a:lnTo>
                    <a:pt x="79861" y="122394"/>
                  </a:lnTo>
                  <a:lnTo>
                    <a:pt x="798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9568053" y="3420725"/>
              <a:ext cx="179705" cy="122555"/>
            </a:xfrm>
            <a:custGeom>
              <a:avLst/>
              <a:gdLst/>
              <a:ahLst/>
              <a:cxnLst/>
              <a:rect l="l" t="t" r="r" b="b"/>
              <a:pathLst>
                <a:path w="179704" h="122554">
                  <a:moveTo>
                    <a:pt x="79870" y="0"/>
                  </a:moveTo>
                  <a:lnTo>
                    <a:pt x="0" y="0"/>
                  </a:lnTo>
                  <a:lnTo>
                    <a:pt x="0" y="122402"/>
                  </a:lnTo>
                  <a:lnTo>
                    <a:pt x="79870" y="122402"/>
                  </a:lnTo>
                  <a:lnTo>
                    <a:pt x="79870" y="0"/>
                  </a:lnTo>
                  <a:close/>
                </a:path>
                <a:path w="179704" h="122554">
                  <a:moveTo>
                    <a:pt x="179324" y="0"/>
                  </a:moveTo>
                  <a:lnTo>
                    <a:pt x="99441" y="0"/>
                  </a:lnTo>
                  <a:lnTo>
                    <a:pt x="99441" y="122402"/>
                  </a:lnTo>
                  <a:lnTo>
                    <a:pt x="179324" y="122402"/>
                  </a:lnTo>
                  <a:lnTo>
                    <a:pt x="179324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9766948" y="3420725"/>
              <a:ext cx="179705" cy="122555"/>
            </a:xfrm>
            <a:custGeom>
              <a:avLst/>
              <a:gdLst/>
              <a:ahLst/>
              <a:cxnLst/>
              <a:rect l="l" t="t" r="r" b="b"/>
              <a:pathLst>
                <a:path w="179704" h="122554">
                  <a:moveTo>
                    <a:pt x="79883" y="0"/>
                  </a:moveTo>
                  <a:lnTo>
                    <a:pt x="0" y="0"/>
                  </a:lnTo>
                  <a:lnTo>
                    <a:pt x="0" y="122402"/>
                  </a:lnTo>
                  <a:lnTo>
                    <a:pt x="79883" y="122402"/>
                  </a:lnTo>
                  <a:lnTo>
                    <a:pt x="79883" y="0"/>
                  </a:lnTo>
                  <a:close/>
                </a:path>
                <a:path w="179704" h="122554">
                  <a:moveTo>
                    <a:pt x="179311" y="0"/>
                  </a:moveTo>
                  <a:lnTo>
                    <a:pt x="99441" y="0"/>
                  </a:lnTo>
                  <a:lnTo>
                    <a:pt x="99441" y="122402"/>
                  </a:lnTo>
                  <a:lnTo>
                    <a:pt x="179311" y="122402"/>
                  </a:lnTo>
                  <a:lnTo>
                    <a:pt x="179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9965832" y="3420723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71" y="0"/>
                  </a:moveTo>
                  <a:lnTo>
                    <a:pt x="0" y="0"/>
                  </a:lnTo>
                  <a:lnTo>
                    <a:pt x="0" y="122394"/>
                  </a:lnTo>
                  <a:lnTo>
                    <a:pt x="79871" y="122394"/>
                  </a:lnTo>
                  <a:lnTo>
                    <a:pt x="7987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9369146" y="3558050"/>
              <a:ext cx="179705" cy="122555"/>
            </a:xfrm>
            <a:custGeom>
              <a:avLst/>
              <a:gdLst/>
              <a:ahLst/>
              <a:cxnLst/>
              <a:rect l="l" t="t" r="r" b="b"/>
              <a:pathLst>
                <a:path w="179704" h="122554">
                  <a:moveTo>
                    <a:pt x="79870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70" y="122415"/>
                  </a:lnTo>
                  <a:lnTo>
                    <a:pt x="79870" y="0"/>
                  </a:lnTo>
                  <a:close/>
                </a:path>
                <a:path w="179704" h="122554">
                  <a:moveTo>
                    <a:pt x="179336" y="0"/>
                  </a:moveTo>
                  <a:lnTo>
                    <a:pt x="99466" y="0"/>
                  </a:lnTo>
                  <a:lnTo>
                    <a:pt x="99466" y="122415"/>
                  </a:lnTo>
                  <a:lnTo>
                    <a:pt x="179336" y="122415"/>
                  </a:lnTo>
                  <a:lnTo>
                    <a:pt x="1793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9568054" y="3558048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71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71" y="122415"/>
                  </a:lnTo>
                  <a:lnTo>
                    <a:pt x="7987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9667496" y="3558048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92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92" y="122415"/>
                  </a:lnTo>
                  <a:lnTo>
                    <a:pt x="79892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9766959" y="3558048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71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71" y="122415"/>
                  </a:lnTo>
                  <a:lnTo>
                    <a:pt x="7987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9866390" y="3558048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71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71" y="122415"/>
                  </a:lnTo>
                  <a:lnTo>
                    <a:pt x="7987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9965832" y="3558048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71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71" y="122415"/>
                  </a:lnTo>
                  <a:lnTo>
                    <a:pt x="798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9369149" y="3284015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71" y="0"/>
                  </a:moveTo>
                  <a:lnTo>
                    <a:pt x="0" y="0"/>
                  </a:lnTo>
                  <a:lnTo>
                    <a:pt x="0" y="122383"/>
                  </a:lnTo>
                  <a:lnTo>
                    <a:pt x="79871" y="122383"/>
                  </a:lnTo>
                  <a:lnTo>
                    <a:pt x="7987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9468612" y="3284022"/>
              <a:ext cx="378460" cy="122555"/>
            </a:xfrm>
            <a:custGeom>
              <a:avLst/>
              <a:gdLst/>
              <a:ahLst/>
              <a:cxnLst/>
              <a:rect l="l" t="t" r="r" b="b"/>
              <a:pathLst>
                <a:path w="378459" h="122554">
                  <a:moveTo>
                    <a:pt x="79870" y="0"/>
                  </a:moveTo>
                  <a:lnTo>
                    <a:pt x="0" y="0"/>
                  </a:lnTo>
                  <a:lnTo>
                    <a:pt x="0" y="122377"/>
                  </a:lnTo>
                  <a:lnTo>
                    <a:pt x="79870" y="122377"/>
                  </a:lnTo>
                  <a:lnTo>
                    <a:pt x="79870" y="0"/>
                  </a:lnTo>
                  <a:close/>
                </a:path>
                <a:path w="378459" h="122554">
                  <a:moveTo>
                    <a:pt x="179311" y="0"/>
                  </a:moveTo>
                  <a:lnTo>
                    <a:pt x="99441" y="0"/>
                  </a:lnTo>
                  <a:lnTo>
                    <a:pt x="99441" y="122377"/>
                  </a:lnTo>
                  <a:lnTo>
                    <a:pt x="179311" y="122377"/>
                  </a:lnTo>
                  <a:lnTo>
                    <a:pt x="179311" y="0"/>
                  </a:lnTo>
                  <a:close/>
                </a:path>
                <a:path w="378459" h="122554">
                  <a:moveTo>
                    <a:pt x="278765" y="0"/>
                  </a:moveTo>
                  <a:lnTo>
                    <a:pt x="198882" y="0"/>
                  </a:lnTo>
                  <a:lnTo>
                    <a:pt x="198882" y="122377"/>
                  </a:lnTo>
                  <a:lnTo>
                    <a:pt x="278765" y="122377"/>
                  </a:lnTo>
                  <a:lnTo>
                    <a:pt x="278765" y="0"/>
                  </a:lnTo>
                  <a:close/>
                </a:path>
                <a:path w="378459" h="122554">
                  <a:moveTo>
                    <a:pt x="378218" y="0"/>
                  </a:moveTo>
                  <a:lnTo>
                    <a:pt x="298335" y="0"/>
                  </a:lnTo>
                  <a:lnTo>
                    <a:pt x="298335" y="122377"/>
                  </a:lnTo>
                  <a:lnTo>
                    <a:pt x="378218" y="122377"/>
                  </a:lnTo>
                  <a:lnTo>
                    <a:pt x="3782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9866390" y="3284015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71" y="0"/>
                  </a:moveTo>
                  <a:lnTo>
                    <a:pt x="0" y="0"/>
                  </a:lnTo>
                  <a:lnTo>
                    <a:pt x="0" y="122383"/>
                  </a:lnTo>
                  <a:lnTo>
                    <a:pt x="79871" y="122383"/>
                  </a:lnTo>
                  <a:lnTo>
                    <a:pt x="7987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9965832" y="3284015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71" y="0"/>
                  </a:moveTo>
                  <a:lnTo>
                    <a:pt x="0" y="0"/>
                  </a:lnTo>
                  <a:lnTo>
                    <a:pt x="0" y="122383"/>
                  </a:lnTo>
                  <a:lnTo>
                    <a:pt x="79871" y="122383"/>
                  </a:lnTo>
                  <a:lnTo>
                    <a:pt x="798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0810990" y="3420723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924" y="0"/>
                  </a:moveTo>
                  <a:lnTo>
                    <a:pt x="0" y="0"/>
                  </a:lnTo>
                  <a:lnTo>
                    <a:pt x="0" y="122394"/>
                  </a:lnTo>
                  <a:lnTo>
                    <a:pt x="79924" y="122394"/>
                  </a:lnTo>
                  <a:lnTo>
                    <a:pt x="7992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0711548" y="3420723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903" y="0"/>
                  </a:moveTo>
                  <a:lnTo>
                    <a:pt x="0" y="0"/>
                  </a:lnTo>
                  <a:lnTo>
                    <a:pt x="0" y="122394"/>
                  </a:lnTo>
                  <a:lnTo>
                    <a:pt x="79903" y="122394"/>
                  </a:lnTo>
                  <a:lnTo>
                    <a:pt x="799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0512641" y="3420725"/>
              <a:ext cx="179705" cy="122555"/>
            </a:xfrm>
            <a:custGeom>
              <a:avLst/>
              <a:gdLst/>
              <a:ahLst/>
              <a:cxnLst/>
              <a:rect l="l" t="t" r="r" b="b"/>
              <a:pathLst>
                <a:path w="179704" h="122554">
                  <a:moveTo>
                    <a:pt x="79883" y="0"/>
                  </a:moveTo>
                  <a:lnTo>
                    <a:pt x="0" y="0"/>
                  </a:lnTo>
                  <a:lnTo>
                    <a:pt x="0" y="122402"/>
                  </a:lnTo>
                  <a:lnTo>
                    <a:pt x="79883" y="122402"/>
                  </a:lnTo>
                  <a:lnTo>
                    <a:pt x="79883" y="0"/>
                  </a:lnTo>
                  <a:close/>
                </a:path>
                <a:path w="179704" h="122554">
                  <a:moveTo>
                    <a:pt x="179362" y="0"/>
                  </a:moveTo>
                  <a:lnTo>
                    <a:pt x="99466" y="0"/>
                  </a:lnTo>
                  <a:lnTo>
                    <a:pt x="99466" y="122402"/>
                  </a:lnTo>
                  <a:lnTo>
                    <a:pt x="179362" y="122402"/>
                  </a:lnTo>
                  <a:lnTo>
                    <a:pt x="179362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0313759" y="3420725"/>
              <a:ext cx="179705" cy="122555"/>
            </a:xfrm>
            <a:custGeom>
              <a:avLst/>
              <a:gdLst/>
              <a:ahLst/>
              <a:cxnLst/>
              <a:rect l="l" t="t" r="r" b="b"/>
              <a:pathLst>
                <a:path w="179704" h="122554">
                  <a:moveTo>
                    <a:pt x="79870" y="0"/>
                  </a:moveTo>
                  <a:lnTo>
                    <a:pt x="0" y="0"/>
                  </a:lnTo>
                  <a:lnTo>
                    <a:pt x="0" y="122402"/>
                  </a:lnTo>
                  <a:lnTo>
                    <a:pt x="79870" y="122402"/>
                  </a:lnTo>
                  <a:lnTo>
                    <a:pt x="79870" y="0"/>
                  </a:lnTo>
                  <a:close/>
                </a:path>
                <a:path w="179704" h="122554">
                  <a:moveTo>
                    <a:pt x="179324" y="0"/>
                  </a:moveTo>
                  <a:lnTo>
                    <a:pt x="99441" y="0"/>
                  </a:lnTo>
                  <a:lnTo>
                    <a:pt x="99441" y="122402"/>
                  </a:lnTo>
                  <a:lnTo>
                    <a:pt x="179324" y="122402"/>
                  </a:lnTo>
                  <a:lnTo>
                    <a:pt x="179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0214296" y="3420723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71" y="0"/>
                  </a:moveTo>
                  <a:lnTo>
                    <a:pt x="0" y="0"/>
                  </a:lnTo>
                  <a:lnTo>
                    <a:pt x="0" y="122394"/>
                  </a:lnTo>
                  <a:lnTo>
                    <a:pt x="79871" y="122394"/>
                  </a:lnTo>
                  <a:lnTo>
                    <a:pt x="7987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0711549" y="3558050"/>
              <a:ext cx="179705" cy="122555"/>
            </a:xfrm>
            <a:custGeom>
              <a:avLst/>
              <a:gdLst/>
              <a:ahLst/>
              <a:cxnLst/>
              <a:rect l="l" t="t" r="r" b="b"/>
              <a:pathLst>
                <a:path w="179704" h="122554">
                  <a:moveTo>
                    <a:pt x="79895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95" y="122415"/>
                  </a:lnTo>
                  <a:lnTo>
                    <a:pt x="79895" y="0"/>
                  </a:lnTo>
                  <a:close/>
                </a:path>
                <a:path w="179704" h="122554">
                  <a:moveTo>
                    <a:pt x="179362" y="0"/>
                  </a:moveTo>
                  <a:lnTo>
                    <a:pt x="99441" y="0"/>
                  </a:lnTo>
                  <a:lnTo>
                    <a:pt x="99441" y="122415"/>
                  </a:lnTo>
                  <a:lnTo>
                    <a:pt x="179362" y="122415"/>
                  </a:lnTo>
                  <a:lnTo>
                    <a:pt x="1793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0612116" y="3558048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92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92" y="122415"/>
                  </a:lnTo>
                  <a:lnTo>
                    <a:pt x="7989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0512643" y="3558048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92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92" y="122415"/>
                  </a:lnTo>
                  <a:lnTo>
                    <a:pt x="79892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0413212" y="3558048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71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71" y="122415"/>
                  </a:lnTo>
                  <a:lnTo>
                    <a:pt x="7987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0313770" y="3558048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61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61" y="122415"/>
                  </a:lnTo>
                  <a:lnTo>
                    <a:pt x="7986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10214296" y="3558048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71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71" y="122415"/>
                  </a:lnTo>
                  <a:lnTo>
                    <a:pt x="798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0810990" y="3284015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924" y="0"/>
                  </a:moveTo>
                  <a:lnTo>
                    <a:pt x="0" y="0"/>
                  </a:lnTo>
                  <a:lnTo>
                    <a:pt x="0" y="122383"/>
                  </a:lnTo>
                  <a:lnTo>
                    <a:pt x="79924" y="122383"/>
                  </a:lnTo>
                  <a:lnTo>
                    <a:pt x="79924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0413200" y="3284022"/>
              <a:ext cx="378460" cy="122555"/>
            </a:xfrm>
            <a:custGeom>
              <a:avLst/>
              <a:gdLst/>
              <a:ahLst/>
              <a:cxnLst/>
              <a:rect l="l" t="t" r="r" b="b"/>
              <a:pathLst>
                <a:path w="378459" h="122554">
                  <a:moveTo>
                    <a:pt x="79883" y="0"/>
                  </a:moveTo>
                  <a:lnTo>
                    <a:pt x="0" y="0"/>
                  </a:lnTo>
                  <a:lnTo>
                    <a:pt x="0" y="122377"/>
                  </a:lnTo>
                  <a:lnTo>
                    <a:pt x="79883" y="122377"/>
                  </a:lnTo>
                  <a:lnTo>
                    <a:pt x="79883" y="0"/>
                  </a:lnTo>
                  <a:close/>
                </a:path>
                <a:path w="378459" h="122554">
                  <a:moveTo>
                    <a:pt x="179324" y="0"/>
                  </a:moveTo>
                  <a:lnTo>
                    <a:pt x="99441" y="0"/>
                  </a:lnTo>
                  <a:lnTo>
                    <a:pt x="99441" y="122377"/>
                  </a:lnTo>
                  <a:lnTo>
                    <a:pt x="179324" y="122377"/>
                  </a:lnTo>
                  <a:lnTo>
                    <a:pt x="179324" y="0"/>
                  </a:lnTo>
                  <a:close/>
                </a:path>
                <a:path w="378459" h="122554">
                  <a:moveTo>
                    <a:pt x="278803" y="0"/>
                  </a:moveTo>
                  <a:lnTo>
                    <a:pt x="198907" y="0"/>
                  </a:lnTo>
                  <a:lnTo>
                    <a:pt x="198907" y="122377"/>
                  </a:lnTo>
                  <a:lnTo>
                    <a:pt x="278803" y="122377"/>
                  </a:lnTo>
                  <a:lnTo>
                    <a:pt x="278803" y="0"/>
                  </a:lnTo>
                  <a:close/>
                </a:path>
                <a:path w="378459" h="122554">
                  <a:moveTo>
                    <a:pt x="378244" y="0"/>
                  </a:moveTo>
                  <a:lnTo>
                    <a:pt x="298348" y="0"/>
                  </a:lnTo>
                  <a:lnTo>
                    <a:pt x="298348" y="122377"/>
                  </a:lnTo>
                  <a:lnTo>
                    <a:pt x="378244" y="122377"/>
                  </a:lnTo>
                  <a:lnTo>
                    <a:pt x="3782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0313770" y="3284015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61" y="0"/>
                  </a:moveTo>
                  <a:lnTo>
                    <a:pt x="0" y="0"/>
                  </a:lnTo>
                  <a:lnTo>
                    <a:pt x="0" y="122383"/>
                  </a:lnTo>
                  <a:lnTo>
                    <a:pt x="79861" y="122383"/>
                  </a:lnTo>
                  <a:lnTo>
                    <a:pt x="7986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0214296" y="3284015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71" y="0"/>
                  </a:moveTo>
                  <a:lnTo>
                    <a:pt x="0" y="0"/>
                  </a:lnTo>
                  <a:lnTo>
                    <a:pt x="0" y="122383"/>
                  </a:lnTo>
                  <a:lnTo>
                    <a:pt x="79871" y="122383"/>
                  </a:lnTo>
                  <a:lnTo>
                    <a:pt x="798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8281454" y="2922958"/>
              <a:ext cx="911860" cy="1202055"/>
            </a:xfrm>
            <a:custGeom>
              <a:avLst/>
              <a:gdLst/>
              <a:ahLst/>
              <a:cxnLst/>
              <a:rect l="l" t="t" r="r" b="b"/>
              <a:pathLst>
                <a:path w="911859" h="1202054">
                  <a:moveTo>
                    <a:pt x="911574" y="0"/>
                  </a:moveTo>
                  <a:lnTo>
                    <a:pt x="0" y="0"/>
                  </a:lnTo>
                  <a:lnTo>
                    <a:pt x="0" y="1201858"/>
                  </a:lnTo>
                  <a:lnTo>
                    <a:pt x="911574" y="1201858"/>
                  </a:lnTo>
                  <a:lnTo>
                    <a:pt x="911574" y="0"/>
                  </a:lnTo>
                  <a:close/>
                </a:path>
              </a:pathLst>
            </a:custGeom>
            <a:solidFill>
              <a:srgbClr val="C6E4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8281454" y="2716599"/>
              <a:ext cx="1393190" cy="395605"/>
            </a:xfrm>
            <a:custGeom>
              <a:avLst/>
              <a:gdLst/>
              <a:ahLst/>
              <a:cxnLst/>
              <a:rect l="l" t="t" r="r" b="b"/>
              <a:pathLst>
                <a:path w="1393190" h="395605">
                  <a:moveTo>
                    <a:pt x="911567" y="206362"/>
                  </a:moveTo>
                  <a:lnTo>
                    <a:pt x="904455" y="174117"/>
                  </a:lnTo>
                  <a:lnTo>
                    <a:pt x="854595" y="103187"/>
                  </a:lnTo>
                  <a:lnTo>
                    <a:pt x="719289" y="32245"/>
                  </a:lnTo>
                  <a:lnTo>
                    <a:pt x="455790" y="0"/>
                  </a:lnTo>
                  <a:lnTo>
                    <a:pt x="192278" y="3225"/>
                  </a:lnTo>
                  <a:lnTo>
                    <a:pt x="56972" y="25793"/>
                  </a:lnTo>
                  <a:lnTo>
                    <a:pt x="7124" y="87058"/>
                  </a:lnTo>
                  <a:lnTo>
                    <a:pt x="0" y="206362"/>
                  </a:lnTo>
                  <a:lnTo>
                    <a:pt x="911567" y="206362"/>
                  </a:lnTo>
                  <a:close/>
                </a:path>
                <a:path w="1393190" h="395605">
                  <a:moveTo>
                    <a:pt x="1392783" y="287616"/>
                  </a:moveTo>
                  <a:lnTo>
                    <a:pt x="1120051" y="287616"/>
                  </a:lnTo>
                  <a:lnTo>
                    <a:pt x="1120051" y="395211"/>
                  </a:lnTo>
                  <a:lnTo>
                    <a:pt x="1392783" y="395211"/>
                  </a:lnTo>
                  <a:lnTo>
                    <a:pt x="1392783" y="287616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9612795" y="1387176"/>
              <a:ext cx="923290" cy="386080"/>
            </a:xfrm>
            <a:custGeom>
              <a:avLst/>
              <a:gdLst/>
              <a:ahLst/>
              <a:cxnLst/>
              <a:rect l="l" t="t" r="r" b="b"/>
              <a:pathLst>
                <a:path w="923290" h="386080">
                  <a:moveTo>
                    <a:pt x="923290" y="292188"/>
                  </a:moveTo>
                  <a:lnTo>
                    <a:pt x="919899" y="276186"/>
                  </a:lnTo>
                  <a:lnTo>
                    <a:pt x="910678" y="263105"/>
                  </a:lnTo>
                  <a:lnTo>
                    <a:pt x="897001" y="254304"/>
                  </a:lnTo>
                  <a:lnTo>
                    <a:pt x="880275" y="251066"/>
                  </a:lnTo>
                  <a:lnTo>
                    <a:pt x="863549" y="254304"/>
                  </a:lnTo>
                  <a:lnTo>
                    <a:pt x="852373" y="261505"/>
                  </a:lnTo>
                  <a:lnTo>
                    <a:pt x="855141" y="248488"/>
                  </a:lnTo>
                  <a:lnTo>
                    <a:pt x="850798" y="228003"/>
                  </a:lnTo>
                  <a:lnTo>
                    <a:pt x="838987" y="211264"/>
                  </a:lnTo>
                  <a:lnTo>
                    <a:pt x="821486" y="199974"/>
                  </a:lnTo>
                  <a:lnTo>
                    <a:pt x="800049" y="195834"/>
                  </a:lnTo>
                  <a:lnTo>
                    <a:pt x="781265" y="199466"/>
                  </a:lnTo>
                  <a:lnTo>
                    <a:pt x="795642" y="179082"/>
                  </a:lnTo>
                  <a:lnTo>
                    <a:pt x="802347" y="147383"/>
                  </a:lnTo>
                  <a:lnTo>
                    <a:pt x="795642" y="115684"/>
                  </a:lnTo>
                  <a:lnTo>
                    <a:pt x="777379" y="89789"/>
                  </a:lnTo>
                  <a:lnTo>
                    <a:pt x="750303" y="72339"/>
                  </a:lnTo>
                  <a:lnTo>
                    <a:pt x="717156" y="65938"/>
                  </a:lnTo>
                  <a:lnTo>
                    <a:pt x="683996" y="72339"/>
                  </a:lnTo>
                  <a:lnTo>
                    <a:pt x="661708" y="86702"/>
                  </a:lnTo>
                  <a:lnTo>
                    <a:pt x="663308" y="79133"/>
                  </a:lnTo>
                  <a:lnTo>
                    <a:pt x="656805" y="48323"/>
                  </a:lnTo>
                  <a:lnTo>
                    <a:pt x="639076" y="23177"/>
                  </a:lnTo>
                  <a:lnTo>
                    <a:pt x="612775" y="6223"/>
                  </a:lnTo>
                  <a:lnTo>
                    <a:pt x="580555" y="0"/>
                  </a:lnTo>
                  <a:lnTo>
                    <a:pt x="548335" y="6223"/>
                  </a:lnTo>
                  <a:lnTo>
                    <a:pt x="522020" y="23177"/>
                  </a:lnTo>
                  <a:lnTo>
                    <a:pt x="504278" y="48323"/>
                  </a:lnTo>
                  <a:lnTo>
                    <a:pt x="497776" y="79133"/>
                  </a:lnTo>
                  <a:lnTo>
                    <a:pt x="504278" y="109943"/>
                  </a:lnTo>
                  <a:lnTo>
                    <a:pt x="518096" y="129540"/>
                  </a:lnTo>
                  <a:lnTo>
                    <a:pt x="507187" y="136563"/>
                  </a:lnTo>
                  <a:lnTo>
                    <a:pt x="500011" y="146735"/>
                  </a:lnTo>
                  <a:lnTo>
                    <a:pt x="492874" y="136588"/>
                  </a:lnTo>
                  <a:lnTo>
                    <a:pt x="453771" y="111379"/>
                  </a:lnTo>
                  <a:lnTo>
                    <a:pt x="405866" y="102133"/>
                  </a:lnTo>
                  <a:lnTo>
                    <a:pt x="357987" y="111379"/>
                  </a:lnTo>
                  <a:lnTo>
                    <a:pt x="318884" y="136588"/>
                  </a:lnTo>
                  <a:lnTo>
                    <a:pt x="292531" y="173990"/>
                  </a:lnTo>
                  <a:lnTo>
                    <a:pt x="288874" y="191287"/>
                  </a:lnTo>
                  <a:lnTo>
                    <a:pt x="276161" y="169392"/>
                  </a:lnTo>
                  <a:lnTo>
                    <a:pt x="243078" y="139928"/>
                  </a:lnTo>
                  <a:lnTo>
                    <a:pt x="201129" y="120611"/>
                  </a:lnTo>
                  <a:lnTo>
                    <a:pt x="152819" y="113665"/>
                  </a:lnTo>
                  <a:lnTo>
                    <a:pt x="104495" y="120611"/>
                  </a:lnTo>
                  <a:lnTo>
                    <a:pt x="62547" y="139928"/>
                  </a:lnTo>
                  <a:lnTo>
                    <a:pt x="29464" y="169392"/>
                  </a:lnTo>
                  <a:lnTo>
                    <a:pt x="7785" y="206743"/>
                  </a:lnTo>
                  <a:lnTo>
                    <a:pt x="0" y="249745"/>
                  </a:lnTo>
                  <a:lnTo>
                    <a:pt x="7785" y="292760"/>
                  </a:lnTo>
                  <a:lnTo>
                    <a:pt x="29464" y="330111"/>
                  </a:lnTo>
                  <a:lnTo>
                    <a:pt x="62547" y="359575"/>
                  </a:lnTo>
                  <a:lnTo>
                    <a:pt x="104495" y="378891"/>
                  </a:lnTo>
                  <a:lnTo>
                    <a:pt x="152819" y="385838"/>
                  </a:lnTo>
                  <a:lnTo>
                    <a:pt x="201129" y="378891"/>
                  </a:lnTo>
                  <a:lnTo>
                    <a:pt x="243078" y="359575"/>
                  </a:lnTo>
                  <a:lnTo>
                    <a:pt x="276161" y="330111"/>
                  </a:lnTo>
                  <a:lnTo>
                    <a:pt x="297865" y="292760"/>
                  </a:lnTo>
                  <a:lnTo>
                    <a:pt x="300685" y="277164"/>
                  </a:lnTo>
                  <a:lnTo>
                    <a:pt x="318884" y="302983"/>
                  </a:lnTo>
                  <a:lnTo>
                    <a:pt x="357987" y="328193"/>
                  </a:lnTo>
                  <a:lnTo>
                    <a:pt x="405866" y="337439"/>
                  </a:lnTo>
                  <a:lnTo>
                    <a:pt x="453771" y="328193"/>
                  </a:lnTo>
                  <a:lnTo>
                    <a:pt x="492874" y="302983"/>
                  </a:lnTo>
                  <a:lnTo>
                    <a:pt x="512800" y="274701"/>
                  </a:lnTo>
                  <a:lnTo>
                    <a:pt x="538810" y="291452"/>
                  </a:lnTo>
                  <a:lnTo>
                    <a:pt x="577532" y="298932"/>
                  </a:lnTo>
                  <a:lnTo>
                    <a:pt x="616254" y="291452"/>
                  </a:lnTo>
                  <a:lnTo>
                    <a:pt x="647865" y="271068"/>
                  </a:lnTo>
                  <a:lnTo>
                    <a:pt x="669175" y="240830"/>
                  </a:lnTo>
                  <a:lnTo>
                    <a:pt x="674357" y="216230"/>
                  </a:lnTo>
                  <a:lnTo>
                    <a:pt x="683996" y="222427"/>
                  </a:lnTo>
                  <a:lnTo>
                    <a:pt x="717156" y="228828"/>
                  </a:lnTo>
                  <a:lnTo>
                    <a:pt x="750303" y="222427"/>
                  </a:lnTo>
                  <a:lnTo>
                    <a:pt x="755751" y="218922"/>
                  </a:lnTo>
                  <a:lnTo>
                    <a:pt x="749350" y="228003"/>
                  </a:lnTo>
                  <a:lnTo>
                    <a:pt x="745020" y="248488"/>
                  </a:lnTo>
                  <a:lnTo>
                    <a:pt x="749350" y="268973"/>
                  </a:lnTo>
                  <a:lnTo>
                    <a:pt x="761149" y="285699"/>
                  </a:lnTo>
                  <a:lnTo>
                    <a:pt x="778637" y="296976"/>
                  </a:lnTo>
                  <a:lnTo>
                    <a:pt x="800049" y="301117"/>
                  </a:lnTo>
                  <a:lnTo>
                    <a:pt x="821486" y="296976"/>
                  </a:lnTo>
                  <a:lnTo>
                    <a:pt x="838593" y="285953"/>
                  </a:lnTo>
                  <a:lnTo>
                    <a:pt x="837285" y="292188"/>
                  </a:lnTo>
                  <a:lnTo>
                    <a:pt x="840663" y="308190"/>
                  </a:lnTo>
                  <a:lnTo>
                    <a:pt x="849884" y="321246"/>
                  </a:lnTo>
                  <a:lnTo>
                    <a:pt x="863549" y="330060"/>
                  </a:lnTo>
                  <a:lnTo>
                    <a:pt x="880275" y="333286"/>
                  </a:lnTo>
                  <a:lnTo>
                    <a:pt x="897001" y="330060"/>
                  </a:lnTo>
                  <a:lnTo>
                    <a:pt x="910678" y="321246"/>
                  </a:lnTo>
                  <a:lnTo>
                    <a:pt x="919899" y="308190"/>
                  </a:lnTo>
                  <a:lnTo>
                    <a:pt x="923290" y="292188"/>
                  </a:lnTo>
                  <a:close/>
                </a:path>
              </a:pathLst>
            </a:custGeom>
            <a:solidFill>
              <a:srgbClr val="D1EC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2" name="object 16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44801" y="1351007"/>
              <a:ext cx="241144" cy="230600"/>
            </a:xfrm>
            <a:prstGeom prst="rect">
              <a:avLst/>
            </a:prstGeom>
          </p:spPr>
        </p:pic>
        <p:sp>
          <p:nvSpPr>
            <p:cNvPr id="163" name="object 163" descr=""/>
            <p:cNvSpPr/>
            <p:nvPr/>
          </p:nvSpPr>
          <p:spPr>
            <a:xfrm>
              <a:off x="9137574" y="1292014"/>
              <a:ext cx="652145" cy="497840"/>
            </a:xfrm>
            <a:custGeom>
              <a:avLst/>
              <a:gdLst/>
              <a:ahLst/>
              <a:cxnLst/>
              <a:rect l="l" t="t" r="r" b="b"/>
              <a:pathLst>
                <a:path w="652145" h="497839">
                  <a:moveTo>
                    <a:pt x="652106" y="173774"/>
                  </a:moveTo>
                  <a:lnTo>
                    <a:pt x="645617" y="127571"/>
                  </a:lnTo>
                  <a:lnTo>
                    <a:pt x="627303" y="86067"/>
                  </a:lnTo>
                  <a:lnTo>
                    <a:pt x="598893" y="50901"/>
                  </a:lnTo>
                  <a:lnTo>
                    <a:pt x="562127" y="23723"/>
                  </a:lnTo>
                  <a:lnTo>
                    <a:pt x="518731" y="6210"/>
                  </a:lnTo>
                  <a:lnTo>
                    <a:pt x="470420" y="0"/>
                  </a:lnTo>
                  <a:lnTo>
                    <a:pt x="422097" y="6210"/>
                  </a:lnTo>
                  <a:lnTo>
                    <a:pt x="378688" y="23723"/>
                  </a:lnTo>
                  <a:lnTo>
                    <a:pt x="341922" y="50901"/>
                  </a:lnTo>
                  <a:lnTo>
                    <a:pt x="313512" y="86067"/>
                  </a:lnTo>
                  <a:lnTo>
                    <a:pt x="295198" y="127571"/>
                  </a:lnTo>
                  <a:lnTo>
                    <a:pt x="291071" y="156908"/>
                  </a:lnTo>
                  <a:lnTo>
                    <a:pt x="289090" y="155435"/>
                  </a:lnTo>
                  <a:lnTo>
                    <a:pt x="243205" y="136906"/>
                  </a:lnTo>
                  <a:lnTo>
                    <a:pt x="192125" y="130352"/>
                  </a:lnTo>
                  <a:lnTo>
                    <a:pt x="141058" y="136906"/>
                  </a:lnTo>
                  <a:lnTo>
                    <a:pt x="95161" y="155435"/>
                  </a:lnTo>
                  <a:lnTo>
                    <a:pt x="56273" y="184162"/>
                  </a:lnTo>
                  <a:lnTo>
                    <a:pt x="26238" y="221335"/>
                  </a:lnTo>
                  <a:lnTo>
                    <a:pt x="6858" y="265226"/>
                  </a:lnTo>
                  <a:lnTo>
                    <a:pt x="0" y="314058"/>
                  </a:lnTo>
                  <a:lnTo>
                    <a:pt x="6858" y="362902"/>
                  </a:lnTo>
                  <a:lnTo>
                    <a:pt x="26238" y="406793"/>
                  </a:lnTo>
                  <a:lnTo>
                    <a:pt x="56273" y="443979"/>
                  </a:lnTo>
                  <a:lnTo>
                    <a:pt x="95161" y="472706"/>
                  </a:lnTo>
                  <a:lnTo>
                    <a:pt x="141058" y="491236"/>
                  </a:lnTo>
                  <a:lnTo>
                    <a:pt x="192125" y="497789"/>
                  </a:lnTo>
                  <a:lnTo>
                    <a:pt x="243205" y="491236"/>
                  </a:lnTo>
                  <a:lnTo>
                    <a:pt x="289090" y="472706"/>
                  </a:lnTo>
                  <a:lnTo>
                    <a:pt x="327977" y="443979"/>
                  </a:lnTo>
                  <a:lnTo>
                    <a:pt x="358025" y="406793"/>
                  </a:lnTo>
                  <a:lnTo>
                    <a:pt x="377393" y="362902"/>
                  </a:lnTo>
                  <a:lnTo>
                    <a:pt x="382651" y="325412"/>
                  </a:lnTo>
                  <a:lnTo>
                    <a:pt x="422097" y="341312"/>
                  </a:lnTo>
                  <a:lnTo>
                    <a:pt x="470420" y="347522"/>
                  </a:lnTo>
                  <a:lnTo>
                    <a:pt x="518731" y="341312"/>
                  </a:lnTo>
                  <a:lnTo>
                    <a:pt x="562127" y="323799"/>
                  </a:lnTo>
                  <a:lnTo>
                    <a:pt x="598893" y="296633"/>
                  </a:lnTo>
                  <a:lnTo>
                    <a:pt x="627303" y="261467"/>
                  </a:lnTo>
                  <a:lnTo>
                    <a:pt x="645617" y="219964"/>
                  </a:lnTo>
                  <a:lnTo>
                    <a:pt x="652106" y="173774"/>
                  </a:lnTo>
                  <a:close/>
                </a:path>
              </a:pathLst>
            </a:custGeom>
            <a:solidFill>
              <a:srgbClr val="D1EC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4" name="object 16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89676" y="1398790"/>
              <a:ext cx="212862" cy="194182"/>
            </a:xfrm>
            <a:prstGeom prst="rect">
              <a:avLst/>
            </a:prstGeom>
          </p:spPr>
        </p:pic>
        <p:pic>
          <p:nvPicPr>
            <p:cNvPr id="165" name="object 16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45398" y="1360951"/>
              <a:ext cx="231302" cy="319538"/>
            </a:xfrm>
            <a:prstGeom prst="rect">
              <a:avLst/>
            </a:prstGeom>
          </p:spPr>
        </p:pic>
      </p:grpSp>
      <p:grpSp>
        <p:nvGrpSpPr>
          <p:cNvPr id="166" name="object 166" descr=""/>
          <p:cNvGrpSpPr/>
          <p:nvPr/>
        </p:nvGrpSpPr>
        <p:grpSpPr>
          <a:xfrm>
            <a:off x="15071346" y="7455120"/>
            <a:ext cx="2658745" cy="2973070"/>
            <a:chOff x="15071346" y="7455120"/>
            <a:chExt cx="2658745" cy="2973070"/>
          </a:xfrm>
        </p:grpSpPr>
        <p:sp>
          <p:nvSpPr>
            <p:cNvPr id="167" name="object 167" descr=""/>
            <p:cNvSpPr/>
            <p:nvPr/>
          </p:nvSpPr>
          <p:spPr>
            <a:xfrm>
              <a:off x="15236812" y="9348877"/>
              <a:ext cx="2493010" cy="1078865"/>
            </a:xfrm>
            <a:custGeom>
              <a:avLst/>
              <a:gdLst/>
              <a:ahLst/>
              <a:cxnLst/>
              <a:rect l="l" t="t" r="r" b="b"/>
              <a:pathLst>
                <a:path w="2493009" h="1078865">
                  <a:moveTo>
                    <a:pt x="2492992" y="0"/>
                  </a:moveTo>
                  <a:lnTo>
                    <a:pt x="0" y="0"/>
                  </a:lnTo>
                  <a:lnTo>
                    <a:pt x="0" y="1078783"/>
                  </a:lnTo>
                  <a:lnTo>
                    <a:pt x="2492992" y="1078783"/>
                  </a:lnTo>
                  <a:lnTo>
                    <a:pt x="249299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5236814" y="9220266"/>
              <a:ext cx="2493010" cy="128905"/>
            </a:xfrm>
            <a:custGeom>
              <a:avLst/>
              <a:gdLst/>
              <a:ahLst/>
              <a:cxnLst/>
              <a:rect l="l" t="t" r="r" b="b"/>
              <a:pathLst>
                <a:path w="2493009" h="128904">
                  <a:moveTo>
                    <a:pt x="2269993" y="0"/>
                  </a:moveTo>
                  <a:lnTo>
                    <a:pt x="222998" y="0"/>
                  </a:lnTo>
                  <a:lnTo>
                    <a:pt x="0" y="128613"/>
                  </a:lnTo>
                  <a:lnTo>
                    <a:pt x="2492992" y="128613"/>
                  </a:lnTo>
                  <a:lnTo>
                    <a:pt x="2269993" y="0"/>
                  </a:lnTo>
                  <a:close/>
                </a:path>
              </a:pathLst>
            </a:custGeom>
            <a:solidFill>
              <a:srgbClr val="AAD7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17263159" y="9579352"/>
              <a:ext cx="241300" cy="107314"/>
            </a:xfrm>
            <a:custGeom>
              <a:avLst/>
              <a:gdLst/>
              <a:ahLst/>
              <a:cxnLst/>
              <a:rect l="l" t="t" r="r" b="b"/>
              <a:pathLst>
                <a:path w="241300" h="107315">
                  <a:moveTo>
                    <a:pt x="240997" y="0"/>
                  </a:moveTo>
                  <a:lnTo>
                    <a:pt x="0" y="0"/>
                  </a:lnTo>
                  <a:lnTo>
                    <a:pt x="0" y="107001"/>
                  </a:lnTo>
                  <a:lnTo>
                    <a:pt x="240997" y="107001"/>
                  </a:lnTo>
                  <a:lnTo>
                    <a:pt x="240997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16963053" y="9579352"/>
              <a:ext cx="241300" cy="107314"/>
            </a:xfrm>
            <a:custGeom>
              <a:avLst/>
              <a:gdLst/>
              <a:ahLst/>
              <a:cxnLst/>
              <a:rect l="l" t="t" r="r" b="b"/>
              <a:pathLst>
                <a:path w="241300" h="107315">
                  <a:moveTo>
                    <a:pt x="241008" y="0"/>
                  </a:moveTo>
                  <a:lnTo>
                    <a:pt x="0" y="0"/>
                  </a:lnTo>
                  <a:lnTo>
                    <a:pt x="0" y="107001"/>
                  </a:lnTo>
                  <a:lnTo>
                    <a:pt x="241008" y="107001"/>
                  </a:lnTo>
                  <a:lnTo>
                    <a:pt x="2410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6362768" y="9579362"/>
              <a:ext cx="541655" cy="107314"/>
            </a:xfrm>
            <a:custGeom>
              <a:avLst/>
              <a:gdLst/>
              <a:ahLst/>
              <a:cxnLst/>
              <a:rect l="l" t="t" r="r" b="b"/>
              <a:pathLst>
                <a:path w="541655" h="107315">
                  <a:moveTo>
                    <a:pt x="241033" y="0"/>
                  </a:moveTo>
                  <a:lnTo>
                    <a:pt x="0" y="0"/>
                  </a:lnTo>
                  <a:lnTo>
                    <a:pt x="0" y="106997"/>
                  </a:lnTo>
                  <a:lnTo>
                    <a:pt x="241033" y="106997"/>
                  </a:lnTo>
                  <a:lnTo>
                    <a:pt x="241033" y="0"/>
                  </a:lnTo>
                  <a:close/>
                </a:path>
                <a:path w="541655" h="107315">
                  <a:moveTo>
                    <a:pt x="541147" y="0"/>
                  </a:moveTo>
                  <a:lnTo>
                    <a:pt x="300126" y="0"/>
                  </a:lnTo>
                  <a:lnTo>
                    <a:pt x="300126" y="106997"/>
                  </a:lnTo>
                  <a:lnTo>
                    <a:pt x="541147" y="106997"/>
                  </a:lnTo>
                  <a:lnTo>
                    <a:pt x="541147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5762528" y="9579362"/>
              <a:ext cx="541655" cy="107314"/>
            </a:xfrm>
            <a:custGeom>
              <a:avLst/>
              <a:gdLst/>
              <a:ahLst/>
              <a:cxnLst/>
              <a:rect l="l" t="t" r="r" b="b"/>
              <a:pathLst>
                <a:path w="541655" h="107315">
                  <a:moveTo>
                    <a:pt x="241007" y="0"/>
                  </a:moveTo>
                  <a:lnTo>
                    <a:pt x="0" y="0"/>
                  </a:lnTo>
                  <a:lnTo>
                    <a:pt x="0" y="106997"/>
                  </a:lnTo>
                  <a:lnTo>
                    <a:pt x="241007" y="106997"/>
                  </a:lnTo>
                  <a:lnTo>
                    <a:pt x="241007" y="0"/>
                  </a:lnTo>
                  <a:close/>
                </a:path>
                <a:path w="541655" h="107315">
                  <a:moveTo>
                    <a:pt x="541172" y="0"/>
                  </a:moveTo>
                  <a:lnTo>
                    <a:pt x="300113" y="0"/>
                  </a:lnTo>
                  <a:lnTo>
                    <a:pt x="300113" y="106997"/>
                  </a:lnTo>
                  <a:lnTo>
                    <a:pt x="541172" y="106997"/>
                  </a:lnTo>
                  <a:lnTo>
                    <a:pt x="5411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15462415" y="9459296"/>
              <a:ext cx="2042160" cy="227329"/>
            </a:xfrm>
            <a:custGeom>
              <a:avLst/>
              <a:gdLst/>
              <a:ahLst/>
              <a:cxnLst/>
              <a:rect l="l" t="t" r="r" b="b"/>
              <a:pathLst>
                <a:path w="2042159" h="227329">
                  <a:moveTo>
                    <a:pt x="240982" y="120065"/>
                  </a:moveTo>
                  <a:lnTo>
                    <a:pt x="0" y="120065"/>
                  </a:lnTo>
                  <a:lnTo>
                    <a:pt x="0" y="227063"/>
                  </a:lnTo>
                  <a:lnTo>
                    <a:pt x="240982" y="227063"/>
                  </a:lnTo>
                  <a:lnTo>
                    <a:pt x="240982" y="120065"/>
                  </a:lnTo>
                  <a:close/>
                </a:path>
                <a:path w="2042159" h="227329">
                  <a:moveTo>
                    <a:pt x="2041740" y="0"/>
                  </a:moveTo>
                  <a:lnTo>
                    <a:pt x="1800733" y="0"/>
                  </a:lnTo>
                  <a:lnTo>
                    <a:pt x="1800733" y="107010"/>
                  </a:lnTo>
                  <a:lnTo>
                    <a:pt x="2041740" y="107010"/>
                  </a:lnTo>
                  <a:lnTo>
                    <a:pt x="2041740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6963053" y="9459293"/>
              <a:ext cx="241300" cy="107314"/>
            </a:xfrm>
            <a:custGeom>
              <a:avLst/>
              <a:gdLst/>
              <a:ahLst/>
              <a:cxnLst/>
              <a:rect l="l" t="t" r="r" b="b"/>
              <a:pathLst>
                <a:path w="241300" h="107315">
                  <a:moveTo>
                    <a:pt x="241008" y="0"/>
                  </a:moveTo>
                  <a:lnTo>
                    <a:pt x="0" y="0"/>
                  </a:lnTo>
                  <a:lnTo>
                    <a:pt x="0" y="107001"/>
                  </a:lnTo>
                  <a:lnTo>
                    <a:pt x="241008" y="107001"/>
                  </a:lnTo>
                  <a:lnTo>
                    <a:pt x="2410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6662895" y="9459293"/>
              <a:ext cx="241300" cy="107314"/>
            </a:xfrm>
            <a:custGeom>
              <a:avLst/>
              <a:gdLst/>
              <a:ahLst/>
              <a:cxnLst/>
              <a:rect l="l" t="t" r="r" b="b"/>
              <a:pathLst>
                <a:path w="241300" h="107315">
                  <a:moveTo>
                    <a:pt x="241029" y="0"/>
                  </a:moveTo>
                  <a:lnTo>
                    <a:pt x="0" y="0"/>
                  </a:lnTo>
                  <a:lnTo>
                    <a:pt x="0" y="107001"/>
                  </a:lnTo>
                  <a:lnTo>
                    <a:pt x="241029" y="107001"/>
                  </a:lnTo>
                  <a:lnTo>
                    <a:pt x="241029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5762528" y="9459296"/>
              <a:ext cx="841375" cy="107314"/>
            </a:xfrm>
            <a:custGeom>
              <a:avLst/>
              <a:gdLst/>
              <a:ahLst/>
              <a:cxnLst/>
              <a:rect l="l" t="t" r="r" b="b"/>
              <a:pathLst>
                <a:path w="841375" h="107315">
                  <a:moveTo>
                    <a:pt x="241007" y="0"/>
                  </a:moveTo>
                  <a:lnTo>
                    <a:pt x="0" y="0"/>
                  </a:lnTo>
                  <a:lnTo>
                    <a:pt x="0" y="107010"/>
                  </a:lnTo>
                  <a:lnTo>
                    <a:pt x="241007" y="107010"/>
                  </a:lnTo>
                  <a:lnTo>
                    <a:pt x="241007" y="0"/>
                  </a:lnTo>
                  <a:close/>
                </a:path>
                <a:path w="841375" h="107315">
                  <a:moveTo>
                    <a:pt x="541172" y="0"/>
                  </a:moveTo>
                  <a:lnTo>
                    <a:pt x="300113" y="0"/>
                  </a:lnTo>
                  <a:lnTo>
                    <a:pt x="300113" y="107010"/>
                  </a:lnTo>
                  <a:lnTo>
                    <a:pt x="541172" y="107010"/>
                  </a:lnTo>
                  <a:lnTo>
                    <a:pt x="541172" y="0"/>
                  </a:lnTo>
                  <a:close/>
                </a:path>
                <a:path w="841375" h="107315">
                  <a:moveTo>
                    <a:pt x="841273" y="0"/>
                  </a:moveTo>
                  <a:lnTo>
                    <a:pt x="600240" y="0"/>
                  </a:lnTo>
                  <a:lnTo>
                    <a:pt x="600240" y="107010"/>
                  </a:lnTo>
                  <a:lnTo>
                    <a:pt x="841273" y="107010"/>
                  </a:lnTo>
                  <a:lnTo>
                    <a:pt x="841273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5462418" y="9459293"/>
              <a:ext cx="241300" cy="107314"/>
            </a:xfrm>
            <a:custGeom>
              <a:avLst/>
              <a:gdLst/>
              <a:ahLst/>
              <a:cxnLst/>
              <a:rect l="l" t="t" r="r" b="b"/>
              <a:pathLst>
                <a:path w="241300" h="107315">
                  <a:moveTo>
                    <a:pt x="240987" y="0"/>
                  </a:moveTo>
                  <a:lnTo>
                    <a:pt x="0" y="0"/>
                  </a:lnTo>
                  <a:lnTo>
                    <a:pt x="0" y="107001"/>
                  </a:lnTo>
                  <a:lnTo>
                    <a:pt x="240987" y="107001"/>
                  </a:lnTo>
                  <a:lnTo>
                    <a:pt x="240987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7263159" y="9818926"/>
              <a:ext cx="241300" cy="107314"/>
            </a:xfrm>
            <a:custGeom>
              <a:avLst/>
              <a:gdLst/>
              <a:ahLst/>
              <a:cxnLst/>
              <a:rect l="l" t="t" r="r" b="b"/>
              <a:pathLst>
                <a:path w="241300" h="107315">
                  <a:moveTo>
                    <a:pt x="240997" y="0"/>
                  </a:moveTo>
                  <a:lnTo>
                    <a:pt x="0" y="0"/>
                  </a:lnTo>
                  <a:lnTo>
                    <a:pt x="0" y="106970"/>
                  </a:lnTo>
                  <a:lnTo>
                    <a:pt x="240997" y="106970"/>
                  </a:lnTo>
                  <a:lnTo>
                    <a:pt x="2409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6963053" y="9818926"/>
              <a:ext cx="241300" cy="107314"/>
            </a:xfrm>
            <a:custGeom>
              <a:avLst/>
              <a:gdLst/>
              <a:ahLst/>
              <a:cxnLst/>
              <a:rect l="l" t="t" r="r" b="b"/>
              <a:pathLst>
                <a:path w="241300" h="107315">
                  <a:moveTo>
                    <a:pt x="241008" y="0"/>
                  </a:moveTo>
                  <a:lnTo>
                    <a:pt x="0" y="0"/>
                  </a:lnTo>
                  <a:lnTo>
                    <a:pt x="0" y="106970"/>
                  </a:lnTo>
                  <a:lnTo>
                    <a:pt x="241008" y="106970"/>
                  </a:lnTo>
                  <a:lnTo>
                    <a:pt x="241008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16362768" y="9818935"/>
              <a:ext cx="541655" cy="107314"/>
            </a:xfrm>
            <a:custGeom>
              <a:avLst/>
              <a:gdLst/>
              <a:ahLst/>
              <a:cxnLst/>
              <a:rect l="l" t="t" r="r" b="b"/>
              <a:pathLst>
                <a:path w="541655" h="107315">
                  <a:moveTo>
                    <a:pt x="241033" y="0"/>
                  </a:moveTo>
                  <a:lnTo>
                    <a:pt x="0" y="0"/>
                  </a:lnTo>
                  <a:lnTo>
                    <a:pt x="0" y="106972"/>
                  </a:lnTo>
                  <a:lnTo>
                    <a:pt x="241033" y="106972"/>
                  </a:lnTo>
                  <a:lnTo>
                    <a:pt x="241033" y="0"/>
                  </a:lnTo>
                  <a:close/>
                </a:path>
                <a:path w="541655" h="107315">
                  <a:moveTo>
                    <a:pt x="541147" y="0"/>
                  </a:moveTo>
                  <a:lnTo>
                    <a:pt x="300126" y="0"/>
                  </a:lnTo>
                  <a:lnTo>
                    <a:pt x="300126" y="106972"/>
                  </a:lnTo>
                  <a:lnTo>
                    <a:pt x="541147" y="106972"/>
                  </a:lnTo>
                  <a:lnTo>
                    <a:pt x="541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5762528" y="9818935"/>
              <a:ext cx="541655" cy="107314"/>
            </a:xfrm>
            <a:custGeom>
              <a:avLst/>
              <a:gdLst/>
              <a:ahLst/>
              <a:cxnLst/>
              <a:rect l="l" t="t" r="r" b="b"/>
              <a:pathLst>
                <a:path w="541655" h="107315">
                  <a:moveTo>
                    <a:pt x="241007" y="0"/>
                  </a:moveTo>
                  <a:lnTo>
                    <a:pt x="0" y="0"/>
                  </a:lnTo>
                  <a:lnTo>
                    <a:pt x="0" y="106972"/>
                  </a:lnTo>
                  <a:lnTo>
                    <a:pt x="241007" y="106972"/>
                  </a:lnTo>
                  <a:lnTo>
                    <a:pt x="241007" y="0"/>
                  </a:lnTo>
                  <a:close/>
                </a:path>
                <a:path w="541655" h="107315">
                  <a:moveTo>
                    <a:pt x="541172" y="0"/>
                  </a:moveTo>
                  <a:lnTo>
                    <a:pt x="300113" y="0"/>
                  </a:lnTo>
                  <a:lnTo>
                    <a:pt x="300113" y="106972"/>
                  </a:lnTo>
                  <a:lnTo>
                    <a:pt x="541172" y="106972"/>
                  </a:lnTo>
                  <a:lnTo>
                    <a:pt x="541172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5462418" y="9818926"/>
              <a:ext cx="241300" cy="107314"/>
            </a:xfrm>
            <a:custGeom>
              <a:avLst/>
              <a:gdLst/>
              <a:ahLst/>
              <a:cxnLst/>
              <a:rect l="l" t="t" r="r" b="b"/>
              <a:pathLst>
                <a:path w="241300" h="107315">
                  <a:moveTo>
                    <a:pt x="240987" y="0"/>
                  </a:moveTo>
                  <a:lnTo>
                    <a:pt x="0" y="0"/>
                  </a:lnTo>
                  <a:lnTo>
                    <a:pt x="0" y="106970"/>
                  </a:lnTo>
                  <a:lnTo>
                    <a:pt x="240987" y="106970"/>
                  </a:lnTo>
                  <a:lnTo>
                    <a:pt x="2409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6963047" y="9698869"/>
              <a:ext cx="541655" cy="107314"/>
            </a:xfrm>
            <a:custGeom>
              <a:avLst/>
              <a:gdLst/>
              <a:ahLst/>
              <a:cxnLst/>
              <a:rect l="l" t="t" r="r" b="b"/>
              <a:pathLst>
                <a:path w="541655" h="107315">
                  <a:moveTo>
                    <a:pt x="241007" y="0"/>
                  </a:moveTo>
                  <a:lnTo>
                    <a:pt x="0" y="0"/>
                  </a:lnTo>
                  <a:lnTo>
                    <a:pt x="0" y="106959"/>
                  </a:lnTo>
                  <a:lnTo>
                    <a:pt x="241007" y="106959"/>
                  </a:lnTo>
                  <a:lnTo>
                    <a:pt x="241007" y="0"/>
                  </a:lnTo>
                  <a:close/>
                </a:path>
                <a:path w="541655" h="107315">
                  <a:moveTo>
                    <a:pt x="541108" y="0"/>
                  </a:moveTo>
                  <a:lnTo>
                    <a:pt x="300101" y="0"/>
                  </a:lnTo>
                  <a:lnTo>
                    <a:pt x="300101" y="106959"/>
                  </a:lnTo>
                  <a:lnTo>
                    <a:pt x="541108" y="106959"/>
                  </a:lnTo>
                  <a:lnTo>
                    <a:pt x="541108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6662895" y="9698867"/>
              <a:ext cx="241300" cy="107314"/>
            </a:xfrm>
            <a:custGeom>
              <a:avLst/>
              <a:gdLst/>
              <a:ahLst/>
              <a:cxnLst/>
              <a:rect l="l" t="t" r="r" b="b"/>
              <a:pathLst>
                <a:path w="241300" h="107315">
                  <a:moveTo>
                    <a:pt x="241029" y="0"/>
                  </a:moveTo>
                  <a:lnTo>
                    <a:pt x="0" y="0"/>
                  </a:lnTo>
                  <a:lnTo>
                    <a:pt x="0" y="106949"/>
                  </a:lnTo>
                  <a:lnTo>
                    <a:pt x="241029" y="106949"/>
                  </a:lnTo>
                  <a:lnTo>
                    <a:pt x="2410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6062642" y="9698869"/>
              <a:ext cx="541655" cy="107314"/>
            </a:xfrm>
            <a:custGeom>
              <a:avLst/>
              <a:gdLst/>
              <a:ahLst/>
              <a:cxnLst/>
              <a:rect l="l" t="t" r="r" b="b"/>
              <a:pathLst>
                <a:path w="541655" h="107315">
                  <a:moveTo>
                    <a:pt x="241058" y="0"/>
                  </a:moveTo>
                  <a:lnTo>
                    <a:pt x="0" y="0"/>
                  </a:lnTo>
                  <a:lnTo>
                    <a:pt x="0" y="106959"/>
                  </a:lnTo>
                  <a:lnTo>
                    <a:pt x="241058" y="106959"/>
                  </a:lnTo>
                  <a:lnTo>
                    <a:pt x="241058" y="0"/>
                  </a:lnTo>
                  <a:close/>
                </a:path>
                <a:path w="541655" h="107315">
                  <a:moveTo>
                    <a:pt x="541159" y="0"/>
                  </a:moveTo>
                  <a:lnTo>
                    <a:pt x="300126" y="0"/>
                  </a:lnTo>
                  <a:lnTo>
                    <a:pt x="300126" y="106959"/>
                  </a:lnTo>
                  <a:lnTo>
                    <a:pt x="541159" y="106959"/>
                  </a:lnTo>
                  <a:lnTo>
                    <a:pt x="541159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15762535" y="9698867"/>
              <a:ext cx="241300" cy="107314"/>
            </a:xfrm>
            <a:custGeom>
              <a:avLst/>
              <a:gdLst/>
              <a:ahLst/>
              <a:cxnLst/>
              <a:rect l="l" t="t" r="r" b="b"/>
              <a:pathLst>
                <a:path w="241300" h="107315">
                  <a:moveTo>
                    <a:pt x="241008" y="0"/>
                  </a:moveTo>
                  <a:lnTo>
                    <a:pt x="0" y="0"/>
                  </a:lnTo>
                  <a:lnTo>
                    <a:pt x="0" y="106949"/>
                  </a:lnTo>
                  <a:lnTo>
                    <a:pt x="241008" y="106949"/>
                  </a:lnTo>
                  <a:lnTo>
                    <a:pt x="241008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5462418" y="9698867"/>
              <a:ext cx="241300" cy="107314"/>
            </a:xfrm>
            <a:custGeom>
              <a:avLst/>
              <a:gdLst/>
              <a:ahLst/>
              <a:cxnLst/>
              <a:rect l="l" t="t" r="r" b="b"/>
              <a:pathLst>
                <a:path w="241300" h="107315">
                  <a:moveTo>
                    <a:pt x="240987" y="0"/>
                  </a:moveTo>
                  <a:lnTo>
                    <a:pt x="0" y="0"/>
                  </a:lnTo>
                  <a:lnTo>
                    <a:pt x="0" y="106949"/>
                  </a:lnTo>
                  <a:lnTo>
                    <a:pt x="240987" y="106949"/>
                  </a:lnTo>
                  <a:lnTo>
                    <a:pt x="2409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5651365" y="9108738"/>
              <a:ext cx="454659" cy="111760"/>
            </a:xfrm>
            <a:custGeom>
              <a:avLst/>
              <a:gdLst/>
              <a:ahLst/>
              <a:cxnLst/>
              <a:rect l="l" t="t" r="r" b="b"/>
              <a:pathLst>
                <a:path w="454659" h="111759">
                  <a:moveTo>
                    <a:pt x="454593" y="0"/>
                  </a:moveTo>
                  <a:lnTo>
                    <a:pt x="0" y="0"/>
                  </a:lnTo>
                  <a:lnTo>
                    <a:pt x="0" y="111525"/>
                  </a:lnTo>
                  <a:lnTo>
                    <a:pt x="454593" y="111525"/>
                  </a:lnTo>
                  <a:lnTo>
                    <a:pt x="454593" y="0"/>
                  </a:lnTo>
                  <a:close/>
                </a:path>
              </a:pathLst>
            </a:custGeom>
            <a:solidFill>
              <a:srgbClr val="78C2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15734207" y="8198872"/>
              <a:ext cx="269240" cy="455295"/>
            </a:xfrm>
            <a:custGeom>
              <a:avLst/>
              <a:gdLst/>
              <a:ahLst/>
              <a:cxnLst/>
              <a:rect l="l" t="t" r="r" b="b"/>
              <a:pathLst>
                <a:path w="269240" h="455295">
                  <a:moveTo>
                    <a:pt x="255968" y="151663"/>
                  </a:moveTo>
                  <a:lnTo>
                    <a:pt x="249631" y="0"/>
                  </a:lnTo>
                  <a:lnTo>
                    <a:pt x="19024" y="0"/>
                  </a:lnTo>
                  <a:lnTo>
                    <a:pt x="12674" y="151663"/>
                  </a:lnTo>
                  <a:lnTo>
                    <a:pt x="255968" y="151663"/>
                  </a:lnTo>
                  <a:close/>
                </a:path>
                <a:path w="269240" h="455295">
                  <a:moveTo>
                    <a:pt x="268630" y="454926"/>
                  </a:moveTo>
                  <a:lnTo>
                    <a:pt x="262305" y="303288"/>
                  </a:lnTo>
                  <a:lnTo>
                    <a:pt x="6375" y="303288"/>
                  </a:lnTo>
                  <a:lnTo>
                    <a:pt x="0" y="454926"/>
                  </a:lnTo>
                  <a:lnTo>
                    <a:pt x="268630" y="454926"/>
                  </a:lnTo>
                  <a:close/>
                </a:path>
              </a:pathLst>
            </a:custGeom>
            <a:solidFill>
              <a:srgbClr val="D5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15740583" y="8047221"/>
              <a:ext cx="256540" cy="455295"/>
            </a:xfrm>
            <a:custGeom>
              <a:avLst/>
              <a:gdLst/>
              <a:ahLst/>
              <a:cxnLst/>
              <a:rect l="l" t="t" r="r" b="b"/>
              <a:pathLst>
                <a:path w="256540" h="455295">
                  <a:moveTo>
                    <a:pt x="243268" y="151663"/>
                  </a:moveTo>
                  <a:lnTo>
                    <a:pt x="236943" y="0"/>
                  </a:lnTo>
                  <a:lnTo>
                    <a:pt x="18986" y="0"/>
                  </a:lnTo>
                  <a:lnTo>
                    <a:pt x="12649" y="151663"/>
                  </a:lnTo>
                  <a:lnTo>
                    <a:pt x="243268" y="151663"/>
                  </a:lnTo>
                  <a:close/>
                </a:path>
                <a:path w="256540" h="455295">
                  <a:moveTo>
                    <a:pt x="255930" y="454939"/>
                  </a:moveTo>
                  <a:lnTo>
                    <a:pt x="249605" y="303314"/>
                  </a:lnTo>
                  <a:lnTo>
                    <a:pt x="6299" y="303314"/>
                  </a:lnTo>
                  <a:lnTo>
                    <a:pt x="0" y="454939"/>
                  </a:lnTo>
                  <a:lnTo>
                    <a:pt x="255930" y="454939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5721575" y="8805445"/>
              <a:ext cx="294005" cy="151765"/>
            </a:xfrm>
            <a:custGeom>
              <a:avLst/>
              <a:gdLst/>
              <a:ahLst/>
              <a:cxnLst/>
              <a:rect l="l" t="t" r="r" b="b"/>
              <a:pathLst>
                <a:path w="294005" h="151765">
                  <a:moveTo>
                    <a:pt x="287624" y="0"/>
                  </a:moveTo>
                  <a:lnTo>
                    <a:pt x="6324" y="0"/>
                  </a:lnTo>
                  <a:lnTo>
                    <a:pt x="0" y="151660"/>
                  </a:lnTo>
                  <a:lnTo>
                    <a:pt x="293959" y="151660"/>
                  </a:lnTo>
                  <a:lnTo>
                    <a:pt x="287624" y="0"/>
                  </a:lnTo>
                  <a:close/>
                </a:path>
              </a:pathLst>
            </a:custGeom>
            <a:solidFill>
              <a:srgbClr val="D5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5715208" y="8653799"/>
              <a:ext cx="306705" cy="455295"/>
            </a:xfrm>
            <a:custGeom>
              <a:avLst/>
              <a:gdLst/>
              <a:ahLst/>
              <a:cxnLst/>
              <a:rect l="l" t="t" r="r" b="b"/>
              <a:pathLst>
                <a:path w="306705" h="455295">
                  <a:moveTo>
                    <a:pt x="293979" y="151650"/>
                  </a:moveTo>
                  <a:lnTo>
                    <a:pt x="287629" y="0"/>
                  </a:lnTo>
                  <a:lnTo>
                    <a:pt x="18999" y="0"/>
                  </a:lnTo>
                  <a:lnTo>
                    <a:pt x="12687" y="151650"/>
                  </a:lnTo>
                  <a:lnTo>
                    <a:pt x="293979" y="151650"/>
                  </a:lnTo>
                  <a:close/>
                </a:path>
                <a:path w="306705" h="455295">
                  <a:moveTo>
                    <a:pt x="306666" y="454939"/>
                  </a:moveTo>
                  <a:lnTo>
                    <a:pt x="300316" y="303314"/>
                  </a:lnTo>
                  <a:lnTo>
                    <a:pt x="6362" y="303314"/>
                  </a:lnTo>
                  <a:lnTo>
                    <a:pt x="0" y="454939"/>
                  </a:lnTo>
                  <a:lnTo>
                    <a:pt x="306666" y="454939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16255996" y="9108738"/>
              <a:ext cx="454659" cy="111760"/>
            </a:xfrm>
            <a:custGeom>
              <a:avLst/>
              <a:gdLst/>
              <a:ahLst/>
              <a:cxnLst/>
              <a:rect l="l" t="t" r="r" b="b"/>
              <a:pathLst>
                <a:path w="454659" h="111759">
                  <a:moveTo>
                    <a:pt x="454603" y="0"/>
                  </a:moveTo>
                  <a:lnTo>
                    <a:pt x="0" y="0"/>
                  </a:lnTo>
                  <a:lnTo>
                    <a:pt x="0" y="111525"/>
                  </a:lnTo>
                  <a:lnTo>
                    <a:pt x="454603" y="111525"/>
                  </a:lnTo>
                  <a:lnTo>
                    <a:pt x="454603" y="0"/>
                  </a:lnTo>
                  <a:close/>
                </a:path>
              </a:pathLst>
            </a:custGeom>
            <a:solidFill>
              <a:srgbClr val="78C2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16326192" y="8198872"/>
              <a:ext cx="294005" cy="758825"/>
            </a:xfrm>
            <a:custGeom>
              <a:avLst/>
              <a:gdLst/>
              <a:ahLst/>
              <a:cxnLst/>
              <a:rect l="l" t="t" r="r" b="b"/>
              <a:pathLst>
                <a:path w="294005" h="758825">
                  <a:moveTo>
                    <a:pt x="268617" y="151663"/>
                  </a:moveTo>
                  <a:lnTo>
                    <a:pt x="262280" y="0"/>
                  </a:lnTo>
                  <a:lnTo>
                    <a:pt x="31673" y="0"/>
                  </a:lnTo>
                  <a:lnTo>
                    <a:pt x="25311" y="151663"/>
                  </a:lnTo>
                  <a:lnTo>
                    <a:pt x="268617" y="151663"/>
                  </a:lnTo>
                  <a:close/>
                </a:path>
                <a:path w="294005" h="758825">
                  <a:moveTo>
                    <a:pt x="281292" y="454926"/>
                  </a:moveTo>
                  <a:lnTo>
                    <a:pt x="274980" y="303288"/>
                  </a:lnTo>
                  <a:lnTo>
                    <a:pt x="19024" y="303288"/>
                  </a:lnTo>
                  <a:lnTo>
                    <a:pt x="12649" y="454926"/>
                  </a:lnTo>
                  <a:lnTo>
                    <a:pt x="281292" y="454926"/>
                  </a:lnTo>
                  <a:close/>
                </a:path>
                <a:path w="294005" h="758825">
                  <a:moveTo>
                    <a:pt x="293979" y="758240"/>
                  </a:moveTo>
                  <a:lnTo>
                    <a:pt x="287629" y="606577"/>
                  </a:lnTo>
                  <a:lnTo>
                    <a:pt x="6324" y="606577"/>
                  </a:lnTo>
                  <a:lnTo>
                    <a:pt x="0" y="758240"/>
                  </a:lnTo>
                  <a:lnTo>
                    <a:pt x="293979" y="758240"/>
                  </a:lnTo>
                  <a:close/>
                </a:path>
              </a:pathLst>
            </a:custGeom>
            <a:solidFill>
              <a:srgbClr val="D5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16319830" y="8047221"/>
              <a:ext cx="306705" cy="1061720"/>
            </a:xfrm>
            <a:custGeom>
              <a:avLst/>
              <a:gdLst/>
              <a:ahLst/>
              <a:cxnLst/>
              <a:rect l="l" t="t" r="r" b="b"/>
              <a:pathLst>
                <a:path w="306705" h="1061720">
                  <a:moveTo>
                    <a:pt x="268655" y="151663"/>
                  </a:moveTo>
                  <a:lnTo>
                    <a:pt x="262331" y="0"/>
                  </a:lnTo>
                  <a:lnTo>
                    <a:pt x="44361" y="0"/>
                  </a:lnTo>
                  <a:lnTo>
                    <a:pt x="38036" y="151663"/>
                  </a:lnTo>
                  <a:lnTo>
                    <a:pt x="268655" y="151663"/>
                  </a:lnTo>
                  <a:close/>
                </a:path>
                <a:path w="306705" h="1061720">
                  <a:moveTo>
                    <a:pt x="281330" y="454939"/>
                  </a:moveTo>
                  <a:lnTo>
                    <a:pt x="274980" y="303314"/>
                  </a:lnTo>
                  <a:lnTo>
                    <a:pt x="31686" y="303314"/>
                  </a:lnTo>
                  <a:lnTo>
                    <a:pt x="25387" y="454939"/>
                  </a:lnTo>
                  <a:lnTo>
                    <a:pt x="281330" y="454939"/>
                  </a:lnTo>
                  <a:close/>
                </a:path>
                <a:path w="306705" h="1061720">
                  <a:moveTo>
                    <a:pt x="293992" y="758228"/>
                  </a:moveTo>
                  <a:lnTo>
                    <a:pt x="287655" y="606577"/>
                  </a:lnTo>
                  <a:lnTo>
                    <a:pt x="19011" y="606577"/>
                  </a:lnTo>
                  <a:lnTo>
                    <a:pt x="12687" y="758228"/>
                  </a:lnTo>
                  <a:lnTo>
                    <a:pt x="293992" y="758228"/>
                  </a:lnTo>
                  <a:close/>
                </a:path>
                <a:path w="306705" h="1061720">
                  <a:moveTo>
                    <a:pt x="306692" y="1061516"/>
                  </a:moveTo>
                  <a:lnTo>
                    <a:pt x="300342" y="909891"/>
                  </a:lnTo>
                  <a:lnTo>
                    <a:pt x="6375" y="909891"/>
                  </a:lnTo>
                  <a:lnTo>
                    <a:pt x="0" y="1061516"/>
                  </a:lnTo>
                  <a:lnTo>
                    <a:pt x="306692" y="1061516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16860637" y="9108738"/>
              <a:ext cx="454659" cy="111760"/>
            </a:xfrm>
            <a:custGeom>
              <a:avLst/>
              <a:gdLst/>
              <a:ahLst/>
              <a:cxnLst/>
              <a:rect l="l" t="t" r="r" b="b"/>
              <a:pathLst>
                <a:path w="454659" h="111759">
                  <a:moveTo>
                    <a:pt x="454593" y="0"/>
                  </a:moveTo>
                  <a:lnTo>
                    <a:pt x="0" y="0"/>
                  </a:lnTo>
                  <a:lnTo>
                    <a:pt x="0" y="111525"/>
                  </a:lnTo>
                  <a:lnTo>
                    <a:pt x="454593" y="111525"/>
                  </a:lnTo>
                  <a:lnTo>
                    <a:pt x="454593" y="0"/>
                  </a:lnTo>
                  <a:close/>
                </a:path>
              </a:pathLst>
            </a:custGeom>
            <a:solidFill>
              <a:srgbClr val="78C2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16930827" y="8198872"/>
              <a:ext cx="294005" cy="758825"/>
            </a:xfrm>
            <a:custGeom>
              <a:avLst/>
              <a:gdLst/>
              <a:ahLst/>
              <a:cxnLst/>
              <a:rect l="l" t="t" r="r" b="b"/>
              <a:pathLst>
                <a:path w="294005" h="758825">
                  <a:moveTo>
                    <a:pt x="268630" y="151663"/>
                  </a:moveTo>
                  <a:lnTo>
                    <a:pt x="262280" y="0"/>
                  </a:lnTo>
                  <a:lnTo>
                    <a:pt x="31673" y="0"/>
                  </a:lnTo>
                  <a:lnTo>
                    <a:pt x="25336" y="151663"/>
                  </a:lnTo>
                  <a:lnTo>
                    <a:pt x="268630" y="151663"/>
                  </a:lnTo>
                  <a:close/>
                </a:path>
                <a:path w="294005" h="758825">
                  <a:moveTo>
                    <a:pt x="281292" y="454926"/>
                  </a:moveTo>
                  <a:lnTo>
                    <a:pt x="274967" y="303288"/>
                  </a:lnTo>
                  <a:lnTo>
                    <a:pt x="19024" y="303288"/>
                  </a:lnTo>
                  <a:lnTo>
                    <a:pt x="12661" y="454926"/>
                  </a:lnTo>
                  <a:lnTo>
                    <a:pt x="281292" y="454926"/>
                  </a:lnTo>
                  <a:close/>
                </a:path>
                <a:path w="294005" h="758825">
                  <a:moveTo>
                    <a:pt x="293992" y="758240"/>
                  </a:moveTo>
                  <a:lnTo>
                    <a:pt x="287642" y="606577"/>
                  </a:lnTo>
                  <a:lnTo>
                    <a:pt x="6337" y="606577"/>
                  </a:lnTo>
                  <a:lnTo>
                    <a:pt x="0" y="758240"/>
                  </a:lnTo>
                  <a:lnTo>
                    <a:pt x="293992" y="758240"/>
                  </a:lnTo>
                  <a:close/>
                </a:path>
              </a:pathLst>
            </a:custGeom>
            <a:solidFill>
              <a:srgbClr val="D5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16924477" y="8047221"/>
              <a:ext cx="306705" cy="1061720"/>
            </a:xfrm>
            <a:custGeom>
              <a:avLst/>
              <a:gdLst/>
              <a:ahLst/>
              <a:cxnLst/>
              <a:rect l="l" t="t" r="r" b="b"/>
              <a:pathLst>
                <a:path w="306705" h="1061720">
                  <a:moveTo>
                    <a:pt x="268630" y="151663"/>
                  </a:moveTo>
                  <a:lnTo>
                    <a:pt x="262305" y="0"/>
                  </a:lnTo>
                  <a:lnTo>
                    <a:pt x="44373" y="0"/>
                  </a:lnTo>
                  <a:lnTo>
                    <a:pt x="38011" y="151663"/>
                  </a:lnTo>
                  <a:lnTo>
                    <a:pt x="268630" y="151663"/>
                  </a:lnTo>
                  <a:close/>
                </a:path>
                <a:path w="306705" h="1061720">
                  <a:moveTo>
                    <a:pt x="281317" y="454939"/>
                  </a:moveTo>
                  <a:lnTo>
                    <a:pt x="274993" y="303314"/>
                  </a:lnTo>
                  <a:lnTo>
                    <a:pt x="31686" y="303314"/>
                  </a:lnTo>
                  <a:lnTo>
                    <a:pt x="25374" y="454939"/>
                  </a:lnTo>
                  <a:lnTo>
                    <a:pt x="281317" y="454939"/>
                  </a:lnTo>
                  <a:close/>
                </a:path>
                <a:path w="306705" h="1061720">
                  <a:moveTo>
                    <a:pt x="293992" y="758228"/>
                  </a:moveTo>
                  <a:lnTo>
                    <a:pt x="287642" y="606577"/>
                  </a:lnTo>
                  <a:lnTo>
                    <a:pt x="19011" y="606577"/>
                  </a:lnTo>
                  <a:lnTo>
                    <a:pt x="12687" y="758228"/>
                  </a:lnTo>
                  <a:lnTo>
                    <a:pt x="293992" y="758228"/>
                  </a:lnTo>
                  <a:close/>
                </a:path>
                <a:path w="306705" h="1061720">
                  <a:moveTo>
                    <a:pt x="306666" y="1061516"/>
                  </a:moveTo>
                  <a:lnTo>
                    <a:pt x="300342" y="909891"/>
                  </a:lnTo>
                  <a:lnTo>
                    <a:pt x="6362" y="909891"/>
                  </a:lnTo>
                  <a:lnTo>
                    <a:pt x="0" y="1061516"/>
                  </a:lnTo>
                  <a:lnTo>
                    <a:pt x="306666" y="1061516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15404884" y="7488917"/>
              <a:ext cx="1716405" cy="547370"/>
            </a:xfrm>
            <a:custGeom>
              <a:avLst/>
              <a:gdLst/>
              <a:ahLst/>
              <a:cxnLst/>
              <a:rect l="l" t="t" r="r" b="b"/>
              <a:pathLst>
                <a:path w="1716405" h="547370">
                  <a:moveTo>
                    <a:pt x="520280" y="506082"/>
                  </a:moveTo>
                  <a:lnTo>
                    <a:pt x="516902" y="490080"/>
                  </a:lnTo>
                  <a:lnTo>
                    <a:pt x="507682" y="477024"/>
                  </a:lnTo>
                  <a:lnTo>
                    <a:pt x="494030" y="468210"/>
                  </a:lnTo>
                  <a:lnTo>
                    <a:pt x="486537" y="466775"/>
                  </a:lnTo>
                  <a:lnTo>
                    <a:pt x="489356" y="453428"/>
                  </a:lnTo>
                  <a:lnTo>
                    <a:pt x="485025" y="432943"/>
                  </a:lnTo>
                  <a:lnTo>
                    <a:pt x="473227" y="416204"/>
                  </a:lnTo>
                  <a:lnTo>
                    <a:pt x="455726" y="404926"/>
                  </a:lnTo>
                  <a:lnTo>
                    <a:pt x="445833" y="403021"/>
                  </a:lnTo>
                  <a:lnTo>
                    <a:pt x="462280" y="379666"/>
                  </a:lnTo>
                  <a:lnTo>
                    <a:pt x="468782" y="348843"/>
                  </a:lnTo>
                  <a:lnTo>
                    <a:pt x="462280" y="318058"/>
                  </a:lnTo>
                  <a:lnTo>
                    <a:pt x="444550" y="292912"/>
                  </a:lnTo>
                  <a:lnTo>
                    <a:pt x="418249" y="275958"/>
                  </a:lnTo>
                  <a:lnTo>
                    <a:pt x="386029" y="269748"/>
                  </a:lnTo>
                  <a:lnTo>
                    <a:pt x="371081" y="272630"/>
                  </a:lnTo>
                  <a:lnTo>
                    <a:pt x="384429" y="264033"/>
                  </a:lnTo>
                  <a:lnTo>
                    <a:pt x="405739" y="233807"/>
                  </a:lnTo>
                  <a:lnTo>
                    <a:pt x="413550" y="196786"/>
                  </a:lnTo>
                  <a:lnTo>
                    <a:pt x="405739" y="159766"/>
                  </a:lnTo>
                  <a:lnTo>
                    <a:pt x="389153" y="136271"/>
                  </a:lnTo>
                  <a:lnTo>
                    <a:pt x="407454" y="132715"/>
                  </a:lnTo>
                  <a:lnTo>
                    <a:pt x="424967" y="121424"/>
                  </a:lnTo>
                  <a:lnTo>
                    <a:pt x="436765" y="104673"/>
                  </a:lnTo>
                  <a:lnTo>
                    <a:pt x="441096" y="84188"/>
                  </a:lnTo>
                  <a:lnTo>
                    <a:pt x="436765" y="63715"/>
                  </a:lnTo>
                  <a:lnTo>
                    <a:pt x="424967" y="46990"/>
                  </a:lnTo>
                  <a:lnTo>
                    <a:pt x="407454" y="35699"/>
                  </a:lnTo>
                  <a:lnTo>
                    <a:pt x="386041" y="31572"/>
                  </a:lnTo>
                  <a:lnTo>
                    <a:pt x="364617" y="35699"/>
                  </a:lnTo>
                  <a:lnTo>
                    <a:pt x="347116" y="46990"/>
                  </a:lnTo>
                  <a:lnTo>
                    <a:pt x="335305" y="63715"/>
                  </a:lnTo>
                  <a:lnTo>
                    <a:pt x="330987" y="84188"/>
                  </a:lnTo>
                  <a:lnTo>
                    <a:pt x="335305" y="104673"/>
                  </a:lnTo>
                  <a:lnTo>
                    <a:pt x="336207" y="105968"/>
                  </a:lnTo>
                  <a:lnTo>
                    <a:pt x="314096" y="101701"/>
                  </a:lnTo>
                  <a:lnTo>
                    <a:pt x="275374" y="109169"/>
                  </a:lnTo>
                  <a:lnTo>
                    <a:pt x="247561" y="127114"/>
                  </a:lnTo>
                  <a:lnTo>
                    <a:pt x="242519" y="123850"/>
                  </a:lnTo>
                  <a:lnTo>
                    <a:pt x="210299" y="117627"/>
                  </a:lnTo>
                  <a:lnTo>
                    <a:pt x="193497" y="120878"/>
                  </a:lnTo>
                  <a:lnTo>
                    <a:pt x="198932" y="95110"/>
                  </a:lnTo>
                  <a:lnTo>
                    <a:pt x="191122" y="58077"/>
                  </a:lnTo>
                  <a:lnTo>
                    <a:pt x="169811" y="27851"/>
                  </a:lnTo>
                  <a:lnTo>
                    <a:pt x="138188" y="7467"/>
                  </a:lnTo>
                  <a:lnTo>
                    <a:pt x="99479" y="0"/>
                  </a:lnTo>
                  <a:lnTo>
                    <a:pt x="60744" y="7467"/>
                  </a:lnTo>
                  <a:lnTo>
                    <a:pt x="29121" y="27851"/>
                  </a:lnTo>
                  <a:lnTo>
                    <a:pt x="7810" y="58077"/>
                  </a:lnTo>
                  <a:lnTo>
                    <a:pt x="0" y="95110"/>
                  </a:lnTo>
                  <a:lnTo>
                    <a:pt x="7810" y="132130"/>
                  </a:lnTo>
                  <a:lnTo>
                    <a:pt x="29121" y="162369"/>
                  </a:lnTo>
                  <a:lnTo>
                    <a:pt x="60744" y="182753"/>
                  </a:lnTo>
                  <a:lnTo>
                    <a:pt x="99479" y="190220"/>
                  </a:lnTo>
                  <a:lnTo>
                    <a:pt x="130162" y="184302"/>
                  </a:lnTo>
                  <a:lnTo>
                    <a:pt x="127533" y="196786"/>
                  </a:lnTo>
                  <a:lnTo>
                    <a:pt x="134035" y="227596"/>
                  </a:lnTo>
                  <a:lnTo>
                    <a:pt x="151777" y="252755"/>
                  </a:lnTo>
                  <a:lnTo>
                    <a:pt x="178079" y="269709"/>
                  </a:lnTo>
                  <a:lnTo>
                    <a:pt x="210299" y="275920"/>
                  </a:lnTo>
                  <a:lnTo>
                    <a:pt x="242519" y="269709"/>
                  </a:lnTo>
                  <a:lnTo>
                    <a:pt x="247535" y="266471"/>
                  </a:lnTo>
                  <a:lnTo>
                    <a:pt x="275374" y="284403"/>
                  </a:lnTo>
                  <a:lnTo>
                    <a:pt x="314096" y="291871"/>
                  </a:lnTo>
                  <a:lnTo>
                    <a:pt x="335534" y="287743"/>
                  </a:lnTo>
                  <a:lnTo>
                    <a:pt x="327507" y="292912"/>
                  </a:lnTo>
                  <a:lnTo>
                    <a:pt x="309778" y="318058"/>
                  </a:lnTo>
                  <a:lnTo>
                    <a:pt x="303276" y="348843"/>
                  </a:lnTo>
                  <a:lnTo>
                    <a:pt x="309778" y="379666"/>
                  </a:lnTo>
                  <a:lnTo>
                    <a:pt x="327507" y="404837"/>
                  </a:lnTo>
                  <a:lnTo>
                    <a:pt x="353822" y="421805"/>
                  </a:lnTo>
                  <a:lnTo>
                    <a:pt x="386029" y="428028"/>
                  </a:lnTo>
                  <a:lnTo>
                    <a:pt x="387197" y="427812"/>
                  </a:lnTo>
                  <a:lnTo>
                    <a:pt x="383578" y="432943"/>
                  </a:lnTo>
                  <a:lnTo>
                    <a:pt x="379247" y="453428"/>
                  </a:lnTo>
                  <a:lnTo>
                    <a:pt x="383578" y="473925"/>
                  </a:lnTo>
                  <a:lnTo>
                    <a:pt x="395376" y="490651"/>
                  </a:lnTo>
                  <a:lnTo>
                    <a:pt x="412877" y="501942"/>
                  </a:lnTo>
                  <a:lnTo>
                    <a:pt x="434301" y="506082"/>
                  </a:lnTo>
                  <a:lnTo>
                    <a:pt x="437680" y="522071"/>
                  </a:lnTo>
                  <a:lnTo>
                    <a:pt x="446887" y="535127"/>
                  </a:lnTo>
                  <a:lnTo>
                    <a:pt x="460552" y="543928"/>
                  </a:lnTo>
                  <a:lnTo>
                    <a:pt x="477291" y="547154"/>
                  </a:lnTo>
                  <a:lnTo>
                    <a:pt x="494030" y="543928"/>
                  </a:lnTo>
                  <a:lnTo>
                    <a:pt x="507682" y="535127"/>
                  </a:lnTo>
                  <a:lnTo>
                    <a:pt x="516902" y="522071"/>
                  </a:lnTo>
                  <a:lnTo>
                    <a:pt x="520280" y="506082"/>
                  </a:lnTo>
                  <a:close/>
                </a:path>
                <a:path w="1716405" h="547370">
                  <a:moveTo>
                    <a:pt x="1715897" y="453428"/>
                  </a:moveTo>
                  <a:lnTo>
                    <a:pt x="1712518" y="437426"/>
                  </a:lnTo>
                  <a:lnTo>
                    <a:pt x="1703311" y="424357"/>
                  </a:lnTo>
                  <a:lnTo>
                    <a:pt x="1689658" y="415544"/>
                  </a:lnTo>
                  <a:lnTo>
                    <a:pt x="1681543" y="413981"/>
                  </a:lnTo>
                  <a:lnTo>
                    <a:pt x="1684604" y="412000"/>
                  </a:lnTo>
                  <a:lnTo>
                    <a:pt x="1696872" y="394614"/>
                  </a:lnTo>
                  <a:lnTo>
                    <a:pt x="1701368" y="373341"/>
                  </a:lnTo>
                  <a:lnTo>
                    <a:pt x="1696872" y="352044"/>
                  </a:lnTo>
                  <a:lnTo>
                    <a:pt x="1684604" y="334645"/>
                  </a:lnTo>
                  <a:lnTo>
                    <a:pt x="1678165" y="330492"/>
                  </a:lnTo>
                  <a:lnTo>
                    <a:pt x="1688909" y="323570"/>
                  </a:lnTo>
                  <a:lnTo>
                    <a:pt x="1698117" y="310515"/>
                  </a:lnTo>
                  <a:lnTo>
                    <a:pt x="1701507" y="294525"/>
                  </a:lnTo>
                  <a:lnTo>
                    <a:pt x="1698117" y="278523"/>
                  </a:lnTo>
                  <a:lnTo>
                    <a:pt x="1688909" y="265455"/>
                  </a:lnTo>
                  <a:lnTo>
                    <a:pt x="1675244" y="256654"/>
                  </a:lnTo>
                  <a:lnTo>
                    <a:pt x="1658505" y="253428"/>
                  </a:lnTo>
                  <a:lnTo>
                    <a:pt x="1654708" y="254165"/>
                  </a:lnTo>
                  <a:lnTo>
                    <a:pt x="1655546" y="250240"/>
                  </a:lnTo>
                  <a:lnTo>
                    <a:pt x="1649514" y="221716"/>
                  </a:lnTo>
                  <a:lnTo>
                    <a:pt x="1633093" y="198424"/>
                  </a:lnTo>
                  <a:lnTo>
                    <a:pt x="1608721" y="182727"/>
                  </a:lnTo>
                  <a:lnTo>
                    <a:pt x="1578876" y="176974"/>
                  </a:lnTo>
                  <a:lnTo>
                    <a:pt x="1574622" y="177800"/>
                  </a:lnTo>
                  <a:lnTo>
                    <a:pt x="1580565" y="149720"/>
                  </a:lnTo>
                  <a:lnTo>
                    <a:pt x="1573860" y="118008"/>
                  </a:lnTo>
                  <a:lnTo>
                    <a:pt x="1555597" y="92125"/>
                  </a:lnTo>
                  <a:lnTo>
                    <a:pt x="1528521" y="74676"/>
                  </a:lnTo>
                  <a:lnTo>
                    <a:pt x="1495374" y="68287"/>
                  </a:lnTo>
                  <a:lnTo>
                    <a:pt x="1462214" y="74676"/>
                  </a:lnTo>
                  <a:lnTo>
                    <a:pt x="1439938" y="89039"/>
                  </a:lnTo>
                  <a:lnTo>
                    <a:pt x="1441538" y="81483"/>
                  </a:lnTo>
                  <a:lnTo>
                    <a:pt x="1435036" y="50673"/>
                  </a:lnTo>
                  <a:lnTo>
                    <a:pt x="1417307" y="25514"/>
                  </a:lnTo>
                  <a:lnTo>
                    <a:pt x="1391005" y="8547"/>
                  </a:lnTo>
                  <a:lnTo>
                    <a:pt x="1358785" y="2324"/>
                  </a:lnTo>
                  <a:lnTo>
                    <a:pt x="1326565" y="8547"/>
                  </a:lnTo>
                  <a:lnTo>
                    <a:pt x="1300251" y="25514"/>
                  </a:lnTo>
                  <a:lnTo>
                    <a:pt x="1282509" y="50673"/>
                  </a:lnTo>
                  <a:lnTo>
                    <a:pt x="1275994" y="81483"/>
                  </a:lnTo>
                  <a:lnTo>
                    <a:pt x="1282509" y="112280"/>
                  </a:lnTo>
                  <a:lnTo>
                    <a:pt x="1296327" y="131876"/>
                  </a:lnTo>
                  <a:lnTo>
                    <a:pt x="1285405" y="138912"/>
                  </a:lnTo>
                  <a:lnTo>
                    <a:pt x="1278229" y="149085"/>
                  </a:lnTo>
                  <a:lnTo>
                    <a:pt x="1271092" y="138950"/>
                  </a:lnTo>
                  <a:lnTo>
                    <a:pt x="1231988" y="113741"/>
                  </a:lnTo>
                  <a:lnTo>
                    <a:pt x="1184097" y="104495"/>
                  </a:lnTo>
                  <a:lnTo>
                    <a:pt x="1136205" y="113741"/>
                  </a:lnTo>
                  <a:lnTo>
                    <a:pt x="1097102" y="138950"/>
                  </a:lnTo>
                  <a:lnTo>
                    <a:pt x="1070737" y="176339"/>
                  </a:lnTo>
                  <a:lnTo>
                    <a:pt x="1066812" y="194906"/>
                  </a:lnTo>
                  <a:lnTo>
                    <a:pt x="1052614" y="170459"/>
                  </a:lnTo>
                  <a:lnTo>
                    <a:pt x="1019543" y="141008"/>
                  </a:lnTo>
                  <a:lnTo>
                    <a:pt x="977595" y="121704"/>
                  </a:lnTo>
                  <a:lnTo>
                    <a:pt x="929284" y="114769"/>
                  </a:lnTo>
                  <a:lnTo>
                    <a:pt x="880948" y="121704"/>
                  </a:lnTo>
                  <a:lnTo>
                    <a:pt x="838987" y="141008"/>
                  </a:lnTo>
                  <a:lnTo>
                    <a:pt x="805903" y="170459"/>
                  </a:lnTo>
                  <a:lnTo>
                    <a:pt x="784212" y="207797"/>
                  </a:lnTo>
                  <a:lnTo>
                    <a:pt x="776427" y="250812"/>
                  </a:lnTo>
                  <a:lnTo>
                    <a:pt x="784212" y="293827"/>
                  </a:lnTo>
                  <a:lnTo>
                    <a:pt x="805903" y="331190"/>
                  </a:lnTo>
                  <a:lnTo>
                    <a:pt x="838987" y="360654"/>
                  </a:lnTo>
                  <a:lnTo>
                    <a:pt x="851763" y="366547"/>
                  </a:lnTo>
                  <a:lnTo>
                    <a:pt x="850138" y="374269"/>
                  </a:lnTo>
                  <a:lnTo>
                    <a:pt x="856640" y="405091"/>
                  </a:lnTo>
                  <a:lnTo>
                    <a:pt x="874369" y="430250"/>
                  </a:lnTo>
                  <a:lnTo>
                    <a:pt x="900684" y="447217"/>
                  </a:lnTo>
                  <a:lnTo>
                    <a:pt x="932903" y="453440"/>
                  </a:lnTo>
                  <a:lnTo>
                    <a:pt x="965123" y="447217"/>
                  </a:lnTo>
                  <a:lnTo>
                    <a:pt x="991438" y="430250"/>
                  </a:lnTo>
                  <a:lnTo>
                    <a:pt x="994676" y="425653"/>
                  </a:lnTo>
                  <a:lnTo>
                    <a:pt x="994410" y="426923"/>
                  </a:lnTo>
                  <a:lnTo>
                    <a:pt x="998740" y="447408"/>
                  </a:lnTo>
                  <a:lnTo>
                    <a:pt x="1010539" y="464134"/>
                  </a:lnTo>
                  <a:lnTo>
                    <a:pt x="1028039" y="475399"/>
                  </a:lnTo>
                  <a:lnTo>
                    <a:pt x="1049477" y="479539"/>
                  </a:lnTo>
                  <a:lnTo>
                    <a:pt x="1070889" y="475399"/>
                  </a:lnTo>
                  <a:lnTo>
                    <a:pt x="1086916" y="465099"/>
                  </a:lnTo>
                  <a:lnTo>
                    <a:pt x="1083856" y="479577"/>
                  </a:lnTo>
                  <a:lnTo>
                    <a:pt x="1087234" y="495566"/>
                  </a:lnTo>
                  <a:lnTo>
                    <a:pt x="1096454" y="508635"/>
                  </a:lnTo>
                  <a:lnTo>
                    <a:pt x="1110119" y="517436"/>
                  </a:lnTo>
                  <a:lnTo>
                    <a:pt x="1126845" y="520674"/>
                  </a:lnTo>
                  <a:lnTo>
                    <a:pt x="1143571" y="517436"/>
                  </a:lnTo>
                  <a:lnTo>
                    <a:pt x="1157236" y="508635"/>
                  </a:lnTo>
                  <a:lnTo>
                    <a:pt x="1166456" y="495566"/>
                  </a:lnTo>
                  <a:lnTo>
                    <a:pt x="1169835" y="479577"/>
                  </a:lnTo>
                  <a:lnTo>
                    <a:pt x="1166456" y="463588"/>
                  </a:lnTo>
                  <a:lnTo>
                    <a:pt x="1157236" y="450519"/>
                  </a:lnTo>
                  <a:lnTo>
                    <a:pt x="1143571" y="441706"/>
                  </a:lnTo>
                  <a:lnTo>
                    <a:pt x="1126845" y="438467"/>
                  </a:lnTo>
                  <a:lnTo>
                    <a:pt x="1110119" y="441706"/>
                  </a:lnTo>
                  <a:lnTo>
                    <a:pt x="1099299" y="448691"/>
                  </a:lnTo>
                  <a:lnTo>
                    <a:pt x="1100201" y="447408"/>
                  </a:lnTo>
                  <a:lnTo>
                    <a:pt x="1104531" y="426923"/>
                  </a:lnTo>
                  <a:lnTo>
                    <a:pt x="1100201" y="406450"/>
                  </a:lnTo>
                  <a:lnTo>
                    <a:pt x="1089672" y="391528"/>
                  </a:lnTo>
                  <a:lnTo>
                    <a:pt x="1100201" y="376605"/>
                  </a:lnTo>
                  <a:lnTo>
                    <a:pt x="1104531" y="356108"/>
                  </a:lnTo>
                  <a:lnTo>
                    <a:pt x="1100201" y="335635"/>
                  </a:lnTo>
                  <a:lnTo>
                    <a:pt x="1088402" y="318909"/>
                  </a:lnTo>
                  <a:lnTo>
                    <a:pt x="1070889" y="307632"/>
                  </a:lnTo>
                  <a:lnTo>
                    <a:pt x="1066749" y="306844"/>
                  </a:lnTo>
                  <a:lnTo>
                    <a:pt x="1074305" y="293827"/>
                  </a:lnTo>
                  <a:lnTo>
                    <a:pt x="1077302" y="277241"/>
                  </a:lnTo>
                  <a:lnTo>
                    <a:pt x="1097102" y="305308"/>
                  </a:lnTo>
                  <a:lnTo>
                    <a:pt x="1136205" y="330530"/>
                  </a:lnTo>
                  <a:lnTo>
                    <a:pt x="1184097" y="339775"/>
                  </a:lnTo>
                  <a:lnTo>
                    <a:pt x="1231988" y="330530"/>
                  </a:lnTo>
                  <a:lnTo>
                    <a:pt x="1271092" y="305308"/>
                  </a:lnTo>
                  <a:lnTo>
                    <a:pt x="1291005" y="277050"/>
                  </a:lnTo>
                  <a:lnTo>
                    <a:pt x="1317028" y="293814"/>
                  </a:lnTo>
                  <a:lnTo>
                    <a:pt x="1355763" y="301294"/>
                  </a:lnTo>
                  <a:lnTo>
                    <a:pt x="1394472" y="293814"/>
                  </a:lnTo>
                  <a:lnTo>
                    <a:pt x="1426083" y="273431"/>
                  </a:lnTo>
                  <a:lnTo>
                    <a:pt x="1447406" y="243205"/>
                  </a:lnTo>
                  <a:lnTo>
                    <a:pt x="1452587" y="218592"/>
                  </a:lnTo>
                  <a:lnTo>
                    <a:pt x="1462214" y="224777"/>
                  </a:lnTo>
                  <a:lnTo>
                    <a:pt x="1495374" y="231178"/>
                  </a:lnTo>
                  <a:lnTo>
                    <a:pt x="1506766" y="228981"/>
                  </a:lnTo>
                  <a:lnTo>
                    <a:pt x="1502270" y="250240"/>
                  </a:lnTo>
                  <a:lnTo>
                    <a:pt x="1508302" y="278752"/>
                  </a:lnTo>
                  <a:lnTo>
                    <a:pt x="1524723" y="302044"/>
                  </a:lnTo>
                  <a:lnTo>
                    <a:pt x="1549069" y="317741"/>
                  </a:lnTo>
                  <a:lnTo>
                    <a:pt x="1578876" y="323507"/>
                  </a:lnTo>
                  <a:lnTo>
                    <a:pt x="1608721" y="317741"/>
                  </a:lnTo>
                  <a:lnTo>
                    <a:pt x="1619211" y="310984"/>
                  </a:lnTo>
                  <a:lnTo>
                    <a:pt x="1626933" y="321945"/>
                  </a:lnTo>
                  <a:lnTo>
                    <a:pt x="1621891" y="322910"/>
                  </a:lnTo>
                  <a:lnTo>
                    <a:pt x="1603705" y="334645"/>
                  </a:lnTo>
                  <a:lnTo>
                    <a:pt x="1591437" y="352044"/>
                  </a:lnTo>
                  <a:lnTo>
                    <a:pt x="1586941" y="373341"/>
                  </a:lnTo>
                  <a:lnTo>
                    <a:pt x="1591437" y="394614"/>
                  </a:lnTo>
                  <a:lnTo>
                    <a:pt x="1603705" y="412000"/>
                  </a:lnTo>
                  <a:lnTo>
                    <a:pt x="1621891" y="423722"/>
                  </a:lnTo>
                  <a:lnTo>
                    <a:pt x="1640446" y="427316"/>
                  </a:lnTo>
                  <a:lnTo>
                    <a:pt x="1633321" y="437426"/>
                  </a:lnTo>
                  <a:lnTo>
                    <a:pt x="1629943" y="453428"/>
                  </a:lnTo>
                  <a:lnTo>
                    <a:pt x="1633321" y="469417"/>
                  </a:lnTo>
                  <a:lnTo>
                    <a:pt x="1642529" y="482485"/>
                  </a:lnTo>
                  <a:lnTo>
                    <a:pt x="1656194" y="491299"/>
                  </a:lnTo>
                  <a:lnTo>
                    <a:pt x="1672932" y="494538"/>
                  </a:lnTo>
                  <a:lnTo>
                    <a:pt x="1689658" y="491299"/>
                  </a:lnTo>
                  <a:lnTo>
                    <a:pt x="1703311" y="482485"/>
                  </a:lnTo>
                  <a:lnTo>
                    <a:pt x="1712518" y="469417"/>
                  </a:lnTo>
                  <a:lnTo>
                    <a:pt x="1715897" y="453428"/>
                  </a:lnTo>
                  <a:close/>
                </a:path>
              </a:pathLst>
            </a:custGeom>
            <a:solidFill>
              <a:srgbClr val="D1EC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0" name="object 20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28010" y="7520478"/>
              <a:ext cx="110111" cy="105295"/>
            </a:xfrm>
            <a:prstGeom prst="rect">
              <a:avLst/>
            </a:prstGeom>
          </p:spPr>
        </p:pic>
        <p:sp>
          <p:nvSpPr>
            <p:cNvPr id="201" name="object 201" descr=""/>
            <p:cNvSpPr/>
            <p:nvPr/>
          </p:nvSpPr>
          <p:spPr>
            <a:xfrm>
              <a:off x="15953142" y="7627165"/>
              <a:ext cx="306070" cy="272415"/>
            </a:xfrm>
            <a:custGeom>
              <a:avLst/>
              <a:gdLst/>
              <a:ahLst/>
              <a:cxnLst/>
              <a:rect l="l" t="t" r="r" b="b"/>
              <a:pathLst>
                <a:path w="306069" h="272415">
                  <a:moveTo>
                    <a:pt x="152833" y="0"/>
                  </a:moveTo>
                  <a:lnTo>
                    <a:pt x="104510" y="6937"/>
                  </a:lnTo>
                  <a:lnTo>
                    <a:pt x="62554" y="26255"/>
                  </a:lnTo>
                  <a:lnTo>
                    <a:pt x="29476" y="55714"/>
                  </a:lnTo>
                  <a:lnTo>
                    <a:pt x="7787" y="93076"/>
                  </a:lnTo>
                  <a:lnTo>
                    <a:pt x="0" y="136100"/>
                  </a:lnTo>
                  <a:lnTo>
                    <a:pt x="7787" y="179097"/>
                  </a:lnTo>
                  <a:lnTo>
                    <a:pt x="29476" y="216447"/>
                  </a:lnTo>
                  <a:lnTo>
                    <a:pt x="62554" y="245907"/>
                  </a:lnTo>
                  <a:lnTo>
                    <a:pt x="104510" y="265229"/>
                  </a:lnTo>
                  <a:lnTo>
                    <a:pt x="152833" y="272169"/>
                  </a:lnTo>
                  <a:lnTo>
                    <a:pt x="201141" y="265229"/>
                  </a:lnTo>
                  <a:lnTo>
                    <a:pt x="243090" y="245907"/>
                  </a:lnTo>
                  <a:lnTo>
                    <a:pt x="276167" y="216447"/>
                  </a:lnTo>
                  <a:lnTo>
                    <a:pt x="297856" y="179097"/>
                  </a:lnTo>
                  <a:lnTo>
                    <a:pt x="305645" y="136100"/>
                  </a:lnTo>
                  <a:lnTo>
                    <a:pt x="297856" y="93076"/>
                  </a:lnTo>
                  <a:lnTo>
                    <a:pt x="276167" y="55714"/>
                  </a:lnTo>
                  <a:lnTo>
                    <a:pt x="243090" y="26255"/>
                  </a:lnTo>
                  <a:lnTo>
                    <a:pt x="201141" y="6937"/>
                  </a:lnTo>
                  <a:lnTo>
                    <a:pt x="152833" y="0"/>
                  </a:lnTo>
                  <a:close/>
                </a:path>
              </a:pathLst>
            </a:custGeom>
            <a:solidFill>
              <a:srgbClr val="D1EC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315094" y="7455120"/>
              <a:ext cx="241175" cy="230579"/>
            </a:xfrm>
            <a:prstGeom prst="rect">
              <a:avLst/>
            </a:prstGeom>
          </p:spPr>
        </p:pic>
        <p:sp>
          <p:nvSpPr>
            <p:cNvPr id="203" name="object 203" descr=""/>
            <p:cNvSpPr/>
            <p:nvPr/>
          </p:nvSpPr>
          <p:spPr>
            <a:xfrm>
              <a:off x="15224632" y="7475797"/>
              <a:ext cx="1171575" cy="371475"/>
            </a:xfrm>
            <a:custGeom>
              <a:avLst/>
              <a:gdLst/>
              <a:ahLst/>
              <a:cxnLst/>
              <a:rect l="l" t="t" r="r" b="b"/>
              <a:pathLst>
                <a:path w="1171575" h="371475">
                  <a:moveTo>
                    <a:pt x="180251" y="139026"/>
                  </a:moveTo>
                  <a:lnTo>
                    <a:pt x="173177" y="107035"/>
                  </a:lnTo>
                  <a:lnTo>
                    <a:pt x="153860" y="80899"/>
                  </a:lnTo>
                  <a:lnTo>
                    <a:pt x="125209" y="63271"/>
                  </a:lnTo>
                  <a:lnTo>
                    <a:pt x="90106" y="56807"/>
                  </a:lnTo>
                  <a:lnTo>
                    <a:pt x="55041" y="63271"/>
                  </a:lnTo>
                  <a:lnTo>
                    <a:pt x="26390" y="80899"/>
                  </a:lnTo>
                  <a:lnTo>
                    <a:pt x="7086" y="107035"/>
                  </a:lnTo>
                  <a:lnTo>
                    <a:pt x="0" y="139026"/>
                  </a:lnTo>
                  <a:lnTo>
                    <a:pt x="7086" y="171056"/>
                  </a:lnTo>
                  <a:lnTo>
                    <a:pt x="26390" y="197205"/>
                  </a:lnTo>
                  <a:lnTo>
                    <a:pt x="55041" y="214833"/>
                  </a:lnTo>
                  <a:lnTo>
                    <a:pt x="90106" y="221297"/>
                  </a:lnTo>
                  <a:lnTo>
                    <a:pt x="125209" y="214833"/>
                  </a:lnTo>
                  <a:lnTo>
                    <a:pt x="153860" y="197205"/>
                  </a:lnTo>
                  <a:lnTo>
                    <a:pt x="173177" y="171056"/>
                  </a:lnTo>
                  <a:lnTo>
                    <a:pt x="180251" y="139026"/>
                  </a:lnTo>
                  <a:close/>
                </a:path>
                <a:path w="1171575" h="371475">
                  <a:moveTo>
                    <a:pt x="1171003" y="173736"/>
                  </a:moveTo>
                  <a:lnTo>
                    <a:pt x="1164513" y="127546"/>
                  </a:lnTo>
                  <a:lnTo>
                    <a:pt x="1146200" y="86055"/>
                  </a:lnTo>
                  <a:lnTo>
                    <a:pt x="1117790" y="50888"/>
                  </a:lnTo>
                  <a:lnTo>
                    <a:pt x="1081011" y="23723"/>
                  </a:lnTo>
                  <a:lnTo>
                    <a:pt x="1037602" y="6210"/>
                  </a:lnTo>
                  <a:lnTo>
                    <a:pt x="989291" y="0"/>
                  </a:lnTo>
                  <a:lnTo>
                    <a:pt x="940993" y="6210"/>
                  </a:lnTo>
                  <a:lnTo>
                    <a:pt x="897597" y="23723"/>
                  </a:lnTo>
                  <a:lnTo>
                    <a:pt x="860818" y="50888"/>
                  </a:lnTo>
                  <a:lnTo>
                    <a:pt x="832408" y="86055"/>
                  </a:lnTo>
                  <a:lnTo>
                    <a:pt x="814095" y="127546"/>
                  </a:lnTo>
                  <a:lnTo>
                    <a:pt x="807605" y="173736"/>
                  </a:lnTo>
                  <a:lnTo>
                    <a:pt x="809548" y="187655"/>
                  </a:lnTo>
                  <a:lnTo>
                    <a:pt x="791057" y="153428"/>
                  </a:lnTo>
                  <a:lnTo>
                    <a:pt x="760031" y="123748"/>
                  </a:lnTo>
                  <a:lnTo>
                    <a:pt x="720686" y="104292"/>
                  </a:lnTo>
                  <a:lnTo>
                    <a:pt x="675386" y="97294"/>
                  </a:lnTo>
                  <a:lnTo>
                    <a:pt x="630085" y="104292"/>
                  </a:lnTo>
                  <a:lnTo>
                    <a:pt x="590740" y="123748"/>
                  </a:lnTo>
                  <a:lnTo>
                    <a:pt x="559714" y="153428"/>
                  </a:lnTo>
                  <a:lnTo>
                    <a:pt x="539369" y="191058"/>
                  </a:lnTo>
                  <a:lnTo>
                    <a:pt x="532066" y="234378"/>
                  </a:lnTo>
                  <a:lnTo>
                    <a:pt x="539369" y="277698"/>
                  </a:lnTo>
                  <a:lnTo>
                    <a:pt x="559714" y="315328"/>
                  </a:lnTo>
                  <a:lnTo>
                    <a:pt x="590740" y="344995"/>
                  </a:lnTo>
                  <a:lnTo>
                    <a:pt x="630085" y="364451"/>
                  </a:lnTo>
                  <a:lnTo>
                    <a:pt x="675386" y="371436"/>
                  </a:lnTo>
                  <a:lnTo>
                    <a:pt x="720686" y="364451"/>
                  </a:lnTo>
                  <a:lnTo>
                    <a:pt x="760031" y="344995"/>
                  </a:lnTo>
                  <a:lnTo>
                    <a:pt x="791057" y="315328"/>
                  </a:lnTo>
                  <a:lnTo>
                    <a:pt x="811403" y="277698"/>
                  </a:lnTo>
                  <a:lnTo>
                    <a:pt x="818705" y="234378"/>
                  </a:lnTo>
                  <a:lnTo>
                    <a:pt x="817600" y="227901"/>
                  </a:lnTo>
                  <a:lnTo>
                    <a:pt x="832408" y="261429"/>
                  </a:lnTo>
                  <a:lnTo>
                    <a:pt x="860818" y="296595"/>
                  </a:lnTo>
                  <a:lnTo>
                    <a:pt x="897597" y="323761"/>
                  </a:lnTo>
                  <a:lnTo>
                    <a:pt x="940993" y="341287"/>
                  </a:lnTo>
                  <a:lnTo>
                    <a:pt x="989291" y="347484"/>
                  </a:lnTo>
                  <a:lnTo>
                    <a:pt x="1037602" y="341287"/>
                  </a:lnTo>
                  <a:lnTo>
                    <a:pt x="1081011" y="323761"/>
                  </a:lnTo>
                  <a:lnTo>
                    <a:pt x="1117790" y="296595"/>
                  </a:lnTo>
                  <a:lnTo>
                    <a:pt x="1146200" y="261429"/>
                  </a:lnTo>
                  <a:lnTo>
                    <a:pt x="1164513" y="219925"/>
                  </a:lnTo>
                  <a:lnTo>
                    <a:pt x="1171003" y="173736"/>
                  </a:lnTo>
                  <a:close/>
                </a:path>
              </a:pathLst>
            </a:custGeom>
            <a:solidFill>
              <a:srgbClr val="D1EC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4" name="object 20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071346" y="7511033"/>
              <a:ext cx="125744" cy="114739"/>
            </a:xfrm>
            <a:prstGeom prst="rect">
              <a:avLst/>
            </a:prstGeom>
          </p:spPr>
        </p:pic>
        <p:sp>
          <p:nvSpPr>
            <p:cNvPr id="205" name="object 205" descr=""/>
            <p:cNvSpPr/>
            <p:nvPr/>
          </p:nvSpPr>
          <p:spPr>
            <a:xfrm>
              <a:off x="15416250" y="7465053"/>
              <a:ext cx="330835" cy="298450"/>
            </a:xfrm>
            <a:custGeom>
              <a:avLst/>
              <a:gdLst/>
              <a:ahLst/>
              <a:cxnLst/>
              <a:rect l="l" t="t" r="r" b="b"/>
              <a:pathLst>
                <a:path w="330834" h="298450">
                  <a:moveTo>
                    <a:pt x="134899" y="233705"/>
                  </a:moveTo>
                  <a:lnTo>
                    <a:pt x="129590" y="208610"/>
                  </a:lnTo>
                  <a:lnTo>
                    <a:pt x="115138" y="188112"/>
                  </a:lnTo>
                  <a:lnTo>
                    <a:pt x="93700" y="174294"/>
                  </a:lnTo>
                  <a:lnTo>
                    <a:pt x="67424" y="169227"/>
                  </a:lnTo>
                  <a:lnTo>
                    <a:pt x="41173" y="174294"/>
                  </a:lnTo>
                  <a:lnTo>
                    <a:pt x="19748" y="188112"/>
                  </a:lnTo>
                  <a:lnTo>
                    <a:pt x="5295" y="208610"/>
                  </a:lnTo>
                  <a:lnTo>
                    <a:pt x="0" y="233705"/>
                  </a:lnTo>
                  <a:lnTo>
                    <a:pt x="5295" y="258826"/>
                  </a:lnTo>
                  <a:lnTo>
                    <a:pt x="19748" y="279336"/>
                  </a:lnTo>
                  <a:lnTo>
                    <a:pt x="41173" y="293154"/>
                  </a:lnTo>
                  <a:lnTo>
                    <a:pt x="67424" y="298221"/>
                  </a:lnTo>
                  <a:lnTo>
                    <a:pt x="93700" y="293154"/>
                  </a:lnTo>
                  <a:lnTo>
                    <a:pt x="115138" y="279336"/>
                  </a:lnTo>
                  <a:lnTo>
                    <a:pt x="129590" y="258826"/>
                  </a:lnTo>
                  <a:lnTo>
                    <a:pt x="134899" y="233705"/>
                  </a:lnTo>
                  <a:close/>
                </a:path>
                <a:path w="330834" h="298450">
                  <a:moveTo>
                    <a:pt x="330733" y="92151"/>
                  </a:moveTo>
                  <a:lnTo>
                    <a:pt x="323164" y="56261"/>
                  </a:lnTo>
                  <a:lnTo>
                    <a:pt x="302526" y="26974"/>
                  </a:lnTo>
                  <a:lnTo>
                    <a:pt x="271881" y="7239"/>
                  </a:lnTo>
                  <a:lnTo>
                    <a:pt x="234353" y="0"/>
                  </a:lnTo>
                  <a:lnTo>
                    <a:pt x="196837" y="7239"/>
                  </a:lnTo>
                  <a:lnTo>
                    <a:pt x="166204" y="26974"/>
                  </a:lnTo>
                  <a:lnTo>
                    <a:pt x="145554" y="56261"/>
                  </a:lnTo>
                  <a:lnTo>
                    <a:pt x="137985" y="92151"/>
                  </a:lnTo>
                  <a:lnTo>
                    <a:pt x="145554" y="128041"/>
                  </a:lnTo>
                  <a:lnTo>
                    <a:pt x="166204" y="157340"/>
                  </a:lnTo>
                  <a:lnTo>
                    <a:pt x="196837" y="177088"/>
                  </a:lnTo>
                  <a:lnTo>
                    <a:pt x="234353" y="184327"/>
                  </a:lnTo>
                  <a:lnTo>
                    <a:pt x="271881" y="177088"/>
                  </a:lnTo>
                  <a:lnTo>
                    <a:pt x="302526" y="157340"/>
                  </a:lnTo>
                  <a:lnTo>
                    <a:pt x="323164" y="128041"/>
                  </a:lnTo>
                  <a:lnTo>
                    <a:pt x="330733" y="92151"/>
                  </a:lnTo>
                  <a:close/>
                </a:path>
              </a:pathLst>
            </a:custGeom>
            <a:solidFill>
              <a:srgbClr val="D1EC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6" name="object 206" descr=""/>
          <p:cNvSpPr/>
          <p:nvPr/>
        </p:nvSpPr>
        <p:spPr>
          <a:xfrm>
            <a:off x="16690289" y="4629130"/>
            <a:ext cx="796290" cy="329565"/>
          </a:xfrm>
          <a:custGeom>
            <a:avLst/>
            <a:gdLst/>
            <a:ahLst/>
            <a:cxnLst/>
            <a:rect l="l" t="t" r="r" b="b"/>
            <a:pathLst>
              <a:path w="796290" h="329564">
                <a:moveTo>
                  <a:pt x="796213" y="278231"/>
                </a:moveTo>
                <a:lnTo>
                  <a:pt x="793483" y="265252"/>
                </a:lnTo>
                <a:lnTo>
                  <a:pt x="785990" y="254635"/>
                </a:lnTo>
                <a:lnTo>
                  <a:pt x="774890" y="247472"/>
                </a:lnTo>
                <a:lnTo>
                  <a:pt x="761263" y="244830"/>
                </a:lnTo>
                <a:lnTo>
                  <a:pt x="753262" y="246392"/>
                </a:lnTo>
                <a:lnTo>
                  <a:pt x="763612" y="239725"/>
                </a:lnTo>
                <a:lnTo>
                  <a:pt x="774204" y="224701"/>
                </a:lnTo>
                <a:lnTo>
                  <a:pt x="778078" y="206324"/>
                </a:lnTo>
                <a:lnTo>
                  <a:pt x="774204" y="187896"/>
                </a:lnTo>
                <a:lnTo>
                  <a:pt x="763612" y="172859"/>
                </a:lnTo>
                <a:lnTo>
                  <a:pt x="747903" y="162712"/>
                </a:lnTo>
                <a:lnTo>
                  <a:pt x="728662" y="158991"/>
                </a:lnTo>
                <a:lnTo>
                  <a:pt x="712419" y="162140"/>
                </a:lnTo>
                <a:lnTo>
                  <a:pt x="712304" y="161556"/>
                </a:lnTo>
                <a:lnTo>
                  <a:pt x="698652" y="142201"/>
                </a:lnTo>
                <a:lnTo>
                  <a:pt x="678395" y="129146"/>
                </a:lnTo>
                <a:lnTo>
                  <a:pt x="653618" y="124358"/>
                </a:lnTo>
                <a:lnTo>
                  <a:pt x="628815" y="129146"/>
                </a:lnTo>
                <a:lnTo>
                  <a:pt x="614832" y="138163"/>
                </a:lnTo>
                <a:lnTo>
                  <a:pt x="614426" y="136232"/>
                </a:lnTo>
                <a:lnTo>
                  <a:pt x="598309" y="113385"/>
                </a:lnTo>
                <a:lnTo>
                  <a:pt x="574408" y="97967"/>
                </a:lnTo>
                <a:lnTo>
                  <a:pt x="545134" y="92316"/>
                </a:lnTo>
                <a:lnTo>
                  <a:pt x="515848" y="97967"/>
                </a:lnTo>
                <a:lnTo>
                  <a:pt x="491934" y="113385"/>
                </a:lnTo>
                <a:lnTo>
                  <a:pt x="480695" y="129298"/>
                </a:lnTo>
                <a:lnTo>
                  <a:pt x="466356" y="120053"/>
                </a:lnTo>
                <a:lnTo>
                  <a:pt x="463029" y="70891"/>
                </a:lnTo>
                <a:lnTo>
                  <a:pt x="416585" y="26466"/>
                </a:lnTo>
                <a:lnTo>
                  <a:pt x="382587" y="19900"/>
                </a:lnTo>
                <a:lnTo>
                  <a:pt x="348627" y="26466"/>
                </a:lnTo>
                <a:lnTo>
                  <a:pt x="320890" y="44361"/>
                </a:lnTo>
                <a:lnTo>
                  <a:pt x="302196" y="70891"/>
                </a:lnTo>
                <a:lnTo>
                  <a:pt x="295338" y="103390"/>
                </a:lnTo>
                <a:lnTo>
                  <a:pt x="298754" y="119608"/>
                </a:lnTo>
                <a:lnTo>
                  <a:pt x="274612" y="114935"/>
                </a:lnTo>
                <a:lnTo>
                  <a:pt x="235673" y="122453"/>
                </a:lnTo>
                <a:lnTo>
                  <a:pt x="235026" y="122872"/>
                </a:lnTo>
                <a:lnTo>
                  <a:pt x="237045" y="113309"/>
                </a:lnTo>
                <a:lnTo>
                  <a:pt x="227736" y="69215"/>
                </a:lnTo>
                <a:lnTo>
                  <a:pt x="202336" y="33185"/>
                </a:lnTo>
                <a:lnTo>
                  <a:pt x="164668" y="8902"/>
                </a:lnTo>
                <a:lnTo>
                  <a:pt x="118529" y="0"/>
                </a:lnTo>
                <a:lnTo>
                  <a:pt x="72390" y="8902"/>
                </a:lnTo>
                <a:lnTo>
                  <a:pt x="34721" y="33185"/>
                </a:lnTo>
                <a:lnTo>
                  <a:pt x="9321" y="69215"/>
                </a:lnTo>
                <a:lnTo>
                  <a:pt x="0" y="113309"/>
                </a:lnTo>
                <a:lnTo>
                  <a:pt x="9321" y="157429"/>
                </a:lnTo>
                <a:lnTo>
                  <a:pt x="34721" y="193471"/>
                </a:lnTo>
                <a:lnTo>
                  <a:pt x="72390" y="217779"/>
                </a:lnTo>
                <a:lnTo>
                  <a:pt x="118529" y="226695"/>
                </a:lnTo>
                <a:lnTo>
                  <a:pt x="164668" y="217779"/>
                </a:lnTo>
                <a:lnTo>
                  <a:pt x="174688" y="211315"/>
                </a:lnTo>
                <a:lnTo>
                  <a:pt x="182410" y="247840"/>
                </a:lnTo>
                <a:lnTo>
                  <a:pt x="203860" y="278257"/>
                </a:lnTo>
                <a:lnTo>
                  <a:pt x="235673" y="298780"/>
                </a:lnTo>
                <a:lnTo>
                  <a:pt x="274612" y="306298"/>
                </a:lnTo>
                <a:lnTo>
                  <a:pt x="313550" y="298780"/>
                </a:lnTo>
                <a:lnTo>
                  <a:pt x="345363" y="278257"/>
                </a:lnTo>
                <a:lnTo>
                  <a:pt x="364274" y="251421"/>
                </a:lnTo>
                <a:lnTo>
                  <a:pt x="369011" y="258127"/>
                </a:lnTo>
                <a:lnTo>
                  <a:pt x="397217" y="276301"/>
                </a:lnTo>
                <a:lnTo>
                  <a:pt x="431749" y="282968"/>
                </a:lnTo>
                <a:lnTo>
                  <a:pt x="466267" y="276301"/>
                </a:lnTo>
                <a:lnTo>
                  <a:pt x="473011" y="271957"/>
                </a:lnTo>
                <a:lnTo>
                  <a:pt x="475805" y="285153"/>
                </a:lnTo>
                <a:lnTo>
                  <a:pt x="491934" y="308038"/>
                </a:lnTo>
                <a:lnTo>
                  <a:pt x="515848" y="323469"/>
                </a:lnTo>
                <a:lnTo>
                  <a:pt x="545134" y="329133"/>
                </a:lnTo>
                <a:lnTo>
                  <a:pt x="574408" y="323469"/>
                </a:lnTo>
                <a:lnTo>
                  <a:pt x="598309" y="308038"/>
                </a:lnTo>
                <a:lnTo>
                  <a:pt x="614426" y="285153"/>
                </a:lnTo>
                <a:lnTo>
                  <a:pt x="620344" y="257149"/>
                </a:lnTo>
                <a:lnTo>
                  <a:pt x="615137" y="232613"/>
                </a:lnTo>
                <a:lnTo>
                  <a:pt x="628815" y="241414"/>
                </a:lnTo>
                <a:lnTo>
                  <a:pt x="653618" y="246202"/>
                </a:lnTo>
                <a:lnTo>
                  <a:pt x="678395" y="241414"/>
                </a:lnTo>
                <a:lnTo>
                  <a:pt x="689737" y="234111"/>
                </a:lnTo>
                <a:lnTo>
                  <a:pt x="693712" y="239725"/>
                </a:lnTo>
                <a:lnTo>
                  <a:pt x="709422" y="249847"/>
                </a:lnTo>
                <a:lnTo>
                  <a:pt x="728662" y="253568"/>
                </a:lnTo>
                <a:lnTo>
                  <a:pt x="742365" y="250926"/>
                </a:lnTo>
                <a:lnTo>
                  <a:pt x="736612" y="254635"/>
                </a:lnTo>
                <a:lnTo>
                  <a:pt x="729132" y="265252"/>
                </a:lnTo>
                <a:lnTo>
                  <a:pt x="726376" y="278231"/>
                </a:lnTo>
                <a:lnTo>
                  <a:pt x="729132" y="291236"/>
                </a:lnTo>
                <a:lnTo>
                  <a:pt x="736612" y="301840"/>
                </a:lnTo>
                <a:lnTo>
                  <a:pt x="747712" y="309003"/>
                </a:lnTo>
                <a:lnTo>
                  <a:pt x="761263" y="311619"/>
                </a:lnTo>
                <a:lnTo>
                  <a:pt x="774890" y="309003"/>
                </a:lnTo>
                <a:lnTo>
                  <a:pt x="785990" y="301840"/>
                </a:lnTo>
                <a:lnTo>
                  <a:pt x="793483" y="291236"/>
                </a:lnTo>
                <a:lnTo>
                  <a:pt x="796213" y="278231"/>
                </a:lnTo>
                <a:close/>
              </a:path>
            </a:pathLst>
          </a:custGeom>
          <a:solidFill>
            <a:srgbClr val="B7E2D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7" name="object 207" descr=""/>
          <p:cNvGrpSpPr/>
          <p:nvPr/>
        </p:nvGrpSpPr>
        <p:grpSpPr>
          <a:xfrm>
            <a:off x="15053447" y="5012335"/>
            <a:ext cx="2877185" cy="1962785"/>
            <a:chOff x="15053447" y="5012335"/>
            <a:chExt cx="2877185" cy="1962785"/>
          </a:xfrm>
        </p:grpSpPr>
        <p:sp>
          <p:nvSpPr>
            <p:cNvPr id="208" name="object 208" descr=""/>
            <p:cNvSpPr/>
            <p:nvPr/>
          </p:nvSpPr>
          <p:spPr>
            <a:xfrm>
              <a:off x="15587169" y="5179015"/>
              <a:ext cx="149860" cy="73025"/>
            </a:xfrm>
            <a:custGeom>
              <a:avLst/>
              <a:gdLst/>
              <a:ahLst/>
              <a:cxnLst/>
              <a:rect l="l" t="t" r="r" b="b"/>
              <a:pathLst>
                <a:path w="149859" h="73025">
                  <a:moveTo>
                    <a:pt x="149649" y="0"/>
                  </a:moveTo>
                  <a:lnTo>
                    <a:pt x="0" y="0"/>
                  </a:lnTo>
                  <a:lnTo>
                    <a:pt x="0" y="72500"/>
                  </a:lnTo>
                  <a:lnTo>
                    <a:pt x="149649" y="72500"/>
                  </a:lnTo>
                  <a:lnTo>
                    <a:pt x="149649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15615386" y="5799156"/>
              <a:ext cx="2287905" cy="1054735"/>
            </a:xfrm>
            <a:custGeom>
              <a:avLst/>
              <a:gdLst/>
              <a:ahLst/>
              <a:cxnLst/>
              <a:rect l="l" t="t" r="r" b="b"/>
              <a:pathLst>
                <a:path w="2287905" h="1054734">
                  <a:moveTo>
                    <a:pt x="1396250" y="102285"/>
                  </a:moveTo>
                  <a:lnTo>
                    <a:pt x="1387830" y="62496"/>
                  </a:lnTo>
                  <a:lnTo>
                    <a:pt x="1364894" y="29984"/>
                  </a:lnTo>
                  <a:lnTo>
                    <a:pt x="1330883" y="8051"/>
                  </a:lnTo>
                  <a:lnTo>
                    <a:pt x="1289278" y="0"/>
                  </a:lnTo>
                  <a:lnTo>
                    <a:pt x="725932" y="0"/>
                  </a:lnTo>
                  <a:lnTo>
                    <a:pt x="684326" y="8051"/>
                  </a:lnTo>
                  <a:lnTo>
                    <a:pt x="650316" y="29984"/>
                  </a:lnTo>
                  <a:lnTo>
                    <a:pt x="627380" y="62496"/>
                  </a:lnTo>
                  <a:lnTo>
                    <a:pt x="618972" y="102285"/>
                  </a:lnTo>
                  <a:lnTo>
                    <a:pt x="618972" y="923937"/>
                  </a:lnTo>
                  <a:lnTo>
                    <a:pt x="615581" y="939927"/>
                  </a:lnTo>
                  <a:lnTo>
                    <a:pt x="606361" y="952982"/>
                  </a:lnTo>
                  <a:lnTo>
                    <a:pt x="592709" y="961783"/>
                  </a:lnTo>
                  <a:lnTo>
                    <a:pt x="576021" y="965022"/>
                  </a:lnTo>
                  <a:lnTo>
                    <a:pt x="136321" y="965022"/>
                  </a:lnTo>
                  <a:lnTo>
                    <a:pt x="119595" y="961783"/>
                  </a:lnTo>
                  <a:lnTo>
                    <a:pt x="105943" y="952982"/>
                  </a:lnTo>
                  <a:lnTo>
                    <a:pt x="96748" y="939927"/>
                  </a:lnTo>
                  <a:lnTo>
                    <a:pt x="93370" y="923937"/>
                  </a:lnTo>
                  <a:lnTo>
                    <a:pt x="93370" y="801992"/>
                  </a:lnTo>
                  <a:lnTo>
                    <a:pt x="0" y="801992"/>
                  </a:lnTo>
                  <a:lnTo>
                    <a:pt x="0" y="951992"/>
                  </a:lnTo>
                  <a:lnTo>
                    <a:pt x="8420" y="991768"/>
                  </a:lnTo>
                  <a:lnTo>
                    <a:pt x="31369" y="1024280"/>
                  </a:lnTo>
                  <a:lnTo>
                    <a:pt x="65366" y="1046226"/>
                  </a:lnTo>
                  <a:lnTo>
                    <a:pt x="106959" y="1054277"/>
                  </a:lnTo>
                  <a:lnTo>
                    <a:pt x="605320" y="1054277"/>
                  </a:lnTo>
                  <a:lnTo>
                    <a:pt x="646925" y="1046226"/>
                  </a:lnTo>
                  <a:lnTo>
                    <a:pt x="680923" y="1024280"/>
                  </a:lnTo>
                  <a:lnTo>
                    <a:pt x="703859" y="991768"/>
                  </a:lnTo>
                  <a:lnTo>
                    <a:pt x="712279" y="951992"/>
                  </a:lnTo>
                  <a:lnTo>
                    <a:pt x="712279" y="130352"/>
                  </a:lnTo>
                  <a:lnTo>
                    <a:pt x="715657" y="114376"/>
                  </a:lnTo>
                  <a:lnTo>
                    <a:pt x="724890" y="101320"/>
                  </a:lnTo>
                  <a:lnTo>
                    <a:pt x="738543" y="92519"/>
                  </a:lnTo>
                  <a:lnTo>
                    <a:pt x="755230" y="89281"/>
                  </a:lnTo>
                  <a:lnTo>
                    <a:pt x="1259979" y="89281"/>
                  </a:lnTo>
                  <a:lnTo>
                    <a:pt x="1276680" y="92519"/>
                  </a:lnTo>
                  <a:lnTo>
                    <a:pt x="1290332" y="101320"/>
                  </a:lnTo>
                  <a:lnTo>
                    <a:pt x="1299552" y="114376"/>
                  </a:lnTo>
                  <a:lnTo>
                    <a:pt x="1302931" y="130352"/>
                  </a:lnTo>
                  <a:lnTo>
                    <a:pt x="1302931" y="252349"/>
                  </a:lnTo>
                  <a:lnTo>
                    <a:pt x="1396250" y="252349"/>
                  </a:lnTo>
                  <a:lnTo>
                    <a:pt x="1396250" y="102285"/>
                  </a:lnTo>
                  <a:close/>
                </a:path>
                <a:path w="2287905" h="1054734">
                  <a:moveTo>
                    <a:pt x="2287740" y="73012"/>
                  </a:moveTo>
                  <a:lnTo>
                    <a:pt x="1520545" y="73012"/>
                  </a:lnTo>
                  <a:lnTo>
                    <a:pt x="1520545" y="163322"/>
                  </a:lnTo>
                  <a:lnTo>
                    <a:pt x="2287740" y="163322"/>
                  </a:lnTo>
                  <a:lnTo>
                    <a:pt x="2287740" y="73012"/>
                  </a:lnTo>
                  <a:close/>
                </a:path>
              </a:pathLst>
            </a:custGeom>
            <a:solidFill>
              <a:srgbClr val="78C2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17275759" y="5135187"/>
              <a:ext cx="453390" cy="368935"/>
            </a:xfrm>
            <a:custGeom>
              <a:avLst/>
              <a:gdLst/>
              <a:ahLst/>
              <a:cxnLst/>
              <a:rect l="l" t="t" r="r" b="b"/>
              <a:pathLst>
                <a:path w="453390" h="368935">
                  <a:moveTo>
                    <a:pt x="432003" y="122872"/>
                  </a:moveTo>
                  <a:lnTo>
                    <a:pt x="421259" y="0"/>
                  </a:lnTo>
                  <a:lnTo>
                    <a:pt x="32105" y="0"/>
                  </a:lnTo>
                  <a:lnTo>
                    <a:pt x="21361" y="122872"/>
                  </a:lnTo>
                  <a:lnTo>
                    <a:pt x="432003" y="122872"/>
                  </a:lnTo>
                  <a:close/>
                </a:path>
                <a:path w="453390" h="368935">
                  <a:moveTo>
                    <a:pt x="453377" y="368503"/>
                  </a:moveTo>
                  <a:lnTo>
                    <a:pt x="442696" y="245694"/>
                  </a:lnTo>
                  <a:lnTo>
                    <a:pt x="10782" y="245694"/>
                  </a:lnTo>
                  <a:lnTo>
                    <a:pt x="0" y="368503"/>
                  </a:lnTo>
                  <a:lnTo>
                    <a:pt x="453377" y="368503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7286529" y="5012340"/>
              <a:ext cx="432434" cy="368935"/>
            </a:xfrm>
            <a:custGeom>
              <a:avLst/>
              <a:gdLst/>
              <a:ahLst/>
              <a:cxnLst/>
              <a:rect l="l" t="t" r="r" b="b"/>
              <a:pathLst>
                <a:path w="432434" h="368935">
                  <a:moveTo>
                    <a:pt x="410489" y="122847"/>
                  </a:moveTo>
                  <a:lnTo>
                    <a:pt x="399872" y="0"/>
                  </a:lnTo>
                  <a:lnTo>
                    <a:pt x="32004" y="0"/>
                  </a:lnTo>
                  <a:lnTo>
                    <a:pt x="21336" y="122847"/>
                  </a:lnTo>
                  <a:lnTo>
                    <a:pt x="410489" y="122847"/>
                  </a:lnTo>
                  <a:close/>
                </a:path>
                <a:path w="432434" h="368935">
                  <a:moveTo>
                    <a:pt x="431927" y="368541"/>
                  </a:moveTo>
                  <a:lnTo>
                    <a:pt x="421233" y="245719"/>
                  </a:lnTo>
                  <a:lnTo>
                    <a:pt x="10591" y="245719"/>
                  </a:lnTo>
                  <a:lnTo>
                    <a:pt x="0" y="368541"/>
                  </a:lnTo>
                  <a:lnTo>
                    <a:pt x="431927" y="368541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17254443" y="5626506"/>
              <a:ext cx="496570" cy="123189"/>
            </a:xfrm>
            <a:custGeom>
              <a:avLst/>
              <a:gdLst/>
              <a:ahLst/>
              <a:cxnLst/>
              <a:rect l="l" t="t" r="r" b="b"/>
              <a:pathLst>
                <a:path w="496569" h="123189">
                  <a:moveTo>
                    <a:pt x="485377" y="0"/>
                  </a:moveTo>
                  <a:lnTo>
                    <a:pt x="10648" y="0"/>
                  </a:lnTo>
                  <a:lnTo>
                    <a:pt x="0" y="122844"/>
                  </a:lnTo>
                  <a:lnTo>
                    <a:pt x="496089" y="122844"/>
                  </a:lnTo>
                  <a:lnTo>
                    <a:pt x="485377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17243666" y="5503703"/>
              <a:ext cx="518159" cy="368935"/>
            </a:xfrm>
            <a:custGeom>
              <a:avLst/>
              <a:gdLst/>
              <a:ahLst/>
              <a:cxnLst/>
              <a:rect l="l" t="t" r="r" b="b"/>
              <a:pathLst>
                <a:path w="518159" h="368935">
                  <a:moveTo>
                    <a:pt x="496150" y="122809"/>
                  </a:moveTo>
                  <a:lnTo>
                    <a:pt x="485470" y="0"/>
                  </a:lnTo>
                  <a:lnTo>
                    <a:pt x="32092" y="0"/>
                  </a:lnTo>
                  <a:lnTo>
                    <a:pt x="21424" y="122809"/>
                  </a:lnTo>
                  <a:lnTo>
                    <a:pt x="496150" y="122809"/>
                  </a:lnTo>
                  <a:close/>
                </a:path>
                <a:path w="518159" h="368935">
                  <a:moveTo>
                    <a:pt x="517563" y="368465"/>
                  </a:moveTo>
                  <a:lnTo>
                    <a:pt x="506869" y="245656"/>
                  </a:lnTo>
                  <a:lnTo>
                    <a:pt x="10769" y="245656"/>
                  </a:lnTo>
                  <a:lnTo>
                    <a:pt x="0" y="368465"/>
                  </a:lnTo>
                  <a:lnTo>
                    <a:pt x="517563" y="368465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16387605" y="5962467"/>
              <a:ext cx="1543050" cy="1012825"/>
            </a:xfrm>
            <a:custGeom>
              <a:avLst/>
              <a:gdLst/>
              <a:ahLst/>
              <a:cxnLst/>
              <a:rect l="l" t="t" r="r" b="b"/>
              <a:pathLst>
                <a:path w="1543050" h="1012825">
                  <a:moveTo>
                    <a:pt x="1542769" y="0"/>
                  </a:moveTo>
                  <a:lnTo>
                    <a:pt x="0" y="0"/>
                  </a:lnTo>
                  <a:lnTo>
                    <a:pt x="0" y="1012377"/>
                  </a:lnTo>
                  <a:lnTo>
                    <a:pt x="1542769" y="1012377"/>
                  </a:lnTo>
                  <a:lnTo>
                    <a:pt x="154276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7417354" y="6270144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924" y="0"/>
                  </a:moveTo>
                  <a:lnTo>
                    <a:pt x="0" y="0"/>
                  </a:lnTo>
                  <a:lnTo>
                    <a:pt x="0" y="122394"/>
                  </a:lnTo>
                  <a:lnTo>
                    <a:pt x="79924" y="122394"/>
                  </a:lnTo>
                  <a:lnTo>
                    <a:pt x="7992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17317953" y="6270144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61" y="0"/>
                  </a:moveTo>
                  <a:lnTo>
                    <a:pt x="0" y="0"/>
                  </a:lnTo>
                  <a:lnTo>
                    <a:pt x="0" y="122394"/>
                  </a:lnTo>
                  <a:lnTo>
                    <a:pt x="79861" y="122394"/>
                  </a:lnTo>
                  <a:lnTo>
                    <a:pt x="798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17119067" y="6270148"/>
              <a:ext cx="179705" cy="122555"/>
            </a:xfrm>
            <a:custGeom>
              <a:avLst/>
              <a:gdLst/>
              <a:ahLst/>
              <a:cxnLst/>
              <a:rect l="l" t="t" r="r" b="b"/>
              <a:pathLst>
                <a:path w="179705" h="122554">
                  <a:moveTo>
                    <a:pt x="79832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79832" y="122389"/>
                  </a:lnTo>
                  <a:lnTo>
                    <a:pt x="79832" y="0"/>
                  </a:lnTo>
                  <a:close/>
                </a:path>
                <a:path w="179705" h="122554">
                  <a:moveTo>
                    <a:pt x="179336" y="0"/>
                  </a:moveTo>
                  <a:lnTo>
                    <a:pt x="99441" y="0"/>
                  </a:lnTo>
                  <a:lnTo>
                    <a:pt x="99441" y="122389"/>
                  </a:lnTo>
                  <a:lnTo>
                    <a:pt x="179336" y="122389"/>
                  </a:lnTo>
                  <a:lnTo>
                    <a:pt x="179336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16920108" y="6270148"/>
              <a:ext cx="179705" cy="122555"/>
            </a:xfrm>
            <a:custGeom>
              <a:avLst/>
              <a:gdLst/>
              <a:ahLst/>
              <a:cxnLst/>
              <a:rect l="l" t="t" r="r" b="b"/>
              <a:pathLst>
                <a:path w="179705" h="122554">
                  <a:moveTo>
                    <a:pt x="79895" y="0"/>
                  </a:moveTo>
                  <a:lnTo>
                    <a:pt x="0" y="0"/>
                  </a:lnTo>
                  <a:lnTo>
                    <a:pt x="0" y="122389"/>
                  </a:lnTo>
                  <a:lnTo>
                    <a:pt x="79895" y="122389"/>
                  </a:lnTo>
                  <a:lnTo>
                    <a:pt x="79895" y="0"/>
                  </a:lnTo>
                  <a:close/>
                </a:path>
                <a:path w="179705" h="122554">
                  <a:moveTo>
                    <a:pt x="179349" y="0"/>
                  </a:moveTo>
                  <a:lnTo>
                    <a:pt x="99491" y="0"/>
                  </a:lnTo>
                  <a:lnTo>
                    <a:pt x="99491" y="122389"/>
                  </a:lnTo>
                  <a:lnTo>
                    <a:pt x="179349" y="122389"/>
                  </a:lnTo>
                  <a:lnTo>
                    <a:pt x="179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16820702" y="6270144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71" y="0"/>
                  </a:moveTo>
                  <a:lnTo>
                    <a:pt x="0" y="0"/>
                  </a:lnTo>
                  <a:lnTo>
                    <a:pt x="0" y="122394"/>
                  </a:lnTo>
                  <a:lnTo>
                    <a:pt x="79871" y="122394"/>
                  </a:lnTo>
                  <a:lnTo>
                    <a:pt x="7987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17317949" y="6407473"/>
              <a:ext cx="179705" cy="122555"/>
            </a:xfrm>
            <a:custGeom>
              <a:avLst/>
              <a:gdLst/>
              <a:ahLst/>
              <a:cxnLst/>
              <a:rect l="l" t="t" r="r" b="b"/>
              <a:pathLst>
                <a:path w="179705" h="122554">
                  <a:moveTo>
                    <a:pt x="79857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57" y="122415"/>
                  </a:lnTo>
                  <a:lnTo>
                    <a:pt x="79857" y="0"/>
                  </a:lnTo>
                  <a:close/>
                </a:path>
                <a:path w="179705" h="122554">
                  <a:moveTo>
                    <a:pt x="179324" y="0"/>
                  </a:moveTo>
                  <a:lnTo>
                    <a:pt x="99402" y="0"/>
                  </a:lnTo>
                  <a:lnTo>
                    <a:pt x="99402" y="122415"/>
                  </a:lnTo>
                  <a:lnTo>
                    <a:pt x="179324" y="122415"/>
                  </a:lnTo>
                  <a:lnTo>
                    <a:pt x="179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17218511" y="6407470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92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92" y="122415"/>
                  </a:lnTo>
                  <a:lnTo>
                    <a:pt x="7989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17119069" y="6407470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40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40" y="122415"/>
                  </a:lnTo>
                  <a:lnTo>
                    <a:pt x="79840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17019607" y="6407470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61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61" y="122415"/>
                  </a:lnTo>
                  <a:lnTo>
                    <a:pt x="7986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6920112" y="6407470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92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92" y="122415"/>
                  </a:lnTo>
                  <a:lnTo>
                    <a:pt x="79892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6820702" y="6407470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71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71" y="122415"/>
                  </a:lnTo>
                  <a:lnTo>
                    <a:pt x="798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17417354" y="6133415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924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924" y="122415"/>
                  </a:lnTo>
                  <a:lnTo>
                    <a:pt x="79924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7019600" y="6133420"/>
              <a:ext cx="378460" cy="122555"/>
            </a:xfrm>
            <a:custGeom>
              <a:avLst/>
              <a:gdLst/>
              <a:ahLst/>
              <a:cxnLst/>
              <a:rect l="l" t="t" r="r" b="b"/>
              <a:pathLst>
                <a:path w="378459" h="122554">
                  <a:moveTo>
                    <a:pt x="79857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57" y="122415"/>
                  </a:lnTo>
                  <a:lnTo>
                    <a:pt x="79857" y="0"/>
                  </a:lnTo>
                  <a:close/>
                </a:path>
                <a:path w="378459" h="122554">
                  <a:moveTo>
                    <a:pt x="179298" y="0"/>
                  </a:moveTo>
                  <a:lnTo>
                    <a:pt x="99466" y="0"/>
                  </a:lnTo>
                  <a:lnTo>
                    <a:pt x="99466" y="122415"/>
                  </a:lnTo>
                  <a:lnTo>
                    <a:pt x="179298" y="122415"/>
                  </a:lnTo>
                  <a:lnTo>
                    <a:pt x="179298" y="0"/>
                  </a:lnTo>
                  <a:close/>
                </a:path>
                <a:path w="378459" h="122554">
                  <a:moveTo>
                    <a:pt x="278803" y="0"/>
                  </a:moveTo>
                  <a:lnTo>
                    <a:pt x="198907" y="0"/>
                  </a:lnTo>
                  <a:lnTo>
                    <a:pt x="198907" y="122415"/>
                  </a:lnTo>
                  <a:lnTo>
                    <a:pt x="278803" y="122415"/>
                  </a:lnTo>
                  <a:lnTo>
                    <a:pt x="278803" y="0"/>
                  </a:lnTo>
                  <a:close/>
                </a:path>
                <a:path w="378459" h="122554">
                  <a:moveTo>
                    <a:pt x="378206" y="0"/>
                  </a:moveTo>
                  <a:lnTo>
                    <a:pt x="298348" y="0"/>
                  </a:lnTo>
                  <a:lnTo>
                    <a:pt x="298348" y="122415"/>
                  </a:lnTo>
                  <a:lnTo>
                    <a:pt x="378206" y="122415"/>
                  </a:lnTo>
                  <a:lnTo>
                    <a:pt x="3782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6920112" y="6133415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92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92" y="122415"/>
                  </a:lnTo>
                  <a:lnTo>
                    <a:pt x="7989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6820702" y="6133415"/>
              <a:ext cx="80010" cy="122555"/>
            </a:xfrm>
            <a:custGeom>
              <a:avLst/>
              <a:gdLst/>
              <a:ahLst/>
              <a:cxnLst/>
              <a:rect l="l" t="t" r="r" b="b"/>
              <a:pathLst>
                <a:path w="80009" h="122554">
                  <a:moveTo>
                    <a:pt x="79871" y="0"/>
                  </a:moveTo>
                  <a:lnTo>
                    <a:pt x="0" y="0"/>
                  </a:lnTo>
                  <a:lnTo>
                    <a:pt x="0" y="122415"/>
                  </a:lnTo>
                  <a:lnTo>
                    <a:pt x="79871" y="122415"/>
                  </a:lnTo>
                  <a:lnTo>
                    <a:pt x="798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5206205" y="5395271"/>
              <a:ext cx="911860" cy="1048385"/>
            </a:xfrm>
            <a:custGeom>
              <a:avLst/>
              <a:gdLst/>
              <a:ahLst/>
              <a:cxnLst/>
              <a:rect l="l" t="t" r="r" b="b"/>
              <a:pathLst>
                <a:path w="911859" h="1048385">
                  <a:moveTo>
                    <a:pt x="911580" y="806272"/>
                  </a:moveTo>
                  <a:lnTo>
                    <a:pt x="0" y="806272"/>
                  </a:lnTo>
                  <a:lnTo>
                    <a:pt x="0" y="1048270"/>
                  </a:lnTo>
                  <a:lnTo>
                    <a:pt x="911580" y="1048270"/>
                  </a:lnTo>
                  <a:lnTo>
                    <a:pt x="911580" y="806272"/>
                  </a:lnTo>
                  <a:close/>
                </a:path>
                <a:path w="911859" h="1048385">
                  <a:moveTo>
                    <a:pt x="911580" y="319125"/>
                  </a:moveTo>
                  <a:lnTo>
                    <a:pt x="0" y="319125"/>
                  </a:lnTo>
                  <a:lnTo>
                    <a:pt x="0" y="729132"/>
                  </a:lnTo>
                  <a:lnTo>
                    <a:pt x="911580" y="729132"/>
                  </a:lnTo>
                  <a:lnTo>
                    <a:pt x="911580" y="319125"/>
                  </a:lnTo>
                  <a:close/>
                </a:path>
                <a:path w="911859" h="1048385">
                  <a:moveTo>
                    <a:pt x="911580" y="0"/>
                  </a:moveTo>
                  <a:lnTo>
                    <a:pt x="0" y="0"/>
                  </a:lnTo>
                  <a:lnTo>
                    <a:pt x="0" y="241935"/>
                  </a:lnTo>
                  <a:lnTo>
                    <a:pt x="911580" y="241935"/>
                  </a:lnTo>
                  <a:lnTo>
                    <a:pt x="911580" y="0"/>
                  </a:lnTo>
                  <a:close/>
                </a:path>
              </a:pathLst>
            </a:custGeom>
            <a:solidFill>
              <a:srgbClr val="C6E4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5206218" y="5637206"/>
              <a:ext cx="911860" cy="564515"/>
            </a:xfrm>
            <a:custGeom>
              <a:avLst/>
              <a:gdLst/>
              <a:ahLst/>
              <a:cxnLst/>
              <a:rect l="l" t="t" r="r" b="b"/>
              <a:pathLst>
                <a:path w="911859" h="564514">
                  <a:moveTo>
                    <a:pt x="911567" y="487197"/>
                  </a:moveTo>
                  <a:lnTo>
                    <a:pt x="0" y="487197"/>
                  </a:lnTo>
                  <a:lnTo>
                    <a:pt x="0" y="564337"/>
                  </a:lnTo>
                  <a:lnTo>
                    <a:pt x="911567" y="564337"/>
                  </a:lnTo>
                  <a:lnTo>
                    <a:pt x="911567" y="487197"/>
                  </a:lnTo>
                  <a:close/>
                </a:path>
                <a:path w="911859" h="564514">
                  <a:moveTo>
                    <a:pt x="911567" y="0"/>
                  </a:moveTo>
                  <a:lnTo>
                    <a:pt x="0" y="0"/>
                  </a:lnTo>
                  <a:lnTo>
                    <a:pt x="0" y="77190"/>
                  </a:lnTo>
                  <a:lnTo>
                    <a:pt x="911567" y="77190"/>
                  </a:lnTo>
                  <a:lnTo>
                    <a:pt x="911567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5206218" y="5142807"/>
              <a:ext cx="911860" cy="1517015"/>
            </a:xfrm>
            <a:custGeom>
              <a:avLst/>
              <a:gdLst/>
              <a:ahLst/>
              <a:cxnLst/>
              <a:rect l="l" t="t" r="r" b="b"/>
              <a:pathLst>
                <a:path w="911859" h="1517015">
                  <a:moveTo>
                    <a:pt x="599694" y="0"/>
                  </a:moveTo>
                  <a:lnTo>
                    <a:pt x="311848" y="0"/>
                  </a:lnTo>
                  <a:lnTo>
                    <a:pt x="311848" y="36207"/>
                  </a:lnTo>
                  <a:lnTo>
                    <a:pt x="599694" y="36207"/>
                  </a:lnTo>
                  <a:lnTo>
                    <a:pt x="599694" y="0"/>
                  </a:lnTo>
                  <a:close/>
                </a:path>
                <a:path w="911859" h="1517015">
                  <a:moveTo>
                    <a:pt x="911567" y="1300695"/>
                  </a:moveTo>
                  <a:lnTo>
                    <a:pt x="0" y="1300695"/>
                  </a:lnTo>
                  <a:lnTo>
                    <a:pt x="7112" y="1404747"/>
                  </a:lnTo>
                  <a:lnTo>
                    <a:pt x="56972" y="1458163"/>
                  </a:lnTo>
                  <a:lnTo>
                    <a:pt x="192278" y="1477848"/>
                  </a:lnTo>
                  <a:lnTo>
                    <a:pt x="311848" y="1479130"/>
                  </a:lnTo>
                  <a:lnTo>
                    <a:pt x="311848" y="1516926"/>
                  </a:lnTo>
                  <a:lnTo>
                    <a:pt x="599694" y="1516926"/>
                  </a:lnTo>
                  <a:lnTo>
                    <a:pt x="599694" y="1468081"/>
                  </a:lnTo>
                  <a:lnTo>
                    <a:pt x="573722" y="1468081"/>
                  </a:lnTo>
                  <a:lnTo>
                    <a:pt x="719289" y="1452549"/>
                  </a:lnTo>
                  <a:lnTo>
                    <a:pt x="854595" y="1390688"/>
                  </a:lnTo>
                  <a:lnTo>
                    <a:pt x="904443" y="1328813"/>
                  </a:lnTo>
                  <a:lnTo>
                    <a:pt x="911567" y="1300695"/>
                  </a:lnTo>
                  <a:close/>
                </a:path>
                <a:path w="911859" h="1517015">
                  <a:moveTo>
                    <a:pt x="911567" y="252463"/>
                  </a:moveTo>
                  <a:lnTo>
                    <a:pt x="904443" y="224345"/>
                  </a:lnTo>
                  <a:lnTo>
                    <a:pt x="854595" y="162483"/>
                  </a:lnTo>
                  <a:lnTo>
                    <a:pt x="719289" y="100622"/>
                  </a:lnTo>
                  <a:lnTo>
                    <a:pt x="455777" y="72491"/>
                  </a:lnTo>
                  <a:lnTo>
                    <a:pt x="192278" y="75311"/>
                  </a:lnTo>
                  <a:lnTo>
                    <a:pt x="56972" y="94996"/>
                  </a:lnTo>
                  <a:lnTo>
                    <a:pt x="7112" y="148424"/>
                  </a:lnTo>
                  <a:lnTo>
                    <a:pt x="0" y="252463"/>
                  </a:lnTo>
                  <a:lnTo>
                    <a:pt x="911567" y="252463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15053437" y="6201543"/>
              <a:ext cx="1217295" cy="773430"/>
            </a:xfrm>
            <a:custGeom>
              <a:avLst/>
              <a:gdLst/>
              <a:ahLst/>
              <a:cxnLst/>
              <a:rect l="l" t="t" r="r" b="b"/>
              <a:pathLst>
                <a:path w="1217294" h="773429">
                  <a:moveTo>
                    <a:pt x="266941" y="725271"/>
                  </a:moveTo>
                  <a:lnTo>
                    <a:pt x="152781" y="725271"/>
                  </a:lnTo>
                  <a:lnTo>
                    <a:pt x="152781" y="0"/>
                  </a:lnTo>
                  <a:lnTo>
                    <a:pt x="114185" y="124777"/>
                  </a:lnTo>
                  <a:lnTo>
                    <a:pt x="114185" y="725271"/>
                  </a:lnTo>
                  <a:lnTo>
                    <a:pt x="0" y="725271"/>
                  </a:lnTo>
                  <a:lnTo>
                    <a:pt x="0" y="773303"/>
                  </a:lnTo>
                  <a:lnTo>
                    <a:pt x="266941" y="773303"/>
                  </a:lnTo>
                  <a:lnTo>
                    <a:pt x="266941" y="725271"/>
                  </a:lnTo>
                  <a:close/>
                </a:path>
                <a:path w="1217294" h="773429">
                  <a:moveTo>
                    <a:pt x="1217053" y="725271"/>
                  </a:moveTo>
                  <a:lnTo>
                    <a:pt x="1102893" y="725271"/>
                  </a:lnTo>
                  <a:lnTo>
                    <a:pt x="1102893" y="130352"/>
                  </a:lnTo>
                  <a:lnTo>
                    <a:pt x="1064348" y="5575"/>
                  </a:lnTo>
                  <a:lnTo>
                    <a:pt x="1064348" y="725271"/>
                  </a:lnTo>
                  <a:lnTo>
                    <a:pt x="950150" y="725271"/>
                  </a:lnTo>
                  <a:lnTo>
                    <a:pt x="950150" y="773303"/>
                  </a:lnTo>
                  <a:lnTo>
                    <a:pt x="1064348" y="773303"/>
                  </a:lnTo>
                  <a:lnTo>
                    <a:pt x="1102893" y="773303"/>
                  </a:lnTo>
                  <a:lnTo>
                    <a:pt x="1217053" y="773303"/>
                  </a:lnTo>
                  <a:lnTo>
                    <a:pt x="1217053" y="725271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4" name="object 234" descr=""/>
          <p:cNvGrpSpPr/>
          <p:nvPr/>
        </p:nvGrpSpPr>
        <p:grpSpPr>
          <a:xfrm>
            <a:off x="1387800" y="5842578"/>
            <a:ext cx="3676015" cy="1381760"/>
            <a:chOff x="1387800" y="5842578"/>
            <a:chExt cx="3676015" cy="1381760"/>
          </a:xfrm>
        </p:grpSpPr>
        <p:sp>
          <p:nvSpPr>
            <p:cNvPr id="235" name="object 235" descr=""/>
            <p:cNvSpPr/>
            <p:nvPr/>
          </p:nvSpPr>
          <p:spPr>
            <a:xfrm>
              <a:off x="1387800" y="6183194"/>
              <a:ext cx="936625" cy="1040765"/>
            </a:xfrm>
            <a:custGeom>
              <a:avLst/>
              <a:gdLst/>
              <a:ahLst/>
              <a:cxnLst/>
              <a:rect l="l" t="t" r="r" b="b"/>
              <a:pathLst>
                <a:path w="936625" h="1040765">
                  <a:moveTo>
                    <a:pt x="936065" y="0"/>
                  </a:moveTo>
                  <a:lnTo>
                    <a:pt x="0" y="0"/>
                  </a:lnTo>
                  <a:lnTo>
                    <a:pt x="0" y="1040502"/>
                  </a:lnTo>
                  <a:lnTo>
                    <a:pt x="936065" y="1040502"/>
                  </a:lnTo>
                  <a:lnTo>
                    <a:pt x="936065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410658" y="6205015"/>
              <a:ext cx="890905" cy="1019175"/>
            </a:xfrm>
            <a:custGeom>
              <a:avLst/>
              <a:gdLst/>
              <a:ahLst/>
              <a:cxnLst/>
              <a:rect l="l" t="t" r="r" b="b"/>
              <a:pathLst>
                <a:path w="890905" h="1019175">
                  <a:moveTo>
                    <a:pt x="890328" y="0"/>
                  </a:moveTo>
                  <a:lnTo>
                    <a:pt x="0" y="0"/>
                  </a:lnTo>
                  <a:lnTo>
                    <a:pt x="0" y="1018681"/>
                  </a:lnTo>
                  <a:lnTo>
                    <a:pt x="890328" y="1018681"/>
                  </a:lnTo>
                  <a:lnTo>
                    <a:pt x="890328" y="0"/>
                  </a:lnTo>
                  <a:close/>
                </a:path>
              </a:pathLst>
            </a:custGeom>
            <a:solidFill>
              <a:srgbClr val="3A74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496325" y="6607269"/>
              <a:ext cx="719455" cy="616585"/>
            </a:xfrm>
            <a:custGeom>
              <a:avLst/>
              <a:gdLst/>
              <a:ahLst/>
              <a:cxnLst/>
              <a:rect l="l" t="t" r="r" b="b"/>
              <a:pathLst>
                <a:path w="719455" h="616584">
                  <a:moveTo>
                    <a:pt x="378909" y="0"/>
                  </a:moveTo>
                  <a:lnTo>
                    <a:pt x="340104" y="0"/>
                  </a:lnTo>
                  <a:lnTo>
                    <a:pt x="289846" y="3526"/>
                  </a:lnTo>
                  <a:lnTo>
                    <a:pt x="241877" y="13768"/>
                  </a:lnTo>
                  <a:lnTo>
                    <a:pt x="196724" y="30225"/>
                  </a:lnTo>
                  <a:lnTo>
                    <a:pt x="154913" y="52392"/>
                  </a:lnTo>
                  <a:lnTo>
                    <a:pt x="116970" y="79767"/>
                  </a:lnTo>
                  <a:lnTo>
                    <a:pt x="83421" y="111847"/>
                  </a:lnTo>
                  <a:lnTo>
                    <a:pt x="54792" y="148129"/>
                  </a:lnTo>
                  <a:lnTo>
                    <a:pt x="31609" y="188110"/>
                  </a:lnTo>
                  <a:lnTo>
                    <a:pt x="14399" y="231286"/>
                  </a:lnTo>
                  <a:lnTo>
                    <a:pt x="3687" y="277155"/>
                  </a:lnTo>
                  <a:lnTo>
                    <a:pt x="0" y="325215"/>
                  </a:lnTo>
                  <a:lnTo>
                    <a:pt x="0" y="616441"/>
                  </a:lnTo>
                  <a:lnTo>
                    <a:pt x="719014" y="616441"/>
                  </a:lnTo>
                  <a:lnTo>
                    <a:pt x="719014" y="325215"/>
                  </a:lnTo>
                  <a:lnTo>
                    <a:pt x="715327" y="277155"/>
                  </a:lnTo>
                  <a:lnTo>
                    <a:pt x="704615" y="231286"/>
                  </a:lnTo>
                  <a:lnTo>
                    <a:pt x="687404" y="188110"/>
                  </a:lnTo>
                  <a:lnTo>
                    <a:pt x="664222" y="148129"/>
                  </a:lnTo>
                  <a:lnTo>
                    <a:pt x="635593" y="111847"/>
                  </a:lnTo>
                  <a:lnTo>
                    <a:pt x="602044" y="79767"/>
                  </a:lnTo>
                  <a:lnTo>
                    <a:pt x="564101" y="52392"/>
                  </a:lnTo>
                  <a:lnTo>
                    <a:pt x="522290" y="30225"/>
                  </a:lnTo>
                  <a:lnTo>
                    <a:pt x="477137" y="13768"/>
                  </a:lnTo>
                  <a:lnTo>
                    <a:pt x="429168" y="3526"/>
                  </a:lnTo>
                  <a:lnTo>
                    <a:pt x="37890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2300987" y="6183194"/>
              <a:ext cx="936625" cy="1040765"/>
            </a:xfrm>
            <a:custGeom>
              <a:avLst/>
              <a:gdLst/>
              <a:ahLst/>
              <a:cxnLst/>
              <a:rect l="l" t="t" r="r" b="b"/>
              <a:pathLst>
                <a:path w="936625" h="1040765">
                  <a:moveTo>
                    <a:pt x="936076" y="0"/>
                  </a:moveTo>
                  <a:lnTo>
                    <a:pt x="0" y="0"/>
                  </a:lnTo>
                  <a:lnTo>
                    <a:pt x="0" y="1040502"/>
                  </a:lnTo>
                  <a:lnTo>
                    <a:pt x="936076" y="1040502"/>
                  </a:lnTo>
                  <a:lnTo>
                    <a:pt x="936076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2323866" y="6205015"/>
              <a:ext cx="890905" cy="1019175"/>
            </a:xfrm>
            <a:custGeom>
              <a:avLst/>
              <a:gdLst/>
              <a:ahLst/>
              <a:cxnLst/>
              <a:rect l="l" t="t" r="r" b="b"/>
              <a:pathLst>
                <a:path w="890905" h="1019175">
                  <a:moveTo>
                    <a:pt x="890349" y="0"/>
                  </a:moveTo>
                  <a:lnTo>
                    <a:pt x="0" y="0"/>
                  </a:lnTo>
                  <a:lnTo>
                    <a:pt x="0" y="1018681"/>
                  </a:lnTo>
                  <a:lnTo>
                    <a:pt x="890349" y="1018681"/>
                  </a:lnTo>
                  <a:lnTo>
                    <a:pt x="890349" y="0"/>
                  </a:lnTo>
                  <a:close/>
                </a:path>
              </a:pathLst>
            </a:custGeom>
            <a:solidFill>
              <a:srgbClr val="3A74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2409502" y="6607258"/>
              <a:ext cx="719455" cy="616585"/>
            </a:xfrm>
            <a:custGeom>
              <a:avLst/>
              <a:gdLst/>
              <a:ahLst/>
              <a:cxnLst/>
              <a:rect l="l" t="t" r="r" b="b"/>
              <a:pathLst>
                <a:path w="719455" h="616584">
                  <a:moveTo>
                    <a:pt x="378941" y="0"/>
                  </a:moveTo>
                  <a:lnTo>
                    <a:pt x="340125" y="0"/>
                  </a:lnTo>
                  <a:lnTo>
                    <a:pt x="289864" y="3526"/>
                  </a:lnTo>
                  <a:lnTo>
                    <a:pt x="241892" y="13769"/>
                  </a:lnTo>
                  <a:lnTo>
                    <a:pt x="196736" y="30227"/>
                  </a:lnTo>
                  <a:lnTo>
                    <a:pt x="154923" y="52395"/>
                  </a:lnTo>
                  <a:lnTo>
                    <a:pt x="116977" y="79772"/>
                  </a:lnTo>
                  <a:lnTo>
                    <a:pt x="83426" y="111853"/>
                  </a:lnTo>
                  <a:lnTo>
                    <a:pt x="54796" y="148136"/>
                  </a:lnTo>
                  <a:lnTo>
                    <a:pt x="31611" y="188118"/>
                  </a:lnTo>
                  <a:lnTo>
                    <a:pt x="14400" y="231296"/>
                  </a:lnTo>
                  <a:lnTo>
                    <a:pt x="3687" y="277166"/>
                  </a:lnTo>
                  <a:lnTo>
                    <a:pt x="0" y="325225"/>
                  </a:lnTo>
                  <a:lnTo>
                    <a:pt x="0" y="616452"/>
                  </a:lnTo>
                  <a:lnTo>
                    <a:pt x="719056" y="616452"/>
                  </a:lnTo>
                  <a:lnTo>
                    <a:pt x="719056" y="325225"/>
                  </a:lnTo>
                  <a:lnTo>
                    <a:pt x="715368" y="277166"/>
                  </a:lnTo>
                  <a:lnTo>
                    <a:pt x="704656" y="231296"/>
                  </a:lnTo>
                  <a:lnTo>
                    <a:pt x="687444" y="188118"/>
                  </a:lnTo>
                  <a:lnTo>
                    <a:pt x="664261" y="148136"/>
                  </a:lnTo>
                  <a:lnTo>
                    <a:pt x="635630" y="111853"/>
                  </a:lnTo>
                  <a:lnTo>
                    <a:pt x="602080" y="79772"/>
                  </a:lnTo>
                  <a:lnTo>
                    <a:pt x="564136" y="52395"/>
                  </a:lnTo>
                  <a:lnTo>
                    <a:pt x="522323" y="30227"/>
                  </a:lnTo>
                  <a:lnTo>
                    <a:pt x="477169" y="13769"/>
                  </a:lnTo>
                  <a:lnTo>
                    <a:pt x="429200" y="3526"/>
                  </a:lnTo>
                  <a:lnTo>
                    <a:pt x="37894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3214216" y="6183194"/>
              <a:ext cx="936625" cy="1040765"/>
            </a:xfrm>
            <a:custGeom>
              <a:avLst/>
              <a:gdLst/>
              <a:ahLst/>
              <a:cxnLst/>
              <a:rect l="l" t="t" r="r" b="b"/>
              <a:pathLst>
                <a:path w="936625" h="1040765">
                  <a:moveTo>
                    <a:pt x="936065" y="0"/>
                  </a:moveTo>
                  <a:lnTo>
                    <a:pt x="0" y="0"/>
                  </a:lnTo>
                  <a:lnTo>
                    <a:pt x="0" y="1040502"/>
                  </a:lnTo>
                  <a:lnTo>
                    <a:pt x="936065" y="1040502"/>
                  </a:lnTo>
                  <a:lnTo>
                    <a:pt x="936065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3237063" y="6205015"/>
              <a:ext cx="890905" cy="1019175"/>
            </a:xfrm>
            <a:custGeom>
              <a:avLst/>
              <a:gdLst/>
              <a:ahLst/>
              <a:cxnLst/>
              <a:rect l="l" t="t" r="r" b="b"/>
              <a:pathLst>
                <a:path w="890904" h="1019175">
                  <a:moveTo>
                    <a:pt x="890349" y="0"/>
                  </a:moveTo>
                  <a:lnTo>
                    <a:pt x="0" y="0"/>
                  </a:lnTo>
                  <a:lnTo>
                    <a:pt x="0" y="1018681"/>
                  </a:lnTo>
                  <a:lnTo>
                    <a:pt x="890349" y="1018681"/>
                  </a:lnTo>
                  <a:lnTo>
                    <a:pt x="890349" y="0"/>
                  </a:lnTo>
                  <a:close/>
                </a:path>
              </a:pathLst>
            </a:custGeom>
            <a:solidFill>
              <a:srgbClr val="3A74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3322725" y="6607254"/>
              <a:ext cx="719455" cy="616585"/>
            </a:xfrm>
            <a:custGeom>
              <a:avLst/>
              <a:gdLst/>
              <a:ahLst/>
              <a:cxnLst/>
              <a:rect l="l" t="t" r="r" b="b"/>
              <a:pathLst>
                <a:path w="719454" h="616584">
                  <a:moveTo>
                    <a:pt x="378920" y="0"/>
                  </a:moveTo>
                  <a:lnTo>
                    <a:pt x="340104" y="0"/>
                  </a:lnTo>
                  <a:lnTo>
                    <a:pt x="289846" y="3526"/>
                  </a:lnTo>
                  <a:lnTo>
                    <a:pt x="241877" y="13768"/>
                  </a:lnTo>
                  <a:lnTo>
                    <a:pt x="196724" y="30225"/>
                  </a:lnTo>
                  <a:lnTo>
                    <a:pt x="154913" y="52392"/>
                  </a:lnTo>
                  <a:lnTo>
                    <a:pt x="116970" y="79767"/>
                  </a:lnTo>
                  <a:lnTo>
                    <a:pt x="83421" y="111847"/>
                  </a:lnTo>
                  <a:lnTo>
                    <a:pt x="54792" y="148129"/>
                  </a:lnTo>
                  <a:lnTo>
                    <a:pt x="31609" y="188110"/>
                  </a:lnTo>
                  <a:lnTo>
                    <a:pt x="14399" y="231286"/>
                  </a:lnTo>
                  <a:lnTo>
                    <a:pt x="3687" y="277155"/>
                  </a:lnTo>
                  <a:lnTo>
                    <a:pt x="0" y="325215"/>
                  </a:lnTo>
                  <a:lnTo>
                    <a:pt x="0" y="616462"/>
                  </a:lnTo>
                  <a:lnTo>
                    <a:pt x="719025" y="616462"/>
                  </a:lnTo>
                  <a:lnTo>
                    <a:pt x="719025" y="325215"/>
                  </a:lnTo>
                  <a:lnTo>
                    <a:pt x="715337" y="277155"/>
                  </a:lnTo>
                  <a:lnTo>
                    <a:pt x="704626" y="231286"/>
                  </a:lnTo>
                  <a:lnTo>
                    <a:pt x="687417" y="188110"/>
                  </a:lnTo>
                  <a:lnTo>
                    <a:pt x="664235" y="148129"/>
                  </a:lnTo>
                  <a:lnTo>
                    <a:pt x="635607" y="111847"/>
                  </a:lnTo>
                  <a:lnTo>
                    <a:pt x="602059" y="79767"/>
                  </a:lnTo>
                  <a:lnTo>
                    <a:pt x="564116" y="52392"/>
                  </a:lnTo>
                  <a:lnTo>
                    <a:pt x="522305" y="30225"/>
                  </a:lnTo>
                  <a:lnTo>
                    <a:pt x="477151" y="13768"/>
                  </a:lnTo>
                  <a:lnTo>
                    <a:pt x="429181" y="3526"/>
                  </a:lnTo>
                  <a:lnTo>
                    <a:pt x="37892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4127403" y="6183194"/>
              <a:ext cx="936625" cy="1040765"/>
            </a:xfrm>
            <a:custGeom>
              <a:avLst/>
              <a:gdLst/>
              <a:ahLst/>
              <a:cxnLst/>
              <a:rect l="l" t="t" r="r" b="b"/>
              <a:pathLst>
                <a:path w="936625" h="1040765">
                  <a:moveTo>
                    <a:pt x="936086" y="0"/>
                  </a:moveTo>
                  <a:lnTo>
                    <a:pt x="0" y="0"/>
                  </a:lnTo>
                  <a:lnTo>
                    <a:pt x="0" y="1040502"/>
                  </a:lnTo>
                  <a:lnTo>
                    <a:pt x="936086" y="1040502"/>
                  </a:lnTo>
                  <a:lnTo>
                    <a:pt x="936086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4150282" y="6205015"/>
              <a:ext cx="890905" cy="1019175"/>
            </a:xfrm>
            <a:custGeom>
              <a:avLst/>
              <a:gdLst/>
              <a:ahLst/>
              <a:cxnLst/>
              <a:rect l="l" t="t" r="r" b="b"/>
              <a:pathLst>
                <a:path w="890904" h="1019175">
                  <a:moveTo>
                    <a:pt x="890328" y="0"/>
                  </a:moveTo>
                  <a:lnTo>
                    <a:pt x="0" y="0"/>
                  </a:lnTo>
                  <a:lnTo>
                    <a:pt x="0" y="1018681"/>
                  </a:lnTo>
                  <a:lnTo>
                    <a:pt x="890328" y="1018681"/>
                  </a:lnTo>
                  <a:lnTo>
                    <a:pt x="890328" y="0"/>
                  </a:lnTo>
                  <a:close/>
                </a:path>
              </a:pathLst>
            </a:custGeom>
            <a:solidFill>
              <a:srgbClr val="3A74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388643" y="5842590"/>
              <a:ext cx="3675379" cy="1381125"/>
            </a:xfrm>
            <a:custGeom>
              <a:avLst/>
              <a:gdLst/>
              <a:ahLst/>
              <a:cxnLst/>
              <a:rect l="l" t="t" r="r" b="b"/>
              <a:pathLst>
                <a:path w="3675379" h="1381125">
                  <a:moveTo>
                    <a:pt x="3566312" y="1089901"/>
                  </a:moveTo>
                  <a:lnTo>
                    <a:pt x="3562629" y="1041844"/>
                  </a:lnTo>
                  <a:lnTo>
                    <a:pt x="3551923" y="995972"/>
                  </a:lnTo>
                  <a:lnTo>
                    <a:pt x="3534702" y="952792"/>
                  </a:lnTo>
                  <a:lnTo>
                    <a:pt x="3511524" y="912812"/>
                  </a:lnTo>
                  <a:lnTo>
                    <a:pt x="3482898" y="876528"/>
                  </a:lnTo>
                  <a:lnTo>
                    <a:pt x="3449345" y="844448"/>
                  </a:lnTo>
                  <a:lnTo>
                    <a:pt x="3411410" y="817079"/>
                  </a:lnTo>
                  <a:lnTo>
                    <a:pt x="3369589" y="794905"/>
                  </a:lnTo>
                  <a:lnTo>
                    <a:pt x="3324441" y="778459"/>
                  </a:lnTo>
                  <a:lnTo>
                    <a:pt x="3276473" y="768210"/>
                  </a:lnTo>
                  <a:lnTo>
                    <a:pt x="3226219" y="764679"/>
                  </a:lnTo>
                  <a:lnTo>
                    <a:pt x="3187382" y="764679"/>
                  </a:lnTo>
                  <a:lnTo>
                    <a:pt x="3137128" y="768210"/>
                  </a:lnTo>
                  <a:lnTo>
                    <a:pt x="3089160" y="778459"/>
                  </a:lnTo>
                  <a:lnTo>
                    <a:pt x="3044012" y="794905"/>
                  </a:lnTo>
                  <a:lnTo>
                    <a:pt x="3002191" y="817079"/>
                  </a:lnTo>
                  <a:lnTo>
                    <a:pt x="2964256" y="844448"/>
                  </a:lnTo>
                  <a:lnTo>
                    <a:pt x="2930702" y="876528"/>
                  </a:lnTo>
                  <a:lnTo>
                    <a:pt x="2902077" y="912812"/>
                  </a:lnTo>
                  <a:lnTo>
                    <a:pt x="2878886" y="952792"/>
                  </a:lnTo>
                  <a:lnTo>
                    <a:pt x="2861678" y="995972"/>
                  </a:lnTo>
                  <a:lnTo>
                    <a:pt x="2850972" y="1041844"/>
                  </a:lnTo>
                  <a:lnTo>
                    <a:pt x="2847276" y="1089901"/>
                  </a:lnTo>
                  <a:lnTo>
                    <a:pt x="2847276" y="1381125"/>
                  </a:lnTo>
                  <a:lnTo>
                    <a:pt x="3566312" y="1381125"/>
                  </a:lnTo>
                  <a:lnTo>
                    <a:pt x="3566312" y="1089901"/>
                  </a:lnTo>
                  <a:close/>
                </a:path>
                <a:path w="3675379" h="1381125">
                  <a:moveTo>
                    <a:pt x="3674834" y="340614"/>
                  </a:moveTo>
                  <a:lnTo>
                    <a:pt x="3593960" y="301663"/>
                  </a:lnTo>
                  <a:lnTo>
                    <a:pt x="3532555" y="275018"/>
                  </a:lnTo>
                  <a:lnTo>
                    <a:pt x="3490722" y="258610"/>
                  </a:lnTo>
                  <a:lnTo>
                    <a:pt x="3438334" y="239395"/>
                  </a:lnTo>
                  <a:lnTo>
                    <a:pt x="3375495" y="217957"/>
                  </a:lnTo>
                  <a:lnTo>
                    <a:pt x="3302279" y="194894"/>
                  </a:lnTo>
                  <a:lnTo>
                    <a:pt x="3261817" y="182930"/>
                  </a:lnTo>
                  <a:lnTo>
                    <a:pt x="3218789" y="170776"/>
                  </a:lnTo>
                  <a:lnTo>
                    <a:pt x="3173209" y="158508"/>
                  </a:lnTo>
                  <a:lnTo>
                    <a:pt x="3125101" y="146189"/>
                  </a:lnTo>
                  <a:lnTo>
                    <a:pt x="3074466" y="133908"/>
                  </a:lnTo>
                  <a:lnTo>
                    <a:pt x="3021304" y="121729"/>
                  </a:lnTo>
                  <a:lnTo>
                    <a:pt x="2965640" y="109715"/>
                  </a:lnTo>
                  <a:lnTo>
                    <a:pt x="2907487" y="97955"/>
                  </a:lnTo>
                  <a:lnTo>
                    <a:pt x="2846844" y="86512"/>
                  </a:lnTo>
                  <a:lnTo>
                    <a:pt x="2783725" y="75463"/>
                  </a:lnTo>
                  <a:lnTo>
                    <a:pt x="2718155" y="64871"/>
                  </a:lnTo>
                  <a:lnTo>
                    <a:pt x="2650121" y="54825"/>
                  </a:lnTo>
                  <a:lnTo>
                    <a:pt x="2579662" y="45389"/>
                  </a:lnTo>
                  <a:lnTo>
                    <a:pt x="2506764" y="36639"/>
                  </a:lnTo>
                  <a:lnTo>
                    <a:pt x="2431440" y="28651"/>
                  </a:lnTo>
                  <a:lnTo>
                    <a:pt x="2353716" y="21475"/>
                  </a:lnTo>
                  <a:lnTo>
                    <a:pt x="2273592" y="15214"/>
                  </a:lnTo>
                  <a:lnTo>
                    <a:pt x="2191093" y="9931"/>
                  </a:lnTo>
                  <a:lnTo>
                    <a:pt x="2106206" y="5689"/>
                  </a:lnTo>
                  <a:lnTo>
                    <a:pt x="2018957" y="2578"/>
                  </a:lnTo>
                  <a:lnTo>
                    <a:pt x="1929358" y="647"/>
                  </a:lnTo>
                  <a:lnTo>
                    <a:pt x="1837410" y="0"/>
                  </a:lnTo>
                  <a:lnTo>
                    <a:pt x="1745462" y="647"/>
                  </a:lnTo>
                  <a:lnTo>
                    <a:pt x="1655864" y="2578"/>
                  </a:lnTo>
                  <a:lnTo>
                    <a:pt x="1568615" y="5689"/>
                  </a:lnTo>
                  <a:lnTo>
                    <a:pt x="1483728" y="9931"/>
                  </a:lnTo>
                  <a:lnTo>
                    <a:pt x="1401216" y="15214"/>
                  </a:lnTo>
                  <a:lnTo>
                    <a:pt x="1321092" y="21475"/>
                  </a:lnTo>
                  <a:lnTo>
                    <a:pt x="1243368" y="28651"/>
                  </a:lnTo>
                  <a:lnTo>
                    <a:pt x="1168057" y="36639"/>
                  </a:lnTo>
                  <a:lnTo>
                    <a:pt x="1095159" y="45389"/>
                  </a:lnTo>
                  <a:lnTo>
                    <a:pt x="1024686" y="54825"/>
                  </a:lnTo>
                  <a:lnTo>
                    <a:pt x="956665" y="64871"/>
                  </a:lnTo>
                  <a:lnTo>
                    <a:pt x="891082" y="75463"/>
                  </a:lnTo>
                  <a:lnTo>
                    <a:pt x="827976" y="86512"/>
                  </a:lnTo>
                  <a:lnTo>
                    <a:pt x="767334" y="97955"/>
                  </a:lnTo>
                  <a:lnTo>
                    <a:pt x="709180" y="109715"/>
                  </a:lnTo>
                  <a:lnTo>
                    <a:pt x="653516" y="121729"/>
                  </a:lnTo>
                  <a:lnTo>
                    <a:pt x="600367" y="133908"/>
                  </a:lnTo>
                  <a:lnTo>
                    <a:pt x="549719" y="146189"/>
                  </a:lnTo>
                  <a:lnTo>
                    <a:pt x="501611" y="158508"/>
                  </a:lnTo>
                  <a:lnTo>
                    <a:pt x="456031" y="170776"/>
                  </a:lnTo>
                  <a:lnTo>
                    <a:pt x="413016" y="182930"/>
                  </a:lnTo>
                  <a:lnTo>
                    <a:pt x="372554" y="194894"/>
                  </a:lnTo>
                  <a:lnTo>
                    <a:pt x="334657" y="206590"/>
                  </a:lnTo>
                  <a:lnTo>
                    <a:pt x="266623" y="228917"/>
                  </a:lnTo>
                  <a:lnTo>
                    <a:pt x="209003" y="249313"/>
                  </a:lnTo>
                  <a:lnTo>
                    <a:pt x="161886" y="267208"/>
                  </a:lnTo>
                  <a:lnTo>
                    <a:pt x="111074" y="288061"/>
                  </a:lnTo>
                  <a:lnTo>
                    <a:pt x="0" y="340614"/>
                  </a:lnTo>
                  <a:lnTo>
                    <a:pt x="3674834" y="340614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1435660" y="5863300"/>
              <a:ext cx="3581400" cy="320040"/>
            </a:xfrm>
            <a:custGeom>
              <a:avLst/>
              <a:gdLst/>
              <a:ahLst/>
              <a:cxnLst/>
              <a:rect l="l" t="t" r="r" b="b"/>
              <a:pathLst>
                <a:path w="3581400" h="320039">
                  <a:moveTo>
                    <a:pt x="1790395" y="0"/>
                  </a:moveTo>
                  <a:lnTo>
                    <a:pt x="1113321" y="4998"/>
                  </a:lnTo>
                  <a:lnTo>
                    <a:pt x="701130" y="39987"/>
                  </a:lnTo>
                  <a:lnTo>
                    <a:pt x="385973" y="134956"/>
                  </a:lnTo>
                  <a:lnTo>
                    <a:pt x="0" y="319896"/>
                  </a:lnTo>
                  <a:lnTo>
                    <a:pt x="3580801" y="319896"/>
                  </a:lnTo>
                  <a:lnTo>
                    <a:pt x="3463328" y="269912"/>
                  </a:lnTo>
                  <a:lnTo>
                    <a:pt x="3118339" y="159948"/>
                  </a:lnTo>
                  <a:lnTo>
                    <a:pt x="2556980" y="49983"/>
                  </a:lnTo>
                  <a:lnTo>
                    <a:pt x="179039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4855454" y="6255882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5" h="123189">
                  <a:moveTo>
                    <a:pt x="80395" y="0"/>
                  </a:moveTo>
                  <a:lnTo>
                    <a:pt x="0" y="0"/>
                  </a:lnTo>
                  <a:lnTo>
                    <a:pt x="0" y="123158"/>
                  </a:lnTo>
                  <a:lnTo>
                    <a:pt x="80395" y="123158"/>
                  </a:lnTo>
                  <a:lnTo>
                    <a:pt x="80395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4755404" y="6255882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5" h="123189">
                  <a:moveTo>
                    <a:pt x="80353" y="0"/>
                  </a:moveTo>
                  <a:lnTo>
                    <a:pt x="0" y="0"/>
                  </a:lnTo>
                  <a:lnTo>
                    <a:pt x="0" y="123158"/>
                  </a:lnTo>
                  <a:lnTo>
                    <a:pt x="80353" y="123158"/>
                  </a:lnTo>
                  <a:lnTo>
                    <a:pt x="80353" y="0"/>
                  </a:lnTo>
                  <a:close/>
                </a:path>
              </a:pathLst>
            </a:custGeom>
            <a:solidFill>
              <a:srgbClr val="CAE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4455172" y="6255886"/>
              <a:ext cx="280670" cy="123189"/>
            </a:xfrm>
            <a:custGeom>
              <a:avLst/>
              <a:gdLst/>
              <a:ahLst/>
              <a:cxnLst/>
              <a:rect l="l" t="t" r="r" b="b"/>
              <a:pathLst>
                <a:path w="280670" h="123189">
                  <a:moveTo>
                    <a:pt x="80352" y="0"/>
                  </a:moveTo>
                  <a:lnTo>
                    <a:pt x="0" y="0"/>
                  </a:lnTo>
                  <a:lnTo>
                    <a:pt x="0" y="123164"/>
                  </a:lnTo>
                  <a:lnTo>
                    <a:pt x="80352" y="123164"/>
                  </a:lnTo>
                  <a:lnTo>
                    <a:pt x="80352" y="0"/>
                  </a:lnTo>
                  <a:close/>
                </a:path>
                <a:path w="280670" h="123189">
                  <a:moveTo>
                    <a:pt x="180454" y="0"/>
                  </a:moveTo>
                  <a:lnTo>
                    <a:pt x="100088" y="0"/>
                  </a:lnTo>
                  <a:lnTo>
                    <a:pt x="100088" y="123164"/>
                  </a:lnTo>
                  <a:lnTo>
                    <a:pt x="180454" y="123164"/>
                  </a:lnTo>
                  <a:lnTo>
                    <a:pt x="180454" y="0"/>
                  </a:lnTo>
                  <a:close/>
                </a:path>
                <a:path w="280670" h="123189">
                  <a:moveTo>
                    <a:pt x="280543" y="0"/>
                  </a:moveTo>
                  <a:lnTo>
                    <a:pt x="200139" y="0"/>
                  </a:lnTo>
                  <a:lnTo>
                    <a:pt x="200139" y="123164"/>
                  </a:lnTo>
                  <a:lnTo>
                    <a:pt x="280543" y="123164"/>
                  </a:lnTo>
                  <a:lnTo>
                    <a:pt x="2805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4355092" y="6255882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5" h="123189">
                  <a:moveTo>
                    <a:pt x="80405" y="0"/>
                  </a:moveTo>
                  <a:lnTo>
                    <a:pt x="0" y="0"/>
                  </a:lnTo>
                  <a:lnTo>
                    <a:pt x="0" y="123158"/>
                  </a:lnTo>
                  <a:lnTo>
                    <a:pt x="80405" y="123158"/>
                  </a:lnTo>
                  <a:lnTo>
                    <a:pt x="80405" y="0"/>
                  </a:lnTo>
                  <a:close/>
                </a:path>
              </a:pathLst>
            </a:custGeom>
            <a:solidFill>
              <a:srgbClr val="CAE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4255043" y="6255882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5" h="123189">
                  <a:moveTo>
                    <a:pt x="80353" y="0"/>
                  </a:moveTo>
                  <a:lnTo>
                    <a:pt x="0" y="0"/>
                  </a:lnTo>
                  <a:lnTo>
                    <a:pt x="0" y="123158"/>
                  </a:lnTo>
                  <a:lnTo>
                    <a:pt x="80353" y="123158"/>
                  </a:lnTo>
                  <a:lnTo>
                    <a:pt x="803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3341856" y="6255830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5" h="123189">
                  <a:moveTo>
                    <a:pt x="80405" y="0"/>
                  </a:moveTo>
                  <a:lnTo>
                    <a:pt x="0" y="0"/>
                  </a:lnTo>
                  <a:lnTo>
                    <a:pt x="0" y="123169"/>
                  </a:lnTo>
                  <a:lnTo>
                    <a:pt x="80405" y="123169"/>
                  </a:lnTo>
                  <a:lnTo>
                    <a:pt x="80405" y="0"/>
                  </a:lnTo>
                  <a:close/>
                </a:path>
              </a:pathLst>
            </a:custGeom>
            <a:solidFill>
              <a:srgbClr val="CAE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3441958" y="6255830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5" h="123189">
                  <a:moveTo>
                    <a:pt x="80353" y="0"/>
                  </a:moveTo>
                  <a:lnTo>
                    <a:pt x="0" y="0"/>
                  </a:lnTo>
                  <a:lnTo>
                    <a:pt x="0" y="123169"/>
                  </a:lnTo>
                  <a:lnTo>
                    <a:pt x="80353" y="123169"/>
                  </a:lnTo>
                  <a:lnTo>
                    <a:pt x="803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3541996" y="6255830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5" h="123189">
                  <a:moveTo>
                    <a:pt x="80405" y="0"/>
                  </a:moveTo>
                  <a:lnTo>
                    <a:pt x="0" y="0"/>
                  </a:lnTo>
                  <a:lnTo>
                    <a:pt x="0" y="123169"/>
                  </a:lnTo>
                  <a:lnTo>
                    <a:pt x="80405" y="123169"/>
                  </a:lnTo>
                  <a:lnTo>
                    <a:pt x="80405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3642098" y="6255830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5" h="123189">
                  <a:moveTo>
                    <a:pt x="80353" y="0"/>
                  </a:moveTo>
                  <a:lnTo>
                    <a:pt x="0" y="0"/>
                  </a:lnTo>
                  <a:lnTo>
                    <a:pt x="0" y="123169"/>
                  </a:lnTo>
                  <a:lnTo>
                    <a:pt x="80353" y="123169"/>
                  </a:lnTo>
                  <a:lnTo>
                    <a:pt x="803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3742200" y="6255830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5" h="123189">
                  <a:moveTo>
                    <a:pt x="80343" y="0"/>
                  </a:moveTo>
                  <a:lnTo>
                    <a:pt x="0" y="0"/>
                  </a:lnTo>
                  <a:lnTo>
                    <a:pt x="0" y="123169"/>
                  </a:lnTo>
                  <a:lnTo>
                    <a:pt x="80343" y="123169"/>
                  </a:lnTo>
                  <a:lnTo>
                    <a:pt x="80343" y="0"/>
                  </a:lnTo>
                  <a:close/>
                </a:path>
              </a:pathLst>
            </a:custGeom>
            <a:solidFill>
              <a:srgbClr val="CAE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3842218" y="6255830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5" h="123189">
                  <a:moveTo>
                    <a:pt x="80405" y="0"/>
                  </a:moveTo>
                  <a:lnTo>
                    <a:pt x="0" y="0"/>
                  </a:lnTo>
                  <a:lnTo>
                    <a:pt x="0" y="123169"/>
                  </a:lnTo>
                  <a:lnTo>
                    <a:pt x="80405" y="123169"/>
                  </a:lnTo>
                  <a:lnTo>
                    <a:pt x="80405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3942309" y="6255830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5" h="123189">
                  <a:moveTo>
                    <a:pt x="80374" y="0"/>
                  </a:moveTo>
                  <a:lnTo>
                    <a:pt x="0" y="0"/>
                  </a:lnTo>
                  <a:lnTo>
                    <a:pt x="0" y="123169"/>
                  </a:lnTo>
                  <a:lnTo>
                    <a:pt x="80374" y="123169"/>
                  </a:lnTo>
                  <a:lnTo>
                    <a:pt x="803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2928988" y="6255886"/>
              <a:ext cx="180975" cy="123189"/>
            </a:xfrm>
            <a:custGeom>
              <a:avLst/>
              <a:gdLst/>
              <a:ahLst/>
              <a:cxnLst/>
              <a:rect l="l" t="t" r="r" b="b"/>
              <a:pathLst>
                <a:path w="180975" h="123189">
                  <a:moveTo>
                    <a:pt x="80365" y="0"/>
                  </a:moveTo>
                  <a:lnTo>
                    <a:pt x="0" y="0"/>
                  </a:lnTo>
                  <a:lnTo>
                    <a:pt x="0" y="123164"/>
                  </a:lnTo>
                  <a:lnTo>
                    <a:pt x="80365" y="123164"/>
                  </a:lnTo>
                  <a:lnTo>
                    <a:pt x="80365" y="0"/>
                  </a:lnTo>
                  <a:close/>
                </a:path>
                <a:path w="180975" h="123189">
                  <a:moveTo>
                    <a:pt x="180454" y="0"/>
                  </a:moveTo>
                  <a:lnTo>
                    <a:pt x="100037" y="0"/>
                  </a:lnTo>
                  <a:lnTo>
                    <a:pt x="100037" y="123164"/>
                  </a:lnTo>
                  <a:lnTo>
                    <a:pt x="180454" y="123164"/>
                  </a:lnTo>
                  <a:lnTo>
                    <a:pt x="180454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2728849" y="6255886"/>
              <a:ext cx="180975" cy="123189"/>
            </a:xfrm>
            <a:custGeom>
              <a:avLst/>
              <a:gdLst/>
              <a:ahLst/>
              <a:cxnLst/>
              <a:rect l="l" t="t" r="r" b="b"/>
              <a:pathLst>
                <a:path w="180975" h="123189">
                  <a:moveTo>
                    <a:pt x="80352" y="0"/>
                  </a:moveTo>
                  <a:lnTo>
                    <a:pt x="0" y="0"/>
                  </a:lnTo>
                  <a:lnTo>
                    <a:pt x="0" y="123164"/>
                  </a:lnTo>
                  <a:lnTo>
                    <a:pt x="80352" y="123164"/>
                  </a:lnTo>
                  <a:lnTo>
                    <a:pt x="80352" y="0"/>
                  </a:lnTo>
                  <a:close/>
                </a:path>
                <a:path w="180975" h="123189">
                  <a:moveTo>
                    <a:pt x="180441" y="0"/>
                  </a:moveTo>
                  <a:lnTo>
                    <a:pt x="100050" y="0"/>
                  </a:lnTo>
                  <a:lnTo>
                    <a:pt x="100050" y="123164"/>
                  </a:lnTo>
                  <a:lnTo>
                    <a:pt x="180441" y="123164"/>
                  </a:lnTo>
                  <a:lnTo>
                    <a:pt x="180441" y="0"/>
                  </a:lnTo>
                  <a:close/>
                </a:path>
              </a:pathLst>
            </a:custGeom>
            <a:solidFill>
              <a:srgbClr val="CAE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2628768" y="6255882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4" h="123189">
                  <a:moveTo>
                    <a:pt x="80353" y="0"/>
                  </a:moveTo>
                  <a:lnTo>
                    <a:pt x="0" y="0"/>
                  </a:lnTo>
                  <a:lnTo>
                    <a:pt x="0" y="123158"/>
                  </a:lnTo>
                  <a:lnTo>
                    <a:pt x="80353" y="123158"/>
                  </a:lnTo>
                  <a:lnTo>
                    <a:pt x="803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2528676" y="6255882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4" h="123189">
                  <a:moveTo>
                    <a:pt x="80416" y="0"/>
                  </a:moveTo>
                  <a:lnTo>
                    <a:pt x="0" y="0"/>
                  </a:lnTo>
                  <a:lnTo>
                    <a:pt x="0" y="123158"/>
                  </a:lnTo>
                  <a:lnTo>
                    <a:pt x="80416" y="123158"/>
                  </a:lnTo>
                  <a:lnTo>
                    <a:pt x="80416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2428627" y="6255882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4" h="123189">
                  <a:moveTo>
                    <a:pt x="80353" y="0"/>
                  </a:moveTo>
                  <a:lnTo>
                    <a:pt x="0" y="0"/>
                  </a:lnTo>
                  <a:lnTo>
                    <a:pt x="0" y="123158"/>
                  </a:lnTo>
                  <a:lnTo>
                    <a:pt x="80353" y="123158"/>
                  </a:lnTo>
                  <a:lnTo>
                    <a:pt x="803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1515451" y="6255830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4" h="123189">
                  <a:moveTo>
                    <a:pt x="80416" y="0"/>
                  </a:moveTo>
                  <a:lnTo>
                    <a:pt x="0" y="0"/>
                  </a:lnTo>
                  <a:lnTo>
                    <a:pt x="0" y="123169"/>
                  </a:lnTo>
                  <a:lnTo>
                    <a:pt x="80416" y="123169"/>
                  </a:lnTo>
                  <a:lnTo>
                    <a:pt x="80416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1615552" y="6255830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4" h="123189">
                  <a:moveTo>
                    <a:pt x="80353" y="0"/>
                  </a:moveTo>
                  <a:lnTo>
                    <a:pt x="0" y="0"/>
                  </a:lnTo>
                  <a:lnTo>
                    <a:pt x="0" y="123169"/>
                  </a:lnTo>
                  <a:lnTo>
                    <a:pt x="80353" y="123169"/>
                  </a:lnTo>
                  <a:lnTo>
                    <a:pt x="80353" y="0"/>
                  </a:lnTo>
                  <a:close/>
                </a:path>
              </a:pathLst>
            </a:custGeom>
            <a:solidFill>
              <a:srgbClr val="CAE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715579" y="6255835"/>
              <a:ext cx="280670" cy="123189"/>
            </a:xfrm>
            <a:custGeom>
              <a:avLst/>
              <a:gdLst/>
              <a:ahLst/>
              <a:cxnLst/>
              <a:rect l="l" t="t" r="r" b="b"/>
              <a:pathLst>
                <a:path w="280669" h="123189">
                  <a:moveTo>
                    <a:pt x="80416" y="0"/>
                  </a:moveTo>
                  <a:lnTo>
                    <a:pt x="0" y="0"/>
                  </a:lnTo>
                  <a:lnTo>
                    <a:pt x="0" y="123164"/>
                  </a:lnTo>
                  <a:lnTo>
                    <a:pt x="80416" y="123164"/>
                  </a:lnTo>
                  <a:lnTo>
                    <a:pt x="80416" y="0"/>
                  </a:lnTo>
                  <a:close/>
                </a:path>
                <a:path w="280669" h="123189">
                  <a:moveTo>
                    <a:pt x="180454" y="0"/>
                  </a:moveTo>
                  <a:lnTo>
                    <a:pt x="100101" y="0"/>
                  </a:lnTo>
                  <a:lnTo>
                    <a:pt x="100101" y="123164"/>
                  </a:lnTo>
                  <a:lnTo>
                    <a:pt x="180454" y="123164"/>
                  </a:lnTo>
                  <a:lnTo>
                    <a:pt x="180454" y="0"/>
                  </a:lnTo>
                  <a:close/>
                </a:path>
                <a:path w="280669" h="123189">
                  <a:moveTo>
                    <a:pt x="280530" y="0"/>
                  </a:moveTo>
                  <a:lnTo>
                    <a:pt x="200190" y="0"/>
                  </a:lnTo>
                  <a:lnTo>
                    <a:pt x="200190" y="123164"/>
                  </a:lnTo>
                  <a:lnTo>
                    <a:pt x="280530" y="123164"/>
                  </a:lnTo>
                  <a:lnTo>
                    <a:pt x="2805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2015823" y="6255830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4" h="123189">
                  <a:moveTo>
                    <a:pt x="80405" y="0"/>
                  </a:moveTo>
                  <a:lnTo>
                    <a:pt x="0" y="0"/>
                  </a:lnTo>
                  <a:lnTo>
                    <a:pt x="0" y="123169"/>
                  </a:lnTo>
                  <a:lnTo>
                    <a:pt x="80405" y="123169"/>
                  </a:lnTo>
                  <a:lnTo>
                    <a:pt x="80405" y="0"/>
                  </a:lnTo>
                  <a:close/>
                </a:path>
              </a:pathLst>
            </a:custGeom>
            <a:solidFill>
              <a:srgbClr val="CAE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2115904" y="6255830"/>
              <a:ext cx="80645" cy="123189"/>
            </a:xfrm>
            <a:custGeom>
              <a:avLst/>
              <a:gdLst/>
              <a:ahLst/>
              <a:cxnLst/>
              <a:rect l="l" t="t" r="r" b="b"/>
              <a:pathLst>
                <a:path w="80644" h="123189">
                  <a:moveTo>
                    <a:pt x="80374" y="0"/>
                  </a:moveTo>
                  <a:lnTo>
                    <a:pt x="0" y="0"/>
                  </a:lnTo>
                  <a:lnTo>
                    <a:pt x="0" y="123169"/>
                  </a:lnTo>
                  <a:lnTo>
                    <a:pt x="80374" y="123169"/>
                  </a:lnTo>
                  <a:lnTo>
                    <a:pt x="803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0" name="object 270" descr=""/>
          <p:cNvGrpSpPr/>
          <p:nvPr/>
        </p:nvGrpSpPr>
        <p:grpSpPr>
          <a:xfrm>
            <a:off x="9078655" y="9068530"/>
            <a:ext cx="2607310" cy="1395095"/>
            <a:chOff x="9078655" y="9068530"/>
            <a:chExt cx="2607310" cy="1395095"/>
          </a:xfrm>
        </p:grpSpPr>
        <p:sp>
          <p:nvSpPr>
            <p:cNvPr id="271" name="object 271" descr=""/>
            <p:cNvSpPr/>
            <p:nvPr/>
          </p:nvSpPr>
          <p:spPr>
            <a:xfrm>
              <a:off x="10307350" y="9104790"/>
              <a:ext cx="149860" cy="64135"/>
            </a:xfrm>
            <a:custGeom>
              <a:avLst/>
              <a:gdLst/>
              <a:ahLst/>
              <a:cxnLst/>
              <a:rect l="l" t="t" r="r" b="b"/>
              <a:pathLst>
                <a:path w="149859" h="64134">
                  <a:moveTo>
                    <a:pt x="0" y="63683"/>
                  </a:moveTo>
                  <a:lnTo>
                    <a:pt x="149702" y="63683"/>
                  </a:lnTo>
                  <a:lnTo>
                    <a:pt x="149702" y="0"/>
                  </a:lnTo>
                  <a:lnTo>
                    <a:pt x="0" y="0"/>
                  </a:lnTo>
                  <a:lnTo>
                    <a:pt x="0" y="63683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10167797" y="9168479"/>
              <a:ext cx="762635" cy="871855"/>
            </a:xfrm>
            <a:custGeom>
              <a:avLst/>
              <a:gdLst/>
              <a:ahLst/>
              <a:cxnLst/>
              <a:rect l="l" t="t" r="r" b="b"/>
              <a:pathLst>
                <a:path w="762634" h="871854">
                  <a:moveTo>
                    <a:pt x="428790" y="0"/>
                  </a:moveTo>
                  <a:lnTo>
                    <a:pt x="0" y="0"/>
                  </a:lnTo>
                  <a:lnTo>
                    <a:pt x="0" y="871664"/>
                  </a:lnTo>
                  <a:lnTo>
                    <a:pt x="428790" y="871664"/>
                  </a:lnTo>
                  <a:lnTo>
                    <a:pt x="428790" y="0"/>
                  </a:lnTo>
                  <a:close/>
                </a:path>
                <a:path w="762634" h="871854">
                  <a:moveTo>
                    <a:pt x="762495" y="0"/>
                  </a:moveTo>
                  <a:lnTo>
                    <a:pt x="509447" y="0"/>
                  </a:lnTo>
                  <a:lnTo>
                    <a:pt x="509447" y="871664"/>
                  </a:lnTo>
                  <a:lnTo>
                    <a:pt x="762495" y="871664"/>
                  </a:lnTo>
                  <a:lnTo>
                    <a:pt x="76249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10596587" y="9168474"/>
              <a:ext cx="81280" cy="871855"/>
            </a:xfrm>
            <a:custGeom>
              <a:avLst/>
              <a:gdLst/>
              <a:ahLst/>
              <a:cxnLst/>
              <a:rect l="l" t="t" r="r" b="b"/>
              <a:pathLst>
                <a:path w="81279" h="871854">
                  <a:moveTo>
                    <a:pt x="80667" y="0"/>
                  </a:moveTo>
                  <a:lnTo>
                    <a:pt x="0" y="0"/>
                  </a:lnTo>
                  <a:lnTo>
                    <a:pt x="0" y="871659"/>
                  </a:lnTo>
                  <a:lnTo>
                    <a:pt x="80667" y="871659"/>
                  </a:lnTo>
                  <a:lnTo>
                    <a:pt x="80667" y="0"/>
                  </a:lnTo>
                  <a:close/>
                </a:path>
              </a:pathLst>
            </a:custGeom>
            <a:solidFill>
              <a:srgbClr val="3A74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9834066" y="9168474"/>
              <a:ext cx="253365" cy="871855"/>
            </a:xfrm>
            <a:custGeom>
              <a:avLst/>
              <a:gdLst/>
              <a:ahLst/>
              <a:cxnLst/>
              <a:rect l="l" t="t" r="r" b="b"/>
              <a:pathLst>
                <a:path w="253365" h="871854">
                  <a:moveTo>
                    <a:pt x="0" y="871659"/>
                  </a:moveTo>
                  <a:lnTo>
                    <a:pt x="253008" y="871659"/>
                  </a:lnTo>
                  <a:lnTo>
                    <a:pt x="253008" y="0"/>
                  </a:lnTo>
                  <a:lnTo>
                    <a:pt x="0" y="0"/>
                  </a:lnTo>
                  <a:lnTo>
                    <a:pt x="0" y="871659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10087074" y="9168474"/>
              <a:ext cx="81280" cy="871855"/>
            </a:xfrm>
            <a:custGeom>
              <a:avLst/>
              <a:gdLst/>
              <a:ahLst/>
              <a:cxnLst/>
              <a:rect l="l" t="t" r="r" b="b"/>
              <a:pathLst>
                <a:path w="81279" h="871854">
                  <a:moveTo>
                    <a:pt x="80730" y="0"/>
                  </a:moveTo>
                  <a:lnTo>
                    <a:pt x="0" y="0"/>
                  </a:lnTo>
                  <a:lnTo>
                    <a:pt x="0" y="871659"/>
                  </a:lnTo>
                  <a:lnTo>
                    <a:pt x="80730" y="871659"/>
                  </a:lnTo>
                  <a:lnTo>
                    <a:pt x="80730" y="0"/>
                  </a:lnTo>
                  <a:close/>
                </a:path>
              </a:pathLst>
            </a:custGeom>
            <a:solidFill>
              <a:srgbClr val="3A74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10930299" y="9168475"/>
              <a:ext cx="188595" cy="871855"/>
            </a:xfrm>
            <a:custGeom>
              <a:avLst/>
              <a:gdLst/>
              <a:ahLst/>
              <a:cxnLst/>
              <a:rect l="l" t="t" r="r" b="b"/>
              <a:pathLst>
                <a:path w="188595" h="871854">
                  <a:moveTo>
                    <a:pt x="0" y="0"/>
                  </a:moveTo>
                  <a:lnTo>
                    <a:pt x="0" y="871659"/>
                  </a:lnTo>
                  <a:lnTo>
                    <a:pt x="29406" y="864848"/>
                  </a:lnTo>
                  <a:lnTo>
                    <a:pt x="94101" y="817176"/>
                  </a:lnTo>
                  <a:lnTo>
                    <a:pt x="158796" y="687780"/>
                  </a:lnTo>
                  <a:lnTo>
                    <a:pt x="188203" y="435798"/>
                  </a:lnTo>
                  <a:lnTo>
                    <a:pt x="185263" y="183852"/>
                  </a:lnTo>
                  <a:lnTo>
                    <a:pt x="164678" y="54474"/>
                  </a:lnTo>
                  <a:lnTo>
                    <a:pt x="108805" y="68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9165426" y="9563918"/>
              <a:ext cx="442595" cy="895985"/>
            </a:xfrm>
            <a:custGeom>
              <a:avLst/>
              <a:gdLst/>
              <a:ahLst/>
              <a:cxnLst/>
              <a:rect l="l" t="t" r="r" b="b"/>
              <a:pathLst>
                <a:path w="442595" h="895984">
                  <a:moveTo>
                    <a:pt x="442489" y="0"/>
                  </a:moveTo>
                  <a:lnTo>
                    <a:pt x="106960" y="0"/>
                  </a:lnTo>
                  <a:lnTo>
                    <a:pt x="65377" y="8046"/>
                  </a:lnTo>
                  <a:lnTo>
                    <a:pt x="31373" y="29979"/>
                  </a:lnTo>
                  <a:lnTo>
                    <a:pt x="8422" y="62493"/>
                  </a:lnTo>
                  <a:lnTo>
                    <a:pt x="0" y="102279"/>
                  </a:lnTo>
                  <a:lnTo>
                    <a:pt x="0" y="895417"/>
                  </a:lnTo>
                  <a:lnTo>
                    <a:pt x="93368" y="895438"/>
                  </a:lnTo>
                  <a:lnTo>
                    <a:pt x="93368" y="130299"/>
                  </a:lnTo>
                  <a:lnTo>
                    <a:pt x="96750" y="114326"/>
                  </a:lnTo>
                  <a:lnTo>
                    <a:pt x="105966" y="101267"/>
                  </a:lnTo>
                  <a:lnTo>
                    <a:pt x="119621" y="92455"/>
                  </a:lnTo>
                  <a:lnTo>
                    <a:pt x="136320" y="89222"/>
                  </a:lnTo>
                  <a:lnTo>
                    <a:pt x="442279" y="89222"/>
                  </a:lnTo>
                  <a:lnTo>
                    <a:pt x="442489" y="0"/>
                  </a:lnTo>
                  <a:close/>
                </a:path>
              </a:pathLst>
            </a:custGeom>
            <a:solidFill>
              <a:srgbClr val="3A74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9607905" y="9068530"/>
              <a:ext cx="1548765" cy="972185"/>
            </a:xfrm>
            <a:custGeom>
              <a:avLst/>
              <a:gdLst/>
              <a:ahLst/>
              <a:cxnLst/>
              <a:rect l="l" t="t" r="r" b="b"/>
              <a:pathLst>
                <a:path w="1548765" h="972184">
                  <a:moveTo>
                    <a:pt x="226161" y="99949"/>
                  </a:moveTo>
                  <a:lnTo>
                    <a:pt x="117348" y="106756"/>
                  </a:lnTo>
                  <a:lnTo>
                    <a:pt x="61480" y="154432"/>
                  </a:lnTo>
                  <a:lnTo>
                    <a:pt x="40894" y="283806"/>
                  </a:lnTo>
                  <a:lnTo>
                    <a:pt x="39547" y="398145"/>
                  </a:lnTo>
                  <a:lnTo>
                    <a:pt x="0" y="398145"/>
                  </a:lnTo>
                  <a:lnTo>
                    <a:pt x="0" y="673392"/>
                  </a:lnTo>
                  <a:lnTo>
                    <a:pt x="51104" y="673392"/>
                  </a:lnTo>
                  <a:lnTo>
                    <a:pt x="51104" y="648474"/>
                  </a:lnTo>
                  <a:lnTo>
                    <a:pt x="67360" y="787730"/>
                  </a:lnTo>
                  <a:lnTo>
                    <a:pt x="132054" y="917130"/>
                  </a:lnTo>
                  <a:lnTo>
                    <a:pt x="196748" y="964806"/>
                  </a:lnTo>
                  <a:lnTo>
                    <a:pt x="226161" y="971613"/>
                  </a:lnTo>
                  <a:lnTo>
                    <a:pt x="226161" y="99949"/>
                  </a:lnTo>
                  <a:close/>
                </a:path>
                <a:path w="1548765" h="972184">
                  <a:moveTo>
                    <a:pt x="918210" y="0"/>
                  </a:moveTo>
                  <a:lnTo>
                    <a:pt x="630364" y="0"/>
                  </a:lnTo>
                  <a:lnTo>
                    <a:pt x="630364" y="36271"/>
                  </a:lnTo>
                  <a:lnTo>
                    <a:pt x="918210" y="36271"/>
                  </a:lnTo>
                  <a:lnTo>
                    <a:pt x="918210" y="0"/>
                  </a:lnTo>
                  <a:close/>
                </a:path>
                <a:path w="1548765" h="972184">
                  <a:moveTo>
                    <a:pt x="1548485" y="398145"/>
                  </a:moveTo>
                  <a:lnTo>
                    <a:pt x="1497431" y="398145"/>
                  </a:lnTo>
                  <a:lnTo>
                    <a:pt x="1497431" y="673392"/>
                  </a:lnTo>
                  <a:lnTo>
                    <a:pt x="1548485" y="673392"/>
                  </a:lnTo>
                  <a:lnTo>
                    <a:pt x="1548485" y="398145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9078645" y="9690068"/>
              <a:ext cx="2014220" cy="773430"/>
            </a:xfrm>
            <a:custGeom>
              <a:avLst/>
              <a:gdLst/>
              <a:ahLst/>
              <a:cxnLst/>
              <a:rect l="l" t="t" r="r" b="b"/>
              <a:pathLst>
                <a:path w="2014220" h="773429">
                  <a:moveTo>
                    <a:pt x="266941" y="725246"/>
                  </a:moveTo>
                  <a:lnTo>
                    <a:pt x="0" y="725246"/>
                  </a:lnTo>
                  <a:lnTo>
                    <a:pt x="0" y="773290"/>
                  </a:lnTo>
                  <a:lnTo>
                    <a:pt x="266941" y="773290"/>
                  </a:lnTo>
                  <a:lnTo>
                    <a:pt x="266941" y="725246"/>
                  </a:lnTo>
                  <a:close/>
                </a:path>
                <a:path w="2014220" h="773429">
                  <a:moveTo>
                    <a:pt x="860234" y="725246"/>
                  </a:moveTo>
                  <a:lnTo>
                    <a:pt x="755421" y="725246"/>
                  </a:lnTo>
                  <a:lnTo>
                    <a:pt x="755421" y="0"/>
                  </a:lnTo>
                  <a:lnTo>
                    <a:pt x="716813" y="124752"/>
                  </a:lnTo>
                  <a:lnTo>
                    <a:pt x="716813" y="725246"/>
                  </a:lnTo>
                  <a:lnTo>
                    <a:pt x="593267" y="725246"/>
                  </a:lnTo>
                  <a:lnTo>
                    <a:pt x="593267" y="773290"/>
                  </a:lnTo>
                  <a:lnTo>
                    <a:pt x="860234" y="773290"/>
                  </a:lnTo>
                  <a:lnTo>
                    <a:pt x="860234" y="725246"/>
                  </a:lnTo>
                  <a:close/>
                </a:path>
                <a:path w="2014220" h="773429">
                  <a:moveTo>
                    <a:pt x="2013724" y="725246"/>
                  </a:moveTo>
                  <a:lnTo>
                    <a:pt x="1890204" y="725246"/>
                  </a:lnTo>
                  <a:lnTo>
                    <a:pt x="1890204" y="124752"/>
                  </a:lnTo>
                  <a:lnTo>
                    <a:pt x="1851647" y="0"/>
                  </a:lnTo>
                  <a:lnTo>
                    <a:pt x="1851647" y="725246"/>
                  </a:lnTo>
                  <a:lnTo>
                    <a:pt x="1746821" y="725246"/>
                  </a:lnTo>
                  <a:lnTo>
                    <a:pt x="1746821" y="773290"/>
                  </a:lnTo>
                  <a:lnTo>
                    <a:pt x="2013724" y="773290"/>
                  </a:lnTo>
                  <a:lnTo>
                    <a:pt x="2013724" y="725246"/>
                  </a:lnTo>
                  <a:close/>
                </a:path>
              </a:pathLst>
            </a:custGeom>
            <a:solidFill>
              <a:srgbClr val="78C2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9165424" y="9563919"/>
              <a:ext cx="296545" cy="443230"/>
            </a:xfrm>
            <a:custGeom>
              <a:avLst/>
              <a:gdLst/>
              <a:ahLst/>
              <a:cxnLst/>
              <a:rect l="l" t="t" r="r" b="b"/>
              <a:pathLst>
                <a:path w="296545" h="443229">
                  <a:moveTo>
                    <a:pt x="93370" y="406615"/>
                  </a:moveTo>
                  <a:lnTo>
                    <a:pt x="0" y="406615"/>
                  </a:lnTo>
                  <a:lnTo>
                    <a:pt x="0" y="442823"/>
                  </a:lnTo>
                  <a:lnTo>
                    <a:pt x="93370" y="442823"/>
                  </a:lnTo>
                  <a:lnTo>
                    <a:pt x="93370" y="406615"/>
                  </a:lnTo>
                  <a:close/>
                </a:path>
                <a:path w="296545" h="443229">
                  <a:moveTo>
                    <a:pt x="296291" y="0"/>
                  </a:moveTo>
                  <a:lnTo>
                    <a:pt x="258368" y="0"/>
                  </a:lnTo>
                  <a:lnTo>
                    <a:pt x="258368" y="89230"/>
                  </a:lnTo>
                  <a:lnTo>
                    <a:pt x="296291" y="89230"/>
                  </a:lnTo>
                  <a:lnTo>
                    <a:pt x="296291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11156451" y="9563918"/>
              <a:ext cx="442595" cy="895985"/>
            </a:xfrm>
            <a:custGeom>
              <a:avLst/>
              <a:gdLst/>
              <a:ahLst/>
              <a:cxnLst/>
              <a:rect l="l" t="t" r="r" b="b"/>
              <a:pathLst>
                <a:path w="442595" h="895984">
                  <a:moveTo>
                    <a:pt x="335529" y="0"/>
                  </a:moveTo>
                  <a:lnTo>
                    <a:pt x="0" y="0"/>
                  </a:lnTo>
                  <a:lnTo>
                    <a:pt x="240" y="89222"/>
                  </a:lnTo>
                  <a:lnTo>
                    <a:pt x="306200" y="89222"/>
                  </a:lnTo>
                  <a:lnTo>
                    <a:pt x="322884" y="92455"/>
                  </a:lnTo>
                  <a:lnTo>
                    <a:pt x="336536" y="101267"/>
                  </a:lnTo>
                  <a:lnTo>
                    <a:pt x="345756" y="114326"/>
                  </a:lnTo>
                  <a:lnTo>
                    <a:pt x="349141" y="130299"/>
                  </a:lnTo>
                  <a:lnTo>
                    <a:pt x="349141" y="895438"/>
                  </a:lnTo>
                  <a:lnTo>
                    <a:pt x="442489" y="895417"/>
                  </a:lnTo>
                  <a:lnTo>
                    <a:pt x="442489" y="102279"/>
                  </a:lnTo>
                  <a:lnTo>
                    <a:pt x="434071" y="62493"/>
                  </a:lnTo>
                  <a:lnTo>
                    <a:pt x="411127" y="29979"/>
                  </a:lnTo>
                  <a:lnTo>
                    <a:pt x="377124" y="8046"/>
                  </a:lnTo>
                  <a:lnTo>
                    <a:pt x="335529" y="0"/>
                  </a:lnTo>
                  <a:close/>
                </a:path>
              </a:pathLst>
            </a:custGeom>
            <a:solidFill>
              <a:srgbClr val="3A74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11418772" y="10415305"/>
              <a:ext cx="267335" cy="48260"/>
            </a:xfrm>
            <a:custGeom>
              <a:avLst/>
              <a:gdLst/>
              <a:ahLst/>
              <a:cxnLst/>
              <a:rect l="l" t="t" r="r" b="b"/>
              <a:pathLst>
                <a:path w="267334" h="48259">
                  <a:moveTo>
                    <a:pt x="266965" y="0"/>
                  </a:moveTo>
                  <a:lnTo>
                    <a:pt x="0" y="0"/>
                  </a:lnTo>
                  <a:lnTo>
                    <a:pt x="0" y="48040"/>
                  </a:lnTo>
                  <a:lnTo>
                    <a:pt x="266965" y="48040"/>
                  </a:lnTo>
                  <a:lnTo>
                    <a:pt x="266965" y="0"/>
                  </a:lnTo>
                  <a:close/>
                </a:path>
              </a:pathLst>
            </a:custGeom>
            <a:solidFill>
              <a:srgbClr val="78C2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11302644" y="9563919"/>
              <a:ext cx="296545" cy="443230"/>
            </a:xfrm>
            <a:custGeom>
              <a:avLst/>
              <a:gdLst/>
              <a:ahLst/>
              <a:cxnLst/>
              <a:rect l="l" t="t" r="r" b="b"/>
              <a:pathLst>
                <a:path w="296545" h="443229">
                  <a:moveTo>
                    <a:pt x="37922" y="0"/>
                  </a:moveTo>
                  <a:lnTo>
                    <a:pt x="0" y="0"/>
                  </a:lnTo>
                  <a:lnTo>
                    <a:pt x="0" y="89230"/>
                  </a:lnTo>
                  <a:lnTo>
                    <a:pt x="37922" y="89230"/>
                  </a:lnTo>
                  <a:lnTo>
                    <a:pt x="37922" y="0"/>
                  </a:lnTo>
                  <a:close/>
                </a:path>
                <a:path w="296545" h="443229">
                  <a:moveTo>
                    <a:pt x="296278" y="406615"/>
                  </a:moveTo>
                  <a:lnTo>
                    <a:pt x="202946" y="406615"/>
                  </a:lnTo>
                  <a:lnTo>
                    <a:pt x="202946" y="442823"/>
                  </a:lnTo>
                  <a:lnTo>
                    <a:pt x="296278" y="442823"/>
                  </a:lnTo>
                  <a:lnTo>
                    <a:pt x="296278" y="406615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4" name="object 284" descr=""/>
          <p:cNvGrpSpPr/>
          <p:nvPr/>
        </p:nvGrpSpPr>
        <p:grpSpPr>
          <a:xfrm>
            <a:off x="5455184" y="8276642"/>
            <a:ext cx="3098800" cy="2186940"/>
            <a:chOff x="5455184" y="8276642"/>
            <a:chExt cx="3098800" cy="2186940"/>
          </a:xfrm>
        </p:grpSpPr>
        <p:sp>
          <p:nvSpPr>
            <p:cNvPr id="285" name="object 285" descr=""/>
            <p:cNvSpPr/>
            <p:nvPr/>
          </p:nvSpPr>
          <p:spPr>
            <a:xfrm>
              <a:off x="5455184" y="9370478"/>
              <a:ext cx="1161415" cy="880744"/>
            </a:xfrm>
            <a:custGeom>
              <a:avLst/>
              <a:gdLst/>
              <a:ahLst/>
              <a:cxnLst/>
              <a:rect l="l" t="t" r="r" b="b"/>
              <a:pathLst>
                <a:path w="1161415" h="880745">
                  <a:moveTo>
                    <a:pt x="1161001" y="0"/>
                  </a:moveTo>
                  <a:lnTo>
                    <a:pt x="0" y="0"/>
                  </a:lnTo>
                  <a:lnTo>
                    <a:pt x="0" y="880224"/>
                  </a:lnTo>
                  <a:lnTo>
                    <a:pt x="1161001" y="880224"/>
                  </a:lnTo>
                  <a:lnTo>
                    <a:pt x="1161001" y="0"/>
                  </a:lnTo>
                  <a:close/>
                </a:path>
              </a:pathLst>
            </a:custGeom>
            <a:solidFill>
              <a:srgbClr val="7ACC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6359195" y="9543954"/>
              <a:ext cx="88900" cy="196850"/>
            </a:xfrm>
            <a:custGeom>
              <a:avLst/>
              <a:gdLst/>
              <a:ahLst/>
              <a:cxnLst/>
              <a:rect l="l" t="t" r="r" b="b"/>
              <a:pathLst>
                <a:path w="88900" h="196850">
                  <a:moveTo>
                    <a:pt x="88328" y="112153"/>
                  </a:moveTo>
                  <a:lnTo>
                    <a:pt x="0" y="112153"/>
                  </a:lnTo>
                  <a:lnTo>
                    <a:pt x="0" y="196799"/>
                  </a:lnTo>
                  <a:lnTo>
                    <a:pt x="88328" y="196799"/>
                  </a:lnTo>
                  <a:lnTo>
                    <a:pt x="88328" y="112153"/>
                  </a:lnTo>
                  <a:close/>
                </a:path>
                <a:path w="88900" h="196850">
                  <a:moveTo>
                    <a:pt x="88328" y="0"/>
                  </a:moveTo>
                  <a:lnTo>
                    <a:pt x="0" y="0"/>
                  </a:lnTo>
                  <a:lnTo>
                    <a:pt x="0" y="84620"/>
                  </a:lnTo>
                  <a:lnTo>
                    <a:pt x="88328" y="84620"/>
                  </a:lnTo>
                  <a:lnTo>
                    <a:pt x="88328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6359199" y="9768278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90">
                  <a:moveTo>
                    <a:pt x="88332" y="0"/>
                  </a:moveTo>
                  <a:lnTo>
                    <a:pt x="0" y="0"/>
                  </a:lnTo>
                  <a:lnTo>
                    <a:pt x="0" y="84646"/>
                  </a:lnTo>
                  <a:lnTo>
                    <a:pt x="88332" y="84646"/>
                  </a:lnTo>
                  <a:lnTo>
                    <a:pt x="883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6359199" y="9880431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90">
                  <a:moveTo>
                    <a:pt x="88332" y="0"/>
                  </a:moveTo>
                  <a:lnTo>
                    <a:pt x="0" y="0"/>
                  </a:lnTo>
                  <a:lnTo>
                    <a:pt x="0" y="84646"/>
                  </a:lnTo>
                  <a:lnTo>
                    <a:pt x="88332" y="84646"/>
                  </a:lnTo>
                  <a:lnTo>
                    <a:pt x="8833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6359199" y="9992616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90">
                  <a:moveTo>
                    <a:pt x="88332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332" y="84615"/>
                  </a:lnTo>
                  <a:lnTo>
                    <a:pt x="883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5991530" y="9543954"/>
              <a:ext cx="88900" cy="196850"/>
            </a:xfrm>
            <a:custGeom>
              <a:avLst/>
              <a:gdLst/>
              <a:ahLst/>
              <a:cxnLst/>
              <a:rect l="l" t="t" r="r" b="b"/>
              <a:pathLst>
                <a:path w="88900" h="196850">
                  <a:moveTo>
                    <a:pt x="88303" y="112153"/>
                  </a:moveTo>
                  <a:lnTo>
                    <a:pt x="0" y="112153"/>
                  </a:lnTo>
                  <a:lnTo>
                    <a:pt x="0" y="196799"/>
                  </a:lnTo>
                  <a:lnTo>
                    <a:pt x="88303" y="196799"/>
                  </a:lnTo>
                  <a:lnTo>
                    <a:pt x="88303" y="112153"/>
                  </a:lnTo>
                  <a:close/>
                </a:path>
                <a:path w="88900" h="196850">
                  <a:moveTo>
                    <a:pt x="88303" y="0"/>
                  </a:moveTo>
                  <a:lnTo>
                    <a:pt x="0" y="0"/>
                  </a:lnTo>
                  <a:lnTo>
                    <a:pt x="0" y="84620"/>
                  </a:lnTo>
                  <a:lnTo>
                    <a:pt x="88303" y="84620"/>
                  </a:lnTo>
                  <a:lnTo>
                    <a:pt x="88303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5991530" y="9768287"/>
              <a:ext cx="88900" cy="196850"/>
            </a:xfrm>
            <a:custGeom>
              <a:avLst/>
              <a:gdLst/>
              <a:ahLst/>
              <a:cxnLst/>
              <a:rect l="l" t="t" r="r" b="b"/>
              <a:pathLst>
                <a:path w="88900" h="196850">
                  <a:moveTo>
                    <a:pt x="88303" y="112153"/>
                  </a:moveTo>
                  <a:lnTo>
                    <a:pt x="0" y="112153"/>
                  </a:lnTo>
                  <a:lnTo>
                    <a:pt x="0" y="196799"/>
                  </a:lnTo>
                  <a:lnTo>
                    <a:pt x="88303" y="196799"/>
                  </a:lnTo>
                  <a:lnTo>
                    <a:pt x="88303" y="112153"/>
                  </a:lnTo>
                  <a:close/>
                </a:path>
                <a:path w="88900" h="196850">
                  <a:moveTo>
                    <a:pt x="88303" y="0"/>
                  </a:moveTo>
                  <a:lnTo>
                    <a:pt x="0" y="0"/>
                  </a:lnTo>
                  <a:lnTo>
                    <a:pt x="0" y="84645"/>
                  </a:lnTo>
                  <a:lnTo>
                    <a:pt x="88303" y="84645"/>
                  </a:lnTo>
                  <a:lnTo>
                    <a:pt x="8830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5991535" y="9992616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90">
                  <a:moveTo>
                    <a:pt x="88300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300" y="84615"/>
                  </a:lnTo>
                  <a:lnTo>
                    <a:pt x="88300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5623860" y="9543950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90">
                  <a:moveTo>
                    <a:pt x="88311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311" y="84615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5623860" y="9656103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90">
                  <a:moveTo>
                    <a:pt x="88311" y="0"/>
                  </a:moveTo>
                  <a:lnTo>
                    <a:pt x="0" y="0"/>
                  </a:lnTo>
                  <a:lnTo>
                    <a:pt x="0" y="84646"/>
                  </a:lnTo>
                  <a:lnTo>
                    <a:pt x="88311" y="84646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5623860" y="9768278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90">
                  <a:moveTo>
                    <a:pt x="88311" y="0"/>
                  </a:moveTo>
                  <a:lnTo>
                    <a:pt x="0" y="0"/>
                  </a:lnTo>
                  <a:lnTo>
                    <a:pt x="0" y="84646"/>
                  </a:lnTo>
                  <a:lnTo>
                    <a:pt x="88311" y="84646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5623860" y="9880431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90">
                  <a:moveTo>
                    <a:pt x="88311" y="0"/>
                  </a:moveTo>
                  <a:lnTo>
                    <a:pt x="0" y="0"/>
                  </a:lnTo>
                  <a:lnTo>
                    <a:pt x="0" y="84646"/>
                  </a:lnTo>
                  <a:lnTo>
                    <a:pt x="88311" y="84646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5623860" y="9992616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90">
                  <a:moveTo>
                    <a:pt x="88311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311" y="84615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5808056" y="8391615"/>
              <a:ext cx="455295" cy="979169"/>
            </a:xfrm>
            <a:custGeom>
              <a:avLst/>
              <a:gdLst/>
              <a:ahLst/>
              <a:cxnLst/>
              <a:rect l="l" t="t" r="r" b="b"/>
              <a:pathLst>
                <a:path w="455295" h="979170">
                  <a:moveTo>
                    <a:pt x="399108" y="0"/>
                  </a:moveTo>
                  <a:lnTo>
                    <a:pt x="56144" y="0"/>
                  </a:lnTo>
                  <a:lnTo>
                    <a:pt x="0" y="978860"/>
                  </a:lnTo>
                  <a:lnTo>
                    <a:pt x="455274" y="978860"/>
                  </a:lnTo>
                  <a:lnTo>
                    <a:pt x="399108" y="0"/>
                  </a:lnTo>
                  <a:close/>
                </a:path>
              </a:pathLst>
            </a:custGeom>
            <a:solidFill>
              <a:srgbClr val="3A74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5864196" y="8276642"/>
              <a:ext cx="343535" cy="115570"/>
            </a:xfrm>
            <a:custGeom>
              <a:avLst/>
              <a:gdLst/>
              <a:ahLst/>
              <a:cxnLst/>
              <a:rect l="l" t="t" r="r" b="b"/>
              <a:pathLst>
                <a:path w="343535" h="115570">
                  <a:moveTo>
                    <a:pt x="309875" y="0"/>
                  </a:moveTo>
                  <a:lnTo>
                    <a:pt x="33140" y="0"/>
                  </a:lnTo>
                  <a:lnTo>
                    <a:pt x="23532" y="3087"/>
                  </a:lnTo>
                  <a:lnTo>
                    <a:pt x="15384" y="11642"/>
                  </a:lnTo>
                  <a:lnTo>
                    <a:pt x="9392" y="24600"/>
                  </a:lnTo>
                  <a:lnTo>
                    <a:pt x="6251" y="40899"/>
                  </a:lnTo>
                  <a:lnTo>
                    <a:pt x="0" y="114970"/>
                  </a:lnTo>
                  <a:lnTo>
                    <a:pt x="342963" y="114970"/>
                  </a:lnTo>
                  <a:lnTo>
                    <a:pt x="336743" y="40899"/>
                  </a:lnTo>
                  <a:lnTo>
                    <a:pt x="319470" y="3087"/>
                  </a:lnTo>
                  <a:lnTo>
                    <a:pt x="30987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7051576" y="8986207"/>
              <a:ext cx="149860" cy="73025"/>
            </a:xfrm>
            <a:custGeom>
              <a:avLst/>
              <a:gdLst/>
              <a:ahLst/>
              <a:cxnLst/>
              <a:rect l="l" t="t" r="r" b="b"/>
              <a:pathLst>
                <a:path w="149859" h="73025">
                  <a:moveTo>
                    <a:pt x="149670" y="0"/>
                  </a:moveTo>
                  <a:lnTo>
                    <a:pt x="0" y="0"/>
                  </a:lnTo>
                  <a:lnTo>
                    <a:pt x="0" y="72500"/>
                  </a:lnTo>
                  <a:lnTo>
                    <a:pt x="149670" y="72500"/>
                  </a:lnTo>
                  <a:lnTo>
                    <a:pt x="149670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6670624" y="9202464"/>
              <a:ext cx="911860" cy="1048385"/>
            </a:xfrm>
            <a:custGeom>
              <a:avLst/>
              <a:gdLst/>
              <a:ahLst/>
              <a:cxnLst/>
              <a:rect l="l" t="t" r="r" b="b"/>
              <a:pathLst>
                <a:path w="911859" h="1048384">
                  <a:moveTo>
                    <a:pt x="911580" y="806310"/>
                  </a:moveTo>
                  <a:lnTo>
                    <a:pt x="0" y="806310"/>
                  </a:lnTo>
                  <a:lnTo>
                    <a:pt x="0" y="1048245"/>
                  </a:lnTo>
                  <a:lnTo>
                    <a:pt x="911580" y="1048245"/>
                  </a:lnTo>
                  <a:lnTo>
                    <a:pt x="911580" y="806310"/>
                  </a:lnTo>
                  <a:close/>
                </a:path>
                <a:path w="911859" h="1048384">
                  <a:moveTo>
                    <a:pt x="911580" y="319100"/>
                  </a:moveTo>
                  <a:lnTo>
                    <a:pt x="0" y="319100"/>
                  </a:lnTo>
                  <a:lnTo>
                    <a:pt x="0" y="729119"/>
                  </a:lnTo>
                  <a:lnTo>
                    <a:pt x="911580" y="729119"/>
                  </a:lnTo>
                  <a:lnTo>
                    <a:pt x="911580" y="319100"/>
                  </a:lnTo>
                  <a:close/>
                </a:path>
                <a:path w="911859" h="1048384">
                  <a:moveTo>
                    <a:pt x="911580" y="0"/>
                  </a:moveTo>
                  <a:lnTo>
                    <a:pt x="0" y="0"/>
                  </a:lnTo>
                  <a:lnTo>
                    <a:pt x="0" y="241935"/>
                  </a:lnTo>
                  <a:lnTo>
                    <a:pt x="911580" y="241935"/>
                  </a:lnTo>
                  <a:lnTo>
                    <a:pt x="911580" y="0"/>
                  </a:lnTo>
                  <a:close/>
                </a:path>
              </a:pathLst>
            </a:custGeom>
            <a:solidFill>
              <a:srgbClr val="3A74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6670624" y="9444399"/>
              <a:ext cx="911860" cy="564515"/>
            </a:xfrm>
            <a:custGeom>
              <a:avLst/>
              <a:gdLst/>
              <a:ahLst/>
              <a:cxnLst/>
              <a:rect l="l" t="t" r="r" b="b"/>
              <a:pathLst>
                <a:path w="911859" h="564515">
                  <a:moveTo>
                    <a:pt x="911580" y="487184"/>
                  </a:moveTo>
                  <a:lnTo>
                    <a:pt x="0" y="487184"/>
                  </a:lnTo>
                  <a:lnTo>
                    <a:pt x="0" y="564375"/>
                  </a:lnTo>
                  <a:lnTo>
                    <a:pt x="911580" y="564375"/>
                  </a:lnTo>
                  <a:lnTo>
                    <a:pt x="911580" y="487184"/>
                  </a:lnTo>
                  <a:close/>
                </a:path>
                <a:path w="911859" h="564515">
                  <a:moveTo>
                    <a:pt x="911580" y="0"/>
                  </a:moveTo>
                  <a:lnTo>
                    <a:pt x="0" y="0"/>
                  </a:lnTo>
                  <a:lnTo>
                    <a:pt x="0" y="77165"/>
                  </a:lnTo>
                  <a:lnTo>
                    <a:pt x="911580" y="77165"/>
                  </a:lnTo>
                  <a:lnTo>
                    <a:pt x="911580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6670624" y="8949975"/>
              <a:ext cx="911860" cy="252729"/>
            </a:xfrm>
            <a:custGeom>
              <a:avLst/>
              <a:gdLst/>
              <a:ahLst/>
              <a:cxnLst/>
              <a:rect l="l" t="t" r="r" b="b"/>
              <a:pathLst>
                <a:path w="911859" h="252729">
                  <a:moveTo>
                    <a:pt x="599706" y="0"/>
                  </a:moveTo>
                  <a:lnTo>
                    <a:pt x="311848" y="0"/>
                  </a:lnTo>
                  <a:lnTo>
                    <a:pt x="311848" y="36233"/>
                  </a:lnTo>
                  <a:lnTo>
                    <a:pt x="599706" y="36233"/>
                  </a:lnTo>
                  <a:lnTo>
                    <a:pt x="599706" y="0"/>
                  </a:lnTo>
                  <a:close/>
                </a:path>
                <a:path w="911859" h="252729">
                  <a:moveTo>
                    <a:pt x="911580" y="252488"/>
                  </a:moveTo>
                  <a:lnTo>
                    <a:pt x="904455" y="224370"/>
                  </a:lnTo>
                  <a:lnTo>
                    <a:pt x="854595" y="162496"/>
                  </a:lnTo>
                  <a:lnTo>
                    <a:pt x="719277" y="100634"/>
                  </a:lnTo>
                  <a:lnTo>
                    <a:pt x="455764" y="72504"/>
                  </a:lnTo>
                  <a:lnTo>
                    <a:pt x="192278" y="75323"/>
                  </a:lnTo>
                  <a:lnTo>
                    <a:pt x="56972" y="95008"/>
                  </a:lnTo>
                  <a:lnTo>
                    <a:pt x="7124" y="148437"/>
                  </a:lnTo>
                  <a:lnTo>
                    <a:pt x="0" y="252488"/>
                  </a:lnTo>
                  <a:lnTo>
                    <a:pt x="911580" y="252488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8108077" y="9188892"/>
              <a:ext cx="125730" cy="60960"/>
            </a:xfrm>
            <a:custGeom>
              <a:avLst/>
              <a:gdLst/>
              <a:ahLst/>
              <a:cxnLst/>
              <a:rect l="l" t="t" r="r" b="b"/>
              <a:pathLst>
                <a:path w="125729" h="60959">
                  <a:moveTo>
                    <a:pt x="125671" y="0"/>
                  </a:moveTo>
                  <a:lnTo>
                    <a:pt x="0" y="0"/>
                  </a:lnTo>
                  <a:lnTo>
                    <a:pt x="0" y="60898"/>
                  </a:lnTo>
                  <a:lnTo>
                    <a:pt x="125671" y="60898"/>
                  </a:lnTo>
                  <a:lnTo>
                    <a:pt x="125671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7788199" y="9370485"/>
              <a:ext cx="765810" cy="880744"/>
            </a:xfrm>
            <a:custGeom>
              <a:avLst/>
              <a:gdLst/>
              <a:ahLst/>
              <a:cxnLst/>
              <a:rect l="l" t="t" r="r" b="b"/>
              <a:pathLst>
                <a:path w="765809" h="880745">
                  <a:moveTo>
                    <a:pt x="765454" y="677062"/>
                  </a:moveTo>
                  <a:lnTo>
                    <a:pt x="0" y="677062"/>
                  </a:lnTo>
                  <a:lnTo>
                    <a:pt x="0" y="880224"/>
                  </a:lnTo>
                  <a:lnTo>
                    <a:pt x="765454" y="880224"/>
                  </a:lnTo>
                  <a:lnTo>
                    <a:pt x="765454" y="677062"/>
                  </a:lnTo>
                  <a:close/>
                </a:path>
                <a:path w="765809" h="880745">
                  <a:moveTo>
                    <a:pt x="765454" y="267995"/>
                  </a:moveTo>
                  <a:lnTo>
                    <a:pt x="0" y="267995"/>
                  </a:lnTo>
                  <a:lnTo>
                    <a:pt x="0" y="612267"/>
                  </a:lnTo>
                  <a:lnTo>
                    <a:pt x="765454" y="612267"/>
                  </a:lnTo>
                  <a:lnTo>
                    <a:pt x="765454" y="267995"/>
                  </a:lnTo>
                  <a:close/>
                </a:path>
                <a:path w="765809" h="880745">
                  <a:moveTo>
                    <a:pt x="765454" y="0"/>
                  </a:moveTo>
                  <a:lnTo>
                    <a:pt x="0" y="0"/>
                  </a:lnTo>
                  <a:lnTo>
                    <a:pt x="0" y="203161"/>
                  </a:lnTo>
                  <a:lnTo>
                    <a:pt x="765454" y="203161"/>
                  </a:lnTo>
                  <a:lnTo>
                    <a:pt x="765454" y="0"/>
                  </a:lnTo>
                  <a:close/>
                </a:path>
              </a:pathLst>
            </a:custGeom>
            <a:solidFill>
              <a:srgbClr val="3A74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7788199" y="9573647"/>
              <a:ext cx="765810" cy="474345"/>
            </a:xfrm>
            <a:custGeom>
              <a:avLst/>
              <a:gdLst/>
              <a:ahLst/>
              <a:cxnLst/>
              <a:rect l="l" t="t" r="r" b="b"/>
              <a:pathLst>
                <a:path w="765809" h="474345">
                  <a:moveTo>
                    <a:pt x="765454" y="409105"/>
                  </a:moveTo>
                  <a:lnTo>
                    <a:pt x="0" y="409105"/>
                  </a:lnTo>
                  <a:lnTo>
                    <a:pt x="0" y="473900"/>
                  </a:lnTo>
                  <a:lnTo>
                    <a:pt x="765454" y="473900"/>
                  </a:lnTo>
                  <a:lnTo>
                    <a:pt x="765454" y="409105"/>
                  </a:lnTo>
                  <a:close/>
                </a:path>
                <a:path w="765809" h="474345">
                  <a:moveTo>
                    <a:pt x="765454" y="0"/>
                  </a:moveTo>
                  <a:lnTo>
                    <a:pt x="0" y="0"/>
                  </a:lnTo>
                  <a:lnTo>
                    <a:pt x="0" y="64833"/>
                  </a:lnTo>
                  <a:lnTo>
                    <a:pt x="765454" y="64833"/>
                  </a:lnTo>
                  <a:lnTo>
                    <a:pt x="765454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7788199" y="9158471"/>
              <a:ext cx="765810" cy="212090"/>
            </a:xfrm>
            <a:custGeom>
              <a:avLst/>
              <a:gdLst/>
              <a:ahLst/>
              <a:cxnLst/>
              <a:rect l="l" t="t" r="r" b="b"/>
              <a:pathLst>
                <a:path w="765809" h="212090">
                  <a:moveTo>
                    <a:pt x="503567" y="0"/>
                  </a:moveTo>
                  <a:lnTo>
                    <a:pt x="261861" y="0"/>
                  </a:lnTo>
                  <a:lnTo>
                    <a:pt x="261861" y="30429"/>
                  </a:lnTo>
                  <a:lnTo>
                    <a:pt x="503567" y="30429"/>
                  </a:lnTo>
                  <a:lnTo>
                    <a:pt x="503567" y="0"/>
                  </a:lnTo>
                  <a:close/>
                </a:path>
                <a:path w="765809" h="212090">
                  <a:moveTo>
                    <a:pt x="765454" y="212013"/>
                  </a:moveTo>
                  <a:lnTo>
                    <a:pt x="759472" y="188404"/>
                  </a:lnTo>
                  <a:lnTo>
                    <a:pt x="717613" y="136448"/>
                  </a:lnTo>
                  <a:lnTo>
                    <a:pt x="603973" y="84505"/>
                  </a:lnTo>
                  <a:lnTo>
                    <a:pt x="382689" y="60896"/>
                  </a:lnTo>
                  <a:lnTo>
                    <a:pt x="161455" y="63258"/>
                  </a:lnTo>
                  <a:lnTo>
                    <a:pt x="47840" y="79781"/>
                  </a:lnTo>
                  <a:lnTo>
                    <a:pt x="5981" y="124650"/>
                  </a:lnTo>
                  <a:lnTo>
                    <a:pt x="0" y="212013"/>
                  </a:lnTo>
                  <a:lnTo>
                    <a:pt x="765454" y="212013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7079132" y="8697572"/>
              <a:ext cx="1139825" cy="461009"/>
            </a:xfrm>
            <a:custGeom>
              <a:avLst/>
              <a:gdLst/>
              <a:ahLst/>
              <a:cxnLst/>
              <a:rect l="l" t="t" r="r" b="b"/>
              <a:pathLst>
                <a:path w="1139825" h="461009">
                  <a:moveTo>
                    <a:pt x="1032691" y="0"/>
                  </a:moveTo>
                  <a:lnTo>
                    <a:pt x="106960" y="0"/>
                  </a:lnTo>
                  <a:lnTo>
                    <a:pt x="65364" y="8049"/>
                  </a:lnTo>
                  <a:lnTo>
                    <a:pt x="31361" y="29987"/>
                  </a:lnTo>
                  <a:lnTo>
                    <a:pt x="8418" y="62501"/>
                  </a:lnTo>
                  <a:lnTo>
                    <a:pt x="0" y="102279"/>
                  </a:lnTo>
                  <a:lnTo>
                    <a:pt x="0" y="252348"/>
                  </a:lnTo>
                  <a:lnTo>
                    <a:pt x="93337" y="252348"/>
                  </a:lnTo>
                  <a:lnTo>
                    <a:pt x="93337" y="130320"/>
                  </a:lnTo>
                  <a:lnTo>
                    <a:pt x="96716" y="114353"/>
                  </a:lnTo>
                  <a:lnTo>
                    <a:pt x="105927" y="101297"/>
                  </a:lnTo>
                  <a:lnTo>
                    <a:pt x="119581" y="92487"/>
                  </a:lnTo>
                  <a:lnTo>
                    <a:pt x="136289" y="89253"/>
                  </a:lnTo>
                  <a:lnTo>
                    <a:pt x="1003362" y="89253"/>
                  </a:lnTo>
                  <a:lnTo>
                    <a:pt x="1020061" y="92487"/>
                  </a:lnTo>
                  <a:lnTo>
                    <a:pt x="1033715" y="101297"/>
                  </a:lnTo>
                  <a:lnTo>
                    <a:pt x="1042931" y="114353"/>
                  </a:lnTo>
                  <a:lnTo>
                    <a:pt x="1046313" y="130320"/>
                  </a:lnTo>
                  <a:lnTo>
                    <a:pt x="1046313" y="460886"/>
                  </a:lnTo>
                  <a:lnTo>
                    <a:pt x="1139651" y="460886"/>
                  </a:lnTo>
                  <a:lnTo>
                    <a:pt x="1139651" y="102279"/>
                  </a:lnTo>
                  <a:lnTo>
                    <a:pt x="1131233" y="62501"/>
                  </a:lnTo>
                  <a:lnTo>
                    <a:pt x="1108289" y="29987"/>
                  </a:lnTo>
                  <a:lnTo>
                    <a:pt x="1074286" y="8049"/>
                  </a:lnTo>
                  <a:lnTo>
                    <a:pt x="1032691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5455184" y="10250703"/>
              <a:ext cx="3098800" cy="212725"/>
            </a:xfrm>
            <a:custGeom>
              <a:avLst/>
              <a:gdLst/>
              <a:ahLst/>
              <a:cxnLst/>
              <a:rect l="l" t="t" r="r" b="b"/>
              <a:pathLst>
                <a:path w="3098800" h="212725">
                  <a:moveTo>
                    <a:pt x="3098471" y="0"/>
                  </a:moveTo>
                  <a:lnTo>
                    <a:pt x="0" y="0"/>
                  </a:lnTo>
                  <a:lnTo>
                    <a:pt x="0" y="212642"/>
                  </a:lnTo>
                  <a:lnTo>
                    <a:pt x="3098471" y="212642"/>
                  </a:lnTo>
                  <a:lnTo>
                    <a:pt x="3098471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8287664" y="9370523"/>
              <a:ext cx="112395" cy="880744"/>
            </a:xfrm>
            <a:custGeom>
              <a:avLst/>
              <a:gdLst/>
              <a:ahLst/>
              <a:cxnLst/>
              <a:rect l="l" t="t" r="r" b="b"/>
              <a:pathLst>
                <a:path w="112395" h="880745">
                  <a:moveTo>
                    <a:pt x="111937" y="44450"/>
                  </a:moveTo>
                  <a:lnTo>
                    <a:pt x="14071" y="44450"/>
                  </a:lnTo>
                  <a:lnTo>
                    <a:pt x="14071" y="0"/>
                  </a:lnTo>
                  <a:lnTo>
                    <a:pt x="0" y="0"/>
                  </a:lnTo>
                  <a:lnTo>
                    <a:pt x="0" y="880110"/>
                  </a:lnTo>
                  <a:lnTo>
                    <a:pt x="14071" y="880110"/>
                  </a:lnTo>
                  <a:lnTo>
                    <a:pt x="14071" y="850900"/>
                  </a:lnTo>
                  <a:lnTo>
                    <a:pt x="97891" y="850900"/>
                  </a:lnTo>
                  <a:lnTo>
                    <a:pt x="97891" y="880186"/>
                  </a:lnTo>
                  <a:lnTo>
                    <a:pt x="111937" y="880186"/>
                  </a:lnTo>
                  <a:lnTo>
                    <a:pt x="111937" y="850900"/>
                  </a:lnTo>
                  <a:lnTo>
                    <a:pt x="111937" y="850658"/>
                  </a:lnTo>
                  <a:lnTo>
                    <a:pt x="111937" y="836930"/>
                  </a:lnTo>
                  <a:lnTo>
                    <a:pt x="14071" y="836930"/>
                  </a:lnTo>
                  <a:lnTo>
                    <a:pt x="14071" y="778510"/>
                  </a:lnTo>
                  <a:lnTo>
                    <a:pt x="111937" y="778510"/>
                  </a:lnTo>
                  <a:lnTo>
                    <a:pt x="111937" y="765810"/>
                  </a:lnTo>
                  <a:lnTo>
                    <a:pt x="14071" y="765810"/>
                  </a:lnTo>
                  <a:lnTo>
                    <a:pt x="14071" y="707390"/>
                  </a:lnTo>
                  <a:lnTo>
                    <a:pt x="111937" y="707390"/>
                  </a:lnTo>
                  <a:lnTo>
                    <a:pt x="111937" y="693420"/>
                  </a:lnTo>
                  <a:lnTo>
                    <a:pt x="14071" y="693420"/>
                  </a:lnTo>
                  <a:lnTo>
                    <a:pt x="14071" y="635000"/>
                  </a:lnTo>
                  <a:lnTo>
                    <a:pt x="111937" y="635000"/>
                  </a:lnTo>
                  <a:lnTo>
                    <a:pt x="111937" y="622300"/>
                  </a:lnTo>
                  <a:lnTo>
                    <a:pt x="14071" y="622300"/>
                  </a:lnTo>
                  <a:lnTo>
                    <a:pt x="14071" y="563880"/>
                  </a:lnTo>
                  <a:lnTo>
                    <a:pt x="111937" y="563880"/>
                  </a:lnTo>
                  <a:lnTo>
                    <a:pt x="111937" y="549910"/>
                  </a:lnTo>
                  <a:lnTo>
                    <a:pt x="14071" y="549910"/>
                  </a:lnTo>
                  <a:lnTo>
                    <a:pt x="14071" y="491490"/>
                  </a:lnTo>
                  <a:lnTo>
                    <a:pt x="111937" y="491490"/>
                  </a:lnTo>
                  <a:lnTo>
                    <a:pt x="111937" y="478790"/>
                  </a:lnTo>
                  <a:lnTo>
                    <a:pt x="14071" y="478790"/>
                  </a:lnTo>
                  <a:lnTo>
                    <a:pt x="14071" y="416560"/>
                  </a:lnTo>
                  <a:lnTo>
                    <a:pt x="111937" y="416560"/>
                  </a:lnTo>
                  <a:lnTo>
                    <a:pt x="111937" y="402590"/>
                  </a:lnTo>
                  <a:lnTo>
                    <a:pt x="14071" y="402590"/>
                  </a:lnTo>
                  <a:lnTo>
                    <a:pt x="14071" y="344170"/>
                  </a:lnTo>
                  <a:lnTo>
                    <a:pt x="111937" y="344170"/>
                  </a:lnTo>
                  <a:lnTo>
                    <a:pt x="111937" y="331470"/>
                  </a:lnTo>
                  <a:lnTo>
                    <a:pt x="14071" y="331470"/>
                  </a:lnTo>
                  <a:lnTo>
                    <a:pt x="14071" y="273050"/>
                  </a:lnTo>
                  <a:lnTo>
                    <a:pt x="111937" y="273050"/>
                  </a:lnTo>
                  <a:lnTo>
                    <a:pt x="111937" y="259080"/>
                  </a:lnTo>
                  <a:lnTo>
                    <a:pt x="14071" y="259080"/>
                  </a:lnTo>
                  <a:lnTo>
                    <a:pt x="14071" y="200660"/>
                  </a:lnTo>
                  <a:lnTo>
                    <a:pt x="111937" y="200660"/>
                  </a:lnTo>
                  <a:lnTo>
                    <a:pt x="111937" y="187960"/>
                  </a:lnTo>
                  <a:lnTo>
                    <a:pt x="14071" y="187960"/>
                  </a:lnTo>
                  <a:lnTo>
                    <a:pt x="14071" y="129540"/>
                  </a:lnTo>
                  <a:lnTo>
                    <a:pt x="111937" y="129540"/>
                  </a:lnTo>
                  <a:lnTo>
                    <a:pt x="111937" y="115570"/>
                  </a:lnTo>
                  <a:lnTo>
                    <a:pt x="14071" y="115570"/>
                  </a:lnTo>
                  <a:lnTo>
                    <a:pt x="14071" y="57150"/>
                  </a:lnTo>
                  <a:lnTo>
                    <a:pt x="111937" y="57150"/>
                  </a:lnTo>
                  <a:lnTo>
                    <a:pt x="111937" y="44450"/>
                  </a:lnTo>
                  <a:close/>
                </a:path>
              </a:pathLst>
            </a:custGeom>
            <a:solidFill>
              <a:srgbClr val="C6E4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8392585" y="9370474"/>
              <a:ext cx="0" cy="837565"/>
            </a:xfrm>
            <a:custGeom>
              <a:avLst/>
              <a:gdLst/>
              <a:ahLst/>
              <a:cxnLst/>
              <a:rect l="l" t="t" r="r" b="b"/>
              <a:pathLst>
                <a:path w="0" h="837565">
                  <a:moveTo>
                    <a:pt x="0" y="0"/>
                  </a:moveTo>
                  <a:lnTo>
                    <a:pt x="0" y="837283"/>
                  </a:lnTo>
                </a:path>
              </a:pathLst>
            </a:custGeom>
            <a:ln w="14041">
              <a:solidFill>
                <a:srgbClr val="C6E4E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7355738" y="9202870"/>
              <a:ext cx="133350" cy="1048385"/>
            </a:xfrm>
            <a:custGeom>
              <a:avLst/>
              <a:gdLst/>
              <a:ahLst/>
              <a:cxnLst/>
              <a:rect l="l" t="t" r="r" b="b"/>
              <a:pathLst>
                <a:path w="133350" h="1048384">
                  <a:moveTo>
                    <a:pt x="133324" y="1012685"/>
                  </a:moveTo>
                  <a:lnTo>
                    <a:pt x="116611" y="1012685"/>
                  </a:lnTo>
                  <a:lnTo>
                    <a:pt x="116611" y="1047838"/>
                  </a:lnTo>
                  <a:lnTo>
                    <a:pt x="133324" y="1047838"/>
                  </a:lnTo>
                  <a:lnTo>
                    <a:pt x="133324" y="1012685"/>
                  </a:lnTo>
                  <a:close/>
                </a:path>
                <a:path w="133350" h="1048384">
                  <a:moveTo>
                    <a:pt x="133324" y="52070"/>
                  </a:moveTo>
                  <a:lnTo>
                    <a:pt x="16776" y="52070"/>
                  </a:lnTo>
                  <a:lnTo>
                    <a:pt x="16776" y="0"/>
                  </a:lnTo>
                  <a:lnTo>
                    <a:pt x="0" y="0"/>
                  </a:lnTo>
                  <a:lnTo>
                    <a:pt x="0" y="1047750"/>
                  </a:lnTo>
                  <a:lnTo>
                    <a:pt x="16776" y="1047750"/>
                  </a:lnTo>
                  <a:lnTo>
                    <a:pt x="16776" y="1012190"/>
                  </a:lnTo>
                  <a:lnTo>
                    <a:pt x="133324" y="1012190"/>
                  </a:lnTo>
                  <a:lnTo>
                    <a:pt x="133324" y="996950"/>
                  </a:lnTo>
                  <a:lnTo>
                    <a:pt x="16776" y="996950"/>
                  </a:lnTo>
                  <a:lnTo>
                    <a:pt x="16776" y="927100"/>
                  </a:lnTo>
                  <a:lnTo>
                    <a:pt x="133324" y="927100"/>
                  </a:lnTo>
                  <a:lnTo>
                    <a:pt x="133324" y="910590"/>
                  </a:lnTo>
                  <a:lnTo>
                    <a:pt x="16776" y="910590"/>
                  </a:lnTo>
                  <a:lnTo>
                    <a:pt x="16776" y="842010"/>
                  </a:lnTo>
                  <a:lnTo>
                    <a:pt x="133324" y="842010"/>
                  </a:lnTo>
                  <a:lnTo>
                    <a:pt x="133324" y="825500"/>
                  </a:lnTo>
                  <a:lnTo>
                    <a:pt x="16776" y="825500"/>
                  </a:lnTo>
                  <a:lnTo>
                    <a:pt x="16776" y="755650"/>
                  </a:lnTo>
                  <a:lnTo>
                    <a:pt x="133324" y="755650"/>
                  </a:lnTo>
                  <a:lnTo>
                    <a:pt x="133324" y="740410"/>
                  </a:lnTo>
                  <a:lnTo>
                    <a:pt x="16776" y="740410"/>
                  </a:lnTo>
                  <a:lnTo>
                    <a:pt x="16776" y="670560"/>
                  </a:lnTo>
                  <a:lnTo>
                    <a:pt x="133324" y="670560"/>
                  </a:lnTo>
                  <a:lnTo>
                    <a:pt x="133324" y="655320"/>
                  </a:lnTo>
                  <a:lnTo>
                    <a:pt x="16776" y="655320"/>
                  </a:lnTo>
                  <a:lnTo>
                    <a:pt x="16776" y="585470"/>
                  </a:lnTo>
                  <a:lnTo>
                    <a:pt x="133324" y="585470"/>
                  </a:lnTo>
                  <a:lnTo>
                    <a:pt x="133324" y="568960"/>
                  </a:lnTo>
                  <a:lnTo>
                    <a:pt x="16776" y="568960"/>
                  </a:lnTo>
                  <a:lnTo>
                    <a:pt x="16776" y="495300"/>
                  </a:lnTo>
                  <a:lnTo>
                    <a:pt x="133324" y="495300"/>
                  </a:lnTo>
                  <a:lnTo>
                    <a:pt x="133324" y="478790"/>
                  </a:lnTo>
                  <a:lnTo>
                    <a:pt x="16776" y="478790"/>
                  </a:lnTo>
                  <a:lnTo>
                    <a:pt x="16776" y="410210"/>
                  </a:lnTo>
                  <a:lnTo>
                    <a:pt x="133324" y="410210"/>
                  </a:lnTo>
                  <a:lnTo>
                    <a:pt x="133324" y="393700"/>
                  </a:lnTo>
                  <a:lnTo>
                    <a:pt x="16776" y="393700"/>
                  </a:lnTo>
                  <a:lnTo>
                    <a:pt x="16776" y="323850"/>
                  </a:lnTo>
                  <a:lnTo>
                    <a:pt x="133324" y="323850"/>
                  </a:lnTo>
                  <a:lnTo>
                    <a:pt x="133324" y="308610"/>
                  </a:lnTo>
                  <a:lnTo>
                    <a:pt x="16776" y="308610"/>
                  </a:lnTo>
                  <a:lnTo>
                    <a:pt x="16776" y="238760"/>
                  </a:lnTo>
                  <a:lnTo>
                    <a:pt x="133324" y="238760"/>
                  </a:lnTo>
                  <a:lnTo>
                    <a:pt x="133324" y="222250"/>
                  </a:lnTo>
                  <a:lnTo>
                    <a:pt x="16776" y="222250"/>
                  </a:lnTo>
                  <a:lnTo>
                    <a:pt x="16776" y="153670"/>
                  </a:lnTo>
                  <a:lnTo>
                    <a:pt x="133324" y="153670"/>
                  </a:lnTo>
                  <a:lnTo>
                    <a:pt x="133324" y="137160"/>
                  </a:lnTo>
                  <a:lnTo>
                    <a:pt x="16776" y="137160"/>
                  </a:lnTo>
                  <a:lnTo>
                    <a:pt x="16776" y="67310"/>
                  </a:lnTo>
                  <a:lnTo>
                    <a:pt x="133324" y="67310"/>
                  </a:lnTo>
                  <a:lnTo>
                    <a:pt x="133324" y="52070"/>
                  </a:lnTo>
                  <a:close/>
                </a:path>
              </a:pathLst>
            </a:custGeom>
            <a:solidFill>
              <a:srgbClr val="C6E4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7480714" y="9202465"/>
              <a:ext cx="0" cy="997585"/>
            </a:xfrm>
            <a:custGeom>
              <a:avLst/>
              <a:gdLst/>
              <a:ahLst/>
              <a:cxnLst/>
              <a:rect l="l" t="t" r="r" b="b"/>
              <a:pathLst>
                <a:path w="0" h="997584">
                  <a:moveTo>
                    <a:pt x="0" y="0"/>
                  </a:moveTo>
                  <a:lnTo>
                    <a:pt x="0" y="997131"/>
                  </a:lnTo>
                </a:path>
              </a:pathLst>
            </a:custGeom>
            <a:ln w="16711">
              <a:solidFill>
                <a:srgbClr val="C6E4E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4" name="object 314" descr=""/>
          <p:cNvSpPr/>
          <p:nvPr/>
        </p:nvSpPr>
        <p:spPr>
          <a:xfrm>
            <a:off x="6050293" y="7826050"/>
            <a:ext cx="956944" cy="365125"/>
          </a:xfrm>
          <a:custGeom>
            <a:avLst/>
            <a:gdLst/>
            <a:ahLst/>
            <a:cxnLst/>
            <a:rect l="l" t="t" r="r" b="b"/>
            <a:pathLst>
              <a:path w="956945" h="365125">
                <a:moveTo>
                  <a:pt x="956716" y="113347"/>
                </a:moveTo>
                <a:lnTo>
                  <a:pt x="947394" y="69240"/>
                </a:lnTo>
                <a:lnTo>
                  <a:pt x="921994" y="33210"/>
                </a:lnTo>
                <a:lnTo>
                  <a:pt x="884326" y="8915"/>
                </a:lnTo>
                <a:lnTo>
                  <a:pt x="838187" y="0"/>
                </a:lnTo>
                <a:lnTo>
                  <a:pt x="792048" y="8915"/>
                </a:lnTo>
                <a:lnTo>
                  <a:pt x="754380" y="33210"/>
                </a:lnTo>
                <a:lnTo>
                  <a:pt x="728980" y="69240"/>
                </a:lnTo>
                <a:lnTo>
                  <a:pt x="726211" y="82334"/>
                </a:lnTo>
                <a:lnTo>
                  <a:pt x="719670" y="81064"/>
                </a:lnTo>
                <a:lnTo>
                  <a:pt x="682929" y="88163"/>
                </a:lnTo>
                <a:lnTo>
                  <a:pt x="674255" y="93751"/>
                </a:lnTo>
                <a:lnTo>
                  <a:pt x="654646" y="65925"/>
                </a:lnTo>
                <a:lnTo>
                  <a:pt x="616978" y="41617"/>
                </a:lnTo>
                <a:lnTo>
                  <a:pt x="570839" y="32715"/>
                </a:lnTo>
                <a:lnTo>
                  <a:pt x="549160" y="36906"/>
                </a:lnTo>
                <a:lnTo>
                  <a:pt x="545274" y="31369"/>
                </a:lnTo>
                <a:lnTo>
                  <a:pt x="517525" y="13474"/>
                </a:lnTo>
                <a:lnTo>
                  <a:pt x="483552" y="6908"/>
                </a:lnTo>
                <a:lnTo>
                  <a:pt x="449580" y="13474"/>
                </a:lnTo>
                <a:lnTo>
                  <a:pt x="421843" y="31369"/>
                </a:lnTo>
                <a:lnTo>
                  <a:pt x="403123" y="57912"/>
                </a:lnTo>
                <a:lnTo>
                  <a:pt x="396265" y="90398"/>
                </a:lnTo>
                <a:lnTo>
                  <a:pt x="403123" y="122885"/>
                </a:lnTo>
                <a:lnTo>
                  <a:pt x="421843" y="149415"/>
                </a:lnTo>
                <a:lnTo>
                  <a:pt x="441299" y="161975"/>
                </a:lnTo>
                <a:lnTo>
                  <a:pt x="415010" y="156895"/>
                </a:lnTo>
                <a:lnTo>
                  <a:pt x="380492" y="163563"/>
                </a:lnTo>
                <a:lnTo>
                  <a:pt x="366712" y="172453"/>
                </a:lnTo>
                <a:lnTo>
                  <a:pt x="362508" y="152501"/>
                </a:lnTo>
                <a:lnTo>
                  <a:pt x="346392" y="129628"/>
                </a:lnTo>
                <a:lnTo>
                  <a:pt x="322478" y="114198"/>
                </a:lnTo>
                <a:lnTo>
                  <a:pt x="293204" y="108546"/>
                </a:lnTo>
                <a:lnTo>
                  <a:pt x="263918" y="114198"/>
                </a:lnTo>
                <a:lnTo>
                  <a:pt x="240004" y="129628"/>
                </a:lnTo>
                <a:lnTo>
                  <a:pt x="223888" y="152501"/>
                </a:lnTo>
                <a:lnTo>
                  <a:pt x="217982" y="180505"/>
                </a:lnTo>
                <a:lnTo>
                  <a:pt x="223888" y="208495"/>
                </a:lnTo>
                <a:lnTo>
                  <a:pt x="234696" y="223850"/>
                </a:lnTo>
                <a:lnTo>
                  <a:pt x="221818" y="226326"/>
                </a:lnTo>
                <a:lnTo>
                  <a:pt x="202476" y="238810"/>
                </a:lnTo>
                <a:lnTo>
                  <a:pt x="206311" y="220662"/>
                </a:lnTo>
                <a:lnTo>
                  <a:pt x="201307" y="196964"/>
                </a:lnTo>
                <a:lnTo>
                  <a:pt x="187655" y="177609"/>
                </a:lnTo>
                <a:lnTo>
                  <a:pt x="167398" y="164553"/>
                </a:lnTo>
                <a:lnTo>
                  <a:pt x="142595" y="159766"/>
                </a:lnTo>
                <a:lnTo>
                  <a:pt x="117805" y="164553"/>
                </a:lnTo>
                <a:lnTo>
                  <a:pt x="97548" y="177609"/>
                </a:lnTo>
                <a:lnTo>
                  <a:pt x="83896" y="196964"/>
                </a:lnTo>
                <a:lnTo>
                  <a:pt x="83756" y="197586"/>
                </a:lnTo>
                <a:lnTo>
                  <a:pt x="67538" y="194449"/>
                </a:lnTo>
                <a:lnTo>
                  <a:pt x="48298" y="198158"/>
                </a:lnTo>
                <a:lnTo>
                  <a:pt x="32588" y="208292"/>
                </a:lnTo>
                <a:lnTo>
                  <a:pt x="21996" y="223329"/>
                </a:lnTo>
                <a:lnTo>
                  <a:pt x="18110" y="241744"/>
                </a:lnTo>
                <a:lnTo>
                  <a:pt x="21996" y="260146"/>
                </a:lnTo>
                <a:lnTo>
                  <a:pt x="32588" y="275158"/>
                </a:lnTo>
                <a:lnTo>
                  <a:pt x="42951" y="281851"/>
                </a:lnTo>
                <a:lnTo>
                  <a:pt x="34899" y="280289"/>
                </a:lnTo>
                <a:lnTo>
                  <a:pt x="21336" y="282905"/>
                </a:lnTo>
                <a:lnTo>
                  <a:pt x="10236" y="290068"/>
                </a:lnTo>
                <a:lnTo>
                  <a:pt x="2755" y="300672"/>
                </a:lnTo>
                <a:lnTo>
                  <a:pt x="0" y="313651"/>
                </a:lnTo>
                <a:lnTo>
                  <a:pt x="2755" y="326656"/>
                </a:lnTo>
                <a:lnTo>
                  <a:pt x="10236" y="337273"/>
                </a:lnTo>
                <a:lnTo>
                  <a:pt x="21336" y="344436"/>
                </a:lnTo>
                <a:lnTo>
                  <a:pt x="34899" y="347065"/>
                </a:lnTo>
                <a:lnTo>
                  <a:pt x="48501" y="344436"/>
                </a:lnTo>
                <a:lnTo>
                  <a:pt x="59613" y="337273"/>
                </a:lnTo>
                <a:lnTo>
                  <a:pt x="67094" y="326656"/>
                </a:lnTo>
                <a:lnTo>
                  <a:pt x="69837" y="313651"/>
                </a:lnTo>
                <a:lnTo>
                  <a:pt x="67094" y="300672"/>
                </a:lnTo>
                <a:lnTo>
                  <a:pt x="59613" y="290068"/>
                </a:lnTo>
                <a:lnTo>
                  <a:pt x="53835" y="286359"/>
                </a:lnTo>
                <a:lnTo>
                  <a:pt x="67538" y="288988"/>
                </a:lnTo>
                <a:lnTo>
                  <a:pt x="86779" y="285280"/>
                </a:lnTo>
                <a:lnTo>
                  <a:pt x="102501" y="275158"/>
                </a:lnTo>
                <a:lnTo>
                  <a:pt x="106476" y="269532"/>
                </a:lnTo>
                <a:lnTo>
                  <a:pt x="117805" y="276834"/>
                </a:lnTo>
                <a:lnTo>
                  <a:pt x="142595" y="281622"/>
                </a:lnTo>
                <a:lnTo>
                  <a:pt x="167398" y="276834"/>
                </a:lnTo>
                <a:lnTo>
                  <a:pt x="181051" y="268033"/>
                </a:lnTo>
                <a:lnTo>
                  <a:pt x="175869" y="292620"/>
                </a:lnTo>
                <a:lnTo>
                  <a:pt x="181775" y="320611"/>
                </a:lnTo>
                <a:lnTo>
                  <a:pt x="197904" y="343484"/>
                </a:lnTo>
                <a:lnTo>
                  <a:pt x="221818" y="358902"/>
                </a:lnTo>
                <a:lnTo>
                  <a:pt x="251104" y="364566"/>
                </a:lnTo>
                <a:lnTo>
                  <a:pt x="280377" y="358902"/>
                </a:lnTo>
                <a:lnTo>
                  <a:pt x="304292" y="343484"/>
                </a:lnTo>
                <a:lnTo>
                  <a:pt x="320408" y="320611"/>
                </a:lnTo>
                <a:lnTo>
                  <a:pt x="326326" y="292620"/>
                </a:lnTo>
                <a:lnTo>
                  <a:pt x="320408" y="264629"/>
                </a:lnTo>
                <a:lnTo>
                  <a:pt x="309587" y="249275"/>
                </a:lnTo>
                <a:lnTo>
                  <a:pt x="322478" y="246786"/>
                </a:lnTo>
                <a:lnTo>
                  <a:pt x="326783" y="244005"/>
                </a:lnTo>
                <a:lnTo>
                  <a:pt x="333286" y="274739"/>
                </a:lnTo>
                <a:lnTo>
                  <a:pt x="352298" y="301701"/>
                </a:lnTo>
                <a:lnTo>
                  <a:pt x="380492" y="319887"/>
                </a:lnTo>
                <a:lnTo>
                  <a:pt x="415010" y="326555"/>
                </a:lnTo>
                <a:lnTo>
                  <a:pt x="449541" y="319887"/>
                </a:lnTo>
                <a:lnTo>
                  <a:pt x="477748" y="301701"/>
                </a:lnTo>
                <a:lnTo>
                  <a:pt x="496760" y="274739"/>
                </a:lnTo>
                <a:lnTo>
                  <a:pt x="501434" y="252577"/>
                </a:lnTo>
                <a:lnTo>
                  <a:pt x="507022" y="278968"/>
                </a:lnTo>
                <a:lnTo>
                  <a:pt x="528472" y="309384"/>
                </a:lnTo>
                <a:lnTo>
                  <a:pt x="560285" y="329895"/>
                </a:lnTo>
                <a:lnTo>
                  <a:pt x="599236" y="337426"/>
                </a:lnTo>
                <a:lnTo>
                  <a:pt x="638187" y="329895"/>
                </a:lnTo>
                <a:lnTo>
                  <a:pt x="669988" y="309384"/>
                </a:lnTo>
                <a:lnTo>
                  <a:pt x="691438" y="278968"/>
                </a:lnTo>
                <a:lnTo>
                  <a:pt x="696074" y="257022"/>
                </a:lnTo>
                <a:lnTo>
                  <a:pt x="719670" y="261569"/>
                </a:lnTo>
                <a:lnTo>
                  <a:pt x="756412" y="254469"/>
                </a:lnTo>
                <a:lnTo>
                  <a:pt x="786409" y="235115"/>
                </a:lnTo>
                <a:lnTo>
                  <a:pt x="797839" y="218909"/>
                </a:lnTo>
                <a:lnTo>
                  <a:pt x="838187" y="226695"/>
                </a:lnTo>
                <a:lnTo>
                  <a:pt x="884326" y="217779"/>
                </a:lnTo>
                <a:lnTo>
                  <a:pt x="921994" y="193484"/>
                </a:lnTo>
                <a:lnTo>
                  <a:pt x="947394" y="157454"/>
                </a:lnTo>
                <a:lnTo>
                  <a:pt x="956716" y="113347"/>
                </a:lnTo>
                <a:close/>
              </a:path>
            </a:pathLst>
          </a:custGeom>
          <a:solidFill>
            <a:srgbClr val="D1EC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5" name="object 315" descr=""/>
          <p:cNvGrpSpPr/>
          <p:nvPr/>
        </p:nvGrpSpPr>
        <p:grpSpPr>
          <a:xfrm>
            <a:off x="12017236" y="1685152"/>
            <a:ext cx="2466340" cy="2422525"/>
            <a:chOff x="12017236" y="1685152"/>
            <a:chExt cx="2466340" cy="2422525"/>
          </a:xfrm>
        </p:grpSpPr>
        <p:sp>
          <p:nvSpPr>
            <p:cNvPr id="316" name="object 316" descr=""/>
            <p:cNvSpPr/>
            <p:nvPr/>
          </p:nvSpPr>
          <p:spPr>
            <a:xfrm>
              <a:off x="12017236" y="2588423"/>
              <a:ext cx="1874520" cy="1518920"/>
            </a:xfrm>
            <a:custGeom>
              <a:avLst/>
              <a:gdLst/>
              <a:ahLst/>
              <a:cxnLst/>
              <a:rect l="l" t="t" r="r" b="b"/>
              <a:pathLst>
                <a:path w="1874519" h="1518920">
                  <a:moveTo>
                    <a:pt x="1874005" y="0"/>
                  </a:moveTo>
                  <a:lnTo>
                    <a:pt x="0" y="0"/>
                  </a:lnTo>
                  <a:lnTo>
                    <a:pt x="0" y="1518885"/>
                  </a:lnTo>
                  <a:lnTo>
                    <a:pt x="1874005" y="1518885"/>
                  </a:lnTo>
                  <a:lnTo>
                    <a:pt x="187400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2779548" y="3800491"/>
              <a:ext cx="349885" cy="307340"/>
            </a:xfrm>
            <a:custGeom>
              <a:avLst/>
              <a:gdLst/>
              <a:ahLst/>
              <a:cxnLst/>
              <a:rect l="l" t="t" r="r" b="b"/>
              <a:pathLst>
                <a:path w="349884" h="307339">
                  <a:moveTo>
                    <a:pt x="349413" y="0"/>
                  </a:moveTo>
                  <a:lnTo>
                    <a:pt x="0" y="0"/>
                  </a:lnTo>
                  <a:lnTo>
                    <a:pt x="0" y="306817"/>
                  </a:lnTo>
                  <a:lnTo>
                    <a:pt x="349413" y="306817"/>
                  </a:lnTo>
                  <a:lnTo>
                    <a:pt x="349413" y="0"/>
                  </a:lnTo>
                  <a:close/>
                </a:path>
              </a:pathLst>
            </a:custGeom>
            <a:solidFill>
              <a:srgbClr val="7ACC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12017235" y="3800493"/>
              <a:ext cx="1874520" cy="307340"/>
            </a:xfrm>
            <a:custGeom>
              <a:avLst/>
              <a:gdLst/>
              <a:ahLst/>
              <a:cxnLst/>
              <a:rect l="l" t="t" r="r" b="b"/>
              <a:pathLst>
                <a:path w="1874519" h="307339">
                  <a:moveTo>
                    <a:pt x="762304" y="0"/>
                  </a:moveTo>
                  <a:lnTo>
                    <a:pt x="0" y="0"/>
                  </a:lnTo>
                  <a:lnTo>
                    <a:pt x="0" y="306819"/>
                  </a:lnTo>
                  <a:lnTo>
                    <a:pt x="762304" y="306819"/>
                  </a:lnTo>
                  <a:lnTo>
                    <a:pt x="762304" y="0"/>
                  </a:lnTo>
                  <a:close/>
                </a:path>
                <a:path w="1874519" h="307339">
                  <a:moveTo>
                    <a:pt x="1873999" y="0"/>
                  </a:moveTo>
                  <a:lnTo>
                    <a:pt x="1111719" y="0"/>
                  </a:lnTo>
                  <a:lnTo>
                    <a:pt x="1111719" y="306819"/>
                  </a:lnTo>
                  <a:lnTo>
                    <a:pt x="1873999" y="306819"/>
                  </a:lnTo>
                  <a:lnTo>
                    <a:pt x="187399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13891235" y="3865378"/>
              <a:ext cx="592455" cy="241935"/>
            </a:xfrm>
            <a:custGeom>
              <a:avLst/>
              <a:gdLst/>
              <a:ahLst/>
              <a:cxnLst/>
              <a:rect l="l" t="t" r="r" b="b"/>
              <a:pathLst>
                <a:path w="592455" h="241935">
                  <a:moveTo>
                    <a:pt x="592048" y="0"/>
                  </a:moveTo>
                  <a:lnTo>
                    <a:pt x="0" y="0"/>
                  </a:lnTo>
                  <a:lnTo>
                    <a:pt x="0" y="7454"/>
                  </a:lnTo>
                  <a:lnTo>
                    <a:pt x="0" y="241922"/>
                  </a:lnTo>
                  <a:lnTo>
                    <a:pt x="592048" y="241922"/>
                  </a:lnTo>
                  <a:lnTo>
                    <a:pt x="592048" y="7454"/>
                  </a:lnTo>
                  <a:lnTo>
                    <a:pt x="592048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12028243" y="2474055"/>
              <a:ext cx="1865630" cy="114935"/>
            </a:xfrm>
            <a:custGeom>
              <a:avLst/>
              <a:gdLst/>
              <a:ahLst/>
              <a:cxnLst/>
              <a:rect l="l" t="t" r="r" b="b"/>
              <a:pathLst>
                <a:path w="1865630" h="114935">
                  <a:moveTo>
                    <a:pt x="1678995" y="0"/>
                  </a:moveTo>
                  <a:lnTo>
                    <a:pt x="186287" y="0"/>
                  </a:lnTo>
                  <a:lnTo>
                    <a:pt x="0" y="114363"/>
                  </a:lnTo>
                  <a:lnTo>
                    <a:pt x="1865293" y="114363"/>
                  </a:lnTo>
                  <a:lnTo>
                    <a:pt x="1678995" y="0"/>
                  </a:lnTo>
                  <a:close/>
                </a:path>
              </a:pathLst>
            </a:custGeom>
            <a:solidFill>
              <a:srgbClr val="7ACC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2813184" y="3865405"/>
              <a:ext cx="282575" cy="241935"/>
            </a:xfrm>
            <a:custGeom>
              <a:avLst/>
              <a:gdLst/>
              <a:ahLst/>
              <a:cxnLst/>
              <a:rect l="l" t="t" r="r" b="b"/>
              <a:pathLst>
                <a:path w="282575" h="241935">
                  <a:moveTo>
                    <a:pt x="148665" y="0"/>
                  </a:moveTo>
                  <a:lnTo>
                    <a:pt x="133472" y="0"/>
                  </a:lnTo>
                  <a:lnTo>
                    <a:pt x="81518" y="10029"/>
                  </a:lnTo>
                  <a:lnTo>
                    <a:pt x="39093" y="37379"/>
                  </a:lnTo>
                  <a:lnTo>
                    <a:pt x="10488" y="77945"/>
                  </a:lnTo>
                  <a:lnTo>
                    <a:pt x="0" y="127619"/>
                  </a:lnTo>
                  <a:lnTo>
                    <a:pt x="0" y="241877"/>
                  </a:lnTo>
                  <a:lnTo>
                    <a:pt x="282138" y="241877"/>
                  </a:lnTo>
                  <a:lnTo>
                    <a:pt x="282138" y="127619"/>
                  </a:lnTo>
                  <a:lnTo>
                    <a:pt x="271649" y="77945"/>
                  </a:lnTo>
                  <a:lnTo>
                    <a:pt x="243044" y="37379"/>
                  </a:lnTo>
                  <a:lnTo>
                    <a:pt x="200619" y="10029"/>
                  </a:lnTo>
                  <a:lnTo>
                    <a:pt x="148665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14073226" y="2004916"/>
              <a:ext cx="243840" cy="1868170"/>
            </a:xfrm>
            <a:custGeom>
              <a:avLst/>
              <a:gdLst/>
              <a:ahLst/>
              <a:cxnLst/>
              <a:rect l="l" t="t" r="r" b="b"/>
              <a:pathLst>
                <a:path w="243840" h="1868170">
                  <a:moveTo>
                    <a:pt x="243509" y="310489"/>
                  </a:moveTo>
                  <a:lnTo>
                    <a:pt x="0" y="310489"/>
                  </a:lnTo>
                  <a:lnTo>
                    <a:pt x="0" y="1867916"/>
                  </a:lnTo>
                  <a:lnTo>
                    <a:pt x="243509" y="1867916"/>
                  </a:lnTo>
                  <a:lnTo>
                    <a:pt x="243509" y="310489"/>
                  </a:lnTo>
                  <a:close/>
                </a:path>
                <a:path w="243840" h="1868170">
                  <a:moveTo>
                    <a:pt x="243509" y="0"/>
                  </a:moveTo>
                  <a:lnTo>
                    <a:pt x="0" y="0"/>
                  </a:lnTo>
                  <a:lnTo>
                    <a:pt x="0" y="186956"/>
                  </a:lnTo>
                  <a:lnTo>
                    <a:pt x="243509" y="186956"/>
                  </a:lnTo>
                  <a:lnTo>
                    <a:pt x="24350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14073226" y="2191870"/>
              <a:ext cx="243840" cy="123825"/>
            </a:xfrm>
            <a:custGeom>
              <a:avLst/>
              <a:gdLst/>
              <a:ahLst/>
              <a:cxnLst/>
              <a:rect l="l" t="t" r="r" b="b"/>
              <a:pathLst>
                <a:path w="243840" h="123825">
                  <a:moveTo>
                    <a:pt x="243521" y="0"/>
                  </a:moveTo>
                  <a:lnTo>
                    <a:pt x="0" y="0"/>
                  </a:lnTo>
                  <a:lnTo>
                    <a:pt x="0" y="123525"/>
                  </a:lnTo>
                  <a:lnTo>
                    <a:pt x="243521" y="123525"/>
                  </a:lnTo>
                  <a:lnTo>
                    <a:pt x="243521" y="0"/>
                  </a:lnTo>
                  <a:close/>
                </a:path>
              </a:pathLst>
            </a:custGeom>
            <a:solidFill>
              <a:srgbClr val="3A74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13496671" y="1685156"/>
              <a:ext cx="683260" cy="282575"/>
            </a:xfrm>
            <a:custGeom>
              <a:avLst/>
              <a:gdLst/>
              <a:ahLst/>
              <a:cxnLst/>
              <a:rect l="l" t="t" r="r" b="b"/>
              <a:pathLst>
                <a:path w="683259" h="282575">
                  <a:moveTo>
                    <a:pt x="683209" y="238785"/>
                  </a:moveTo>
                  <a:lnTo>
                    <a:pt x="680859" y="227647"/>
                  </a:lnTo>
                  <a:lnTo>
                    <a:pt x="674446" y="218541"/>
                  </a:lnTo>
                  <a:lnTo>
                    <a:pt x="664933" y="212394"/>
                  </a:lnTo>
                  <a:lnTo>
                    <a:pt x="653288" y="210146"/>
                  </a:lnTo>
                  <a:lnTo>
                    <a:pt x="646391" y="211480"/>
                  </a:lnTo>
                  <a:lnTo>
                    <a:pt x="655281" y="205740"/>
                  </a:lnTo>
                  <a:lnTo>
                    <a:pt x="664387" y="192849"/>
                  </a:lnTo>
                  <a:lnTo>
                    <a:pt x="667715" y="177063"/>
                  </a:lnTo>
                  <a:lnTo>
                    <a:pt x="664387" y="161264"/>
                  </a:lnTo>
                  <a:lnTo>
                    <a:pt x="655281" y="148361"/>
                  </a:lnTo>
                  <a:lnTo>
                    <a:pt x="641807" y="139674"/>
                  </a:lnTo>
                  <a:lnTo>
                    <a:pt x="625297" y="136486"/>
                  </a:lnTo>
                  <a:lnTo>
                    <a:pt x="611314" y="139192"/>
                  </a:lnTo>
                  <a:lnTo>
                    <a:pt x="611212" y="138658"/>
                  </a:lnTo>
                  <a:lnTo>
                    <a:pt x="599503" y="122034"/>
                  </a:lnTo>
                  <a:lnTo>
                    <a:pt x="582129" y="110820"/>
                  </a:lnTo>
                  <a:lnTo>
                    <a:pt x="560870" y="106705"/>
                  </a:lnTo>
                  <a:lnTo>
                    <a:pt x="539572" y="110820"/>
                  </a:lnTo>
                  <a:lnTo>
                    <a:pt x="527583" y="118567"/>
                  </a:lnTo>
                  <a:lnTo>
                    <a:pt x="527240" y="116928"/>
                  </a:lnTo>
                  <a:lnTo>
                    <a:pt x="513397" y="97307"/>
                  </a:lnTo>
                  <a:lnTo>
                    <a:pt x="492874" y="84074"/>
                  </a:lnTo>
                  <a:lnTo>
                    <a:pt x="467728" y="79222"/>
                  </a:lnTo>
                  <a:lnTo>
                    <a:pt x="442633" y="84074"/>
                  </a:lnTo>
                  <a:lnTo>
                    <a:pt x="422109" y="97307"/>
                  </a:lnTo>
                  <a:lnTo>
                    <a:pt x="412470" y="110972"/>
                  </a:lnTo>
                  <a:lnTo>
                    <a:pt x="400164" y="103035"/>
                  </a:lnTo>
                  <a:lnTo>
                    <a:pt x="397306" y="60845"/>
                  </a:lnTo>
                  <a:lnTo>
                    <a:pt x="357454" y="22758"/>
                  </a:lnTo>
                  <a:lnTo>
                    <a:pt x="328295" y="17132"/>
                  </a:lnTo>
                  <a:lnTo>
                    <a:pt x="299135" y="22758"/>
                  </a:lnTo>
                  <a:lnTo>
                    <a:pt x="275323" y="38087"/>
                  </a:lnTo>
                  <a:lnTo>
                    <a:pt x="259283" y="60845"/>
                  </a:lnTo>
                  <a:lnTo>
                    <a:pt x="253390" y="88722"/>
                  </a:lnTo>
                  <a:lnTo>
                    <a:pt x="256324" y="102628"/>
                  </a:lnTo>
                  <a:lnTo>
                    <a:pt x="235597" y="98628"/>
                  </a:lnTo>
                  <a:lnTo>
                    <a:pt x="202222" y="105079"/>
                  </a:lnTo>
                  <a:lnTo>
                    <a:pt x="201701" y="105422"/>
                  </a:lnTo>
                  <a:lnTo>
                    <a:pt x="203428" y="97256"/>
                  </a:lnTo>
                  <a:lnTo>
                    <a:pt x="195427" y="59410"/>
                  </a:lnTo>
                  <a:lnTo>
                    <a:pt x="173609" y="28498"/>
                  </a:lnTo>
                  <a:lnTo>
                    <a:pt x="141274" y="7645"/>
                  </a:lnTo>
                  <a:lnTo>
                    <a:pt x="101663" y="0"/>
                  </a:lnTo>
                  <a:lnTo>
                    <a:pt x="62090" y="7645"/>
                  </a:lnTo>
                  <a:lnTo>
                    <a:pt x="29768" y="28498"/>
                  </a:lnTo>
                  <a:lnTo>
                    <a:pt x="7988" y="59410"/>
                  </a:lnTo>
                  <a:lnTo>
                    <a:pt x="0" y="97256"/>
                  </a:lnTo>
                  <a:lnTo>
                    <a:pt x="7988" y="135115"/>
                  </a:lnTo>
                  <a:lnTo>
                    <a:pt x="29768" y="166039"/>
                  </a:lnTo>
                  <a:lnTo>
                    <a:pt x="62090" y="186880"/>
                  </a:lnTo>
                  <a:lnTo>
                    <a:pt x="101663" y="194525"/>
                  </a:lnTo>
                  <a:lnTo>
                    <a:pt x="141274" y="186880"/>
                  </a:lnTo>
                  <a:lnTo>
                    <a:pt x="149910" y="181317"/>
                  </a:lnTo>
                  <a:lnTo>
                    <a:pt x="156540" y="212699"/>
                  </a:lnTo>
                  <a:lnTo>
                    <a:pt x="174942" y="238810"/>
                  </a:lnTo>
                  <a:lnTo>
                    <a:pt x="202222" y="256425"/>
                  </a:lnTo>
                  <a:lnTo>
                    <a:pt x="235597" y="262877"/>
                  </a:lnTo>
                  <a:lnTo>
                    <a:pt x="269036" y="256425"/>
                  </a:lnTo>
                  <a:lnTo>
                    <a:pt x="296341" y="238810"/>
                  </a:lnTo>
                  <a:lnTo>
                    <a:pt x="312559" y="215811"/>
                  </a:lnTo>
                  <a:lnTo>
                    <a:pt x="316623" y="221551"/>
                  </a:lnTo>
                  <a:lnTo>
                    <a:pt x="340817" y="237159"/>
                  </a:lnTo>
                  <a:lnTo>
                    <a:pt x="370433" y="242887"/>
                  </a:lnTo>
                  <a:lnTo>
                    <a:pt x="400088" y="237159"/>
                  </a:lnTo>
                  <a:lnTo>
                    <a:pt x="405866" y="233438"/>
                  </a:lnTo>
                  <a:lnTo>
                    <a:pt x="408266" y="244741"/>
                  </a:lnTo>
                  <a:lnTo>
                    <a:pt x="422109" y="264363"/>
                  </a:lnTo>
                  <a:lnTo>
                    <a:pt x="442633" y="277596"/>
                  </a:lnTo>
                  <a:lnTo>
                    <a:pt x="467728" y="282448"/>
                  </a:lnTo>
                  <a:lnTo>
                    <a:pt x="492874" y="277596"/>
                  </a:lnTo>
                  <a:lnTo>
                    <a:pt x="513397" y="264363"/>
                  </a:lnTo>
                  <a:lnTo>
                    <a:pt x="527240" y="244741"/>
                  </a:lnTo>
                  <a:lnTo>
                    <a:pt x="532320" y="220726"/>
                  </a:lnTo>
                  <a:lnTo>
                    <a:pt x="527850" y="199631"/>
                  </a:lnTo>
                  <a:lnTo>
                    <a:pt x="539572" y="207175"/>
                  </a:lnTo>
                  <a:lnTo>
                    <a:pt x="560870" y="211289"/>
                  </a:lnTo>
                  <a:lnTo>
                    <a:pt x="582129" y="207175"/>
                  </a:lnTo>
                  <a:lnTo>
                    <a:pt x="591858" y="200901"/>
                  </a:lnTo>
                  <a:lnTo>
                    <a:pt x="595287" y="205740"/>
                  </a:lnTo>
                  <a:lnTo>
                    <a:pt x="608774" y="214439"/>
                  </a:lnTo>
                  <a:lnTo>
                    <a:pt x="625297" y="217627"/>
                  </a:lnTo>
                  <a:lnTo>
                    <a:pt x="636993" y="215366"/>
                  </a:lnTo>
                  <a:lnTo>
                    <a:pt x="632079" y="218541"/>
                  </a:lnTo>
                  <a:lnTo>
                    <a:pt x="625652" y="227647"/>
                  </a:lnTo>
                  <a:lnTo>
                    <a:pt x="623303" y="238785"/>
                  </a:lnTo>
                  <a:lnTo>
                    <a:pt x="625652" y="249936"/>
                  </a:lnTo>
                  <a:lnTo>
                    <a:pt x="632079" y="259054"/>
                  </a:lnTo>
                  <a:lnTo>
                    <a:pt x="641616" y="265201"/>
                  </a:lnTo>
                  <a:lnTo>
                    <a:pt x="653288" y="267462"/>
                  </a:lnTo>
                  <a:lnTo>
                    <a:pt x="664933" y="265201"/>
                  </a:lnTo>
                  <a:lnTo>
                    <a:pt x="674446" y="259054"/>
                  </a:lnTo>
                  <a:lnTo>
                    <a:pt x="680859" y="249936"/>
                  </a:lnTo>
                  <a:lnTo>
                    <a:pt x="683209" y="238785"/>
                  </a:lnTo>
                  <a:close/>
                </a:path>
              </a:pathLst>
            </a:custGeom>
            <a:solidFill>
              <a:srgbClr val="D1EC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12608662" y="2869012"/>
              <a:ext cx="88900" cy="196850"/>
            </a:xfrm>
            <a:custGeom>
              <a:avLst/>
              <a:gdLst/>
              <a:ahLst/>
              <a:cxnLst/>
              <a:rect l="l" t="t" r="r" b="b"/>
              <a:pathLst>
                <a:path w="88900" h="196850">
                  <a:moveTo>
                    <a:pt x="88303" y="112153"/>
                  </a:moveTo>
                  <a:lnTo>
                    <a:pt x="0" y="112153"/>
                  </a:lnTo>
                  <a:lnTo>
                    <a:pt x="0" y="196811"/>
                  </a:lnTo>
                  <a:lnTo>
                    <a:pt x="88303" y="196811"/>
                  </a:lnTo>
                  <a:lnTo>
                    <a:pt x="88303" y="112153"/>
                  </a:lnTo>
                  <a:close/>
                </a:path>
                <a:path w="88900" h="196850">
                  <a:moveTo>
                    <a:pt x="88303" y="0"/>
                  </a:moveTo>
                  <a:lnTo>
                    <a:pt x="0" y="0"/>
                  </a:lnTo>
                  <a:lnTo>
                    <a:pt x="0" y="84620"/>
                  </a:lnTo>
                  <a:lnTo>
                    <a:pt x="88303" y="84620"/>
                  </a:lnTo>
                  <a:lnTo>
                    <a:pt x="88303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12608662" y="3093345"/>
              <a:ext cx="88900" cy="196850"/>
            </a:xfrm>
            <a:custGeom>
              <a:avLst/>
              <a:gdLst/>
              <a:ahLst/>
              <a:cxnLst/>
              <a:rect l="l" t="t" r="r" b="b"/>
              <a:pathLst>
                <a:path w="88900" h="196850">
                  <a:moveTo>
                    <a:pt x="88303" y="112191"/>
                  </a:moveTo>
                  <a:lnTo>
                    <a:pt x="0" y="112191"/>
                  </a:lnTo>
                  <a:lnTo>
                    <a:pt x="0" y="196799"/>
                  </a:lnTo>
                  <a:lnTo>
                    <a:pt x="88303" y="196799"/>
                  </a:lnTo>
                  <a:lnTo>
                    <a:pt x="88303" y="112191"/>
                  </a:lnTo>
                  <a:close/>
                </a:path>
                <a:path w="88900" h="196850">
                  <a:moveTo>
                    <a:pt x="88303" y="0"/>
                  </a:moveTo>
                  <a:lnTo>
                    <a:pt x="0" y="0"/>
                  </a:lnTo>
                  <a:lnTo>
                    <a:pt x="0" y="84620"/>
                  </a:lnTo>
                  <a:lnTo>
                    <a:pt x="88303" y="84620"/>
                  </a:lnTo>
                  <a:lnTo>
                    <a:pt x="8830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12608662" y="3205562"/>
              <a:ext cx="824230" cy="196850"/>
            </a:xfrm>
            <a:custGeom>
              <a:avLst/>
              <a:gdLst/>
              <a:ahLst/>
              <a:cxnLst/>
              <a:rect l="l" t="t" r="r" b="b"/>
              <a:pathLst>
                <a:path w="824230" h="196850">
                  <a:moveTo>
                    <a:pt x="88303" y="112115"/>
                  </a:moveTo>
                  <a:lnTo>
                    <a:pt x="0" y="112115"/>
                  </a:lnTo>
                  <a:lnTo>
                    <a:pt x="0" y="196761"/>
                  </a:lnTo>
                  <a:lnTo>
                    <a:pt x="88303" y="196761"/>
                  </a:lnTo>
                  <a:lnTo>
                    <a:pt x="88303" y="112115"/>
                  </a:lnTo>
                  <a:close/>
                </a:path>
                <a:path w="824230" h="196850">
                  <a:moveTo>
                    <a:pt x="823671" y="112179"/>
                  </a:moveTo>
                  <a:lnTo>
                    <a:pt x="735355" y="112179"/>
                  </a:lnTo>
                  <a:lnTo>
                    <a:pt x="735355" y="196786"/>
                  </a:lnTo>
                  <a:lnTo>
                    <a:pt x="823671" y="196786"/>
                  </a:lnTo>
                  <a:lnTo>
                    <a:pt x="823671" y="112179"/>
                  </a:lnTo>
                  <a:close/>
                </a:path>
                <a:path w="824230" h="196850">
                  <a:moveTo>
                    <a:pt x="823671" y="0"/>
                  </a:moveTo>
                  <a:lnTo>
                    <a:pt x="735355" y="0"/>
                  </a:lnTo>
                  <a:lnTo>
                    <a:pt x="735355" y="84645"/>
                  </a:lnTo>
                  <a:lnTo>
                    <a:pt x="823671" y="84645"/>
                  </a:lnTo>
                  <a:lnTo>
                    <a:pt x="82367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13344017" y="2981229"/>
              <a:ext cx="88900" cy="196850"/>
            </a:xfrm>
            <a:custGeom>
              <a:avLst/>
              <a:gdLst/>
              <a:ahLst/>
              <a:cxnLst/>
              <a:rect l="l" t="t" r="r" b="b"/>
              <a:pathLst>
                <a:path w="88900" h="196850">
                  <a:moveTo>
                    <a:pt x="88315" y="112153"/>
                  </a:moveTo>
                  <a:lnTo>
                    <a:pt x="0" y="112153"/>
                  </a:lnTo>
                  <a:lnTo>
                    <a:pt x="0" y="196799"/>
                  </a:lnTo>
                  <a:lnTo>
                    <a:pt x="88315" y="196799"/>
                  </a:lnTo>
                  <a:lnTo>
                    <a:pt x="88315" y="112153"/>
                  </a:lnTo>
                  <a:close/>
                </a:path>
                <a:path w="88900" h="196850">
                  <a:moveTo>
                    <a:pt x="88315" y="0"/>
                  </a:moveTo>
                  <a:lnTo>
                    <a:pt x="0" y="0"/>
                  </a:lnTo>
                  <a:lnTo>
                    <a:pt x="0" y="84620"/>
                  </a:lnTo>
                  <a:lnTo>
                    <a:pt x="88315" y="84620"/>
                  </a:lnTo>
                  <a:lnTo>
                    <a:pt x="88315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13344023" y="2869043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311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311" y="84615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12241009" y="2869012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280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280" y="84615"/>
                  </a:lnTo>
                  <a:lnTo>
                    <a:pt x="8828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12241009" y="2981165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280" y="0"/>
                  </a:moveTo>
                  <a:lnTo>
                    <a:pt x="0" y="0"/>
                  </a:lnTo>
                  <a:lnTo>
                    <a:pt x="0" y="84646"/>
                  </a:lnTo>
                  <a:lnTo>
                    <a:pt x="88280" y="84646"/>
                  </a:lnTo>
                  <a:lnTo>
                    <a:pt x="882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12241009" y="3093340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280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280" y="84615"/>
                  </a:lnTo>
                  <a:lnTo>
                    <a:pt x="88280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12241009" y="3205525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280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280" y="84615"/>
                  </a:lnTo>
                  <a:lnTo>
                    <a:pt x="882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12241009" y="3317668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280" y="0"/>
                  </a:moveTo>
                  <a:lnTo>
                    <a:pt x="0" y="0"/>
                  </a:lnTo>
                  <a:lnTo>
                    <a:pt x="0" y="84646"/>
                  </a:lnTo>
                  <a:lnTo>
                    <a:pt x="88280" y="84646"/>
                  </a:lnTo>
                  <a:lnTo>
                    <a:pt x="88280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13711729" y="3317731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280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280" y="84615"/>
                  </a:lnTo>
                  <a:lnTo>
                    <a:pt x="8828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13711729" y="3205556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280" y="0"/>
                  </a:moveTo>
                  <a:lnTo>
                    <a:pt x="0" y="0"/>
                  </a:lnTo>
                  <a:lnTo>
                    <a:pt x="0" y="84646"/>
                  </a:lnTo>
                  <a:lnTo>
                    <a:pt x="88280" y="84646"/>
                  </a:lnTo>
                  <a:lnTo>
                    <a:pt x="882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13711729" y="3093371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280" y="0"/>
                  </a:moveTo>
                  <a:lnTo>
                    <a:pt x="0" y="0"/>
                  </a:lnTo>
                  <a:lnTo>
                    <a:pt x="0" y="84646"/>
                  </a:lnTo>
                  <a:lnTo>
                    <a:pt x="88280" y="84646"/>
                  </a:lnTo>
                  <a:lnTo>
                    <a:pt x="88280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13711729" y="2981228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280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280" y="84615"/>
                  </a:lnTo>
                  <a:lnTo>
                    <a:pt x="882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13711729" y="2869043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280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280" y="84615"/>
                  </a:lnTo>
                  <a:lnTo>
                    <a:pt x="88280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12976365" y="2869012"/>
              <a:ext cx="88900" cy="196850"/>
            </a:xfrm>
            <a:custGeom>
              <a:avLst/>
              <a:gdLst/>
              <a:ahLst/>
              <a:cxnLst/>
              <a:rect l="l" t="t" r="r" b="b"/>
              <a:pathLst>
                <a:path w="88900" h="196850">
                  <a:moveTo>
                    <a:pt x="88315" y="112153"/>
                  </a:moveTo>
                  <a:lnTo>
                    <a:pt x="0" y="112153"/>
                  </a:lnTo>
                  <a:lnTo>
                    <a:pt x="0" y="196811"/>
                  </a:lnTo>
                  <a:lnTo>
                    <a:pt x="88315" y="196811"/>
                  </a:lnTo>
                  <a:lnTo>
                    <a:pt x="88315" y="112153"/>
                  </a:lnTo>
                  <a:close/>
                </a:path>
                <a:path w="88900" h="196850">
                  <a:moveTo>
                    <a:pt x="88315" y="0"/>
                  </a:moveTo>
                  <a:lnTo>
                    <a:pt x="0" y="0"/>
                  </a:lnTo>
                  <a:lnTo>
                    <a:pt x="0" y="84620"/>
                  </a:lnTo>
                  <a:lnTo>
                    <a:pt x="88315" y="84620"/>
                  </a:lnTo>
                  <a:lnTo>
                    <a:pt x="88315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12976369" y="3093340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311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311" y="84615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12976369" y="3205525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311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311" y="84615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12976369" y="3317668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311" y="0"/>
                  </a:moveTo>
                  <a:lnTo>
                    <a:pt x="0" y="0"/>
                  </a:lnTo>
                  <a:lnTo>
                    <a:pt x="0" y="84646"/>
                  </a:lnTo>
                  <a:lnTo>
                    <a:pt x="88311" y="84646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12843828" y="3205562"/>
              <a:ext cx="88900" cy="196850"/>
            </a:xfrm>
            <a:custGeom>
              <a:avLst/>
              <a:gdLst/>
              <a:ahLst/>
              <a:cxnLst/>
              <a:rect l="l" t="t" r="r" b="b"/>
              <a:pathLst>
                <a:path w="88900" h="196850">
                  <a:moveTo>
                    <a:pt x="88303" y="112179"/>
                  </a:moveTo>
                  <a:lnTo>
                    <a:pt x="0" y="112179"/>
                  </a:lnTo>
                  <a:lnTo>
                    <a:pt x="0" y="196786"/>
                  </a:lnTo>
                  <a:lnTo>
                    <a:pt x="88303" y="196786"/>
                  </a:lnTo>
                  <a:lnTo>
                    <a:pt x="88303" y="112179"/>
                  </a:lnTo>
                  <a:close/>
                </a:path>
                <a:path w="88900" h="196850">
                  <a:moveTo>
                    <a:pt x="88303" y="0"/>
                  </a:moveTo>
                  <a:lnTo>
                    <a:pt x="0" y="0"/>
                  </a:lnTo>
                  <a:lnTo>
                    <a:pt x="0" y="84645"/>
                  </a:lnTo>
                  <a:lnTo>
                    <a:pt x="88303" y="84645"/>
                  </a:lnTo>
                  <a:lnTo>
                    <a:pt x="8830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12843828" y="3093371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311" y="0"/>
                  </a:moveTo>
                  <a:lnTo>
                    <a:pt x="0" y="0"/>
                  </a:lnTo>
                  <a:lnTo>
                    <a:pt x="0" y="84646"/>
                  </a:lnTo>
                  <a:lnTo>
                    <a:pt x="88311" y="84646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2843828" y="2981228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311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311" y="84615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12843828" y="2869043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311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311" y="84615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3211493" y="3205562"/>
              <a:ext cx="88900" cy="196850"/>
            </a:xfrm>
            <a:custGeom>
              <a:avLst/>
              <a:gdLst/>
              <a:ahLst/>
              <a:cxnLst/>
              <a:rect l="l" t="t" r="r" b="b"/>
              <a:pathLst>
                <a:path w="88900" h="196850">
                  <a:moveTo>
                    <a:pt x="88315" y="112179"/>
                  </a:moveTo>
                  <a:lnTo>
                    <a:pt x="0" y="112179"/>
                  </a:lnTo>
                  <a:lnTo>
                    <a:pt x="0" y="196786"/>
                  </a:lnTo>
                  <a:lnTo>
                    <a:pt x="88315" y="196786"/>
                  </a:lnTo>
                  <a:lnTo>
                    <a:pt x="88315" y="112179"/>
                  </a:lnTo>
                  <a:close/>
                </a:path>
                <a:path w="88900" h="196850">
                  <a:moveTo>
                    <a:pt x="88315" y="0"/>
                  </a:moveTo>
                  <a:lnTo>
                    <a:pt x="0" y="0"/>
                  </a:lnTo>
                  <a:lnTo>
                    <a:pt x="0" y="84645"/>
                  </a:lnTo>
                  <a:lnTo>
                    <a:pt x="88315" y="84645"/>
                  </a:lnTo>
                  <a:lnTo>
                    <a:pt x="88315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13211493" y="2981229"/>
              <a:ext cx="88900" cy="196850"/>
            </a:xfrm>
            <a:custGeom>
              <a:avLst/>
              <a:gdLst/>
              <a:ahLst/>
              <a:cxnLst/>
              <a:rect l="l" t="t" r="r" b="b"/>
              <a:pathLst>
                <a:path w="88900" h="196850">
                  <a:moveTo>
                    <a:pt x="88315" y="112153"/>
                  </a:moveTo>
                  <a:lnTo>
                    <a:pt x="0" y="112153"/>
                  </a:lnTo>
                  <a:lnTo>
                    <a:pt x="0" y="196799"/>
                  </a:lnTo>
                  <a:lnTo>
                    <a:pt x="88315" y="196799"/>
                  </a:lnTo>
                  <a:lnTo>
                    <a:pt x="88315" y="112153"/>
                  </a:lnTo>
                  <a:close/>
                </a:path>
                <a:path w="88900" h="196850">
                  <a:moveTo>
                    <a:pt x="88315" y="0"/>
                  </a:moveTo>
                  <a:lnTo>
                    <a:pt x="0" y="0"/>
                  </a:lnTo>
                  <a:lnTo>
                    <a:pt x="0" y="84620"/>
                  </a:lnTo>
                  <a:lnTo>
                    <a:pt x="88315" y="84620"/>
                  </a:lnTo>
                  <a:lnTo>
                    <a:pt x="88315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12476137" y="2869012"/>
              <a:ext cx="824230" cy="196850"/>
            </a:xfrm>
            <a:custGeom>
              <a:avLst/>
              <a:gdLst/>
              <a:ahLst/>
              <a:cxnLst/>
              <a:rect l="l" t="t" r="r" b="b"/>
              <a:pathLst>
                <a:path w="824230" h="196850">
                  <a:moveTo>
                    <a:pt x="88315" y="112153"/>
                  </a:moveTo>
                  <a:lnTo>
                    <a:pt x="0" y="112153"/>
                  </a:lnTo>
                  <a:lnTo>
                    <a:pt x="0" y="196811"/>
                  </a:lnTo>
                  <a:lnTo>
                    <a:pt x="88315" y="196811"/>
                  </a:lnTo>
                  <a:lnTo>
                    <a:pt x="88315" y="112153"/>
                  </a:lnTo>
                  <a:close/>
                </a:path>
                <a:path w="824230" h="196850">
                  <a:moveTo>
                    <a:pt x="88315" y="0"/>
                  </a:moveTo>
                  <a:lnTo>
                    <a:pt x="0" y="0"/>
                  </a:lnTo>
                  <a:lnTo>
                    <a:pt x="0" y="84620"/>
                  </a:lnTo>
                  <a:lnTo>
                    <a:pt x="88315" y="84620"/>
                  </a:lnTo>
                  <a:lnTo>
                    <a:pt x="88315" y="0"/>
                  </a:lnTo>
                  <a:close/>
                </a:path>
                <a:path w="824230" h="196850">
                  <a:moveTo>
                    <a:pt x="823671" y="38"/>
                  </a:moveTo>
                  <a:lnTo>
                    <a:pt x="735355" y="38"/>
                  </a:lnTo>
                  <a:lnTo>
                    <a:pt x="735355" y="84658"/>
                  </a:lnTo>
                  <a:lnTo>
                    <a:pt x="823671" y="84658"/>
                  </a:lnTo>
                  <a:lnTo>
                    <a:pt x="823671" y="38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12476137" y="3093345"/>
              <a:ext cx="88900" cy="196850"/>
            </a:xfrm>
            <a:custGeom>
              <a:avLst/>
              <a:gdLst/>
              <a:ahLst/>
              <a:cxnLst/>
              <a:rect l="l" t="t" r="r" b="b"/>
              <a:pathLst>
                <a:path w="88900" h="196850">
                  <a:moveTo>
                    <a:pt x="88315" y="112191"/>
                  </a:moveTo>
                  <a:lnTo>
                    <a:pt x="0" y="112191"/>
                  </a:lnTo>
                  <a:lnTo>
                    <a:pt x="0" y="196799"/>
                  </a:lnTo>
                  <a:lnTo>
                    <a:pt x="88315" y="196799"/>
                  </a:lnTo>
                  <a:lnTo>
                    <a:pt x="88315" y="112191"/>
                  </a:lnTo>
                  <a:close/>
                </a:path>
                <a:path w="88900" h="196850">
                  <a:moveTo>
                    <a:pt x="88315" y="0"/>
                  </a:moveTo>
                  <a:lnTo>
                    <a:pt x="0" y="0"/>
                  </a:lnTo>
                  <a:lnTo>
                    <a:pt x="0" y="84620"/>
                  </a:lnTo>
                  <a:lnTo>
                    <a:pt x="88315" y="84620"/>
                  </a:lnTo>
                  <a:lnTo>
                    <a:pt x="88315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12476143" y="3317668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311" y="0"/>
                  </a:moveTo>
                  <a:lnTo>
                    <a:pt x="0" y="0"/>
                  </a:lnTo>
                  <a:lnTo>
                    <a:pt x="0" y="84646"/>
                  </a:lnTo>
                  <a:lnTo>
                    <a:pt x="88311" y="84646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13579209" y="3317731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290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290" y="84615"/>
                  </a:lnTo>
                  <a:lnTo>
                    <a:pt x="8829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13579209" y="3205556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290" y="0"/>
                  </a:moveTo>
                  <a:lnTo>
                    <a:pt x="0" y="0"/>
                  </a:lnTo>
                  <a:lnTo>
                    <a:pt x="0" y="84646"/>
                  </a:lnTo>
                  <a:lnTo>
                    <a:pt x="88290" y="84646"/>
                  </a:lnTo>
                  <a:lnTo>
                    <a:pt x="882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13579209" y="3093371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290" y="0"/>
                  </a:moveTo>
                  <a:lnTo>
                    <a:pt x="0" y="0"/>
                  </a:lnTo>
                  <a:lnTo>
                    <a:pt x="0" y="84646"/>
                  </a:lnTo>
                  <a:lnTo>
                    <a:pt x="88290" y="84646"/>
                  </a:lnTo>
                  <a:lnTo>
                    <a:pt x="88290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13579209" y="2981228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290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290" y="84615"/>
                  </a:lnTo>
                  <a:lnTo>
                    <a:pt x="882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13579209" y="2869043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290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290" y="84615"/>
                  </a:lnTo>
                  <a:lnTo>
                    <a:pt x="88290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12108469" y="2869012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311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311" y="84615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12108469" y="2981165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311" y="0"/>
                  </a:moveTo>
                  <a:lnTo>
                    <a:pt x="0" y="0"/>
                  </a:lnTo>
                  <a:lnTo>
                    <a:pt x="0" y="84646"/>
                  </a:lnTo>
                  <a:lnTo>
                    <a:pt x="88311" y="84646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12108469" y="3093340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311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311" y="84615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12108469" y="3205525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311" y="0"/>
                  </a:moveTo>
                  <a:lnTo>
                    <a:pt x="0" y="0"/>
                  </a:lnTo>
                  <a:lnTo>
                    <a:pt x="0" y="84615"/>
                  </a:lnTo>
                  <a:lnTo>
                    <a:pt x="88311" y="84615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12108469" y="3317668"/>
              <a:ext cx="88900" cy="85090"/>
            </a:xfrm>
            <a:custGeom>
              <a:avLst/>
              <a:gdLst/>
              <a:ahLst/>
              <a:cxnLst/>
              <a:rect l="l" t="t" r="r" b="b"/>
              <a:pathLst>
                <a:path w="88900" h="85089">
                  <a:moveTo>
                    <a:pt x="88311" y="0"/>
                  </a:moveTo>
                  <a:lnTo>
                    <a:pt x="0" y="0"/>
                  </a:lnTo>
                  <a:lnTo>
                    <a:pt x="0" y="84646"/>
                  </a:lnTo>
                  <a:lnTo>
                    <a:pt x="88311" y="84646"/>
                  </a:lnTo>
                  <a:lnTo>
                    <a:pt x="8831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3" name="object 363" descr=""/>
          <p:cNvGrpSpPr/>
          <p:nvPr/>
        </p:nvGrpSpPr>
        <p:grpSpPr>
          <a:xfrm>
            <a:off x="9130265" y="5022689"/>
            <a:ext cx="2938145" cy="2201545"/>
            <a:chOff x="9130265" y="5022689"/>
            <a:chExt cx="2938145" cy="2201545"/>
          </a:xfrm>
        </p:grpSpPr>
        <p:sp>
          <p:nvSpPr>
            <p:cNvPr id="364" name="object 364" descr=""/>
            <p:cNvSpPr/>
            <p:nvPr/>
          </p:nvSpPr>
          <p:spPr>
            <a:xfrm>
              <a:off x="9882253" y="6182387"/>
              <a:ext cx="454659" cy="121920"/>
            </a:xfrm>
            <a:custGeom>
              <a:avLst/>
              <a:gdLst/>
              <a:ahLst/>
              <a:cxnLst/>
              <a:rect l="l" t="t" r="r" b="b"/>
              <a:pathLst>
                <a:path w="454659" h="121920">
                  <a:moveTo>
                    <a:pt x="454593" y="0"/>
                  </a:moveTo>
                  <a:lnTo>
                    <a:pt x="0" y="0"/>
                  </a:lnTo>
                  <a:lnTo>
                    <a:pt x="0" y="121839"/>
                  </a:lnTo>
                  <a:lnTo>
                    <a:pt x="454593" y="121839"/>
                  </a:lnTo>
                  <a:lnTo>
                    <a:pt x="454593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9977768" y="5188372"/>
              <a:ext cx="243840" cy="165735"/>
            </a:xfrm>
            <a:custGeom>
              <a:avLst/>
              <a:gdLst/>
              <a:ahLst/>
              <a:cxnLst/>
              <a:rect l="l" t="t" r="r" b="b"/>
              <a:pathLst>
                <a:path w="243840" h="165735">
                  <a:moveTo>
                    <a:pt x="236977" y="0"/>
                  </a:moveTo>
                  <a:lnTo>
                    <a:pt x="6366" y="0"/>
                  </a:lnTo>
                  <a:lnTo>
                    <a:pt x="0" y="165659"/>
                  </a:lnTo>
                  <a:lnTo>
                    <a:pt x="243311" y="165659"/>
                  </a:lnTo>
                  <a:lnTo>
                    <a:pt x="236977" y="0"/>
                  </a:lnTo>
                  <a:close/>
                </a:path>
              </a:pathLst>
            </a:custGeom>
            <a:solidFill>
              <a:srgbClr val="8DC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9946106" y="5022690"/>
              <a:ext cx="306705" cy="1160145"/>
            </a:xfrm>
            <a:custGeom>
              <a:avLst/>
              <a:gdLst/>
              <a:ahLst/>
              <a:cxnLst/>
              <a:rect l="l" t="t" r="r" b="b"/>
              <a:pathLst>
                <a:path w="306704" h="1160145">
                  <a:moveTo>
                    <a:pt x="268630" y="165684"/>
                  </a:moveTo>
                  <a:lnTo>
                    <a:pt x="262293" y="0"/>
                  </a:lnTo>
                  <a:lnTo>
                    <a:pt x="44361" y="0"/>
                  </a:lnTo>
                  <a:lnTo>
                    <a:pt x="38023" y="165684"/>
                  </a:lnTo>
                  <a:lnTo>
                    <a:pt x="268630" y="165684"/>
                  </a:lnTo>
                  <a:close/>
                </a:path>
                <a:path w="306704" h="1160145">
                  <a:moveTo>
                    <a:pt x="306641" y="1159700"/>
                  </a:moveTo>
                  <a:lnTo>
                    <a:pt x="274967" y="331355"/>
                  </a:lnTo>
                  <a:lnTo>
                    <a:pt x="31661" y="331355"/>
                  </a:lnTo>
                  <a:lnTo>
                    <a:pt x="0" y="1159700"/>
                  </a:lnTo>
                  <a:lnTo>
                    <a:pt x="306641" y="1159700"/>
                  </a:lnTo>
                  <a:close/>
                </a:path>
              </a:pathLst>
            </a:custGeom>
            <a:solidFill>
              <a:srgbClr val="C6E4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10861532" y="6182387"/>
              <a:ext cx="454659" cy="121920"/>
            </a:xfrm>
            <a:custGeom>
              <a:avLst/>
              <a:gdLst/>
              <a:ahLst/>
              <a:cxnLst/>
              <a:rect l="l" t="t" r="r" b="b"/>
              <a:pathLst>
                <a:path w="454659" h="121920">
                  <a:moveTo>
                    <a:pt x="454593" y="0"/>
                  </a:moveTo>
                  <a:lnTo>
                    <a:pt x="0" y="0"/>
                  </a:lnTo>
                  <a:lnTo>
                    <a:pt x="0" y="121839"/>
                  </a:lnTo>
                  <a:lnTo>
                    <a:pt x="454593" y="121839"/>
                  </a:lnTo>
                  <a:lnTo>
                    <a:pt x="454593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10957100" y="5188372"/>
              <a:ext cx="243840" cy="165735"/>
            </a:xfrm>
            <a:custGeom>
              <a:avLst/>
              <a:gdLst/>
              <a:ahLst/>
              <a:cxnLst/>
              <a:rect l="l" t="t" r="r" b="b"/>
              <a:pathLst>
                <a:path w="243840" h="165735">
                  <a:moveTo>
                    <a:pt x="236945" y="0"/>
                  </a:moveTo>
                  <a:lnTo>
                    <a:pt x="6303" y="0"/>
                  </a:lnTo>
                  <a:lnTo>
                    <a:pt x="0" y="165659"/>
                  </a:lnTo>
                  <a:lnTo>
                    <a:pt x="243259" y="165659"/>
                  </a:lnTo>
                  <a:lnTo>
                    <a:pt x="236945" y="0"/>
                  </a:lnTo>
                  <a:close/>
                </a:path>
              </a:pathLst>
            </a:custGeom>
            <a:solidFill>
              <a:srgbClr val="8DC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 descr=""/>
            <p:cNvSpPr/>
            <p:nvPr/>
          </p:nvSpPr>
          <p:spPr>
            <a:xfrm>
              <a:off x="10925378" y="5022690"/>
              <a:ext cx="306705" cy="1160145"/>
            </a:xfrm>
            <a:custGeom>
              <a:avLst/>
              <a:gdLst/>
              <a:ahLst/>
              <a:cxnLst/>
              <a:rect l="l" t="t" r="r" b="b"/>
              <a:pathLst>
                <a:path w="306704" h="1160145">
                  <a:moveTo>
                    <a:pt x="268668" y="165684"/>
                  </a:moveTo>
                  <a:lnTo>
                    <a:pt x="262293" y="0"/>
                  </a:lnTo>
                  <a:lnTo>
                    <a:pt x="44386" y="0"/>
                  </a:lnTo>
                  <a:lnTo>
                    <a:pt x="38023" y="165684"/>
                  </a:lnTo>
                  <a:lnTo>
                    <a:pt x="268668" y="165684"/>
                  </a:lnTo>
                  <a:close/>
                </a:path>
                <a:path w="306704" h="1160145">
                  <a:moveTo>
                    <a:pt x="306679" y="1159700"/>
                  </a:moveTo>
                  <a:lnTo>
                    <a:pt x="274967" y="331355"/>
                  </a:lnTo>
                  <a:lnTo>
                    <a:pt x="31711" y="331355"/>
                  </a:lnTo>
                  <a:lnTo>
                    <a:pt x="0" y="1159700"/>
                  </a:lnTo>
                  <a:lnTo>
                    <a:pt x="306679" y="1159700"/>
                  </a:lnTo>
                  <a:close/>
                </a:path>
              </a:pathLst>
            </a:custGeom>
            <a:solidFill>
              <a:srgbClr val="C6E4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9130265" y="6073576"/>
              <a:ext cx="2934335" cy="376555"/>
            </a:xfrm>
            <a:custGeom>
              <a:avLst/>
              <a:gdLst/>
              <a:ahLst/>
              <a:cxnLst/>
              <a:rect l="l" t="t" r="r" b="b"/>
              <a:pathLst>
                <a:path w="2934334" h="376554">
                  <a:moveTo>
                    <a:pt x="2444135" y="0"/>
                  </a:moveTo>
                  <a:lnTo>
                    <a:pt x="2364802" y="3621"/>
                  </a:lnTo>
                  <a:lnTo>
                    <a:pt x="2292801" y="13643"/>
                  </a:lnTo>
                  <a:lnTo>
                    <a:pt x="2228035" y="28801"/>
                  </a:lnTo>
                  <a:lnTo>
                    <a:pt x="2170408" y="47831"/>
                  </a:lnTo>
                  <a:lnTo>
                    <a:pt x="2119826" y="69468"/>
                  </a:lnTo>
                  <a:lnTo>
                    <a:pt x="2076192" y="92448"/>
                  </a:lnTo>
                  <a:lnTo>
                    <a:pt x="2039411" y="115506"/>
                  </a:lnTo>
                  <a:lnTo>
                    <a:pt x="1986025" y="156802"/>
                  </a:lnTo>
                  <a:lnTo>
                    <a:pt x="1958903" y="183240"/>
                  </a:lnTo>
                  <a:lnTo>
                    <a:pt x="1949310" y="172510"/>
                  </a:lnTo>
                  <a:lnTo>
                    <a:pt x="1911190" y="137379"/>
                  </a:lnTo>
                  <a:lnTo>
                    <a:pt x="1846130" y="92448"/>
                  </a:lnTo>
                  <a:lnTo>
                    <a:pt x="1802860" y="69468"/>
                  </a:lnTo>
                  <a:lnTo>
                    <a:pt x="1752092" y="47831"/>
                  </a:lnTo>
                  <a:lnTo>
                    <a:pt x="1693570" y="28801"/>
                  </a:lnTo>
                  <a:lnTo>
                    <a:pt x="1627041" y="13643"/>
                  </a:lnTo>
                  <a:lnTo>
                    <a:pt x="1552248" y="3621"/>
                  </a:lnTo>
                  <a:lnTo>
                    <a:pt x="1468939" y="0"/>
                  </a:lnTo>
                  <a:lnTo>
                    <a:pt x="1381943" y="4382"/>
                  </a:lnTo>
                  <a:lnTo>
                    <a:pt x="1303810" y="16398"/>
                  </a:lnTo>
                  <a:lnTo>
                    <a:pt x="1234417" y="34352"/>
                  </a:lnTo>
                  <a:lnTo>
                    <a:pt x="1173643" y="56548"/>
                  </a:lnTo>
                  <a:lnTo>
                    <a:pt x="1121365" y="81290"/>
                  </a:lnTo>
                  <a:lnTo>
                    <a:pt x="1077462" y="106882"/>
                  </a:lnTo>
                  <a:lnTo>
                    <a:pt x="1041812" y="131628"/>
                  </a:lnTo>
                  <a:lnTo>
                    <a:pt x="994782" y="171799"/>
                  </a:lnTo>
                  <a:lnTo>
                    <a:pt x="979300" y="188235"/>
                  </a:lnTo>
                  <a:lnTo>
                    <a:pt x="976414" y="184513"/>
                  </a:lnTo>
                  <a:lnTo>
                    <a:pt x="931009" y="139396"/>
                  </a:lnTo>
                  <a:lnTo>
                    <a:pt x="867230" y="94086"/>
                  </a:lnTo>
                  <a:lnTo>
                    <a:pt x="824422" y="70780"/>
                  </a:lnTo>
                  <a:lnTo>
                    <a:pt x="773951" y="48783"/>
                  </a:lnTo>
                  <a:lnTo>
                    <a:pt x="715527" y="29399"/>
                  </a:lnTo>
                  <a:lnTo>
                    <a:pt x="648864" y="13937"/>
                  </a:lnTo>
                  <a:lnTo>
                    <a:pt x="573671" y="3702"/>
                  </a:lnTo>
                  <a:lnTo>
                    <a:pt x="489660" y="0"/>
                  </a:lnTo>
                  <a:lnTo>
                    <a:pt x="271617" y="29411"/>
                  </a:lnTo>
                  <a:lnTo>
                    <a:pt x="119022" y="94117"/>
                  </a:lnTo>
                  <a:lnTo>
                    <a:pt x="29331" y="158823"/>
                  </a:lnTo>
                  <a:lnTo>
                    <a:pt x="0" y="188235"/>
                  </a:lnTo>
                  <a:lnTo>
                    <a:pt x="0" y="376459"/>
                  </a:lnTo>
                  <a:lnTo>
                    <a:pt x="2933743" y="376459"/>
                  </a:lnTo>
                  <a:lnTo>
                    <a:pt x="2933743" y="188235"/>
                  </a:lnTo>
                  <a:lnTo>
                    <a:pt x="2849895" y="79411"/>
                  </a:lnTo>
                  <a:lnTo>
                    <a:pt x="2770945" y="23529"/>
                  </a:lnTo>
                  <a:lnTo>
                    <a:pt x="2650992" y="2941"/>
                  </a:lnTo>
                  <a:lnTo>
                    <a:pt x="2444135" y="0"/>
                  </a:lnTo>
                  <a:close/>
                </a:path>
              </a:pathLst>
            </a:custGeom>
            <a:solidFill>
              <a:srgbClr val="D5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9130271" y="6115995"/>
              <a:ext cx="2938145" cy="376555"/>
            </a:xfrm>
            <a:custGeom>
              <a:avLst/>
              <a:gdLst/>
              <a:ahLst/>
              <a:cxnLst/>
              <a:rect l="l" t="t" r="r" b="b"/>
              <a:pathLst>
                <a:path w="2938145" h="376554">
                  <a:moveTo>
                    <a:pt x="2937853" y="188239"/>
                  </a:moveTo>
                  <a:lnTo>
                    <a:pt x="2853994" y="79413"/>
                  </a:lnTo>
                  <a:lnTo>
                    <a:pt x="2775039" y="23520"/>
                  </a:lnTo>
                  <a:lnTo>
                    <a:pt x="2655087" y="2933"/>
                  </a:lnTo>
                  <a:lnTo>
                    <a:pt x="2448229" y="0"/>
                  </a:lnTo>
                  <a:lnTo>
                    <a:pt x="2230183" y="29413"/>
                  </a:lnTo>
                  <a:lnTo>
                    <a:pt x="2077580" y="94119"/>
                  </a:lnTo>
                  <a:lnTo>
                    <a:pt x="1987892" y="158826"/>
                  </a:lnTo>
                  <a:lnTo>
                    <a:pt x="1958555" y="188239"/>
                  </a:lnTo>
                  <a:lnTo>
                    <a:pt x="1874697" y="79413"/>
                  </a:lnTo>
                  <a:lnTo>
                    <a:pt x="1795741" y="23520"/>
                  </a:lnTo>
                  <a:lnTo>
                    <a:pt x="1675777" y="2933"/>
                  </a:lnTo>
                  <a:lnTo>
                    <a:pt x="1468920" y="0"/>
                  </a:lnTo>
                  <a:lnTo>
                    <a:pt x="1381937" y="4381"/>
                  </a:lnTo>
                  <a:lnTo>
                    <a:pt x="1303794" y="16395"/>
                  </a:lnTo>
                  <a:lnTo>
                    <a:pt x="1234401" y="34353"/>
                  </a:lnTo>
                  <a:lnTo>
                    <a:pt x="1173632" y="56540"/>
                  </a:lnTo>
                  <a:lnTo>
                    <a:pt x="1121359" y="81292"/>
                  </a:lnTo>
                  <a:lnTo>
                    <a:pt x="1077455" y="106883"/>
                  </a:lnTo>
                  <a:lnTo>
                    <a:pt x="1041806" y="131622"/>
                  </a:lnTo>
                  <a:lnTo>
                    <a:pt x="994765" y="171792"/>
                  </a:lnTo>
                  <a:lnTo>
                    <a:pt x="979284" y="188226"/>
                  </a:lnTo>
                  <a:lnTo>
                    <a:pt x="976401" y="184505"/>
                  </a:lnTo>
                  <a:lnTo>
                    <a:pt x="930998" y="139395"/>
                  </a:lnTo>
                  <a:lnTo>
                    <a:pt x="867219" y="94081"/>
                  </a:lnTo>
                  <a:lnTo>
                    <a:pt x="824407" y="70777"/>
                  </a:lnTo>
                  <a:lnTo>
                    <a:pt x="773938" y="48780"/>
                  </a:lnTo>
                  <a:lnTo>
                    <a:pt x="715518" y="29400"/>
                  </a:lnTo>
                  <a:lnTo>
                    <a:pt x="648855" y="13931"/>
                  </a:lnTo>
                  <a:lnTo>
                    <a:pt x="573659" y="3695"/>
                  </a:lnTo>
                  <a:lnTo>
                    <a:pt x="489661" y="0"/>
                  </a:lnTo>
                  <a:lnTo>
                    <a:pt x="271614" y="29413"/>
                  </a:lnTo>
                  <a:lnTo>
                    <a:pt x="119011" y="94119"/>
                  </a:lnTo>
                  <a:lnTo>
                    <a:pt x="29324" y="158826"/>
                  </a:lnTo>
                  <a:lnTo>
                    <a:pt x="0" y="188239"/>
                  </a:lnTo>
                  <a:lnTo>
                    <a:pt x="4470" y="213779"/>
                  </a:lnTo>
                  <a:lnTo>
                    <a:pt x="38481" y="261505"/>
                  </a:lnTo>
                  <a:lnTo>
                    <a:pt x="102019" y="303263"/>
                  </a:lnTo>
                  <a:lnTo>
                    <a:pt x="143408" y="321348"/>
                  </a:lnTo>
                  <a:lnTo>
                    <a:pt x="190436" y="337261"/>
                  </a:lnTo>
                  <a:lnTo>
                    <a:pt x="242506" y="350774"/>
                  </a:lnTo>
                  <a:lnTo>
                    <a:pt x="299059" y="361696"/>
                  </a:lnTo>
                  <a:lnTo>
                    <a:pt x="359486" y="369760"/>
                  </a:lnTo>
                  <a:lnTo>
                    <a:pt x="423214" y="374764"/>
                  </a:lnTo>
                  <a:lnTo>
                    <a:pt x="489661" y="376491"/>
                  </a:lnTo>
                  <a:lnTo>
                    <a:pt x="556094" y="374764"/>
                  </a:lnTo>
                  <a:lnTo>
                    <a:pt x="619810" y="369760"/>
                  </a:lnTo>
                  <a:lnTo>
                    <a:pt x="680237" y="361696"/>
                  </a:lnTo>
                  <a:lnTo>
                    <a:pt x="736765" y="350799"/>
                  </a:lnTo>
                  <a:lnTo>
                    <a:pt x="788835" y="337273"/>
                  </a:lnTo>
                  <a:lnTo>
                    <a:pt x="835850" y="321373"/>
                  </a:lnTo>
                  <a:lnTo>
                    <a:pt x="877239" y="303301"/>
                  </a:lnTo>
                  <a:lnTo>
                    <a:pt x="912418" y="283286"/>
                  </a:lnTo>
                  <a:lnTo>
                    <a:pt x="961771" y="238328"/>
                  </a:lnTo>
                  <a:lnTo>
                    <a:pt x="979284" y="188290"/>
                  </a:lnTo>
                  <a:lnTo>
                    <a:pt x="983767" y="213829"/>
                  </a:lnTo>
                  <a:lnTo>
                    <a:pt x="1017790" y="261543"/>
                  </a:lnTo>
                  <a:lnTo>
                    <a:pt x="1081341" y="303301"/>
                  </a:lnTo>
                  <a:lnTo>
                    <a:pt x="1122730" y="321373"/>
                  </a:lnTo>
                  <a:lnTo>
                    <a:pt x="1169758" y="337273"/>
                  </a:lnTo>
                  <a:lnTo>
                    <a:pt x="1221828" y="350799"/>
                  </a:lnTo>
                  <a:lnTo>
                    <a:pt x="1278356" y="361696"/>
                  </a:lnTo>
                  <a:lnTo>
                    <a:pt x="1338783" y="369760"/>
                  </a:lnTo>
                  <a:lnTo>
                    <a:pt x="1402499" y="374764"/>
                  </a:lnTo>
                  <a:lnTo>
                    <a:pt x="1468920" y="376491"/>
                  </a:lnTo>
                  <a:lnTo>
                    <a:pt x="1535366" y="374764"/>
                  </a:lnTo>
                  <a:lnTo>
                    <a:pt x="1599095" y="369760"/>
                  </a:lnTo>
                  <a:lnTo>
                    <a:pt x="1659521" y="361696"/>
                  </a:lnTo>
                  <a:lnTo>
                    <a:pt x="1716062" y="350774"/>
                  </a:lnTo>
                  <a:lnTo>
                    <a:pt x="1768144" y="337261"/>
                  </a:lnTo>
                  <a:lnTo>
                    <a:pt x="1815160" y="321348"/>
                  </a:lnTo>
                  <a:lnTo>
                    <a:pt x="1856549" y="303263"/>
                  </a:lnTo>
                  <a:lnTo>
                    <a:pt x="1891715" y="283248"/>
                  </a:lnTo>
                  <a:lnTo>
                    <a:pt x="1941080" y="238277"/>
                  </a:lnTo>
                  <a:lnTo>
                    <a:pt x="1958555" y="188277"/>
                  </a:lnTo>
                  <a:lnTo>
                    <a:pt x="1963026" y="213779"/>
                  </a:lnTo>
                  <a:lnTo>
                    <a:pt x="1997036" y="261505"/>
                  </a:lnTo>
                  <a:lnTo>
                    <a:pt x="2060587" y="303263"/>
                  </a:lnTo>
                  <a:lnTo>
                    <a:pt x="2101989" y="321348"/>
                  </a:lnTo>
                  <a:lnTo>
                    <a:pt x="2149017" y="337261"/>
                  </a:lnTo>
                  <a:lnTo>
                    <a:pt x="2201087" y="350774"/>
                  </a:lnTo>
                  <a:lnTo>
                    <a:pt x="2257641" y="361696"/>
                  </a:lnTo>
                  <a:lnTo>
                    <a:pt x="2318067" y="369760"/>
                  </a:lnTo>
                  <a:lnTo>
                    <a:pt x="2381783" y="374764"/>
                  </a:lnTo>
                  <a:lnTo>
                    <a:pt x="2448229" y="376491"/>
                  </a:lnTo>
                  <a:lnTo>
                    <a:pt x="2514663" y="374764"/>
                  </a:lnTo>
                  <a:lnTo>
                    <a:pt x="2578392" y="369760"/>
                  </a:lnTo>
                  <a:lnTo>
                    <a:pt x="2638806" y="361696"/>
                  </a:lnTo>
                  <a:lnTo>
                    <a:pt x="2695346" y="350774"/>
                  </a:lnTo>
                  <a:lnTo>
                    <a:pt x="2747429" y="337261"/>
                  </a:lnTo>
                  <a:lnTo>
                    <a:pt x="2794444" y="321348"/>
                  </a:lnTo>
                  <a:lnTo>
                    <a:pt x="2835833" y="303263"/>
                  </a:lnTo>
                  <a:lnTo>
                    <a:pt x="2871012" y="283248"/>
                  </a:lnTo>
                  <a:lnTo>
                    <a:pt x="2920365" y="238277"/>
                  </a:lnTo>
                  <a:lnTo>
                    <a:pt x="2933382" y="213779"/>
                  </a:lnTo>
                  <a:lnTo>
                    <a:pt x="2937853" y="188239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9130266" y="6304237"/>
              <a:ext cx="2938145" cy="919480"/>
            </a:xfrm>
            <a:custGeom>
              <a:avLst/>
              <a:gdLst/>
              <a:ahLst/>
              <a:cxnLst/>
              <a:rect l="l" t="t" r="r" b="b"/>
              <a:pathLst>
                <a:path w="2938145" h="919479">
                  <a:moveTo>
                    <a:pt x="2937868" y="0"/>
                  </a:moveTo>
                  <a:lnTo>
                    <a:pt x="0" y="0"/>
                  </a:lnTo>
                  <a:lnTo>
                    <a:pt x="0" y="919479"/>
                  </a:lnTo>
                  <a:lnTo>
                    <a:pt x="2937868" y="919479"/>
                  </a:lnTo>
                  <a:lnTo>
                    <a:pt x="2937868" y="0"/>
                  </a:lnTo>
                  <a:close/>
                </a:path>
              </a:pathLst>
            </a:custGeom>
            <a:solidFill>
              <a:srgbClr val="7ACC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9238158" y="6452641"/>
              <a:ext cx="97155" cy="206375"/>
            </a:xfrm>
            <a:custGeom>
              <a:avLst/>
              <a:gdLst/>
              <a:ahLst/>
              <a:cxnLst/>
              <a:rect l="l" t="t" r="r" b="b"/>
              <a:pathLst>
                <a:path w="97154" h="206375">
                  <a:moveTo>
                    <a:pt x="96552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52" y="206339"/>
                  </a:lnTo>
                  <a:lnTo>
                    <a:pt x="965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9358384" y="6452641"/>
              <a:ext cx="96520" cy="206375"/>
            </a:xfrm>
            <a:custGeom>
              <a:avLst/>
              <a:gdLst/>
              <a:ahLst/>
              <a:cxnLst/>
              <a:rect l="l" t="t" r="r" b="b"/>
              <a:pathLst>
                <a:path w="96520" h="206375">
                  <a:moveTo>
                    <a:pt x="96520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20" y="206339"/>
                  </a:lnTo>
                  <a:lnTo>
                    <a:pt x="96520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9478590" y="6452641"/>
              <a:ext cx="96520" cy="206375"/>
            </a:xfrm>
            <a:custGeom>
              <a:avLst/>
              <a:gdLst/>
              <a:ahLst/>
              <a:cxnLst/>
              <a:rect l="l" t="t" r="r" b="b"/>
              <a:pathLst>
                <a:path w="96520" h="206375">
                  <a:moveTo>
                    <a:pt x="96520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20" y="206339"/>
                  </a:lnTo>
                  <a:lnTo>
                    <a:pt x="96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9598812" y="6452647"/>
              <a:ext cx="457200" cy="206375"/>
            </a:xfrm>
            <a:custGeom>
              <a:avLst/>
              <a:gdLst/>
              <a:ahLst/>
              <a:cxnLst/>
              <a:rect l="l" t="t" r="r" b="b"/>
              <a:pathLst>
                <a:path w="457200" h="206375">
                  <a:moveTo>
                    <a:pt x="96520" y="0"/>
                  </a:moveTo>
                  <a:lnTo>
                    <a:pt x="0" y="0"/>
                  </a:lnTo>
                  <a:lnTo>
                    <a:pt x="0" y="206336"/>
                  </a:lnTo>
                  <a:lnTo>
                    <a:pt x="96520" y="206336"/>
                  </a:lnTo>
                  <a:lnTo>
                    <a:pt x="96520" y="0"/>
                  </a:lnTo>
                  <a:close/>
                </a:path>
                <a:path w="457200" h="206375">
                  <a:moveTo>
                    <a:pt x="216712" y="0"/>
                  </a:moveTo>
                  <a:lnTo>
                    <a:pt x="120192" y="0"/>
                  </a:lnTo>
                  <a:lnTo>
                    <a:pt x="120192" y="206336"/>
                  </a:lnTo>
                  <a:lnTo>
                    <a:pt x="216712" y="206336"/>
                  </a:lnTo>
                  <a:lnTo>
                    <a:pt x="216712" y="0"/>
                  </a:lnTo>
                  <a:close/>
                </a:path>
                <a:path w="457200" h="206375">
                  <a:moveTo>
                    <a:pt x="336956" y="0"/>
                  </a:moveTo>
                  <a:lnTo>
                    <a:pt x="240398" y="0"/>
                  </a:lnTo>
                  <a:lnTo>
                    <a:pt x="240398" y="206336"/>
                  </a:lnTo>
                  <a:lnTo>
                    <a:pt x="336956" y="206336"/>
                  </a:lnTo>
                  <a:lnTo>
                    <a:pt x="336956" y="0"/>
                  </a:lnTo>
                  <a:close/>
                </a:path>
                <a:path w="457200" h="206375">
                  <a:moveTo>
                    <a:pt x="457149" y="0"/>
                  </a:moveTo>
                  <a:lnTo>
                    <a:pt x="360591" y="0"/>
                  </a:lnTo>
                  <a:lnTo>
                    <a:pt x="360591" y="206336"/>
                  </a:lnTo>
                  <a:lnTo>
                    <a:pt x="457149" y="206336"/>
                  </a:lnTo>
                  <a:lnTo>
                    <a:pt x="457149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9238157" y="6684219"/>
              <a:ext cx="217170" cy="206375"/>
            </a:xfrm>
            <a:custGeom>
              <a:avLst/>
              <a:gdLst/>
              <a:ahLst/>
              <a:cxnLst/>
              <a:rect l="l" t="t" r="r" b="b"/>
              <a:pathLst>
                <a:path w="217170" h="206375">
                  <a:moveTo>
                    <a:pt x="96545" y="0"/>
                  </a:moveTo>
                  <a:lnTo>
                    <a:pt x="0" y="0"/>
                  </a:lnTo>
                  <a:lnTo>
                    <a:pt x="0" y="206336"/>
                  </a:lnTo>
                  <a:lnTo>
                    <a:pt x="96545" y="206336"/>
                  </a:lnTo>
                  <a:lnTo>
                    <a:pt x="96545" y="0"/>
                  </a:lnTo>
                  <a:close/>
                </a:path>
                <a:path w="217170" h="206375">
                  <a:moveTo>
                    <a:pt x="216738" y="0"/>
                  </a:moveTo>
                  <a:lnTo>
                    <a:pt x="120218" y="0"/>
                  </a:lnTo>
                  <a:lnTo>
                    <a:pt x="120218" y="206336"/>
                  </a:lnTo>
                  <a:lnTo>
                    <a:pt x="216738" y="206336"/>
                  </a:lnTo>
                  <a:lnTo>
                    <a:pt x="216738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9478590" y="6684215"/>
              <a:ext cx="96520" cy="206375"/>
            </a:xfrm>
            <a:custGeom>
              <a:avLst/>
              <a:gdLst/>
              <a:ahLst/>
              <a:cxnLst/>
              <a:rect l="l" t="t" r="r" b="b"/>
              <a:pathLst>
                <a:path w="96520" h="206375">
                  <a:moveTo>
                    <a:pt x="96520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20" y="206339"/>
                  </a:lnTo>
                  <a:lnTo>
                    <a:pt x="96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9598817" y="6684215"/>
              <a:ext cx="96520" cy="206375"/>
            </a:xfrm>
            <a:custGeom>
              <a:avLst/>
              <a:gdLst/>
              <a:ahLst/>
              <a:cxnLst/>
              <a:rect l="l" t="t" r="r" b="b"/>
              <a:pathLst>
                <a:path w="96520" h="206375">
                  <a:moveTo>
                    <a:pt x="96520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20" y="206339"/>
                  </a:lnTo>
                  <a:lnTo>
                    <a:pt x="96520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9719012" y="6684215"/>
              <a:ext cx="96520" cy="206375"/>
            </a:xfrm>
            <a:custGeom>
              <a:avLst/>
              <a:gdLst/>
              <a:ahLst/>
              <a:cxnLst/>
              <a:rect l="l" t="t" r="r" b="b"/>
              <a:pathLst>
                <a:path w="96520" h="206375">
                  <a:moveTo>
                    <a:pt x="96520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20" y="206339"/>
                  </a:lnTo>
                  <a:lnTo>
                    <a:pt x="96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9839218" y="6684215"/>
              <a:ext cx="97155" cy="206375"/>
            </a:xfrm>
            <a:custGeom>
              <a:avLst/>
              <a:gdLst/>
              <a:ahLst/>
              <a:cxnLst/>
              <a:rect l="l" t="t" r="r" b="b"/>
              <a:pathLst>
                <a:path w="97154" h="206375">
                  <a:moveTo>
                    <a:pt x="96552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52" y="206339"/>
                  </a:lnTo>
                  <a:lnTo>
                    <a:pt x="9655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9959413" y="6684215"/>
              <a:ext cx="97155" cy="206375"/>
            </a:xfrm>
            <a:custGeom>
              <a:avLst/>
              <a:gdLst/>
              <a:ahLst/>
              <a:cxnLst/>
              <a:rect l="l" t="t" r="r" b="b"/>
              <a:pathLst>
                <a:path w="97154" h="206375">
                  <a:moveTo>
                    <a:pt x="96552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52" y="206339"/>
                  </a:lnTo>
                  <a:lnTo>
                    <a:pt x="965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10190317" y="6452641"/>
              <a:ext cx="97155" cy="206375"/>
            </a:xfrm>
            <a:custGeom>
              <a:avLst/>
              <a:gdLst/>
              <a:ahLst/>
              <a:cxnLst/>
              <a:rect l="l" t="t" r="r" b="b"/>
              <a:pathLst>
                <a:path w="97154" h="206375">
                  <a:moveTo>
                    <a:pt x="96531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31" y="206339"/>
                  </a:lnTo>
                  <a:lnTo>
                    <a:pt x="96531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 descr=""/>
            <p:cNvSpPr/>
            <p:nvPr/>
          </p:nvSpPr>
          <p:spPr>
            <a:xfrm>
              <a:off x="10310491" y="6452641"/>
              <a:ext cx="97155" cy="206375"/>
            </a:xfrm>
            <a:custGeom>
              <a:avLst/>
              <a:gdLst/>
              <a:ahLst/>
              <a:cxnLst/>
              <a:rect l="l" t="t" r="r" b="b"/>
              <a:pathLst>
                <a:path w="97154" h="206375">
                  <a:moveTo>
                    <a:pt x="96552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52" y="206339"/>
                  </a:lnTo>
                  <a:lnTo>
                    <a:pt x="965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10430729" y="6452641"/>
              <a:ext cx="97155" cy="206375"/>
            </a:xfrm>
            <a:custGeom>
              <a:avLst/>
              <a:gdLst/>
              <a:ahLst/>
              <a:cxnLst/>
              <a:rect l="l" t="t" r="r" b="b"/>
              <a:pathLst>
                <a:path w="97154" h="206375">
                  <a:moveTo>
                    <a:pt x="96552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52" y="206339"/>
                  </a:lnTo>
                  <a:lnTo>
                    <a:pt x="96552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10550918" y="6452647"/>
              <a:ext cx="217170" cy="206375"/>
            </a:xfrm>
            <a:custGeom>
              <a:avLst/>
              <a:gdLst/>
              <a:ahLst/>
              <a:cxnLst/>
              <a:rect l="l" t="t" r="r" b="b"/>
              <a:pathLst>
                <a:path w="217170" h="206375">
                  <a:moveTo>
                    <a:pt x="96520" y="0"/>
                  </a:moveTo>
                  <a:lnTo>
                    <a:pt x="0" y="0"/>
                  </a:lnTo>
                  <a:lnTo>
                    <a:pt x="0" y="206336"/>
                  </a:lnTo>
                  <a:lnTo>
                    <a:pt x="96520" y="206336"/>
                  </a:lnTo>
                  <a:lnTo>
                    <a:pt x="96520" y="0"/>
                  </a:lnTo>
                  <a:close/>
                </a:path>
                <a:path w="217170" h="206375">
                  <a:moveTo>
                    <a:pt x="216763" y="0"/>
                  </a:moveTo>
                  <a:lnTo>
                    <a:pt x="120230" y="0"/>
                  </a:lnTo>
                  <a:lnTo>
                    <a:pt x="120230" y="206336"/>
                  </a:lnTo>
                  <a:lnTo>
                    <a:pt x="216763" y="206336"/>
                  </a:lnTo>
                  <a:lnTo>
                    <a:pt x="2167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10190315" y="6452647"/>
              <a:ext cx="817880" cy="438150"/>
            </a:xfrm>
            <a:custGeom>
              <a:avLst/>
              <a:gdLst/>
              <a:ahLst/>
              <a:cxnLst/>
              <a:rect l="l" t="t" r="r" b="b"/>
              <a:pathLst>
                <a:path w="817879" h="438150">
                  <a:moveTo>
                    <a:pt x="96532" y="231571"/>
                  </a:moveTo>
                  <a:lnTo>
                    <a:pt x="0" y="231571"/>
                  </a:lnTo>
                  <a:lnTo>
                    <a:pt x="0" y="437908"/>
                  </a:lnTo>
                  <a:lnTo>
                    <a:pt x="96532" y="437908"/>
                  </a:lnTo>
                  <a:lnTo>
                    <a:pt x="96532" y="231571"/>
                  </a:lnTo>
                  <a:close/>
                </a:path>
                <a:path w="817879" h="438150">
                  <a:moveTo>
                    <a:pt x="697560" y="0"/>
                  </a:moveTo>
                  <a:lnTo>
                    <a:pt x="601027" y="0"/>
                  </a:lnTo>
                  <a:lnTo>
                    <a:pt x="601027" y="206336"/>
                  </a:lnTo>
                  <a:lnTo>
                    <a:pt x="697560" y="206336"/>
                  </a:lnTo>
                  <a:lnTo>
                    <a:pt x="697560" y="0"/>
                  </a:lnTo>
                  <a:close/>
                </a:path>
                <a:path w="817879" h="438150">
                  <a:moveTo>
                    <a:pt x="817778" y="0"/>
                  </a:moveTo>
                  <a:lnTo>
                    <a:pt x="721194" y="0"/>
                  </a:lnTo>
                  <a:lnTo>
                    <a:pt x="721194" y="206336"/>
                  </a:lnTo>
                  <a:lnTo>
                    <a:pt x="817778" y="206336"/>
                  </a:lnTo>
                  <a:lnTo>
                    <a:pt x="817778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10310491" y="6684215"/>
              <a:ext cx="97155" cy="206375"/>
            </a:xfrm>
            <a:custGeom>
              <a:avLst/>
              <a:gdLst/>
              <a:ahLst/>
              <a:cxnLst/>
              <a:rect l="l" t="t" r="r" b="b"/>
              <a:pathLst>
                <a:path w="97154" h="206375">
                  <a:moveTo>
                    <a:pt x="96552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52" y="206339"/>
                  </a:lnTo>
                  <a:lnTo>
                    <a:pt x="96552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10430729" y="6684215"/>
              <a:ext cx="97155" cy="206375"/>
            </a:xfrm>
            <a:custGeom>
              <a:avLst/>
              <a:gdLst/>
              <a:ahLst/>
              <a:cxnLst/>
              <a:rect l="l" t="t" r="r" b="b"/>
              <a:pathLst>
                <a:path w="97154" h="206375">
                  <a:moveTo>
                    <a:pt x="96552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52" y="206339"/>
                  </a:lnTo>
                  <a:lnTo>
                    <a:pt x="965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10550918" y="6684219"/>
              <a:ext cx="217170" cy="206375"/>
            </a:xfrm>
            <a:custGeom>
              <a:avLst/>
              <a:gdLst/>
              <a:ahLst/>
              <a:cxnLst/>
              <a:rect l="l" t="t" r="r" b="b"/>
              <a:pathLst>
                <a:path w="217170" h="206375">
                  <a:moveTo>
                    <a:pt x="96520" y="0"/>
                  </a:moveTo>
                  <a:lnTo>
                    <a:pt x="0" y="0"/>
                  </a:lnTo>
                  <a:lnTo>
                    <a:pt x="0" y="206336"/>
                  </a:lnTo>
                  <a:lnTo>
                    <a:pt x="96520" y="206336"/>
                  </a:lnTo>
                  <a:lnTo>
                    <a:pt x="96520" y="0"/>
                  </a:lnTo>
                  <a:close/>
                </a:path>
                <a:path w="217170" h="206375">
                  <a:moveTo>
                    <a:pt x="216763" y="0"/>
                  </a:moveTo>
                  <a:lnTo>
                    <a:pt x="120230" y="0"/>
                  </a:lnTo>
                  <a:lnTo>
                    <a:pt x="120230" y="206336"/>
                  </a:lnTo>
                  <a:lnTo>
                    <a:pt x="216763" y="206336"/>
                  </a:lnTo>
                  <a:lnTo>
                    <a:pt x="21676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10791342" y="6452647"/>
              <a:ext cx="447675" cy="438150"/>
            </a:xfrm>
            <a:custGeom>
              <a:avLst/>
              <a:gdLst/>
              <a:ahLst/>
              <a:cxnLst/>
              <a:rect l="l" t="t" r="r" b="b"/>
              <a:pathLst>
                <a:path w="447675" h="438150">
                  <a:moveTo>
                    <a:pt x="96532" y="231571"/>
                  </a:moveTo>
                  <a:lnTo>
                    <a:pt x="0" y="231571"/>
                  </a:lnTo>
                  <a:lnTo>
                    <a:pt x="0" y="437908"/>
                  </a:lnTo>
                  <a:lnTo>
                    <a:pt x="96532" y="437908"/>
                  </a:lnTo>
                  <a:lnTo>
                    <a:pt x="96532" y="231571"/>
                  </a:lnTo>
                  <a:close/>
                </a:path>
                <a:path w="447675" h="438150">
                  <a:moveTo>
                    <a:pt x="216750" y="231571"/>
                  </a:moveTo>
                  <a:lnTo>
                    <a:pt x="120167" y="231571"/>
                  </a:lnTo>
                  <a:lnTo>
                    <a:pt x="120167" y="437908"/>
                  </a:lnTo>
                  <a:lnTo>
                    <a:pt x="216750" y="437908"/>
                  </a:lnTo>
                  <a:lnTo>
                    <a:pt x="216750" y="231571"/>
                  </a:lnTo>
                  <a:close/>
                </a:path>
                <a:path w="447675" h="438150">
                  <a:moveTo>
                    <a:pt x="447624" y="0"/>
                  </a:moveTo>
                  <a:lnTo>
                    <a:pt x="351091" y="0"/>
                  </a:lnTo>
                  <a:lnTo>
                    <a:pt x="351091" y="206336"/>
                  </a:lnTo>
                  <a:lnTo>
                    <a:pt x="447624" y="206336"/>
                  </a:lnTo>
                  <a:lnTo>
                    <a:pt x="447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11262641" y="6452641"/>
              <a:ext cx="97155" cy="206375"/>
            </a:xfrm>
            <a:custGeom>
              <a:avLst/>
              <a:gdLst/>
              <a:ahLst/>
              <a:cxnLst/>
              <a:rect l="l" t="t" r="r" b="b"/>
              <a:pathLst>
                <a:path w="97154" h="206375">
                  <a:moveTo>
                    <a:pt x="96552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52" y="206339"/>
                  </a:lnTo>
                  <a:lnTo>
                    <a:pt x="96552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 descr=""/>
            <p:cNvSpPr/>
            <p:nvPr/>
          </p:nvSpPr>
          <p:spPr>
            <a:xfrm>
              <a:off x="11382846" y="6452641"/>
              <a:ext cx="97155" cy="206375"/>
            </a:xfrm>
            <a:custGeom>
              <a:avLst/>
              <a:gdLst/>
              <a:ahLst/>
              <a:cxnLst/>
              <a:rect l="l" t="t" r="r" b="b"/>
              <a:pathLst>
                <a:path w="97154" h="206375">
                  <a:moveTo>
                    <a:pt x="96552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52" y="206339"/>
                  </a:lnTo>
                  <a:lnTo>
                    <a:pt x="965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11503042" y="6452641"/>
              <a:ext cx="97155" cy="206375"/>
            </a:xfrm>
            <a:custGeom>
              <a:avLst/>
              <a:gdLst/>
              <a:ahLst/>
              <a:cxnLst/>
              <a:rect l="l" t="t" r="r" b="b"/>
              <a:pathLst>
                <a:path w="97154" h="206375">
                  <a:moveTo>
                    <a:pt x="96583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83" y="206339"/>
                  </a:lnTo>
                  <a:lnTo>
                    <a:pt x="96583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11623268" y="6452647"/>
              <a:ext cx="217170" cy="206375"/>
            </a:xfrm>
            <a:custGeom>
              <a:avLst/>
              <a:gdLst/>
              <a:ahLst/>
              <a:cxnLst/>
              <a:rect l="l" t="t" r="r" b="b"/>
              <a:pathLst>
                <a:path w="217170" h="206375">
                  <a:moveTo>
                    <a:pt x="96520" y="0"/>
                  </a:moveTo>
                  <a:lnTo>
                    <a:pt x="0" y="0"/>
                  </a:lnTo>
                  <a:lnTo>
                    <a:pt x="0" y="206336"/>
                  </a:lnTo>
                  <a:lnTo>
                    <a:pt x="96520" y="206336"/>
                  </a:lnTo>
                  <a:lnTo>
                    <a:pt x="96520" y="0"/>
                  </a:lnTo>
                  <a:close/>
                </a:path>
                <a:path w="217170" h="206375">
                  <a:moveTo>
                    <a:pt x="216725" y="0"/>
                  </a:moveTo>
                  <a:lnTo>
                    <a:pt x="120205" y="0"/>
                  </a:lnTo>
                  <a:lnTo>
                    <a:pt x="120205" y="206336"/>
                  </a:lnTo>
                  <a:lnTo>
                    <a:pt x="216725" y="206336"/>
                  </a:lnTo>
                  <a:lnTo>
                    <a:pt x="2167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11863701" y="6452641"/>
              <a:ext cx="96520" cy="206375"/>
            </a:xfrm>
            <a:custGeom>
              <a:avLst/>
              <a:gdLst/>
              <a:ahLst/>
              <a:cxnLst/>
              <a:rect l="l" t="t" r="r" b="b"/>
              <a:pathLst>
                <a:path w="96520" h="206375">
                  <a:moveTo>
                    <a:pt x="96520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20" y="206339"/>
                  </a:lnTo>
                  <a:lnTo>
                    <a:pt x="9652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 descr=""/>
            <p:cNvSpPr/>
            <p:nvPr/>
          </p:nvSpPr>
          <p:spPr>
            <a:xfrm>
              <a:off x="11142445" y="6684215"/>
              <a:ext cx="96520" cy="206375"/>
            </a:xfrm>
            <a:custGeom>
              <a:avLst/>
              <a:gdLst/>
              <a:ahLst/>
              <a:cxnLst/>
              <a:rect l="l" t="t" r="r" b="b"/>
              <a:pathLst>
                <a:path w="96520" h="206375">
                  <a:moveTo>
                    <a:pt x="96520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20" y="206339"/>
                  </a:lnTo>
                  <a:lnTo>
                    <a:pt x="96520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 descr=""/>
            <p:cNvSpPr/>
            <p:nvPr/>
          </p:nvSpPr>
          <p:spPr>
            <a:xfrm>
              <a:off x="11262641" y="6684215"/>
              <a:ext cx="97155" cy="206375"/>
            </a:xfrm>
            <a:custGeom>
              <a:avLst/>
              <a:gdLst/>
              <a:ahLst/>
              <a:cxnLst/>
              <a:rect l="l" t="t" r="r" b="b"/>
              <a:pathLst>
                <a:path w="97154" h="206375">
                  <a:moveTo>
                    <a:pt x="96552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52" y="206339"/>
                  </a:lnTo>
                  <a:lnTo>
                    <a:pt x="9655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11382846" y="6684215"/>
              <a:ext cx="97155" cy="206375"/>
            </a:xfrm>
            <a:custGeom>
              <a:avLst/>
              <a:gdLst/>
              <a:ahLst/>
              <a:cxnLst/>
              <a:rect l="l" t="t" r="r" b="b"/>
              <a:pathLst>
                <a:path w="97154" h="206375">
                  <a:moveTo>
                    <a:pt x="96552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52" y="206339"/>
                  </a:lnTo>
                  <a:lnTo>
                    <a:pt x="965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11503042" y="6684215"/>
              <a:ext cx="97155" cy="206375"/>
            </a:xfrm>
            <a:custGeom>
              <a:avLst/>
              <a:gdLst/>
              <a:ahLst/>
              <a:cxnLst/>
              <a:rect l="l" t="t" r="r" b="b"/>
              <a:pathLst>
                <a:path w="97154" h="206375">
                  <a:moveTo>
                    <a:pt x="96583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83" y="206339"/>
                  </a:lnTo>
                  <a:lnTo>
                    <a:pt x="96583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11623279" y="6684215"/>
              <a:ext cx="96520" cy="206375"/>
            </a:xfrm>
            <a:custGeom>
              <a:avLst/>
              <a:gdLst/>
              <a:ahLst/>
              <a:cxnLst/>
              <a:rect l="l" t="t" r="r" b="b"/>
              <a:pathLst>
                <a:path w="96520" h="206375">
                  <a:moveTo>
                    <a:pt x="96520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20" y="206339"/>
                  </a:lnTo>
                  <a:lnTo>
                    <a:pt x="96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11743474" y="6684215"/>
              <a:ext cx="96520" cy="206375"/>
            </a:xfrm>
            <a:custGeom>
              <a:avLst/>
              <a:gdLst/>
              <a:ahLst/>
              <a:cxnLst/>
              <a:rect l="l" t="t" r="r" b="b"/>
              <a:pathLst>
                <a:path w="96520" h="206375">
                  <a:moveTo>
                    <a:pt x="96520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20" y="206339"/>
                  </a:lnTo>
                  <a:lnTo>
                    <a:pt x="96520" y="0"/>
                  </a:lnTo>
                  <a:close/>
                </a:path>
              </a:pathLst>
            </a:custGeom>
            <a:solidFill>
              <a:srgbClr val="E0E8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11863701" y="6684215"/>
              <a:ext cx="96520" cy="206375"/>
            </a:xfrm>
            <a:custGeom>
              <a:avLst/>
              <a:gdLst/>
              <a:ahLst/>
              <a:cxnLst/>
              <a:rect l="l" t="t" r="r" b="b"/>
              <a:pathLst>
                <a:path w="96520" h="206375">
                  <a:moveTo>
                    <a:pt x="96520" y="0"/>
                  </a:moveTo>
                  <a:lnTo>
                    <a:pt x="0" y="0"/>
                  </a:lnTo>
                  <a:lnTo>
                    <a:pt x="0" y="206339"/>
                  </a:lnTo>
                  <a:lnTo>
                    <a:pt x="96520" y="206339"/>
                  </a:lnTo>
                  <a:lnTo>
                    <a:pt x="96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4" name="object 404" descr=""/>
          <p:cNvSpPr/>
          <p:nvPr/>
        </p:nvSpPr>
        <p:spPr>
          <a:xfrm>
            <a:off x="10054006" y="4636674"/>
            <a:ext cx="796290" cy="329565"/>
          </a:xfrm>
          <a:custGeom>
            <a:avLst/>
            <a:gdLst/>
            <a:ahLst/>
            <a:cxnLst/>
            <a:rect l="l" t="t" r="r" b="b"/>
            <a:pathLst>
              <a:path w="796290" h="329564">
                <a:moveTo>
                  <a:pt x="796188" y="113334"/>
                </a:moveTo>
                <a:lnTo>
                  <a:pt x="786866" y="69227"/>
                </a:lnTo>
                <a:lnTo>
                  <a:pt x="761466" y="33210"/>
                </a:lnTo>
                <a:lnTo>
                  <a:pt x="723773" y="8915"/>
                </a:lnTo>
                <a:lnTo>
                  <a:pt x="677621" y="0"/>
                </a:lnTo>
                <a:lnTo>
                  <a:pt x="631494" y="8915"/>
                </a:lnTo>
                <a:lnTo>
                  <a:pt x="593826" y="33210"/>
                </a:lnTo>
                <a:lnTo>
                  <a:pt x="568426" y="69227"/>
                </a:lnTo>
                <a:lnTo>
                  <a:pt x="559117" y="113334"/>
                </a:lnTo>
                <a:lnTo>
                  <a:pt x="561124" y="122847"/>
                </a:lnTo>
                <a:lnTo>
                  <a:pt x="560514" y="122453"/>
                </a:lnTo>
                <a:lnTo>
                  <a:pt x="521576" y="114935"/>
                </a:lnTo>
                <a:lnTo>
                  <a:pt x="497446" y="119595"/>
                </a:lnTo>
                <a:lnTo>
                  <a:pt x="500875" y="103403"/>
                </a:lnTo>
                <a:lnTo>
                  <a:pt x="494017" y="70904"/>
                </a:lnTo>
                <a:lnTo>
                  <a:pt x="475310" y="44373"/>
                </a:lnTo>
                <a:lnTo>
                  <a:pt x="447560" y="26479"/>
                </a:lnTo>
                <a:lnTo>
                  <a:pt x="413562" y="19913"/>
                </a:lnTo>
                <a:lnTo>
                  <a:pt x="379603" y="26479"/>
                </a:lnTo>
                <a:lnTo>
                  <a:pt x="351853" y="44373"/>
                </a:lnTo>
                <a:lnTo>
                  <a:pt x="333146" y="70904"/>
                </a:lnTo>
                <a:lnTo>
                  <a:pt x="326288" y="103403"/>
                </a:lnTo>
                <a:lnTo>
                  <a:pt x="329806" y="120091"/>
                </a:lnTo>
                <a:lnTo>
                  <a:pt x="315480" y="129324"/>
                </a:lnTo>
                <a:lnTo>
                  <a:pt x="304253" y="113398"/>
                </a:lnTo>
                <a:lnTo>
                  <a:pt x="280339" y="97980"/>
                </a:lnTo>
                <a:lnTo>
                  <a:pt x="251066" y="92316"/>
                </a:lnTo>
                <a:lnTo>
                  <a:pt x="221792" y="97980"/>
                </a:lnTo>
                <a:lnTo>
                  <a:pt x="197891" y="113398"/>
                </a:lnTo>
                <a:lnTo>
                  <a:pt x="181775" y="136258"/>
                </a:lnTo>
                <a:lnTo>
                  <a:pt x="181368" y="138163"/>
                </a:lnTo>
                <a:lnTo>
                  <a:pt x="167386" y="129133"/>
                </a:lnTo>
                <a:lnTo>
                  <a:pt x="142595" y="124358"/>
                </a:lnTo>
                <a:lnTo>
                  <a:pt x="117792" y="129133"/>
                </a:lnTo>
                <a:lnTo>
                  <a:pt x="97536" y="142189"/>
                </a:lnTo>
                <a:lnTo>
                  <a:pt x="83883" y="161556"/>
                </a:lnTo>
                <a:lnTo>
                  <a:pt x="83756" y="162166"/>
                </a:lnTo>
                <a:lnTo>
                  <a:pt x="67538" y="159016"/>
                </a:lnTo>
                <a:lnTo>
                  <a:pt x="48285" y="162737"/>
                </a:lnTo>
                <a:lnTo>
                  <a:pt x="32562" y="172872"/>
                </a:lnTo>
                <a:lnTo>
                  <a:pt x="21958" y="187896"/>
                </a:lnTo>
                <a:lnTo>
                  <a:pt x="18072" y="206298"/>
                </a:lnTo>
                <a:lnTo>
                  <a:pt x="21958" y="224713"/>
                </a:lnTo>
                <a:lnTo>
                  <a:pt x="32562" y="239737"/>
                </a:lnTo>
                <a:lnTo>
                  <a:pt x="42900" y="246418"/>
                </a:lnTo>
                <a:lnTo>
                  <a:pt x="34886" y="244856"/>
                </a:lnTo>
                <a:lnTo>
                  <a:pt x="21297" y="247484"/>
                </a:lnTo>
                <a:lnTo>
                  <a:pt x="10210" y="254635"/>
                </a:lnTo>
                <a:lnTo>
                  <a:pt x="2730" y="265252"/>
                </a:lnTo>
                <a:lnTo>
                  <a:pt x="0" y="278244"/>
                </a:lnTo>
                <a:lnTo>
                  <a:pt x="2730" y="291236"/>
                </a:lnTo>
                <a:lnTo>
                  <a:pt x="10210" y="301853"/>
                </a:lnTo>
                <a:lnTo>
                  <a:pt x="21297" y="309003"/>
                </a:lnTo>
                <a:lnTo>
                  <a:pt x="34886" y="311632"/>
                </a:lnTo>
                <a:lnTo>
                  <a:pt x="48475" y="309003"/>
                </a:lnTo>
                <a:lnTo>
                  <a:pt x="59575" y="301853"/>
                </a:lnTo>
                <a:lnTo>
                  <a:pt x="67056" y="291236"/>
                </a:lnTo>
                <a:lnTo>
                  <a:pt x="69799" y="278244"/>
                </a:lnTo>
                <a:lnTo>
                  <a:pt x="67056" y="265252"/>
                </a:lnTo>
                <a:lnTo>
                  <a:pt x="59575" y="254635"/>
                </a:lnTo>
                <a:lnTo>
                  <a:pt x="53848" y="250952"/>
                </a:lnTo>
                <a:lnTo>
                  <a:pt x="67538" y="253593"/>
                </a:lnTo>
                <a:lnTo>
                  <a:pt x="86766" y="249872"/>
                </a:lnTo>
                <a:lnTo>
                  <a:pt x="102476" y="239737"/>
                </a:lnTo>
                <a:lnTo>
                  <a:pt x="106451" y="234099"/>
                </a:lnTo>
                <a:lnTo>
                  <a:pt x="117792" y="241401"/>
                </a:lnTo>
                <a:lnTo>
                  <a:pt x="142595" y="246189"/>
                </a:lnTo>
                <a:lnTo>
                  <a:pt x="167386" y="241401"/>
                </a:lnTo>
                <a:lnTo>
                  <a:pt x="181063" y="232587"/>
                </a:lnTo>
                <a:lnTo>
                  <a:pt x="175869" y="257200"/>
                </a:lnTo>
                <a:lnTo>
                  <a:pt x="181775" y="285191"/>
                </a:lnTo>
                <a:lnTo>
                  <a:pt x="197891" y="308051"/>
                </a:lnTo>
                <a:lnTo>
                  <a:pt x="221792" y="323469"/>
                </a:lnTo>
                <a:lnTo>
                  <a:pt x="251066" y="329120"/>
                </a:lnTo>
                <a:lnTo>
                  <a:pt x="280339" y="323469"/>
                </a:lnTo>
                <a:lnTo>
                  <a:pt x="304253" y="308051"/>
                </a:lnTo>
                <a:lnTo>
                  <a:pt x="320382" y="285191"/>
                </a:lnTo>
                <a:lnTo>
                  <a:pt x="323176" y="271970"/>
                </a:lnTo>
                <a:lnTo>
                  <a:pt x="329933" y="276313"/>
                </a:lnTo>
                <a:lnTo>
                  <a:pt x="364464" y="282981"/>
                </a:lnTo>
                <a:lnTo>
                  <a:pt x="398983" y="276313"/>
                </a:lnTo>
                <a:lnTo>
                  <a:pt x="427177" y="258127"/>
                </a:lnTo>
                <a:lnTo>
                  <a:pt x="431888" y="251434"/>
                </a:lnTo>
                <a:lnTo>
                  <a:pt x="450824" y="278269"/>
                </a:lnTo>
                <a:lnTo>
                  <a:pt x="482625" y="298780"/>
                </a:lnTo>
                <a:lnTo>
                  <a:pt x="521576" y="306311"/>
                </a:lnTo>
                <a:lnTo>
                  <a:pt x="560514" y="298780"/>
                </a:lnTo>
                <a:lnTo>
                  <a:pt x="592328" y="278269"/>
                </a:lnTo>
                <a:lnTo>
                  <a:pt x="613791" y="247853"/>
                </a:lnTo>
                <a:lnTo>
                  <a:pt x="621512" y="211340"/>
                </a:lnTo>
                <a:lnTo>
                  <a:pt x="631494" y="217766"/>
                </a:lnTo>
                <a:lnTo>
                  <a:pt x="677621" y="226669"/>
                </a:lnTo>
                <a:lnTo>
                  <a:pt x="723773" y="217766"/>
                </a:lnTo>
                <a:lnTo>
                  <a:pt x="761466" y="193471"/>
                </a:lnTo>
                <a:lnTo>
                  <a:pt x="786866" y="157441"/>
                </a:lnTo>
                <a:lnTo>
                  <a:pt x="796188" y="113334"/>
                </a:lnTo>
                <a:close/>
              </a:path>
            </a:pathLst>
          </a:custGeom>
          <a:solidFill>
            <a:srgbClr val="B7E2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5" name="object 405" descr=""/>
          <p:cNvSpPr/>
          <p:nvPr/>
        </p:nvSpPr>
        <p:spPr>
          <a:xfrm>
            <a:off x="11094542" y="4613446"/>
            <a:ext cx="956944" cy="365125"/>
          </a:xfrm>
          <a:custGeom>
            <a:avLst/>
            <a:gdLst/>
            <a:ahLst/>
            <a:cxnLst/>
            <a:rect l="l" t="t" r="r" b="b"/>
            <a:pathLst>
              <a:path w="956945" h="365125">
                <a:moveTo>
                  <a:pt x="956691" y="113347"/>
                </a:moveTo>
                <a:lnTo>
                  <a:pt x="947381" y="69240"/>
                </a:lnTo>
                <a:lnTo>
                  <a:pt x="921981" y="33210"/>
                </a:lnTo>
                <a:lnTo>
                  <a:pt x="884313" y="8915"/>
                </a:lnTo>
                <a:lnTo>
                  <a:pt x="838200" y="0"/>
                </a:lnTo>
                <a:lnTo>
                  <a:pt x="792048" y="8915"/>
                </a:lnTo>
                <a:lnTo>
                  <a:pt x="754380" y="33210"/>
                </a:lnTo>
                <a:lnTo>
                  <a:pt x="728967" y="69240"/>
                </a:lnTo>
                <a:lnTo>
                  <a:pt x="726198" y="82308"/>
                </a:lnTo>
                <a:lnTo>
                  <a:pt x="719658" y="81038"/>
                </a:lnTo>
                <a:lnTo>
                  <a:pt x="682917" y="88138"/>
                </a:lnTo>
                <a:lnTo>
                  <a:pt x="674268" y="93713"/>
                </a:lnTo>
                <a:lnTo>
                  <a:pt x="654659" y="65887"/>
                </a:lnTo>
                <a:lnTo>
                  <a:pt x="616991" y="41605"/>
                </a:lnTo>
                <a:lnTo>
                  <a:pt x="570865" y="32689"/>
                </a:lnTo>
                <a:lnTo>
                  <a:pt x="549186" y="36880"/>
                </a:lnTo>
                <a:lnTo>
                  <a:pt x="545299" y="31356"/>
                </a:lnTo>
                <a:lnTo>
                  <a:pt x="517550" y="13462"/>
                </a:lnTo>
                <a:lnTo>
                  <a:pt x="483565" y="6896"/>
                </a:lnTo>
                <a:lnTo>
                  <a:pt x="449592" y="13462"/>
                </a:lnTo>
                <a:lnTo>
                  <a:pt x="421855" y="31356"/>
                </a:lnTo>
                <a:lnTo>
                  <a:pt x="403161" y="57886"/>
                </a:lnTo>
                <a:lnTo>
                  <a:pt x="396303" y="90373"/>
                </a:lnTo>
                <a:lnTo>
                  <a:pt x="403161" y="122859"/>
                </a:lnTo>
                <a:lnTo>
                  <a:pt x="421855" y="149390"/>
                </a:lnTo>
                <a:lnTo>
                  <a:pt x="441363" y="161975"/>
                </a:lnTo>
                <a:lnTo>
                  <a:pt x="415074" y="156895"/>
                </a:lnTo>
                <a:lnTo>
                  <a:pt x="380530" y="163563"/>
                </a:lnTo>
                <a:lnTo>
                  <a:pt x="366725" y="172466"/>
                </a:lnTo>
                <a:lnTo>
                  <a:pt x="362521" y="152488"/>
                </a:lnTo>
                <a:lnTo>
                  <a:pt x="346405" y="129616"/>
                </a:lnTo>
                <a:lnTo>
                  <a:pt x="322503" y="114198"/>
                </a:lnTo>
                <a:lnTo>
                  <a:pt x="293230" y="108534"/>
                </a:lnTo>
                <a:lnTo>
                  <a:pt x="263931" y="114198"/>
                </a:lnTo>
                <a:lnTo>
                  <a:pt x="240017" y="129616"/>
                </a:lnTo>
                <a:lnTo>
                  <a:pt x="223913" y="152488"/>
                </a:lnTo>
                <a:lnTo>
                  <a:pt x="217995" y="180479"/>
                </a:lnTo>
                <a:lnTo>
                  <a:pt x="223913" y="208470"/>
                </a:lnTo>
                <a:lnTo>
                  <a:pt x="234721" y="223837"/>
                </a:lnTo>
                <a:lnTo>
                  <a:pt x="221830" y="226326"/>
                </a:lnTo>
                <a:lnTo>
                  <a:pt x="202476" y="238810"/>
                </a:lnTo>
                <a:lnTo>
                  <a:pt x="206311" y="220675"/>
                </a:lnTo>
                <a:lnTo>
                  <a:pt x="201307" y="196964"/>
                </a:lnTo>
                <a:lnTo>
                  <a:pt x="187655" y="177596"/>
                </a:lnTo>
                <a:lnTo>
                  <a:pt x="167398" y="164528"/>
                </a:lnTo>
                <a:lnTo>
                  <a:pt x="142595" y="159740"/>
                </a:lnTo>
                <a:lnTo>
                  <a:pt x="117805" y="164528"/>
                </a:lnTo>
                <a:lnTo>
                  <a:pt x="97548" y="177596"/>
                </a:lnTo>
                <a:lnTo>
                  <a:pt x="83896" y="196964"/>
                </a:lnTo>
                <a:lnTo>
                  <a:pt x="83769" y="197573"/>
                </a:lnTo>
                <a:lnTo>
                  <a:pt x="67525" y="194437"/>
                </a:lnTo>
                <a:lnTo>
                  <a:pt x="48298" y="198145"/>
                </a:lnTo>
                <a:lnTo>
                  <a:pt x="32588" y="208280"/>
                </a:lnTo>
                <a:lnTo>
                  <a:pt x="21996" y="223316"/>
                </a:lnTo>
                <a:lnTo>
                  <a:pt x="18110" y="241706"/>
                </a:lnTo>
                <a:lnTo>
                  <a:pt x="21996" y="260121"/>
                </a:lnTo>
                <a:lnTo>
                  <a:pt x="32588" y="275145"/>
                </a:lnTo>
                <a:lnTo>
                  <a:pt x="42887" y="281800"/>
                </a:lnTo>
                <a:lnTo>
                  <a:pt x="34925" y="280263"/>
                </a:lnTo>
                <a:lnTo>
                  <a:pt x="21348" y="282879"/>
                </a:lnTo>
                <a:lnTo>
                  <a:pt x="10248" y="290042"/>
                </a:lnTo>
                <a:lnTo>
                  <a:pt x="2755" y="300647"/>
                </a:lnTo>
                <a:lnTo>
                  <a:pt x="0" y="313639"/>
                </a:lnTo>
                <a:lnTo>
                  <a:pt x="2755" y="326644"/>
                </a:lnTo>
                <a:lnTo>
                  <a:pt x="10248" y="337248"/>
                </a:lnTo>
                <a:lnTo>
                  <a:pt x="21348" y="344411"/>
                </a:lnTo>
                <a:lnTo>
                  <a:pt x="34925" y="347027"/>
                </a:lnTo>
                <a:lnTo>
                  <a:pt x="48526" y="344411"/>
                </a:lnTo>
                <a:lnTo>
                  <a:pt x="59626" y="337248"/>
                </a:lnTo>
                <a:lnTo>
                  <a:pt x="67106" y="326644"/>
                </a:lnTo>
                <a:lnTo>
                  <a:pt x="69837" y="313639"/>
                </a:lnTo>
                <a:lnTo>
                  <a:pt x="67106" y="300647"/>
                </a:lnTo>
                <a:lnTo>
                  <a:pt x="59626" y="290042"/>
                </a:lnTo>
                <a:lnTo>
                  <a:pt x="53936" y="286372"/>
                </a:lnTo>
                <a:lnTo>
                  <a:pt x="67525" y="289001"/>
                </a:lnTo>
                <a:lnTo>
                  <a:pt x="86779" y="285280"/>
                </a:lnTo>
                <a:lnTo>
                  <a:pt x="102501" y="275145"/>
                </a:lnTo>
                <a:lnTo>
                  <a:pt x="106476" y="269519"/>
                </a:lnTo>
                <a:lnTo>
                  <a:pt x="117805" y="276809"/>
                </a:lnTo>
                <a:lnTo>
                  <a:pt x="142595" y="281597"/>
                </a:lnTo>
                <a:lnTo>
                  <a:pt x="167398" y="276809"/>
                </a:lnTo>
                <a:lnTo>
                  <a:pt x="181063" y="267995"/>
                </a:lnTo>
                <a:lnTo>
                  <a:pt x="175882" y="292608"/>
                </a:lnTo>
                <a:lnTo>
                  <a:pt x="181787" y="320598"/>
                </a:lnTo>
                <a:lnTo>
                  <a:pt x="197916" y="343458"/>
                </a:lnTo>
                <a:lnTo>
                  <a:pt x="221830" y="358863"/>
                </a:lnTo>
                <a:lnTo>
                  <a:pt x="251117" y="364528"/>
                </a:lnTo>
                <a:lnTo>
                  <a:pt x="280377" y="358863"/>
                </a:lnTo>
                <a:lnTo>
                  <a:pt x="304292" y="343458"/>
                </a:lnTo>
                <a:lnTo>
                  <a:pt x="320421" y="320598"/>
                </a:lnTo>
                <a:lnTo>
                  <a:pt x="326339" y="292608"/>
                </a:lnTo>
                <a:lnTo>
                  <a:pt x="320421" y="264617"/>
                </a:lnTo>
                <a:lnTo>
                  <a:pt x="309575" y="249262"/>
                </a:lnTo>
                <a:lnTo>
                  <a:pt x="322503" y="246761"/>
                </a:lnTo>
                <a:lnTo>
                  <a:pt x="326809" y="243979"/>
                </a:lnTo>
                <a:lnTo>
                  <a:pt x="333311" y="274726"/>
                </a:lnTo>
                <a:lnTo>
                  <a:pt x="352336" y="301688"/>
                </a:lnTo>
                <a:lnTo>
                  <a:pt x="380530" y="319874"/>
                </a:lnTo>
                <a:lnTo>
                  <a:pt x="415074" y="326542"/>
                </a:lnTo>
                <a:lnTo>
                  <a:pt x="449580" y="319874"/>
                </a:lnTo>
                <a:lnTo>
                  <a:pt x="477774" y="301688"/>
                </a:lnTo>
                <a:lnTo>
                  <a:pt x="496798" y="274726"/>
                </a:lnTo>
                <a:lnTo>
                  <a:pt x="501472" y="252564"/>
                </a:lnTo>
                <a:lnTo>
                  <a:pt x="507060" y="278955"/>
                </a:lnTo>
                <a:lnTo>
                  <a:pt x="528497" y="309372"/>
                </a:lnTo>
                <a:lnTo>
                  <a:pt x="560311" y="329882"/>
                </a:lnTo>
                <a:lnTo>
                  <a:pt x="599287" y="337400"/>
                </a:lnTo>
                <a:lnTo>
                  <a:pt x="638200" y="329882"/>
                </a:lnTo>
                <a:lnTo>
                  <a:pt x="670001" y="309372"/>
                </a:lnTo>
                <a:lnTo>
                  <a:pt x="691438" y="278955"/>
                </a:lnTo>
                <a:lnTo>
                  <a:pt x="696074" y="257009"/>
                </a:lnTo>
                <a:lnTo>
                  <a:pt x="719658" y="261556"/>
                </a:lnTo>
                <a:lnTo>
                  <a:pt x="756399" y="254457"/>
                </a:lnTo>
                <a:lnTo>
                  <a:pt x="786422" y="235102"/>
                </a:lnTo>
                <a:lnTo>
                  <a:pt x="797852" y="218897"/>
                </a:lnTo>
                <a:lnTo>
                  <a:pt x="838200" y="226669"/>
                </a:lnTo>
                <a:lnTo>
                  <a:pt x="884313" y="217766"/>
                </a:lnTo>
                <a:lnTo>
                  <a:pt x="921981" y="193471"/>
                </a:lnTo>
                <a:lnTo>
                  <a:pt x="947381" y="157454"/>
                </a:lnTo>
                <a:lnTo>
                  <a:pt x="956691" y="113347"/>
                </a:lnTo>
                <a:close/>
              </a:path>
            </a:pathLst>
          </a:custGeom>
          <a:solidFill>
            <a:srgbClr val="D1EC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6" name="object 406" descr=""/>
          <p:cNvGrpSpPr/>
          <p:nvPr/>
        </p:nvGrpSpPr>
        <p:grpSpPr>
          <a:xfrm>
            <a:off x="15335104" y="1684057"/>
            <a:ext cx="2353310" cy="2427605"/>
            <a:chOff x="15335104" y="1684057"/>
            <a:chExt cx="2353310" cy="2427605"/>
          </a:xfrm>
        </p:grpSpPr>
        <p:sp>
          <p:nvSpPr>
            <p:cNvPr id="407" name="object 407" descr=""/>
            <p:cNvSpPr/>
            <p:nvPr/>
          </p:nvSpPr>
          <p:spPr>
            <a:xfrm>
              <a:off x="15960320" y="2639718"/>
              <a:ext cx="781685" cy="1273810"/>
            </a:xfrm>
            <a:custGeom>
              <a:avLst/>
              <a:gdLst/>
              <a:ahLst/>
              <a:cxnLst/>
              <a:rect l="l" t="t" r="r" b="b"/>
              <a:pathLst>
                <a:path w="781684" h="1273810">
                  <a:moveTo>
                    <a:pt x="296242" y="285509"/>
                  </a:moveTo>
                  <a:lnTo>
                    <a:pt x="236254" y="285509"/>
                  </a:lnTo>
                  <a:lnTo>
                    <a:pt x="0" y="1273647"/>
                  </a:lnTo>
                  <a:lnTo>
                    <a:pt x="59935" y="1273647"/>
                  </a:lnTo>
                  <a:lnTo>
                    <a:pt x="91274" y="1142750"/>
                  </a:lnTo>
                  <a:lnTo>
                    <a:pt x="180121" y="1105777"/>
                  </a:lnTo>
                  <a:lnTo>
                    <a:pt x="100091" y="1105777"/>
                  </a:lnTo>
                  <a:lnTo>
                    <a:pt x="152340" y="887250"/>
                  </a:lnTo>
                  <a:lnTo>
                    <a:pt x="688687" y="887250"/>
                  </a:lnTo>
                  <a:lnTo>
                    <a:pt x="676520" y="836361"/>
                  </a:lnTo>
                  <a:lnTo>
                    <a:pt x="201763" y="836361"/>
                  </a:lnTo>
                  <a:lnTo>
                    <a:pt x="229348" y="820153"/>
                  </a:lnTo>
                  <a:lnTo>
                    <a:pt x="168403" y="820153"/>
                  </a:lnTo>
                  <a:lnTo>
                    <a:pt x="219239" y="607573"/>
                  </a:lnTo>
                  <a:lnTo>
                    <a:pt x="621816" y="607573"/>
                  </a:lnTo>
                  <a:lnTo>
                    <a:pt x="609648" y="556684"/>
                  </a:lnTo>
                  <a:lnTo>
                    <a:pt x="243238" y="556684"/>
                  </a:lnTo>
                  <a:lnTo>
                    <a:pt x="285313" y="513366"/>
                  </a:lnTo>
                  <a:lnTo>
                    <a:pt x="241751" y="513366"/>
                  </a:lnTo>
                  <a:lnTo>
                    <a:pt x="296242" y="285509"/>
                  </a:lnTo>
                  <a:close/>
                </a:path>
                <a:path w="781684" h="1273810">
                  <a:moveTo>
                    <a:pt x="695617" y="916233"/>
                  </a:moveTo>
                  <a:lnTo>
                    <a:pt x="635603" y="916233"/>
                  </a:lnTo>
                  <a:lnTo>
                    <a:pt x="721087" y="1273647"/>
                  </a:lnTo>
                  <a:lnTo>
                    <a:pt x="781075" y="1273647"/>
                  </a:lnTo>
                  <a:lnTo>
                    <a:pt x="695617" y="916233"/>
                  </a:lnTo>
                  <a:close/>
                </a:path>
                <a:path w="781684" h="1273810">
                  <a:moveTo>
                    <a:pt x="688687" y="887250"/>
                  </a:moveTo>
                  <a:lnTo>
                    <a:pt x="625279" y="887250"/>
                  </a:lnTo>
                  <a:lnTo>
                    <a:pt x="100091" y="1105777"/>
                  </a:lnTo>
                  <a:lnTo>
                    <a:pt x="180121" y="1105777"/>
                  </a:lnTo>
                  <a:lnTo>
                    <a:pt x="635603" y="916233"/>
                  </a:lnTo>
                  <a:lnTo>
                    <a:pt x="695617" y="916233"/>
                  </a:lnTo>
                  <a:lnTo>
                    <a:pt x="688687" y="887250"/>
                  </a:lnTo>
                  <a:close/>
                </a:path>
                <a:path w="781684" h="1273810">
                  <a:moveTo>
                    <a:pt x="625426" y="622672"/>
                  </a:moveTo>
                  <a:lnTo>
                    <a:pt x="565427" y="622672"/>
                  </a:lnTo>
                  <a:lnTo>
                    <a:pt x="616515" y="836361"/>
                  </a:lnTo>
                  <a:lnTo>
                    <a:pt x="676520" y="836361"/>
                  </a:lnTo>
                  <a:lnTo>
                    <a:pt x="625426" y="622672"/>
                  </a:lnTo>
                  <a:close/>
                </a:path>
                <a:path w="781684" h="1273810">
                  <a:moveTo>
                    <a:pt x="621816" y="607573"/>
                  </a:moveTo>
                  <a:lnTo>
                    <a:pt x="530224" y="607573"/>
                  </a:lnTo>
                  <a:lnTo>
                    <a:pt x="168403" y="820153"/>
                  </a:lnTo>
                  <a:lnTo>
                    <a:pt x="229348" y="820153"/>
                  </a:lnTo>
                  <a:lnTo>
                    <a:pt x="565427" y="622672"/>
                  </a:lnTo>
                  <a:lnTo>
                    <a:pt x="625426" y="622672"/>
                  </a:lnTo>
                  <a:lnTo>
                    <a:pt x="621816" y="607573"/>
                  </a:lnTo>
                  <a:close/>
                </a:path>
                <a:path w="781684" h="1273810">
                  <a:moveTo>
                    <a:pt x="549121" y="303540"/>
                  </a:moveTo>
                  <a:lnTo>
                    <a:pt x="489115" y="303540"/>
                  </a:lnTo>
                  <a:lnTo>
                    <a:pt x="549658" y="556684"/>
                  </a:lnTo>
                  <a:lnTo>
                    <a:pt x="609648" y="556684"/>
                  </a:lnTo>
                  <a:lnTo>
                    <a:pt x="549121" y="303540"/>
                  </a:lnTo>
                  <a:close/>
                </a:path>
                <a:path w="781684" h="1273810">
                  <a:moveTo>
                    <a:pt x="544810" y="285509"/>
                  </a:moveTo>
                  <a:lnTo>
                    <a:pt x="463106" y="285509"/>
                  </a:lnTo>
                  <a:lnTo>
                    <a:pt x="241751" y="513366"/>
                  </a:lnTo>
                  <a:lnTo>
                    <a:pt x="285313" y="513366"/>
                  </a:lnTo>
                  <a:lnTo>
                    <a:pt x="489115" y="303540"/>
                  </a:lnTo>
                  <a:lnTo>
                    <a:pt x="549121" y="303540"/>
                  </a:lnTo>
                  <a:lnTo>
                    <a:pt x="544810" y="285509"/>
                  </a:lnTo>
                  <a:close/>
                </a:path>
                <a:path w="781684" h="1273810">
                  <a:moveTo>
                    <a:pt x="586547" y="121933"/>
                  </a:moveTo>
                  <a:lnTo>
                    <a:pt x="194580" y="121933"/>
                  </a:lnTo>
                  <a:lnTo>
                    <a:pt x="194580" y="285509"/>
                  </a:lnTo>
                  <a:lnTo>
                    <a:pt x="586547" y="285509"/>
                  </a:lnTo>
                  <a:lnTo>
                    <a:pt x="586547" y="121933"/>
                  </a:lnTo>
                  <a:close/>
                </a:path>
                <a:path w="781684" h="1273810">
                  <a:moveTo>
                    <a:pt x="476550" y="0"/>
                  </a:moveTo>
                  <a:lnTo>
                    <a:pt x="304514" y="0"/>
                  </a:lnTo>
                  <a:lnTo>
                    <a:pt x="275352" y="121933"/>
                  </a:lnTo>
                  <a:lnTo>
                    <a:pt x="505680" y="121933"/>
                  </a:lnTo>
                  <a:lnTo>
                    <a:pt x="47655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15409139" y="2270308"/>
              <a:ext cx="1832610" cy="1536700"/>
            </a:xfrm>
            <a:custGeom>
              <a:avLst/>
              <a:gdLst/>
              <a:ahLst/>
              <a:cxnLst/>
              <a:rect l="l" t="t" r="r" b="b"/>
              <a:pathLst>
                <a:path w="1832609" h="1536700">
                  <a:moveTo>
                    <a:pt x="1260602" y="1485468"/>
                  </a:moveTo>
                  <a:lnTo>
                    <a:pt x="622884" y="1485468"/>
                  </a:lnTo>
                  <a:lnTo>
                    <a:pt x="622884" y="1536344"/>
                  </a:lnTo>
                  <a:lnTo>
                    <a:pt x="1260602" y="1536344"/>
                  </a:lnTo>
                  <a:lnTo>
                    <a:pt x="1260602" y="1485468"/>
                  </a:lnTo>
                  <a:close/>
                </a:path>
                <a:path w="1832609" h="1536700">
                  <a:moveTo>
                    <a:pt x="1832508" y="125488"/>
                  </a:moveTo>
                  <a:lnTo>
                    <a:pt x="1802244" y="0"/>
                  </a:lnTo>
                  <a:lnTo>
                    <a:pt x="0" y="393814"/>
                  </a:lnTo>
                  <a:lnTo>
                    <a:pt x="30251" y="519277"/>
                  </a:lnTo>
                  <a:lnTo>
                    <a:pt x="1832508" y="125488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9" name="object 40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06912" y="2241348"/>
              <a:ext cx="110119" cy="173073"/>
            </a:xfrm>
            <a:prstGeom prst="rect">
              <a:avLst/>
            </a:prstGeom>
          </p:spPr>
        </p:pic>
        <p:sp>
          <p:nvSpPr>
            <p:cNvPr id="410" name="object 410" descr=""/>
            <p:cNvSpPr/>
            <p:nvPr/>
          </p:nvSpPr>
          <p:spPr>
            <a:xfrm>
              <a:off x="15506167" y="1684064"/>
              <a:ext cx="2116455" cy="1241425"/>
            </a:xfrm>
            <a:custGeom>
              <a:avLst/>
              <a:gdLst/>
              <a:ahLst/>
              <a:cxnLst/>
              <a:rect l="l" t="t" r="r" b="b"/>
              <a:pathLst>
                <a:path w="2116455" h="1241425">
                  <a:moveTo>
                    <a:pt x="148018" y="1126210"/>
                  </a:moveTo>
                  <a:lnTo>
                    <a:pt x="86702" y="871499"/>
                  </a:lnTo>
                  <a:lnTo>
                    <a:pt x="0" y="890600"/>
                  </a:lnTo>
                  <a:lnTo>
                    <a:pt x="61404" y="1145286"/>
                  </a:lnTo>
                  <a:lnTo>
                    <a:pt x="148018" y="1126210"/>
                  </a:lnTo>
                  <a:close/>
                </a:path>
                <a:path w="2116455" h="1241425">
                  <a:moveTo>
                    <a:pt x="2116213" y="840740"/>
                  </a:moveTo>
                  <a:lnTo>
                    <a:pt x="2102294" y="695744"/>
                  </a:lnTo>
                  <a:lnTo>
                    <a:pt x="2099081" y="662266"/>
                  </a:lnTo>
                  <a:lnTo>
                    <a:pt x="2089988" y="567499"/>
                  </a:lnTo>
                  <a:lnTo>
                    <a:pt x="2081885" y="536117"/>
                  </a:lnTo>
                  <a:lnTo>
                    <a:pt x="2068182" y="483057"/>
                  </a:lnTo>
                  <a:lnTo>
                    <a:pt x="2048548" y="406984"/>
                  </a:lnTo>
                  <a:lnTo>
                    <a:pt x="2048548" y="813866"/>
                  </a:lnTo>
                  <a:lnTo>
                    <a:pt x="2046147" y="870331"/>
                  </a:lnTo>
                  <a:lnTo>
                    <a:pt x="2040839" y="924433"/>
                  </a:lnTo>
                  <a:lnTo>
                    <a:pt x="2032990" y="975690"/>
                  </a:lnTo>
                  <a:lnTo>
                    <a:pt x="2022983" y="1023607"/>
                  </a:lnTo>
                  <a:lnTo>
                    <a:pt x="2011197" y="1067714"/>
                  </a:lnTo>
                  <a:lnTo>
                    <a:pt x="1998014" y="1107516"/>
                  </a:lnTo>
                  <a:lnTo>
                    <a:pt x="1984641" y="1116037"/>
                  </a:lnTo>
                  <a:lnTo>
                    <a:pt x="1975523" y="1112812"/>
                  </a:lnTo>
                  <a:lnTo>
                    <a:pt x="1967471" y="1103312"/>
                  </a:lnTo>
                  <a:lnTo>
                    <a:pt x="1819897" y="813816"/>
                  </a:lnTo>
                  <a:lnTo>
                    <a:pt x="1902167" y="748880"/>
                  </a:lnTo>
                  <a:lnTo>
                    <a:pt x="2043112" y="695744"/>
                  </a:lnTo>
                  <a:lnTo>
                    <a:pt x="2047659" y="755510"/>
                  </a:lnTo>
                  <a:lnTo>
                    <a:pt x="2048548" y="813866"/>
                  </a:lnTo>
                  <a:lnTo>
                    <a:pt x="2048548" y="406984"/>
                  </a:lnTo>
                  <a:lnTo>
                    <a:pt x="2033447" y="348475"/>
                  </a:lnTo>
                  <a:lnTo>
                    <a:pt x="2033447" y="628738"/>
                  </a:lnTo>
                  <a:lnTo>
                    <a:pt x="1881289" y="662266"/>
                  </a:lnTo>
                  <a:lnTo>
                    <a:pt x="1858962" y="569633"/>
                  </a:lnTo>
                  <a:lnTo>
                    <a:pt x="1897062" y="561238"/>
                  </a:lnTo>
                  <a:lnTo>
                    <a:pt x="2011019" y="536117"/>
                  </a:lnTo>
                  <a:lnTo>
                    <a:pt x="2023491" y="582168"/>
                  </a:lnTo>
                  <a:lnTo>
                    <a:pt x="2033447" y="628738"/>
                  </a:lnTo>
                  <a:lnTo>
                    <a:pt x="2033447" y="348475"/>
                  </a:lnTo>
                  <a:lnTo>
                    <a:pt x="2029879" y="334645"/>
                  </a:lnTo>
                  <a:lnTo>
                    <a:pt x="1989124" y="242874"/>
                  </a:lnTo>
                  <a:lnTo>
                    <a:pt x="1989124" y="471817"/>
                  </a:lnTo>
                  <a:lnTo>
                    <a:pt x="1838121" y="483057"/>
                  </a:lnTo>
                  <a:lnTo>
                    <a:pt x="1734337" y="459105"/>
                  </a:lnTo>
                  <a:lnTo>
                    <a:pt x="1734502" y="137071"/>
                  </a:lnTo>
                  <a:lnTo>
                    <a:pt x="1737423" y="125158"/>
                  </a:lnTo>
                  <a:lnTo>
                    <a:pt x="1744141" y="118427"/>
                  </a:lnTo>
                  <a:lnTo>
                    <a:pt x="1752434" y="116878"/>
                  </a:lnTo>
                  <a:lnTo>
                    <a:pt x="1760042" y="120459"/>
                  </a:lnTo>
                  <a:lnTo>
                    <a:pt x="1790115" y="150723"/>
                  </a:lnTo>
                  <a:lnTo>
                    <a:pt x="1820913" y="185445"/>
                  </a:lnTo>
                  <a:lnTo>
                    <a:pt x="1851850" y="224332"/>
                  </a:lnTo>
                  <a:lnTo>
                    <a:pt x="1882381" y="267131"/>
                  </a:lnTo>
                  <a:lnTo>
                    <a:pt x="1911934" y="313563"/>
                  </a:lnTo>
                  <a:lnTo>
                    <a:pt x="1939950" y="363334"/>
                  </a:lnTo>
                  <a:lnTo>
                    <a:pt x="1965871" y="416179"/>
                  </a:lnTo>
                  <a:lnTo>
                    <a:pt x="1989124" y="471817"/>
                  </a:lnTo>
                  <a:lnTo>
                    <a:pt x="1989124" y="242874"/>
                  </a:lnTo>
                  <a:lnTo>
                    <a:pt x="1969160" y="197904"/>
                  </a:lnTo>
                  <a:lnTo>
                    <a:pt x="1884565" y="116878"/>
                  </a:lnTo>
                  <a:lnTo>
                    <a:pt x="1871218" y="104089"/>
                  </a:lnTo>
                  <a:lnTo>
                    <a:pt x="1699437" y="0"/>
                  </a:lnTo>
                  <a:lnTo>
                    <a:pt x="1699234" y="506945"/>
                  </a:lnTo>
                  <a:lnTo>
                    <a:pt x="1667878" y="587489"/>
                  </a:lnTo>
                  <a:lnTo>
                    <a:pt x="1786928" y="561238"/>
                  </a:lnTo>
                  <a:lnTo>
                    <a:pt x="1803692" y="630605"/>
                  </a:lnTo>
                  <a:lnTo>
                    <a:pt x="1820367" y="699960"/>
                  </a:lnTo>
                  <a:lnTo>
                    <a:pt x="1701342" y="726236"/>
                  </a:lnTo>
                  <a:lnTo>
                    <a:pt x="1766379" y="785482"/>
                  </a:lnTo>
                  <a:lnTo>
                    <a:pt x="1998700" y="1241171"/>
                  </a:lnTo>
                  <a:lnTo>
                    <a:pt x="2026462" y="1191895"/>
                  </a:lnTo>
                  <a:lnTo>
                    <a:pt x="2056028" y="1116037"/>
                  </a:lnTo>
                  <a:lnTo>
                    <a:pt x="2080336" y="1053655"/>
                  </a:lnTo>
                  <a:lnTo>
                    <a:pt x="2116213" y="84074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16314827" y="2481814"/>
              <a:ext cx="89535" cy="158115"/>
            </a:xfrm>
            <a:custGeom>
              <a:avLst/>
              <a:gdLst/>
              <a:ahLst/>
              <a:cxnLst/>
              <a:rect l="l" t="t" r="r" b="b"/>
              <a:pathLst>
                <a:path w="89534" h="158114">
                  <a:moveTo>
                    <a:pt x="89369" y="42710"/>
                  </a:moveTo>
                  <a:lnTo>
                    <a:pt x="85852" y="26098"/>
                  </a:lnTo>
                  <a:lnTo>
                    <a:pt x="76263" y="12509"/>
                  </a:lnTo>
                  <a:lnTo>
                    <a:pt x="62064" y="3352"/>
                  </a:lnTo>
                  <a:lnTo>
                    <a:pt x="44665" y="0"/>
                  </a:lnTo>
                  <a:lnTo>
                    <a:pt x="27279" y="3352"/>
                  </a:lnTo>
                  <a:lnTo>
                    <a:pt x="13081" y="12509"/>
                  </a:lnTo>
                  <a:lnTo>
                    <a:pt x="3517" y="26098"/>
                  </a:lnTo>
                  <a:lnTo>
                    <a:pt x="0" y="42710"/>
                  </a:lnTo>
                  <a:lnTo>
                    <a:pt x="3517" y="59359"/>
                  </a:lnTo>
                  <a:lnTo>
                    <a:pt x="13081" y="72948"/>
                  </a:lnTo>
                  <a:lnTo>
                    <a:pt x="17373" y="75717"/>
                  </a:lnTo>
                  <a:lnTo>
                    <a:pt x="17373" y="157911"/>
                  </a:lnTo>
                  <a:lnTo>
                    <a:pt x="71983" y="157911"/>
                  </a:lnTo>
                  <a:lnTo>
                    <a:pt x="71983" y="75717"/>
                  </a:lnTo>
                  <a:lnTo>
                    <a:pt x="76263" y="72948"/>
                  </a:lnTo>
                  <a:lnTo>
                    <a:pt x="85852" y="59359"/>
                  </a:lnTo>
                  <a:lnTo>
                    <a:pt x="89369" y="4271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15335104" y="3913367"/>
              <a:ext cx="2353310" cy="198120"/>
            </a:xfrm>
            <a:custGeom>
              <a:avLst/>
              <a:gdLst/>
              <a:ahLst/>
              <a:cxnLst/>
              <a:rect l="l" t="t" r="r" b="b"/>
              <a:pathLst>
                <a:path w="2353309" h="198120">
                  <a:moveTo>
                    <a:pt x="2353174" y="0"/>
                  </a:moveTo>
                  <a:lnTo>
                    <a:pt x="0" y="0"/>
                  </a:lnTo>
                  <a:lnTo>
                    <a:pt x="0" y="197763"/>
                  </a:lnTo>
                  <a:lnTo>
                    <a:pt x="2353174" y="197763"/>
                  </a:lnTo>
                  <a:lnTo>
                    <a:pt x="2353174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15485708" y="2810274"/>
              <a:ext cx="255270" cy="1103630"/>
            </a:xfrm>
            <a:custGeom>
              <a:avLst/>
              <a:gdLst/>
              <a:ahLst/>
              <a:cxnLst/>
              <a:rect l="l" t="t" r="r" b="b"/>
              <a:pathLst>
                <a:path w="255269" h="1103629">
                  <a:moveTo>
                    <a:pt x="255155" y="665810"/>
                  </a:moveTo>
                  <a:lnTo>
                    <a:pt x="148056" y="665810"/>
                  </a:lnTo>
                  <a:lnTo>
                    <a:pt x="148056" y="0"/>
                  </a:lnTo>
                  <a:lnTo>
                    <a:pt x="107111" y="0"/>
                  </a:lnTo>
                  <a:lnTo>
                    <a:pt x="107111" y="665810"/>
                  </a:lnTo>
                  <a:lnTo>
                    <a:pt x="0" y="665810"/>
                  </a:lnTo>
                  <a:lnTo>
                    <a:pt x="0" y="1103096"/>
                  </a:lnTo>
                  <a:lnTo>
                    <a:pt x="255155" y="1103096"/>
                  </a:lnTo>
                  <a:lnTo>
                    <a:pt x="255155" y="665810"/>
                  </a:lnTo>
                  <a:close/>
                </a:path>
              </a:pathLst>
            </a:custGeom>
            <a:solidFill>
              <a:srgbClr val="7ACC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17494221" y="2890561"/>
              <a:ext cx="17145" cy="1022985"/>
            </a:xfrm>
            <a:custGeom>
              <a:avLst/>
              <a:gdLst/>
              <a:ahLst/>
              <a:cxnLst/>
              <a:rect l="l" t="t" r="r" b="b"/>
              <a:pathLst>
                <a:path w="17144" h="1022985">
                  <a:moveTo>
                    <a:pt x="16837" y="0"/>
                  </a:moveTo>
                  <a:lnTo>
                    <a:pt x="0" y="0"/>
                  </a:lnTo>
                  <a:lnTo>
                    <a:pt x="0" y="1022806"/>
                  </a:lnTo>
                  <a:lnTo>
                    <a:pt x="16837" y="1022806"/>
                  </a:lnTo>
                  <a:lnTo>
                    <a:pt x="16837" y="0"/>
                  </a:lnTo>
                  <a:close/>
                </a:path>
              </a:pathLst>
            </a:custGeom>
            <a:solidFill>
              <a:srgbClr val="AAD066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410550" y="1773827"/>
            <a:ext cx="124460" cy="285115"/>
          </a:xfrm>
          <a:custGeom>
            <a:avLst/>
            <a:gdLst/>
            <a:ahLst/>
            <a:cxnLst/>
            <a:rect l="l" t="t" r="r" b="b"/>
            <a:pathLst>
              <a:path w="124459" h="285114">
                <a:moveTo>
                  <a:pt x="123901" y="267220"/>
                </a:moveTo>
                <a:lnTo>
                  <a:pt x="90157" y="267220"/>
                </a:lnTo>
                <a:lnTo>
                  <a:pt x="76593" y="138696"/>
                </a:lnTo>
                <a:lnTo>
                  <a:pt x="93078" y="138696"/>
                </a:lnTo>
                <a:lnTo>
                  <a:pt x="93078" y="121119"/>
                </a:lnTo>
                <a:lnTo>
                  <a:pt x="74739" y="121119"/>
                </a:lnTo>
                <a:lnTo>
                  <a:pt x="61963" y="0"/>
                </a:lnTo>
                <a:lnTo>
                  <a:pt x="47815" y="121119"/>
                </a:lnTo>
                <a:lnTo>
                  <a:pt x="23685" y="121119"/>
                </a:lnTo>
                <a:lnTo>
                  <a:pt x="23685" y="138696"/>
                </a:lnTo>
                <a:lnTo>
                  <a:pt x="45758" y="138696"/>
                </a:lnTo>
                <a:lnTo>
                  <a:pt x="30759" y="267220"/>
                </a:lnTo>
                <a:lnTo>
                  <a:pt x="0" y="267220"/>
                </a:lnTo>
                <a:lnTo>
                  <a:pt x="0" y="284797"/>
                </a:lnTo>
                <a:lnTo>
                  <a:pt x="123901" y="284797"/>
                </a:lnTo>
                <a:lnTo>
                  <a:pt x="123901" y="267220"/>
                </a:lnTo>
                <a:close/>
              </a:path>
            </a:pathLst>
          </a:custGeom>
          <a:solidFill>
            <a:srgbClr val="E8EE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441309" y="2058612"/>
            <a:ext cx="230504" cy="1793875"/>
          </a:xfrm>
          <a:custGeom>
            <a:avLst/>
            <a:gdLst/>
            <a:ahLst/>
            <a:cxnLst/>
            <a:rect l="l" t="t" r="r" b="b"/>
            <a:pathLst>
              <a:path w="230504" h="1793875">
                <a:moveTo>
                  <a:pt x="229997" y="569607"/>
                </a:moveTo>
                <a:lnTo>
                  <a:pt x="59397" y="569607"/>
                </a:lnTo>
                <a:lnTo>
                  <a:pt x="59397" y="0"/>
                </a:lnTo>
                <a:lnTo>
                  <a:pt x="0" y="0"/>
                </a:lnTo>
                <a:lnTo>
                  <a:pt x="0" y="1793417"/>
                </a:lnTo>
                <a:lnTo>
                  <a:pt x="59397" y="1793417"/>
                </a:lnTo>
                <a:lnTo>
                  <a:pt x="59397" y="599198"/>
                </a:lnTo>
                <a:lnTo>
                  <a:pt x="229997" y="599198"/>
                </a:lnTo>
                <a:lnTo>
                  <a:pt x="229997" y="569607"/>
                </a:lnTo>
                <a:close/>
              </a:path>
            </a:pathLst>
          </a:custGeom>
          <a:solidFill>
            <a:srgbClr val="E8EEA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8275360" y="2312432"/>
            <a:ext cx="3815079" cy="1539875"/>
            <a:chOff x="8275360" y="2312432"/>
            <a:chExt cx="3815079" cy="1539875"/>
          </a:xfrm>
        </p:grpSpPr>
        <p:sp>
          <p:nvSpPr>
            <p:cNvPr id="5" name="object 5" descr=""/>
            <p:cNvSpPr/>
            <p:nvPr/>
          </p:nvSpPr>
          <p:spPr>
            <a:xfrm>
              <a:off x="8627491" y="2423178"/>
              <a:ext cx="730885" cy="1429385"/>
            </a:xfrm>
            <a:custGeom>
              <a:avLst/>
              <a:gdLst/>
              <a:ahLst/>
              <a:cxnLst/>
              <a:rect l="l" t="t" r="r" b="b"/>
              <a:pathLst>
                <a:path w="730884" h="1429385">
                  <a:moveTo>
                    <a:pt x="343611" y="1428851"/>
                  </a:moveTo>
                  <a:lnTo>
                    <a:pt x="343573" y="113741"/>
                  </a:lnTo>
                  <a:lnTo>
                    <a:pt x="309841" y="46520"/>
                  </a:lnTo>
                  <a:lnTo>
                    <a:pt x="272707" y="21907"/>
                  </a:lnTo>
                  <a:lnTo>
                    <a:pt x="225780" y="5778"/>
                  </a:lnTo>
                  <a:lnTo>
                    <a:pt x="171805" y="0"/>
                  </a:lnTo>
                  <a:lnTo>
                    <a:pt x="117843" y="5778"/>
                  </a:lnTo>
                  <a:lnTo>
                    <a:pt x="70904" y="21907"/>
                  </a:lnTo>
                  <a:lnTo>
                    <a:pt x="33782" y="46520"/>
                  </a:lnTo>
                  <a:lnTo>
                    <a:pt x="9245" y="77749"/>
                  </a:lnTo>
                  <a:lnTo>
                    <a:pt x="0" y="1428851"/>
                  </a:lnTo>
                  <a:lnTo>
                    <a:pt x="343611" y="1428851"/>
                  </a:lnTo>
                  <a:close/>
                </a:path>
                <a:path w="730884" h="1429385">
                  <a:moveTo>
                    <a:pt x="730592" y="1428851"/>
                  </a:moveTo>
                  <a:lnTo>
                    <a:pt x="730554" y="113741"/>
                  </a:lnTo>
                  <a:lnTo>
                    <a:pt x="696823" y="46520"/>
                  </a:lnTo>
                  <a:lnTo>
                    <a:pt x="659701" y="21907"/>
                  </a:lnTo>
                  <a:lnTo>
                    <a:pt x="612762" y="5778"/>
                  </a:lnTo>
                  <a:lnTo>
                    <a:pt x="558787" y="0"/>
                  </a:lnTo>
                  <a:lnTo>
                    <a:pt x="504825" y="5778"/>
                  </a:lnTo>
                  <a:lnTo>
                    <a:pt x="457898" y="21907"/>
                  </a:lnTo>
                  <a:lnTo>
                    <a:pt x="420763" y="46520"/>
                  </a:lnTo>
                  <a:lnTo>
                    <a:pt x="396227" y="77749"/>
                  </a:lnTo>
                  <a:lnTo>
                    <a:pt x="386981" y="1428851"/>
                  </a:lnTo>
                  <a:lnTo>
                    <a:pt x="730592" y="1428851"/>
                  </a:lnTo>
                  <a:close/>
                </a:path>
              </a:pathLst>
            </a:custGeom>
            <a:solidFill>
              <a:srgbClr val="E8EE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119311" y="2312434"/>
              <a:ext cx="1485900" cy="1539875"/>
            </a:xfrm>
            <a:custGeom>
              <a:avLst/>
              <a:gdLst/>
              <a:ahLst/>
              <a:cxnLst/>
              <a:rect l="l" t="t" r="r" b="b"/>
              <a:pathLst>
                <a:path w="1485900" h="1539875">
                  <a:moveTo>
                    <a:pt x="1169263" y="0"/>
                  </a:moveTo>
                  <a:lnTo>
                    <a:pt x="307924" y="0"/>
                  </a:lnTo>
                  <a:lnTo>
                    <a:pt x="307924" y="37452"/>
                  </a:lnTo>
                  <a:lnTo>
                    <a:pt x="1169263" y="37452"/>
                  </a:lnTo>
                  <a:lnTo>
                    <a:pt x="1169263" y="0"/>
                  </a:lnTo>
                  <a:close/>
                </a:path>
                <a:path w="1485900" h="1539875">
                  <a:moveTo>
                    <a:pt x="1485493" y="1539595"/>
                  </a:moveTo>
                  <a:lnTo>
                    <a:pt x="1323670" y="1117244"/>
                  </a:lnTo>
                  <a:lnTo>
                    <a:pt x="1236357" y="875906"/>
                  </a:lnTo>
                  <a:lnTo>
                    <a:pt x="1193507" y="725068"/>
                  </a:lnTo>
                  <a:lnTo>
                    <a:pt x="1165098" y="574230"/>
                  </a:lnTo>
                  <a:lnTo>
                    <a:pt x="1144943" y="388543"/>
                  </a:lnTo>
                  <a:lnTo>
                    <a:pt x="1141171" y="215341"/>
                  </a:lnTo>
                  <a:lnTo>
                    <a:pt x="1145197" y="87388"/>
                  </a:lnTo>
                  <a:lnTo>
                    <a:pt x="1148448" y="37465"/>
                  </a:lnTo>
                  <a:lnTo>
                    <a:pt x="337045" y="37465"/>
                  </a:lnTo>
                  <a:lnTo>
                    <a:pt x="350824" y="212026"/>
                  </a:lnTo>
                  <a:lnTo>
                    <a:pt x="353695" y="326123"/>
                  </a:lnTo>
                  <a:lnTo>
                    <a:pt x="344068" y="430085"/>
                  </a:lnTo>
                  <a:lnTo>
                    <a:pt x="320395" y="574230"/>
                  </a:lnTo>
                  <a:lnTo>
                    <a:pt x="252780" y="826884"/>
                  </a:lnTo>
                  <a:lnTo>
                    <a:pt x="144602" y="1147419"/>
                  </a:lnTo>
                  <a:lnTo>
                    <a:pt x="44208" y="1422692"/>
                  </a:lnTo>
                  <a:lnTo>
                    <a:pt x="0" y="1539595"/>
                  </a:lnTo>
                  <a:lnTo>
                    <a:pt x="1485493" y="1539595"/>
                  </a:lnTo>
                  <a:close/>
                </a:path>
              </a:pathLst>
            </a:custGeom>
            <a:solidFill>
              <a:srgbClr val="D7E2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464675" y="2470562"/>
              <a:ext cx="796290" cy="140970"/>
            </a:xfrm>
            <a:custGeom>
              <a:avLst/>
              <a:gdLst/>
              <a:ahLst/>
              <a:cxnLst/>
              <a:rect l="l" t="t" r="r" b="b"/>
              <a:pathLst>
                <a:path w="796290" h="140969">
                  <a:moveTo>
                    <a:pt x="66357" y="0"/>
                  </a:moveTo>
                  <a:lnTo>
                    <a:pt x="0" y="0"/>
                  </a:lnTo>
                  <a:lnTo>
                    <a:pt x="0" y="66344"/>
                  </a:lnTo>
                  <a:lnTo>
                    <a:pt x="66357" y="66344"/>
                  </a:lnTo>
                  <a:lnTo>
                    <a:pt x="66357" y="0"/>
                  </a:lnTo>
                  <a:close/>
                </a:path>
                <a:path w="796290" h="140969">
                  <a:moveTo>
                    <a:pt x="132715" y="66344"/>
                  </a:moveTo>
                  <a:lnTo>
                    <a:pt x="66357" y="66344"/>
                  </a:lnTo>
                  <a:lnTo>
                    <a:pt x="66357" y="132702"/>
                  </a:lnTo>
                  <a:lnTo>
                    <a:pt x="132715" y="132702"/>
                  </a:lnTo>
                  <a:lnTo>
                    <a:pt x="132715" y="66344"/>
                  </a:lnTo>
                  <a:close/>
                </a:path>
                <a:path w="796290" h="140969">
                  <a:moveTo>
                    <a:pt x="199072" y="0"/>
                  </a:moveTo>
                  <a:lnTo>
                    <a:pt x="132715" y="0"/>
                  </a:lnTo>
                  <a:lnTo>
                    <a:pt x="132715" y="66344"/>
                  </a:lnTo>
                  <a:lnTo>
                    <a:pt x="199072" y="66344"/>
                  </a:lnTo>
                  <a:lnTo>
                    <a:pt x="199072" y="0"/>
                  </a:lnTo>
                  <a:close/>
                </a:path>
                <a:path w="796290" h="140969">
                  <a:moveTo>
                    <a:pt x="265417" y="70586"/>
                  </a:moveTo>
                  <a:lnTo>
                    <a:pt x="199072" y="70586"/>
                  </a:lnTo>
                  <a:lnTo>
                    <a:pt x="199072" y="136944"/>
                  </a:lnTo>
                  <a:lnTo>
                    <a:pt x="265417" y="136944"/>
                  </a:lnTo>
                  <a:lnTo>
                    <a:pt x="265417" y="70586"/>
                  </a:lnTo>
                  <a:close/>
                </a:path>
                <a:path w="796290" h="140969">
                  <a:moveTo>
                    <a:pt x="331787" y="4241"/>
                  </a:moveTo>
                  <a:lnTo>
                    <a:pt x="265430" y="4241"/>
                  </a:lnTo>
                  <a:lnTo>
                    <a:pt x="265430" y="70586"/>
                  </a:lnTo>
                  <a:lnTo>
                    <a:pt x="331787" y="70586"/>
                  </a:lnTo>
                  <a:lnTo>
                    <a:pt x="331787" y="4241"/>
                  </a:lnTo>
                  <a:close/>
                </a:path>
                <a:path w="796290" h="140969">
                  <a:moveTo>
                    <a:pt x="464477" y="7759"/>
                  </a:moveTo>
                  <a:lnTo>
                    <a:pt x="398132" y="7759"/>
                  </a:lnTo>
                  <a:lnTo>
                    <a:pt x="398132" y="74117"/>
                  </a:lnTo>
                  <a:lnTo>
                    <a:pt x="331787" y="74117"/>
                  </a:lnTo>
                  <a:lnTo>
                    <a:pt x="331787" y="140474"/>
                  </a:lnTo>
                  <a:lnTo>
                    <a:pt x="398145" y="140474"/>
                  </a:lnTo>
                  <a:lnTo>
                    <a:pt x="398145" y="74117"/>
                  </a:lnTo>
                  <a:lnTo>
                    <a:pt x="464477" y="74117"/>
                  </a:lnTo>
                  <a:lnTo>
                    <a:pt x="464477" y="7759"/>
                  </a:lnTo>
                  <a:close/>
                </a:path>
                <a:path w="796290" h="140969">
                  <a:moveTo>
                    <a:pt x="530834" y="74117"/>
                  </a:moveTo>
                  <a:lnTo>
                    <a:pt x="464477" y="74117"/>
                  </a:lnTo>
                  <a:lnTo>
                    <a:pt x="464477" y="140474"/>
                  </a:lnTo>
                  <a:lnTo>
                    <a:pt x="530834" y="140474"/>
                  </a:lnTo>
                  <a:lnTo>
                    <a:pt x="530834" y="74117"/>
                  </a:lnTo>
                  <a:close/>
                </a:path>
                <a:path w="796290" h="140969">
                  <a:moveTo>
                    <a:pt x="597204" y="7759"/>
                  </a:moveTo>
                  <a:lnTo>
                    <a:pt x="530847" y="7759"/>
                  </a:lnTo>
                  <a:lnTo>
                    <a:pt x="530847" y="74117"/>
                  </a:lnTo>
                  <a:lnTo>
                    <a:pt x="597204" y="74117"/>
                  </a:lnTo>
                  <a:lnTo>
                    <a:pt x="597204" y="7759"/>
                  </a:lnTo>
                  <a:close/>
                </a:path>
                <a:path w="796290" h="140969">
                  <a:moveTo>
                    <a:pt x="663549" y="74117"/>
                  </a:moveTo>
                  <a:lnTo>
                    <a:pt x="597204" y="74117"/>
                  </a:lnTo>
                  <a:lnTo>
                    <a:pt x="597204" y="140474"/>
                  </a:lnTo>
                  <a:lnTo>
                    <a:pt x="663549" y="140474"/>
                  </a:lnTo>
                  <a:lnTo>
                    <a:pt x="663549" y="74117"/>
                  </a:lnTo>
                  <a:close/>
                </a:path>
                <a:path w="796290" h="140969">
                  <a:moveTo>
                    <a:pt x="729907" y="7759"/>
                  </a:moveTo>
                  <a:lnTo>
                    <a:pt x="663549" y="7759"/>
                  </a:lnTo>
                  <a:lnTo>
                    <a:pt x="663549" y="74117"/>
                  </a:lnTo>
                  <a:lnTo>
                    <a:pt x="729907" y="74117"/>
                  </a:lnTo>
                  <a:lnTo>
                    <a:pt x="729907" y="7759"/>
                  </a:lnTo>
                  <a:close/>
                </a:path>
                <a:path w="796290" h="140969">
                  <a:moveTo>
                    <a:pt x="796264" y="74117"/>
                  </a:moveTo>
                  <a:lnTo>
                    <a:pt x="729907" y="74117"/>
                  </a:lnTo>
                  <a:lnTo>
                    <a:pt x="729907" y="140474"/>
                  </a:lnTo>
                  <a:lnTo>
                    <a:pt x="796264" y="140474"/>
                  </a:lnTo>
                  <a:lnTo>
                    <a:pt x="796264" y="74117"/>
                  </a:lnTo>
                  <a:close/>
                </a:path>
              </a:pathLst>
            </a:custGeom>
            <a:solidFill>
              <a:srgbClr val="E8EE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604805" y="2312434"/>
              <a:ext cx="1485900" cy="1539875"/>
            </a:xfrm>
            <a:custGeom>
              <a:avLst/>
              <a:gdLst/>
              <a:ahLst/>
              <a:cxnLst/>
              <a:rect l="l" t="t" r="r" b="b"/>
              <a:pathLst>
                <a:path w="1485900" h="1539875">
                  <a:moveTo>
                    <a:pt x="1169250" y="0"/>
                  </a:moveTo>
                  <a:lnTo>
                    <a:pt x="307911" y="0"/>
                  </a:lnTo>
                  <a:lnTo>
                    <a:pt x="307911" y="37452"/>
                  </a:lnTo>
                  <a:lnTo>
                    <a:pt x="1169250" y="37452"/>
                  </a:lnTo>
                  <a:lnTo>
                    <a:pt x="1169250" y="0"/>
                  </a:lnTo>
                  <a:close/>
                </a:path>
                <a:path w="1485900" h="1539875">
                  <a:moveTo>
                    <a:pt x="1485493" y="1539595"/>
                  </a:moveTo>
                  <a:lnTo>
                    <a:pt x="1323670" y="1117244"/>
                  </a:lnTo>
                  <a:lnTo>
                    <a:pt x="1236345" y="875906"/>
                  </a:lnTo>
                  <a:lnTo>
                    <a:pt x="1193507" y="725068"/>
                  </a:lnTo>
                  <a:lnTo>
                    <a:pt x="1165085" y="574230"/>
                  </a:lnTo>
                  <a:lnTo>
                    <a:pt x="1144930" y="388543"/>
                  </a:lnTo>
                  <a:lnTo>
                    <a:pt x="1141171" y="215341"/>
                  </a:lnTo>
                  <a:lnTo>
                    <a:pt x="1145197" y="87388"/>
                  </a:lnTo>
                  <a:lnTo>
                    <a:pt x="1148448" y="37465"/>
                  </a:lnTo>
                  <a:lnTo>
                    <a:pt x="337045" y="37465"/>
                  </a:lnTo>
                  <a:lnTo>
                    <a:pt x="350824" y="212026"/>
                  </a:lnTo>
                  <a:lnTo>
                    <a:pt x="353682" y="326123"/>
                  </a:lnTo>
                  <a:lnTo>
                    <a:pt x="344068" y="430085"/>
                  </a:lnTo>
                  <a:lnTo>
                    <a:pt x="320408" y="574230"/>
                  </a:lnTo>
                  <a:lnTo>
                    <a:pt x="252780" y="826884"/>
                  </a:lnTo>
                  <a:lnTo>
                    <a:pt x="144602" y="1147419"/>
                  </a:lnTo>
                  <a:lnTo>
                    <a:pt x="44221" y="1422692"/>
                  </a:lnTo>
                  <a:lnTo>
                    <a:pt x="0" y="1539595"/>
                  </a:lnTo>
                  <a:lnTo>
                    <a:pt x="1485493" y="1539595"/>
                  </a:lnTo>
                  <a:close/>
                </a:path>
              </a:pathLst>
            </a:custGeom>
            <a:solidFill>
              <a:srgbClr val="D7E2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950169" y="2470562"/>
              <a:ext cx="796290" cy="140970"/>
            </a:xfrm>
            <a:custGeom>
              <a:avLst/>
              <a:gdLst/>
              <a:ahLst/>
              <a:cxnLst/>
              <a:rect l="l" t="t" r="r" b="b"/>
              <a:pathLst>
                <a:path w="796290" h="140969">
                  <a:moveTo>
                    <a:pt x="66357" y="0"/>
                  </a:moveTo>
                  <a:lnTo>
                    <a:pt x="0" y="0"/>
                  </a:lnTo>
                  <a:lnTo>
                    <a:pt x="0" y="66344"/>
                  </a:lnTo>
                  <a:lnTo>
                    <a:pt x="66357" y="66344"/>
                  </a:lnTo>
                  <a:lnTo>
                    <a:pt x="66357" y="0"/>
                  </a:lnTo>
                  <a:close/>
                </a:path>
                <a:path w="796290" h="140969">
                  <a:moveTo>
                    <a:pt x="132715" y="66344"/>
                  </a:moveTo>
                  <a:lnTo>
                    <a:pt x="66357" y="66344"/>
                  </a:lnTo>
                  <a:lnTo>
                    <a:pt x="66357" y="132702"/>
                  </a:lnTo>
                  <a:lnTo>
                    <a:pt x="132715" y="132702"/>
                  </a:lnTo>
                  <a:lnTo>
                    <a:pt x="132715" y="66344"/>
                  </a:lnTo>
                  <a:close/>
                </a:path>
                <a:path w="796290" h="140969">
                  <a:moveTo>
                    <a:pt x="199072" y="0"/>
                  </a:moveTo>
                  <a:lnTo>
                    <a:pt x="132715" y="0"/>
                  </a:lnTo>
                  <a:lnTo>
                    <a:pt x="132715" y="66344"/>
                  </a:lnTo>
                  <a:lnTo>
                    <a:pt x="199072" y="66344"/>
                  </a:lnTo>
                  <a:lnTo>
                    <a:pt x="199072" y="0"/>
                  </a:lnTo>
                  <a:close/>
                </a:path>
                <a:path w="796290" h="140969">
                  <a:moveTo>
                    <a:pt x="265417" y="70586"/>
                  </a:moveTo>
                  <a:lnTo>
                    <a:pt x="199072" y="70586"/>
                  </a:lnTo>
                  <a:lnTo>
                    <a:pt x="199072" y="136944"/>
                  </a:lnTo>
                  <a:lnTo>
                    <a:pt x="265417" y="136944"/>
                  </a:lnTo>
                  <a:lnTo>
                    <a:pt x="265417" y="70586"/>
                  </a:lnTo>
                  <a:close/>
                </a:path>
                <a:path w="796290" h="140969">
                  <a:moveTo>
                    <a:pt x="331774" y="4241"/>
                  </a:moveTo>
                  <a:lnTo>
                    <a:pt x="265417" y="4241"/>
                  </a:lnTo>
                  <a:lnTo>
                    <a:pt x="265417" y="70586"/>
                  </a:lnTo>
                  <a:lnTo>
                    <a:pt x="331774" y="70586"/>
                  </a:lnTo>
                  <a:lnTo>
                    <a:pt x="331774" y="4241"/>
                  </a:lnTo>
                  <a:close/>
                </a:path>
                <a:path w="796290" h="140969">
                  <a:moveTo>
                    <a:pt x="398132" y="74117"/>
                  </a:moveTo>
                  <a:lnTo>
                    <a:pt x="331774" y="74117"/>
                  </a:lnTo>
                  <a:lnTo>
                    <a:pt x="331774" y="140474"/>
                  </a:lnTo>
                  <a:lnTo>
                    <a:pt x="398132" y="140474"/>
                  </a:lnTo>
                  <a:lnTo>
                    <a:pt x="398132" y="74117"/>
                  </a:lnTo>
                  <a:close/>
                </a:path>
                <a:path w="796290" h="140969">
                  <a:moveTo>
                    <a:pt x="464477" y="7759"/>
                  </a:moveTo>
                  <a:lnTo>
                    <a:pt x="398132" y="7759"/>
                  </a:lnTo>
                  <a:lnTo>
                    <a:pt x="398132" y="74117"/>
                  </a:lnTo>
                  <a:lnTo>
                    <a:pt x="464477" y="74117"/>
                  </a:lnTo>
                  <a:lnTo>
                    <a:pt x="464477" y="7759"/>
                  </a:lnTo>
                  <a:close/>
                </a:path>
                <a:path w="796290" h="140969">
                  <a:moveTo>
                    <a:pt x="530834" y="74117"/>
                  </a:moveTo>
                  <a:lnTo>
                    <a:pt x="464477" y="74117"/>
                  </a:lnTo>
                  <a:lnTo>
                    <a:pt x="464477" y="140474"/>
                  </a:lnTo>
                  <a:lnTo>
                    <a:pt x="530834" y="140474"/>
                  </a:lnTo>
                  <a:lnTo>
                    <a:pt x="530834" y="74117"/>
                  </a:lnTo>
                  <a:close/>
                </a:path>
                <a:path w="796290" h="140969">
                  <a:moveTo>
                    <a:pt x="597192" y="7759"/>
                  </a:moveTo>
                  <a:lnTo>
                    <a:pt x="530834" y="7759"/>
                  </a:lnTo>
                  <a:lnTo>
                    <a:pt x="530834" y="74117"/>
                  </a:lnTo>
                  <a:lnTo>
                    <a:pt x="597192" y="74117"/>
                  </a:lnTo>
                  <a:lnTo>
                    <a:pt x="597192" y="7759"/>
                  </a:lnTo>
                  <a:close/>
                </a:path>
                <a:path w="796290" h="140969">
                  <a:moveTo>
                    <a:pt x="663549" y="74117"/>
                  </a:moveTo>
                  <a:lnTo>
                    <a:pt x="597192" y="74117"/>
                  </a:lnTo>
                  <a:lnTo>
                    <a:pt x="597192" y="140474"/>
                  </a:lnTo>
                  <a:lnTo>
                    <a:pt x="663549" y="140474"/>
                  </a:lnTo>
                  <a:lnTo>
                    <a:pt x="663549" y="74117"/>
                  </a:lnTo>
                  <a:close/>
                </a:path>
                <a:path w="796290" h="140969">
                  <a:moveTo>
                    <a:pt x="729894" y="7759"/>
                  </a:moveTo>
                  <a:lnTo>
                    <a:pt x="663549" y="7759"/>
                  </a:lnTo>
                  <a:lnTo>
                    <a:pt x="663549" y="74117"/>
                  </a:lnTo>
                  <a:lnTo>
                    <a:pt x="729894" y="74117"/>
                  </a:lnTo>
                  <a:lnTo>
                    <a:pt x="729894" y="7759"/>
                  </a:lnTo>
                  <a:close/>
                </a:path>
                <a:path w="796290" h="140969">
                  <a:moveTo>
                    <a:pt x="796251" y="74117"/>
                  </a:moveTo>
                  <a:lnTo>
                    <a:pt x="729894" y="74117"/>
                  </a:lnTo>
                  <a:lnTo>
                    <a:pt x="729894" y="140474"/>
                  </a:lnTo>
                  <a:lnTo>
                    <a:pt x="796251" y="140474"/>
                  </a:lnTo>
                  <a:lnTo>
                    <a:pt x="796251" y="74117"/>
                  </a:lnTo>
                  <a:close/>
                </a:path>
              </a:pathLst>
            </a:custGeom>
            <a:solidFill>
              <a:srgbClr val="E8EE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275358" y="3062814"/>
              <a:ext cx="3437890" cy="789305"/>
            </a:xfrm>
            <a:custGeom>
              <a:avLst/>
              <a:gdLst/>
              <a:ahLst/>
              <a:cxnLst/>
              <a:rect l="l" t="t" r="r" b="b"/>
              <a:pathLst>
                <a:path w="3437890" h="789304">
                  <a:moveTo>
                    <a:pt x="1531950" y="0"/>
                  </a:moveTo>
                  <a:lnTo>
                    <a:pt x="0" y="0"/>
                  </a:lnTo>
                  <a:lnTo>
                    <a:pt x="0" y="38138"/>
                  </a:lnTo>
                  <a:lnTo>
                    <a:pt x="1531950" y="38138"/>
                  </a:lnTo>
                  <a:lnTo>
                    <a:pt x="1531950" y="0"/>
                  </a:lnTo>
                  <a:close/>
                </a:path>
                <a:path w="3437890" h="789304">
                  <a:moveTo>
                    <a:pt x="3437890" y="438302"/>
                  </a:moveTo>
                  <a:lnTo>
                    <a:pt x="1480832" y="438302"/>
                  </a:lnTo>
                  <a:lnTo>
                    <a:pt x="1480832" y="94322"/>
                  </a:lnTo>
                  <a:lnTo>
                    <a:pt x="51104" y="94322"/>
                  </a:lnTo>
                  <a:lnTo>
                    <a:pt x="51104" y="789216"/>
                  </a:lnTo>
                  <a:lnTo>
                    <a:pt x="1454734" y="789216"/>
                  </a:lnTo>
                  <a:lnTo>
                    <a:pt x="1480832" y="789216"/>
                  </a:lnTo>
                  <a:lnTo>
                    <a:pt x="3437890" y="789216"/>
                  </a:lnTo>
                  <a:lnTo>
                    <a:pt x="3437890" y="438302"/>
                  </a:lnTo>
                  <a:close/>
                </a:path>
              </a:pathLst>
            </a:custGeom>
            <a:solidFill>
              <a:srgbClr val="CEDB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876589" y="2771539"/>
              <a:ext cx="820419" cy="291465"/>
            </a:xfrm>
            <a:custGeom>
              <a:avLst/>
              <a:gdLst/>
              <a:ahLst/>
              <a:cxnLst/>
              <a:rect l="l" t="t" r="r" b="b"/>
              <a:pathLst>
                <a:path w="820420" h="291464">
                  <a:moveTo>
                    <a:pt x="820331" y="0"/>
                  </a:moveTo>
                  <a:lnTo>
                    <a:pt x="0" y="0"/>
                  </a:lnTo>
                  <a:lnTo>
                    <a:pt x="0" y="32372"/>
                  </a:lnTo>
                  <a:lnTo>
                    <a:pt x="37033" y="32372"/>
                  </a:lnTo>
                  <a:lnTo>
                    <a:pt x="37033" y="291274"/>
                  </a:lnTo>
                  <a:lnTo>
                    <a:pt x="777316" y="291274"/>
                  </a:lnTo>
                  <a:lnTo>
                    <a:pt x="777316" y="32372"/>
                  </a:lnTo>
                  <a:lnTo>
                    <a:pt x="820331" y="32372"/>
                  </a:lnTo>
                  <a:lnTo>
                    <a:pt x="820331" y="0"/>
                  </a:lnTo>
                  <a:close/>
                </a:path>
              </a:pathLst>
            </a:custGeom>
            <a:solidFill>
              <a:srgbClr val="7DC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851625" y="3501108"/>
              <a:ext cx="321945" cy="351155"/>
            </a:xfrm>
            <a:custGeom>
              <a:avLst/>
              <a:gdLst/>
              <a:ahLst/>
              <a:cxnLst/>
              <a:rect l="l" t="t" r="r" b="b"/>
              <a:pathLst>
                <a:path w="321945" h="351154">
                  <a:moveTo>
                    <a:pt x="321791" y="0"/>
                  </a:moveTo>
                  <a:lnTo>
                    <a:pt x="0" y="0"/>
                  </a:lnTo>
                  <a:lnTo>
                    <a:pt x="0" y="350910"/>
                  </a:lnTo>
                  <a:lnTo>
                    <a:pt x="321791" y="350910"/>
                  </a:lnTo>
                  <a:lnTo>
                    <a:pt x="321791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851621" y="3500926"/>
              <a:ext cx="321945" cy="350520"/>
            </a:xfrm>
            <a:custGeom>
              <a:avLst/>
              <a:gdLst/>
              <a:ahLst/>
              <a:cxnLst/>
              <a:rect l="l" t="t" r="r" b="b"/>
              <a:pathLst>
                <a:path w="321945" h="350520">
                  <a:moveTo>
                    <a:pt x="321779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0" y="350520"/>
                  </a:lnTo>
                  <a:lnTo>
                    <a:pt x="30518" y="350520"/>
                  </a:lnTo>
                  <a:lnTo>
                    <a:pt x="30518" y="35560"/>
                  </a:lnTo>
                  <a:lnTo>
                    <a:pt x="321779" y="35560"/>
                  </a:lnTo>
                  <a:lnTo>
                    <a:pt x="32177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388362" y="3501108"/>
              <a:ext cx="396875" cy="266700"/>
            </a:xfrm>
            <a:custGeom>
              <a:avLst/>
              <a:gdLst/>
              <a:ahLst/>
              <a:cxnLst/>
              <a:rect l="l" t="t" r="r" b="b"/>
              <a:pathLst>
                <a:path w="396875" h="266700">
                  <a:moveTo>
                    <a:pt x="396689" y="0"/>
                  </a:moveTo>
                  <a:lnTo>
                    <a:pt x="0" y="0"/>
                  </a:lnTo>
                  <a:lnTo>
                    <a:pt x="0" y="266306"/>
                  </a:lnTo>
                  <a:lnTo>
                    <a:pt x="396689" y="266306"/>
                  </a:lnTo>
                  <a:lnTo>
                    <a:pt x="396689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383080" y="3495515"/>
              <a:ext cx="407670" cy="276860"/>
            </a:xfrm>
            <a:custGeom>
              <a:avLst/>
              <a:gdLst/>
              <a:ahLst/>
              <a:cxnLst/>
              <a:rect l="l" t="t" r="r" b="b"/>
              <a:pathLst>
                <a:path w="407670" h="276860">
                  <a:moveTo>
                    <a:pt x="407238" y="0"/>
                  </a:moveTo>
                  <a:lnTo>
                    <a:pt x="396684" y="0"/>
                  </a:lnTo>
                  <a:lnTo>
                    <a:pt x="396684" y="11430"/>
                  </a:lnTo>
                  <a:lnTo>
                    <a:pt x="396684" y="57340"/>
                  </a:lnTo>
                  <a:lnTo>
                    <a:pt x="396684" y="221691"/>
                  </a:lnTo>
                  <a:lnTo>
                    <a:pt x="372148" y="221691"/>
                  </a:lnTo>
                  <a:lnTo>
                    <a:pt x="372148" y="171767"/>
                  </a:lnTo>
                  <a:lnTo>
                    <a:pt x="396684" y="171767"/>
                  </a:lnTo>
                  <a:lnTo>
                    <a:pt x="396684" y="166916"/>
                  </a:lnTo>
                  <a:lnTo>
                    <a:pt x="372148" y="166916"/>
                  </a:lnTo>
                  <a:lnTo>
                    <a:pt x="372148" y="116979"/>
                  </a:lnTo>
                  <a:lnTo>
                    <a:pt x="396684" y="116979"/>
                  </a:lnTo>
                  <a:lnTo>
                    <a:pt x="396684" y="112115"/>
                  </a:lnTo>
                  <a:lnTo>
                    <a:pt x="372148" y="112115"/>
                  </a:lnTo>
                  <a:lnTo>
                    <a:pt x="372148" y="62191"/>
                  </a:lnTo>
                  <a:lnTo>
                    <a:pt x="396684" y="62191"/>
                  </a:lnTo>
                  <a:lnTo>
                    <a:pt x="396684" y="57340"/>
                  </a:lnTo>
                  <a:lnTo>
                    <a:pt x="372148" y="57340"/>
                  </a:lnTo>
                  <a:lnTo>
                    <a:pt x="372148" y="11430"/>
                  </a:lnTo>
                  <a:lnTo>
                    <a:pt x="396684" y="11430"/>
                  </a:lnTo>
                  <a:lnTo>
                    <a:pt x="396684" y="0"/>
                  </a:lnTo>
                  <a:lnTo>
                    <a:pt x="367284" y="0"/>
                  </a:lnTo>
                  <a:lnTo>
                    <a:pt x="367284" y="11430"/>
                  </a:lnTo>
                  <a:lnTo>
                    <a:pt x="367284" y="57340"/>
                  </a:lnTo>
                  <a:lnTo>
                    <a:pt x="367284" y="266700"/>
                  </a:lnTo>
                  <a:lnTo>
                    <a:pt x="309727" y="266700"/>
                  </a:lnTo>
                  <a:lnTo>
                    <a:pt x="309727" y="226555"/>
                  </a:lnTo>
                  <a:lnTo>
                    <a:pt x="367284" y="226555"/>
                  </a:lnTo>
                  <a:lnTo>
                    <a:pt x="367284" y="221691"/>
                  </a:lnTo>
                  <a:lnTo>
                    <a:pt x="309727" y="221691"/>
                  </a:lnTo>
                  <a:lnTo>
                    <a:pt x="309727" y="171767"/>
                  </a:lnTo>
                  <a:lnTo>
                    <a:pt x="367284" y="171767"/>
                  </a:lnTo>
                  <a:lnTo>
                    <a:pt x="367284" y="166916"/>
                  </a:lnTo>
                  <a:lnTo>
                    <a:pt x="309727" y="166916"/>
                  </a:lnTo>
                  <a:lnTo>
                    <a:pt x="309727" y="116979"/>
                  </a:lnTo>
                  <a:lnTo>
                    <a:pt x="367284" y="116979"/>
                  </a:lnTo>
                  <a:lnTo>
                    <a:pt x="367284" y="112115"/>
                  </a:lnTo>
                  <a:lnTo>
                    <a:pt x="309727" y="112115"/>
                  </a:lnTo>
                  <a:lnTo>
                    <a:pt x="309727" y="62191"/>
                  </a:lnTo>
                  <a:lnTo>
                    <a:pt x="367284" y="62191"/>
                  </a:lnTo>
                  <a:lnTo>
                    <a:pt x="367284" y="57340"/>
                  </a:lnTo>
                  <a:lnTo>
                    <a:pt x="309727" y="57340"/>
                  </a:lnTo>
                  <a:lnTo>
                    <a:pt x="309727" y="11430"/>
                  </a:lnTo>
                  <a:lnTo>
                    <a:pt x="367284" y="11430"/>
                  </a:lnTo>
                  <a:lnTo>
                    <a:pt x="367284" y="0"/>
                  </a:lnTo>
                  <a:lnTo>
                    <a:pt x="304863" y="0"/>
                  </a:lnTo>
                  <a:lnTo>
                    <a:pt x="304863" y="11430"/>
                  </a:lnTo>
                  <a:lnTo>
                    <a:pt x="304863" y="57340"/>
                  </a:lnTo>
                  <a:lnTo>
                    <a:pt x="304863" y="266700"/>
                  </a:lnTo>
                  <a:lnTo>
                    <a:pt x="247307" y="266700"/>
                  </a:lnTo>
                  <a:lnTo>
                    <a:pt x="247307" y="226555"/>
                  </a:lnTo>
                  <a:lnTo>
                    <a:pt x="304863" y="226555"/>
                  </a:lnTo>
                  <a:lnTo>
                    <a:pt x="304863" y="221691"/>
                  </a:lnTo>
                  <a:lnTo>
                    <a:pt x="247307" y="221691"/>
                  </a:lnTo>
                  <a:lnTo>
                    <a:pt x="247307" y="171767"/>
                  </a:lnTo>
                  <a:lnTo>
                    <a:pt x="304863" y="171767"/>
                  </a:lnTo>
                  <a:lnTo>
                    <a:pt x="304863" y="166916"/>
                  </a:lnTo>
                  <a:lnTo>
                    <a:pt x="247307" y="166916"/>
                  </a:lnTo>
                  <a:lnTo>
                    <a:pt x="247307" y="116979"/>
                  </a:lnTo>
                  <a:lnTo>
                    <a:pt x="304863" y="116979"/>
                  </a:lnTo>
                  <a:lnTo>
                    <a:pt x="304863" y="112115"/>
                  </a:lnTo>
                  <a:lnTo>
                    <a:pt x="247307" y="112115"/>
                  </a:lnTo>
                  <a:lnTo>
                    <a:pt x="247307" y="62191"/>
                  </a:lnTo>
                  <a:lnTo>
                    <a:pt x="304863" y="62191"/>
                  </a:lnTo>
                  <a:lnTo>
                    <a:pt x="304863" y="57340"/>
                  </a:lnTo>
                  <a:lnTo>
                    <a:pt x="247307" y="57340"/>
                  </a:lnTo>
                  <a:lnTo>
                    <a:pt x="247307" y="11430"/>
                  </a:lnTo>
                  <a:lnTo>
                    <a:pt x="304863" y="11430"/>
                  </a:lnTo>
                  <a:lnTo>
                    <a:pt x="304863" y="0"/>
                  </a:lnTo>
                  <a:lnTo>
                    <a:pt x="242455" y="0"/>
                  </a:lnTo>
                  <a:lnTo>
                    <a:pt x="242455" y="11430"/>
                  </a:lnTo>
                  <a:lnTo>
                    <a:pt x="242455" y="57340"/>
                  </a:lnTo>
                  <a:lnTo>
                    <a:pt x="242455" y="266700"/>
                  </a:lnTo>
                  <a:lnTo>
                    <a:pt x="184899" y="266700"/>
                  </a:lnTo>
                  <a:lnTo>
                    <a:pt x="184899" y="226555"/>
                  </a:lnTo>
                  <a:lnTo>
                    <a:pt x="242455" y="226555"/>
                  </a:lnTo>
                  <a:lnTo>
                    <a:pt x="242455" y="221691"/>
                  </a:lnTo>
                  <a:lnTo>
                    <a:pt x="184899" y="221691"/>
                  </a:lnTo>
                  <a:lnTo>
                    <a:pt x="184899" y="171767"/>
                  </a:lnTo>
                  <a:lnTo>
                    <a:pt x="242455" y="171767"/>
                  </a:lnTo>
                  <a:lnTo>
                    <a:pt x="242455" y="166916"/>
                  </a:lnTo>
                  <a:lnTo>
                    <a:pt x="184899" y="166916"/>
                  </a:lnTo>
                  <a:lnTo>
                    <a:pt x="184899" y="116979"/>
                  </a:lnTo>
                  <a:lnTo>
                    <a:pt x="242455" y="116979"/>
                  </a:lnTo>
                  <a:lnTo>
                    <a:pt x="242455" y="112115"/>
                  </a:lnTo>
                  <a:lnTo>
                    <a:pt x="184899" y="112115"/>
                  </a:lnTo>
                  <a:lnTo>
                    <a:pt x="184899" y="62191"/>
                  </a:lnTo>
                  <a:lnTo>
                    <a:pt x="242455" y="62191"/>
                  </a:lnTo>
                  <a:lnTo>
                    <a:pt x="242455" y="57340"/>
                  </a:lnTo>
                  <a:lnTo>
                    <a:pt x="184899" y="57340"/>
                  </a:lnTo>
                  <a:lnTo>
                    <a:pt x="184899" y="11430"/>
                  </a:lnTo>
                  <a:lnTo>
                    <a:pt x="242455" y="11430"/>
                  </a:lnTo>
                  <a:lnTo>
                    <a:pt x="242455" y="0"/>
                  </a:lnTo>
                  <a:lnTo>
                    <a:pt x="180035" y="0"/>
                  </a:lnTo>
                  <a:lnTo>
                    <a:pt x="180035" y="11430"/>
                  </a:lnTo>
                  <a:lnTo>
                    <a:pt x="180035" y="57340"/>
                  </a:lnTo>
                  <a:lnTo>
                    <a:pt x="180035" y="266700"/>
                  </a:lnTo>
                  <a:lnTo>
                    <a:pt x="122478" y="266700"/>
                  </a:lnTo>
                  <a:lnTo>
                    <a:pt x="122478" y="226555"/>
                  </a:lnTo>
                  <a:lnTo>
                    <a:pt x="180035" y="226555"/>
                  </a:lnTo>
                  <a:lnTo>
                    <a:pt x="180035" y="221691"/>
                  </a:lnTo>
                  <a:lnTo>
                    <a:pt x="122478" y="221691"/>
                  </a:lnTo>
                  <a:lnTo>
                    <a:pt x="122478" y="171767"/>
                  </a:lnTo>
                  <a:lnTo>
                    <a:pt x="180035" y="171767"/>
                  </a:lnTo>
                  <a:lnTo>
                    <a:pt x="180035" y="166916"/>
                  </a:lnTo>
                  <a:lnTo>
                    <a:pt x="122478" y="166916"/>
                  </a:lnTo>
                  <a:lnTo>
                    <a:pt x="122478" y="116979"/>
                  </a:lnTo>
                  <a:lnTo>
                    <a:pt x="180035" y="116979"/>
                  </a:lnTo>
                  <a:lnTo>
                    <a:pt x="180035" y="112115"/>
                  </a:lnTo>
                  <a:lnTo>
                    <a:pt x="122478" y="112115"/>
                  </a:lnTo>
                  <a:lnTo>
                    <a:pt x="122478" y="62191"/>
                  </a:lnTo>
                  <a:lnTo>
                    <a:pt x="180035" y="62191"/>
                  </a:lnTo>
                  <a:lnTo>
                    <a:pt x="180035" y="57340"/>
                  </a:lnTo>
                  <a:lnTo>
                    <a:pt x="122478" y="57340"/>
                  </a:lnTo>
                  <a:lnTo>
                    <a:pt x="122478" y="11430"/>
                  </a:lnTo>
                  <a:lnTo>
                    <a:pt x="180035" y="11430"/>
                  </a:lnTo>
                  <a:lnTo>
                    <a:pt x="180035" y="0"/>
                  </a:lnTo>
                  <a:lnTo>
                    <a:pt x="117614" y="0"/>
                  </a:lnTo>
                  <a:lnTo>
                    <a:pt x="117614" y="11430"/>
                  </a:lnTo>
                  <a:lnTo>
                    <a:pt x="117614" y="57340"/>
                  </a:lnTo>
                  <a:lnTo>
                    <a:pt x="117614" y="266700"/>
                  </a:lnTo>
                  <a:lnTo>
                    <a:pt x="60071" y="266700"/>
                  </a:lnTo>
                  <a:lnTo>
                    <a:pt x="60071" y="226555"/>
                  </a:lnTo>
                  <a:lnTo>
                    <a:pt x="117614" y="226555"/>
                  </a:lnTo>
                  <a:lnTo>
                    <a:pt x="117614" y="221691"/>
                  </a:lnTo>
                  <a:lnTo>
                    <a:pt x="60071" y="221691"/>
                  </a:lnTo>
                  <a:lnTo>
                    <a:pt x="60071" y="171767"/>
                  </a:lnTo>
                  <a:lnTo>
                    <a:pt x="117614" y="171767"/>
                  </a:lnTo>
                  <a:lnTo>
                    <a:pt x="117614" y="166916"/>
                  </a:lnTo>
                  <a:lnTo>
                    <a:pt x="60071" y="166916"/>
                  </a:lnTo>
                  <a:lnTo>
                    <a:pt x="60071" y="116979"/>
                  </a:lnTo>
                  <a:lnTo>
                    <a:pt x="117614" y="116979"/>
                  </a:lnTo>
                  <a:lnTo>
                    <a:pt x="117614" y="112115"/>
                  </a:lnTo>
                  <a:lnTo>
                    <a:pt x="60071" y="112115"/>
                  </a:lnTo>
                  <a:lnTo>
                    <a:pt x="60071" y="62191"/>
                  </a:lnTo>
                  <a:lnTo>
                    <a:pt x="117614" y="62191"/>
                  </a:lnTo>
                  <a:lnTo>
                    <a:pt x="117614" y="57340"/>
                  </a:lnTo>
                  <a:lnTo>
                    <a:pt x="60071" y="57340"/>
                  </a:lnTo>
                  <a:lnTo>
                    <a:pt x="60071" y="11430"/>
                  </a:lnTo>
                  <a:lnTo>
                    <a:pt x="117614" y="11430"/>
                  </a:lnTo>
                  <a:lnTo>
                    <a:pt x="117614" y="0"/>
                  </a:lnTo>
                  <a:lnTo>
                    <a:pt x="55206" y="0"/>
                  </a:lnTo>
                  <a:lnTo>
                    <a:pt x="55206" y="11430"/>
                  </a:lnTo>
                  <a:lnTo>
                    <a:pt x="55206" y="57340"/>
                  </a:lnTo>
                  <a:lnTo>
                    <a:pt x="55206" y="266700"/>
                  </a:lnTo>
                  <a:lnTo>
                    <a:pt x="10566" y="266700"/>
                  </a:lnTo>
                  <a:lnTo>
                    <a:pt x="10566" y="226555"/>
                  </a:lnTo>
                  <a:lnTo>
                    <a:pt x="55206" y="226555"/>
                  </a:lnTo>
                  <a:lnTo>
                    <a:pt x="55206" y="221691"/>
                  </a:lnTo>
                  <a:lnTo>
                    <a:pt x="10566" y="221691"/>
                  </a:lnTo>
                  <a:lnTo>
                    <a:pt x="10566" y="171767"/>
                  </a:lnTo>
                  <a:lnTo>
                    <a:pt x="55206" y="171767"/>
                  </a:lnTo>
                  <a:lnTo>
                    <a:pt x="55206" y="166916"/>
                  </a:lnTo>
                  <a:lnTo>
                    <a:pt x="10566" y="166916"/>
                  </a:lnTo>
                  <a:lnTo>
                    <a:pt x="10566" y="116979"/>
                  </a:lnTo>
                  <a:lnTo>
                    <a:pt x="55206" y="116979"/>
                  </a:lnTo>
                  <a:lnTo>
                    <a:pt x="55206" y="112115"/>
                  </a:lnTo>
                  <a:lnTo>
                    <a:pt x="10566" y="112115"/>
                  </a:lnTo>
                  <a:lnTo>
                    <a:pt x="10566" y="62191"/>
                  </a:lnTo>
                  <a:lnTo>
                    <a:pt x="55206" y="62191"/>
                  </a:lnTo>
                  <a:lnTo>
                    <a:pt x="55206" y="57340"/>
                  </a:lnTo>
                  <a:lnTo>
                    <a:pt x="10566" y="57340"/>
                  </a:lnTo>
                  <a:lnTo>
                    <a:pt x="10566" y="11430"/>
                  </a:lnTo>
                  <a:lnTo>
                    <a:pt x="55206" y="11430"/>
                  </a:lnTo>
                  <a:lnTo>
                    <a:pt x="55206" y="0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0" y="266700"/>
                  </a:lnTo>
                  <a:lnTo>
                    <a:pt x="0" y="276860"/>
                  </a:lnTo>
                  <a:lnTo>
                    <a:pt x="407238" y="276860"/>
                  </a:lnTo>
                  <a:lnTo>
                    <a:pt x="407238" y="266700"/>
                  </a:lnTo>
                  <a:lnTo>
                    <a:pt x="372148" y="266700"/>
                  </a:lnTo>
                  <a:lnTo>
                    <a:pt x="372148" y="226555"/>
                  </a:lnTo>
                  <a:lnTo>
                    <a:pt x="396684" y="226555"/>
                  </a:lnTo>
                  <a:lnTo>
                    <a:pt x="396684" y="266623"/>
                  </a:lnTo>
                  <a:lnTo>
                    <a:pt x="407238" y="266623"/>
                  </a:lnTo>
                  <a:lnTo>
                    <a:pt x="407238" y="11430"/>
                  </a:lnTo>
                  <a:lnTo>
                    <a:pt x="407238" y="10871"/>
                  </a:lnTo>
                  <a:lnTo>
                    <a:pt x="407238" y="0"/>
                  </a:lnTo>
                  <a:close/>
                </a:path>
              </a:pathLst>
            </a:custGeom>
            <a:solidFill>
              <a:srgbClr val="D8E2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253414" y="3497778"/>
              <a:ext cx="396875" cy="266700"/>
            </a:xfrm>
            <a:custGeom>
              <a:avLst/>
              <a:gdLst/>
              <a:ahLst/>
              <a:cxnLst/>
              <a:rect l="l" t="t" r="r" b="b"/>
              <a:pathLst>
                <a:path w="396875" h="266700">
                  <a:moveTo>
                    <a:pt x="396689" y="0"/>
                  </a:moveTo>
                  <a:lnTo>
                    <a:pt x="0" y="0"/>
                  </a:lnTo>
                  <a:lnTo>
                    <a:pt x="0" y="266306"/>
                  </a:lnTo>
                  <a:lnTo>
                    <a:pt x="396689" y="266306"/>
                  </a:lnTo>
                  <a:lnTo>
                    <a:pt x="396689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012517" y="3492493"/>
              <a:ext cx="643255" cy="360045"/>
            </a:xfrm>
            <a:custGeom>
              <a:avLst/>
              <a:gdLst/>
              <a:ahLst/>
              <a:cxnLst/>
              <a:rect l="l" t="t" r="r" b="b"/>
              <a:pathLst>
                <a:path w="643254" h="360045">
                  <a:moveTo>
                    <a:pt x="8318" y="8623"/>
                  </a:moveTo>
                  <a:lnTo>
                    <a:pt x="0" y="8623"/>
                  </a:lnTo>
                  <a:lnTo>
                    <a:pt x="0" y="359537"/>
                  </a:lnTo>
                  <a:lnTo>
                    <a:pt x="8318" y="359537"/>
                  </a:lnTo>
                  <a:lnTo>
                    <a:pt x="8318" y="8623"/>
                  </a:lnTo>
                  <a:close/>
                </a:path>
                <a:path w="643254" h="360045">
                  <a:moveTo>
                    <a:pt x="642861" y="482"/>
                  </a:moveTo>
                  <a:lnTo>
                    <a:pt x="632307" y="482"/>
                  </a:lnTo>
                  <a:lnTo>
                    <a:pt x="632307" y="10642"/>
                  </a:lnTo>
                  <a:lnTo>
                    <a:pt x="632307" y="57023"/>
                  </a:lnTo>
                  <a:lnTo>
                    <a:pt x="632307" y="265912"/>
                  </a:lnTo>
                  <a:lnTo>
                    <a:pt x="607758" y="265912"/>
                  </a:lnTo>
                  <a:lnTo>
                    <a:pt x="607758" y="226250"/>
                  </a:lnTo>
                  <a:lnTo>
                    <a:pt x="632307" y="226250"/>
                  </a:lnTo>
                  <a:lnTo>
                    <a:pt x="632307" y="221386"/>
                  </a:lnTo>
                  <a:lnTo>
                    <a:pt x="607758" y="221386"/>
                  </a:lnTo>
                  <a:lnTo>
                    <a:pt x="607758" y="171450"/>
                  </a:lnTo>
                  <a:lnTo>
                    <a:pt x="632307" y="171450"/>
                  </a:lnTo>
                  <a:lnTo>
                    <a:pt x="632307" y="166598"/>
                  </a:lnTo>
                  <a:lnTo>
                    <a:pt x="607758" y="166598"/>
                  </a:lnTo>
                  <a:lnTo>
                    <a:pt x="607758" y="116674"/>
                  </a:lnTo>
                  <a:lnTo>
                    <a:pt x="632307" y="116674"/>
                  </a:lnTo>
                  <a:lnTo>
                    <a:pt x="632307" y="111810"/>
                  </a:lnTo>
                  <a:lnTo>
                    <a:pt x="607758" y="111810"/>
                  </a:lnTo>
                  <a:lnTo>
                    <a:pt x="607758" y="61887"/>
                  </a:lnTo>
                  <a:lnTo>
                    <a:pt x="632307" y="61887"/>
                  </a:lnTo>
                  <a:lnTo>
                    <a:pt x="632307" y="57023"/>
                  </a:lnTo>
                  <a:lnTo>
                    <a:pt x="607758" y="57023"/>
                  </a:lnTo>
                  <a:lnTo>
                    <a:pt x="607758" y="10642"/>
                  </a:lnTo>
                  <a:lnTo>
                    <a:pt x="632307" y="10642"/>
                  </a:lnTo>
                  <a:lnTo>
                    <a:pt x="632307" y="482"/>
                  </a:lnTo>
                  <a:lnTo>
                    <a:pt x="607758" y="482"/>
                  </a:lnTo>
                  <a:lnTo>
                    <a:pt x="607758" y="0"/>
                  </a:lnTo>
                  <a:lnTo>
                    <a:pt x="602907" y="0"/>
                  </a:lnTo>
                  <a:lnTo>
                    <a:pt x="602907" y="265912"/>
                  </a:lnTo>
                  <a:lnTo>
                    <a:pt x="545338" y="265912"/>
                  </a:lnTo>
                  <a:lnTo>
                    <a:pt x="545338" y="226250"/>
                  </a:lnTo>
                  <a:lnTo>
                    <a:pt x="602907" y="226250"/>
                  </a:lnTo>
                  <a:lnTo>
                    <a:pt x="602907" y="221386"/>
                  </a:lnTo>
                  <a:lnTo>
                    <a:pt x="545338" y="221386"/>
                  </a:lnTo>
                  <a:lnTo>
                    <a:pt x="545338" y="171450"/>
                  </a:lnTo>
                  <a:lnTo>
                    <a:pt x="602907" y="171450"/>
                  </a:lnTo>
                  <a:lnTo>
                    <a:pt x="602907" y="166598"/>
                  </a:lnTo>
                  <a:lnTo>
                    <a:pt x="545338" y="166598"/>
                  </a:lnTo>
                  <a:lnTo>
                    <a:pt x="545338" y="116674"/>
                  </a:lnTo>
                  <a:lnTo>
                    <a:pt x="602907" y="116674"/>
                  </a:lnTo>
                  <a:lnTo>
                    <a:pt x="602907" y="111810"/>
                  </a:lnTo>
                  <a:lnTo>
                    <a:pt x="545338" y="111810"/>
                  </a:lnTo>
                  <a:lnTo>
                    <a:pt x="545338" y="61887"/>
                  </a:lnTo>
                  <a:lnTo>
                    <a:pt x="602907" y="61887"/>
                  </a:lnTo>
                  <a:lnTo>
                    <a:pt x="602907" y="57023"/>
                  </a:lnTo>
                  <a:lnTo>
                    <a:pt x="545338" y="57023"/>
                  </a:lnTo>
                  <a:lnTo>
                    <a:pt x="545338" y="10642"/>
                  </a:lnTo>
                  <a:lnTo>
                    <a:pt x="602907" y="10642"/>
                  </a:lnTo>
                  <a:lnTo>
                    <a:pt x="602907" y="482"/>
                  </a:lnTo>
                  <a:lnTo>
                    <a:pt x="545338" y="482"/>
                  </a:lnTo>
                  <a:lnTo>
                    <a:pt x="545338" y="0"/>
                  </a:lnTo>
                  <a:lnTo>
                    <a:pt x="540486" y="0"/>
                  </a:lnTo>
                  <a:lnTo>
                    <a:pt x="540486" y="265912"/>
                  </a:lnTo>
                  <a:lnTo>
                    <a:pt x="482930" y="265912"/>
                  </a:lnTo>
                  <a:lnTo>
                    <a:pt x="482930" y="226250"/>
                  </a:lnTo>
                  <a:lnTo>
                    <a:pt x="540486" y="226250"/>
                  </a:lnTo>
                  <a:lnTo>
                    <a:pt x="540486" y="221386"/>
                  </a:lnTo>
                  <a:lnTo>
                    <a:pt x="482930" y="221386"/>
                  </a:lnTo>
                  <a:lnTo>
                    <a:pt x="482930" y="171450"/>
                  </a:lnTo>
                  <a:lnTo>
                    <a:pt x="540486" y="171450"/>
                  </a:lnTo>
                  <a:lnTo>
                    <a:pt x="540486" y="166598"/>
                  </a:lnTo>
                  <a:lnTo>
                    <a:pt x="482930" y="166598"/>
                  </a:lnTo>
                  <a:lnTo>
                    <a:pt x="482930" y="116674"/>
                  </a:lnTo>
                  <a:lnTo>
                    <a:pt x="540486" y="116674"/>
                  </a:lnTo>
                  <a:lnTo>
                    <a:pt x="540486" y="111810"/>
                  </a:lnTo>
                  <a:lnTo>
                    <a:pt x="482930" y="111810"/>
                  </a:lnTo>
                  <a:lnTo>
                    <a:pt x="482930" y="61887"/>
                  </a:lnTo>
                  <a:lnTo>
                    <a:pt x="540486" y="61887"/>
                  </a:lnTo>
                  <a:lnTo>
                    <a:pt x="540486" y="57023"/>
                  </a:lnTo>
                  <a:lnTo>
                    <a:pt x="482930" y="57023"/>
                  </a:lnTo>
                  <a:lnTo>
                    <a:pt x="482930" y="10642"/>
                  </a:lnTo>
                  <a:lnTo>
                    <a:pt x="540486" y="10642"/>
                  </a:lnTo>
                  <a:lnTo>
                    <a:pt x="540486" y="482"/>
                  </a:lnTo>
                  <a:lnTo>
                    <a:pt x="482930" y="482"/>
                  </a:lnTo>
                  <a:lnTo>
                    <a:pt x="482930" y="0"/>
                  </a:lnTo>
                  <a:lnTo>
                    <a:pt x="478066" y="0"/>
                  </a:lnTo>
                  <a:lnTo>
                    <a:pt x="478066" y="265912"/>
                  </a:lnTo>
                  <a:lnTo>
                    <a:pt x="420509" y="265912"/>
                  </a:lnTo>
                  <a:lnTo>
                    <a:pt x="420509" y="226250"/>
                  </a:lnTo>
                  <a:lnTo>
                    <a:pt x="478066" y="226250"/>
                  </a:lnTo>
                  <a:lnTo>
                    <a:pt x="478066" y="221386"/>
                  </a:lnTo>
                  <a:lnTo>
                    <a:pt x="420509" y="221386"/>
                  </a:lnTo>
                  <a:lnTo>
                    <a:pt x="420509" y="171450"/>
                  </a:lnTo>
                  <a:lnTo>
                    <a:pt x="478066" y="171450"/>
                  </a:lnTo>
                  <a:lnTo>
                    <a:pt x="478066" y="166598"/>
                  </a:lnTo>
                  <a:lnTo>
                    <a:pt x="420509" y="166598"/>
                  </a:lnTo>
                  <a:lnTo>
                    <a:pt x="420509" y="116674"/>
                  </a:lnTo>
                  <a:lnTo>
                    <a:pt x="478066" y="116674"/>
                  </a:lnTo>
                  <a:lnTo>
                    <a:pt x="478066" y="111810"/>
                  </a:lnTo>
                  <a:lnTo>
                    <a:pt x="420509" y="111810"/>
                  </a:lnTo>
                  <a:lnTo>
                    <a:pt x="420509" y="61887"/>
                  </a:lnTo>
                  <a:lnTo>
                    <a:pt x="478066" y="61887"/>
                  </a:lnTo>
                  <a:lnTo>
                    <a:pt x="478066" y="57023"/>
                  </a:lnTo>
                  <a:lnTo>
                    <a:pt x="420509" y="57023"/>
                  </a:lnTo>
                  <a:lnTo>
                    <a:pt x="420509" y="10642"/>
                  </a:lnTo>
                  <a:lnTo>
                    <a:pt x="478066" y="10642"/>
                  </a:lnTo>
                  <a:lnTo>
                    <a:pt x="478066" y="482"/>
                  </a:lnTo>
                  <a:lnTo>
                    <a:pt x="420509" y="482"/>
                  </a:lnTo>
                  <a:lnTo>
                    <a:pt x="420509" y="0"/>
                  </a:lnTo>
                  <a:lnTo>
                    <a:pt x="415645" y="0"/>
                  </a:lnTo>
                  <a:lnTo>
                    <a:pt x="415645" y="265912"/>
                  </a:lnTo>
                  <a:lnTo>
                    <a:pt x="358101" y="265912"/>
                  </a:lnTo>
                  <a:lnTo>
                    <a:pt x="358101" y="226250"/>
                  </a:lnTo>
                  <a:lnTo>
                    <a:pt x="415645" y="226250"/>
                  </a:lnTo>
                  <a:lnTo>
                    <a:pt x="415645" y="221386"/>
                  </a:lnTo>
                  <a:lnTo>
                    <a:pt x="358101" y="221386"/>
                  </a:lnTo>
                  <a:lnTo>
                    <a:pt x="358101" y="171450"/>
                  </a:lnTo>
                  <a:lnTo>
                    <a:pt x="415645" y="171450"/>
                  </a:lnTo>
                  <a:lnTo>
                    <a:pt x="415645" y="166598"/>
                  </a:lnTo>
                  <a:lnTo>
                    <a:pt x="358101" y="166598"/>
                  </a:lnTo>
                  <a:lnTo>
                    <a:pt x="358101" y="116674"/>
                  </a:lnTo>
                  <a:lnTo>
                    <a:pt x="415645" y="116674"/>
                  </a:lnTo>
                  <a:lnTo>
                    <a:pt x="415645" y="111810"/>
                  </a:lnTo>
                  <a:lnTo>
                    <a:pt x="358101" y="111810"/>
                  </a:lnTo>
                  <a:lnTo>
                    <a:pt x="358101" y="61887"/>
                  </a:lnTo>
                  <a:lnTo>
                    <a:pt x="415645" y="61887"/>
                  </a:lnTo>
                  <a:lnTo>
                    <a:pt x="415645" y="57023"/>
                  </a:lnTo>
                  <a:lnTo>
                    <a:pt x="358101" y="57023"/>
                  </a:lnTo>
                  <a:lnTo>
                    <a:pt x="358101" y="10642"/>
                  </a:lnTo>
                  <a:lnTo>
                    <a:pt x="415645" y="10642"/>
                  </a:lnTo>
                  <a:lnTo>
                    <a:pt x="415645" y="482"/>
                  </a:lnTo>
                  <a:lnTo>
                    <a:pt x="358101" y="482"/>
                  </a:lnTo>
                  <a:lnTo>
                    <a:pt x="358101" y="0"/>
                  </a:lnTo>
                  <a:lnTo>
                    <a:pt x="353250" y="0"/>
                  </a:lnTo>
                  <a:lnTo>
                    <a:pt x="353250" y="265912"/>
                  </a:lnTo>
                  <a:lnTo>
                    <a:pt x="295681" y="265912"/>
                  </a:lnTo>
                  <a:lnTo>
                    <a:pt x="295681" y="226250"/>
                  </a:lnTo>
                  <a:lnTo>
                    <a:pt x="353250" y="226250"/>
                  </a:lnTo>
                  <a:lnTo>
                    <a:pt x="353250" y="221386"/>
                  </a:lnTo>
                  <a:lnTo>
                    <a:pt x="295681" y="221386"/>
                  </a:lnTo>
                  <a:lnTo>
                    <a:pt x="295681" y="171450"/>
                  </a:lnTo>
                  <a:lnTo>
                    <a:pt x="353250" y="171450"/>
                  </a:lnTo>
                  <a:lnTo>
                    <a:pt x="353250" y="166598"/>
                  </a:lnTo>
                  <a:lnTo>
                    <a:pt x="295681" y="166598"/>
                  </a:lnTo>
                  <a:lnTo>
                    <a:pt x="295681" y="116674"/>
                  </a:lnTo>
                  <a:lnTo>
                    <a:pt x="353250" y="116674"/>
                  </a:lnTo>
                  <a:lnTo>
                    <a:pt x="353250" y="111810"/>
                  </a:lnTo>
                  <a:lnTo>
                    <a:pt x="295681" y="111810"/>
                  </a:lnTo>
                  <a:lnTo>
                    <a:pt x="295681" y="61887"/>
                  </a:lnTo>
                  <a:lnTo>
                    <a:pt x="353250" y="61887"/>
                  </a:lnTo>
                  <a:lnTo>
                    <a:pt x="353250" y="57023"/>
                  </a:lnTo>
                  <a:lnTo>
                    <a:pt x="295681" y="57023"/>
                  </a:lnTo>
                  <a:lnTo>
                    <a:pt x="295681" y="10642"/>
                  </a:lnTo>
                  <a:lnTo>
                    <a:pt x="353250" y="10642"/>
                  </a:lnTo>
                  <a:lnTo>
                    <a:pt x="353250" y="482"/>
                  </a:lnTo>
                  <a:lnTo>
                    <a:pt x="295681" y="482"/>
                  </a:lnTo>
                  <a:lnTo>
                    <a:pt x="295681" y="0"/>
                  </a:lnTo>
                  <a:lnTo>
                    <a:pt x="290842" y="0"/>
                  </a:lnTo>
                  <a:lnTo>
                    <a:pt x="290842" y="265912"/>
                  </a:lnTo>
                  <a:lnTo>
                    <a:pt x="246164" y="265912"/>
                  </a:lnTo>
                  <a:lnTo>
                    <a:pt x="246164" y="226250"/>
                  </a:lnTo>
                  <a:lnTo>
                    <a:pt x="290842" y="226250"/>
                  </a:lnTo>
                  <a:lnTo>
                    <a:pt x="290842" y="221386"/>
                  </a:lnTo>
                  <a:lnTo>
                    <a:pt x="246164" y="221386"/>
                  </a:lnTo>
                  <a:lnTo>
                    <a:pt x="246164" y="171450"/>
                  </a:lnTo>
                  <a:lnTo>
                    <a:pt x="290842" y="171450"/>
                  </a:lnTo>
                  <a:lnTo>
                    <a:pt x="290842" y="166598"/>
                  </a:lnTo>
                  <a:lnTo>
                    <a:pt x="246164" y="166598"/>
                  </a:lnTo>
                  <a:lnTo>
                    <a:pt x="246164" y="116674"/>
                  </a:lnTo>
                  <a:lnTo>
                    <a:pt x="290842" y="116674"/>
                  </a:lnTo>
                  <a:lnTo>
                    <a:pt x="290842" y="111810"/>
                  </a:lnTo>
                  <a:lnTo>
                    <a:pt x="246164" y="111810"/>
                  </a:lnTo>
                  <a:lnTo>
                    <a:pt x="246164" y="61887"/>
                  </a:lnTo>
                  <a:lnTo>
                    <a:pt x="290842" y="61887"/>
                  </a:lnTo>
                  <a:lnTo>
                    <a:pt x="290842" y="57023"/>
                  </a:lnTo>
                  <a:lnTo>
                    <a:pt x="246164" y="57023"/>
                  </a:lnTo>
                  <a:lnTo>
                    <a:pt x="246164" y="10642"/>
                  </a:lnTo>
                  <a:lnTo>
                    <a:pt x="290842" y="10642"/>
                  </a:lnTo>
                  <a:lnTo>
                    <a:pt x="290842" y="482"/>
                  </a:lnTo>
                  <a:lnTo>
                    <a:pt x="235610" y="482"/>
                  </a:lnTo>
                  <a:lnTo>
                    <a:pt x="235610" y="10642"/>
                  </a:lnTo>
                  <a:lnTo>
                    <a:pt x="235610" y="265912"/>
                  </a:lnTo>
                  <a:lnTo>
                    <a:pt x="235610" y="277342"/>
                  </a:lnTo>
                  <a:lnTo>
                    <a:pt x="642861" y="277342"/>
                  </a:lnTo>
                  <a:lnTo>
                    <a:pt x="642861" y="266319"/>
                  </a:lnTo>
                  <a:lnTo>
                    <a:pt x="642861" y="265912"/>
                  </a:lnTo>
                  <a:lnTo>
                    <a:pt x="642861" y="10642"/>
                  </a:lnTo>
                  <a:lnTo>
                    <a:pt x="642861" y="482"/>
                  </a:lnTo>
                  <a:close/>
                </a:path>
              </a:pathLst>
            </a:custGeom>
            <a:solidFill>
              <a:srgbClr val="D8E2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383095" y="3171924"/>
              <a:ext cx="242570" cy="72390"/>
            </a:xfrm>
            <a:custGeom>
              <a:avLst/>
              <a:gdLst/>
              <a:ahLst/>
              <a:cxnLst/>
              <a:rect l="l" t="t" r="r" b="b"/>
              <a:pathLst>
                <a:path w="242570" h="72389">
                  <a:moveTo>
                    <a:pt x="242453" y="0"/>
                  </a:moveTo>
                  <a:lnTo>
                    <a:pt x="0" y="0"/>
                  </a:lnTo>
                  <a:lnTo>
                    <a:pt x="0" y="72123"/>
                  </a:lnTo>
                  <a:lnTo>
                    <a:pt x="242453" y="72123"/>
                  </a:lnTo>
                  <a:lnTo>
                    <a:pt x="242453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381911" y="3172300"/>
              <a:ext cx="242570" cy="72390"/>
            </a:xfrm>
            <a:custGeom>
              <a:avLst/>
              <a:gdLst/>
              <a:ahLst/>
              <a:cxnLst/>
              <a:rect l="l" t="t" r="r" b="b"/>
              <a:pathLst>
                <a:path w="242570" h="72389">
                  <a:moveTo>
                    <a:pt x="24245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72390"/>
                  </a:lnTo>
                  <a:lnTo>
                    <a:pt x="19418" y="72390"/>
                  </a:lnTo>
                  <a:lnTo>
                    <a:pt x="19418" y="19050"/>
                  </a:lnTo>
                  <a:lnTo>
                    <a:pt x="242455" y="19050"/>
                  </a:lnTo>
                  <a:lnTo>
                    <a:pt x="24245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725525" y="3171924"/>
              <a:ext cx="242570" cy="72390"/>
            </a:xfrm>
            <a:custGeom>
              <a:avLst/>
              <a:gdLst/>
              <a:ahLst/>
              <a:cxnLst/>
              <a:rect l="l" t="t" r="r" b="b"/>
              <a:pathLst>
                <a:path w="242570" h="72389">
                  <a:moveTo>
                    <a:pt x="242453" y="0"/>
                  </a:moveTo>
                  <a:lnTo>
                    <a:pt x="0" y="0"/>
                  </a:lnTo>
                  <a:lnTo>
                    <a:pt x="0" y="72123"/>
                  </a:lnTo>
                  <a:lnTo>
                    <a:pt x="242453" y="72123"/>
                  </a:lnTo>
                  <a:lnTo>
                    <a:pt x="242453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724354" y="3172300"/>
              <a:ext cx="242570" cy="72390"/>
            </a:xfrm>
            <a:custGeom>
              <a:avLst/>
              <a:gdLst/>
              <a:ahLst/>
              <a:cxnLst/>
              <a:rect l="l" t="t" r="r" b="b"/>
              <a:pathLst>
                <a:path w="242570" h="72389">
                  <a:moveTo>
                    <a:pt x="24245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72390"/>
                  </a:lnTo>
                  <a:lnTo>
                    <a:pt x="19405" y="72390"/>
                  </a:lnTo>
                  <a:lnTo>
                    <a:pt x="19405" y="19050"/>
                  </a:lnTo>
                  <a:lnTo>
                    <a:pt x="242455" y="19050"/>
                  </a:lnTo>
                  <a:lnTo>
                    <a:pt x="24245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067964" y="3171924"/>
              <a:ext cx="242570" cy="72390"/>
            </a:xfrm>
            <a:custGeom>
              <a:avLst/>
              <a:gdLst/>
              <a:ahLst/>
              <a:cxnLst/>
              <a:rect l="l" t="t" r="r" b="b"/>
              <a:pathLst>
                <a:path w="242570" h="72389">
                  <a:moveTo>
                    <a:pt x="242453" y="0"/>
                  </a:moveTo>
                  <a:lnTo>
                    <a:pt x="0" y="0"/>
                  </a:lnTo>
                  <a:lnTo>
                    <a:pt x="0" y="72123"/>
                  </a:lnTo>
                  <a:lnTo>
                    <a:pt x="242453" y="72123"/>
                  </a:lnTo>
                  <a:lnTo>
                    <a:pt x="242453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066784" y="3172300"/>
              <a:ext cx="242570" cy="72390"/>
            </a:xfrm>
            <a:custGeom>
              <a:avLst/>
              <a:gdLst/>
              <a:ahLst/>
              <a:cxnLst/>
              <a:rect l="l" t="t" r="r" b="b"/>
              <a:pathLst>
                <a:path w="242570" h="72389">
                  <a:moveTo>
                    <a:pt x="24245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72390"/>
                  </a:lnTo>
                  <a:lnTo>
                    <a:pt x="19418" y="72390"/>
                  </a:lnTo>
                  <a:lnTo>
                    <a:pt x="19418" y="19050"/>
                  </a:lnTo>
                  <a:lnTo>
                    <a:pt x="242455" y="19050"/>
                  </a:lnTo>
                  <a:lnTo>
                    <a:pt x="24245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410404" y="3171924"/>
              <a:ext cx="242570" cy="72390"/>
            </a:xfrm>
            <a:custGeom>
              <a:avLst/>
              <a:gdLst/>
              <a:ahLst/>
              <a:cxnLst/>
              <a:rect l="l" t="t" r="r" b="b"/>
              <a:pathLst>
                <a:path w="242570" h="72389">
                  <a:moveTo>
                    <a:pt x="242453" y="0"/>
                  </a:moveTo>
                  <a:lnTo>
                    <a:pt x="0" y="0"/>
                  </a:lnTo>
                  <a:lnTo>
                    <a:pt x="0" y="72123"/>
                  </a:lnTo>
                  <a:lnTo>
                    <a:pt x="242453" y="72123"/>
                  </a:lnTo>
                  <a:lnTo>
                    <a:pt x="242453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409227" y="3172300"/>
              <a:ext cx="242570" cy="72390"/>
            </a:xfrm>
            <a:custGeom>
              <a:avLst/>
              <a:gdLst/>
              <a:ahLst/>
              <a:cxnLst/>
              <a:rect l="l" t="t" r="r" b="b"/>
              <a:pathLst>
                <a:path w="242570" h="72389">
                  <a:moveTo>
                    <a:pt x="24245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72390"/>
                  </a:lnTo>
                  <a:lnTo>
                    <a:pt x="19405" y="72390"/>
                  </a:lnTo>
                  <a:lnTo>
                    <a:pt x="19405" y="19050"/>
                  </a:lnTo>
                  <a:lnTo>
                    <a:pt x="242455" y="19050"/>
                  </a:lnTo>
                  <a:lnTo>
                    <a:pt x="24245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830748" y="3568247"/>
              <a:ext cx="229235" cy="72390"/>
            </a:xfrm>
            <a:custGeom>
              <a:avLst/>
              <a:gdLst/>
              <a:ahLst/>
              <a:cxnLst/>
              <a:rect l="l" t="t" r="r" b="b"/>
              <a:pathLst>
                <a:path w="229234" h="72389">
                  <a:moveTo>
                    <a:pt x="228987" y="0"/>
                  </a:moveTo>
                  <a:lnTo>
                    <a:pt x="0" y="0"/>
                  </a:lnTo>
                  <a:lnTo>
                    <a:pt x="0" y="72123"/>
                  </a:lnTo>
                  <a:lnTo>
                    <a:pt x="228987" y="72123"/>
                  </a:lnTo>
                  <a:lnTo>
                    <a:pt x="22898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829635" y="3568617"/>
              <a:ext cx="229235" cy="72390"/>
            </a:xfrm>
            <a:custGeom>
              <a:avLst/>
              <a:gdLst/>
              <a:ahLst/>
              <a:cxnLst/>
              <a:rect l="l" t="t" r="r" b="b"/>
              <a:pathLst>
                <a:path w="229234" h="72389">
                  <a:moveTo>
                    <a:pt x="228981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72390"/>
                  </a:lnTo>
                  <a:lnTo>
                    <a:pt x="18338" y="72390"/>
                  </a:lnTo>
                  <a:lnTo>
                    <a:pt x="18338" y="19050"/>
                  </a:lnTo>
                  <a:lnTo>
                    <a:pt x="228981" y="19050"/>
                  </a:lnTo>
                  <a:lnTo>
                    <a:pt x="22898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148183" y="3568247"/>
              <a:ext cx="229235" cy="72390"/>
            </a:xfrm>
            <a:custGeom>
              <a:avLst/>
              <a:gdLst/>
              <a:ahLst/>
              <a:cxnLst/>
              <a:rect l="l" t="t" r="r" b="b"/>
              <a:pathLst>
                <a:path w="229234" h="72389">
                  <a:moveTo>
                    <a:pt x="228987" y="0"/>
                  </a:moveTo>
                  <a:lnTo>
                    <a:pt x="0" y="0"/>
                  </a:lnTo>
                  <a:lnTo>
                    <a:pt x="0" y="72123"/>
                  </a:lnTo>
                  <a:lnTo>
                    <a:pt x="228987" y="72123"/>
                  </a:lnTo>
                  <a:lnTo>
                    <a:pt x="22898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0147072" y="3568617"/>
              <a:ext cx="229235" cy="72390"/>
            </a:xfrm>
            <a:custGeom>
              <a:avLst/>
              <a:gdLst/>
              <a:ahLst/>
              <a:cxnLst/>
              <a:rect l="l" t="t" r="r" b="b"/>
              <a:pathLst>
                <a:path w="229234" h="72389">
                  <a:moveTo>
                    <a:pt x="228981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72390"/>
                  </a:lnTo>
                  <a:lnTo>
                    <a:pt x="18338" y="72390"/>
                  </a:lnTo>
                  <a:lnTo>
                    <a:pt x="18338" y="19050"/>
                  </a:lnTo>
                  <a:lnTo>
                    <a:pt x="228981" y="19050"/>
                  </a:lnTo>
                  <a:lnTo>
                    <a:pt x="22898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465608" y="3568247"/>
              <a:ext cx="229235" cy="72390"/>
            </a:xfrm>
            <a:custGeom>
              <a:avLst/>
              <a:gdLst/>
              <a:ahLst/>
              <a:cxnLst/>
              <a:rect l="l" t="t" r="r" b="b"/>
              <a:pathLst>
                <a:path w="229234" h="72389">
                  <a:moveTo>
                    <a:pt x="228987" y="0"/>
                  </a:moveTo>
                  <a:lnTo>
                    <a:pt x="0" y="0"/>
                  </a:lnTo>
                  <a:lnTo>
                    <a:pt x="0" y="72123"/>
                  </a:lnTo>
                  <a:lnTo>
                    <a:pt x="228987" y="72123"/>
                  </a:lnTo>
                  <a:lnTo>
                    <a:pt x="22898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0464495" y="3568617"/>
              <a:ext cx="229235" cy="72390"/>
            </a:xfrm>
            <a:custGeom>
              <a:avLst/>
              <a:gdLst/>
              <a:ahLst/>
              <a:cxnLst/>
              <a:rect l="l" t="t" r="r" b="b"/>
              <a:pathLst>
                <a:path w="229234" h="72389">
                  <a:moveTo>
                    <a:pt x="228993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72390"/>
                  </a:lnTo>
                  <a:lnTo>
                    <a:pt x="18338" y="72390"/>
                  </a:lnTo>
                  <a:lnTo>
                    <a:pt x="18338" y="19050"/>
                  </a:lnTo>
                  <a:lnTo>
                    <a:pt x="228993" y="19050"/>
                  </a:lnTo>
                  <a:lnTo>
                    <a:pt x="228993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0783043" y="3568247"/>
              <a:ext cx="229235" cy="72390"/>
            </a:xfrm>
            <a:custGeom>
              <a:avLst/>
              <a:gdLst/>
              <a:ahLst/>
              <a:cxnLst/>
              <a:rect l="l" t="t" r="r" b="b"/>
              <a:pathLst>
                <a:path w="229234" h="72389">
                  <a:moveTo>
                    <a:pt x="228987" y="0"/>
                  </a:moveTo>
                  <a:lnTo>
                    <a:pt x="0" y="0"/>
                  </a:lnTo>
                  <a:lnTo>
                    <a:pt x="0" y="72123"/>
                  </a:lnTo>
                  <a:lnTo>
                    <a:pt x="228987" y="72123"/>
                  </a:lnTo>
                  <a:lnTo>
                    <a:pt x="22898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781932" y="3568617"/>
              <a:ext cx="229235" cy="72390"/>
            </a:xfrm>
            <a:custGeom>
              <a:avLst/>
              <a:gdLst/>
              <a:ahLst/>
              <a:cxnLst/>
              <a:rect l="l" t="t" r="r" b="b"/>
              <a:pathLst>
                <a:path w="229234" h="72389">
                  <a:moveTo>
                    <a:pt x="228981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72390"/>
                  </a:lnTo>
                  <a:lnTo>
                    <a:pt x="18338" y="72390"/>
                  </a:lnTo>
                  <a:lnTo>
                    <a:pt x="18338" y="19050"/>
                  </a:lnTo>
                  <a:lnTo>
                    <a:pt x="228981" y="19050"/>
                  </a:lnTo>
                  <a:lnTo>
                    <a:pt x="22898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1101033" y="3568247"/>
              <a:ext cx="229235" cy="72390"/>
            </a:xfrm>
            <a:custGeom>
              <a:avLst/>
              <a:gdLst/>
              <a:ahLst/>
              <a:cxnLst/>
              <a:rect l="l" t="t" r="r" b="b"/>
              <a:pathLst>
                <a:path w="229234" h="72389">
                  <a:moveTo>
                    <a:pt x="228987" y="0"/>
                  </a:moveTo>
                  <a:lnTo>
                    <a:pt x="0" y="0"/>
                  </a:lnTo>
                  <a:lnTo>
                    <a:pt x="0" y="72123"/>
                  </a:lnTo>
                  <a:lnTo>
                    <a:pt x="228987" y="72123"/>
                  </a:lnTo>
                  <a:lnTo>
                    <a:pt x="22898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1099914" y="3568617"/>
              <a:ext cx="229235" cy="72390"/>
            </a:xfrm>
            <a:custGeom>
              <a:avLst/>
              <a:gdLst/>
              <a:ahLst/>
              <a:cxnLst/>
              <a:rect l="l" t="t" r="r" b="b"/>
              <a:pathLst>
                <a:path w="229234" h="72389">
                  <a:moveTo>
                    <a:pt x="228993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72390"/>
                  </a:lnTo>
                  <a:lnTo>
                    <a:pt x="18351" y="72390"/>
                  </a:lnTo>
                  <a:lnTo>
                    <a:pt x="18351" y="19050"/>
                  </a:lnTo>
                  <a:lnTo>
                    <a:pt x="228993" y="19050"/>
                  </a:lnTo>
                  <a:lnTo>
                    <a:pt x="228993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1417914" y="3568247"/>
              <a:ext cx="229235" cy="72390"/>
            </a:xfrm>
            <a:custGeom>
              <a:avLst/>
              <a:gdLst/>
              <a:ahLst/>
              <a:cxnLst/>
              <a:rect l="l" t="t" r="r" b="b"/>
              <a:pathLst>
                <a:path w="229234" h="72389">
                  <a:moveTo>
                    <a:pt x="228987" y="0"/>
                  </a:moveTo>
                  <a:lnTo>
                    <a:pt x="0" y="0"/>
                  </a:lnTo>
                  <a:lnTo>
                    <a:pt x="0" y="72123"/>
                  </a:lnTo>
                  <a:lnTo>
                    <a:pt x="228987" y="72123"/>
                  </a:lnTo>
                  <a:lnTo>
                    <a:pt x="22898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1416792" y="3568617"/>
              <a:ext cx="229235" cy="72390"/>
            </a:xfrm>
            <a:custGeom>
              <a:avLst/>
              <a:gdLst/>
              <a:ahLst/>
              <a:cxnLst/>
              <a:rect l="l" t="t" r="r" b="b"/>
              <a:pathLst>
                <a:path w="229234" h="72389">
                  <a:moveTo>
                    <a:pt x="228993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72390"/>
                  </a:lnTo>
                  <a:lnTo>
                    <a:pt x="18351" y="72390"/>
                  </a:lnTo>
                  <a:lnTo>
                    <a:pt x="18351" y="19050"/>
                  </a:lnTo>
                  <a:lnTo>
                    <a:pt x="228993" y="19050"/>
                  </a:lnTo>
                  <a:lnTo>
                    <a:pt x="228993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326463" y="3277342"/>
              <a:ext cx="1430020" cy="76200"/>
            </a:xfrm>
            <a:custGeom>
              <a:avLst/>
              <a:gdLst/>
              <a:ahLst/>
              <a:cxnLst/>
              <a:rect l="l" t="t" r="r" b="b"/>
              <a:pathLst>
                <a:path w="1430020" h="76200">
                  <a:moveTo>
                    <a:pt x="1429727" y="57327"/>
                  </a:moveTo>
                  <a:lnTo>
                    <a:pt x="0" y="57327"/>
                  </a:lnTo>
                  <a:lnTo>
                    <a:pt x="0" y="75819"/>
                  </a:lnTo>
                  <a:lnTo>
                    <a:pt x="1429727" y="75819"/>
                  </a:lnTo>
                  <a:lnTo>
                    <a:pt x="1429727" y="57327"/>
                  </a:lnTo>
                  <a:close/>
                </a:path>
                <a:path w="1430020" h="76200">
                  <a:moveTo>
                    <a:pt x="1429727" y="0"/>
                  </a:moveTo>
                  <a:lnTo>
                    <a:pt x="0" y="0"/>
                  </a:lnTo>
                  <a:lnTo>
                    <a:pt x="0" y="36982"/>
                  </a:lnTo>
                  <a:lnTo>
                    <a:pt x="1429727" y="36982"/>
                  </a:lnTo>
                  <a:lnTo>
                    <a:pt x="1429727" y="0"/>
                  </a:lnTo>
                  <a:close/>
                </a:path>
              </a:pathLst>
            </a:custGeom>
            <a:solidFill>
              <a:srgbClr val="D8E2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8940394" y="2846939"/>
              <a:ext cx="693420" cy="96520"/>
            </a:xfrm>
            <a:custGeom>
              <a:avLst/>
              <a:gdLst/>
              <a:ahLst/>
              <a:cxnLst/>
              <a:rect l="l" t="t" r="r" b="b"/>
              <a:pathLst>
                <a:path w="693420" h="96519">
                  <a:moveTo>
                    <a:pt x="36055" y="0"/>
                  </a:moveTo>
                  <a:lnTo>
                    <a:pt x="0" y="0"/>
                  </a:lnTo>
                  <a:lnTo>
                    <a:pt x="0" y="96405"/>
                  </a:lnTo>
                  <a:lnTo>
                    <a:pt x="36055" y="96405"/>
                  </a:lnTo>
                  <a:lnTo>
                    <a:pt x="36055" y="0"/>
                  </a:lnTo>
                  <a:close/>
                </a:path>
                <a:path w="693420" h="96519">
                  <a:moveTo>
                    <a:pt x="167462" y="0"/>
                  </a:moveTo>
                  <a:lnTo>
                    <a:pt x="131394" y="0"/>
                  </a:lnTo>
                  <a:lnTo>
                    <a:pt x="131394" y="96405"/>
                  </a:lnTo>
                  <a:lnTo>
                    <a:pt x="167462" y="96405"/>
                  </a:lnTo>
                  <a:lnTo>
                    <a:pt x="167462" y="0"/>
                  </a:lnTo>
                  <a:close/>
                </a:path>
                <a:path w="693420" h="96519">
                  <a:moveTo>
                    <a:pt x="298856" y="0"/>
                  </a:moveTo>
                  <a:lnTo>
                    <a:pt x="262801" y="0"/>
                  </a:lnTo>
                  <a:lnTo>
                    <a:pt x="262801" y="96405"/>
                  </a:lnTo>
                  <a:lnTo>
                    <a:pt x="298856" y="96405"/>
                  </a:lnTo>
                  <a:lnTo>
                    <a:pt x="298856" y="0"/>
                  </a:lnTo>
                  <a:close/>
                </a:path>
                <a:path w="693420" h="96519">
                  <a:moveTo>
                    <a:pt x="430263" y="0"/>
                  </a:moveTo>
                  <a:lnTo>
                    <a:pt x="394195" y="0"/>
                  </a:lnTo>
                  <a:lnTo>
                    <a:pt x="394195" y="96405"/>
                  </a:lnTo>
                  <a:lnTo>
                    <a:pt x="430263" y="96405"/>
                  </a:lnTo>
                  <a:lnTo>
                    <a:pt x="430263" y="0"/>
                  </a:lnTo>
                  <a:close/>
                </a:path>
                <a:path w="693420" h="96519">
                  <a:moveTo>
                    <a:pt x="561657" y="0"/>
                  </a:moveTo>
                  <a:lnTo>
                    <a:pt x="525589" y="0"/>
                  </a:lnTo>
                  <a:lnTo>
                    <a:pt x="525589" y="96405"/>
                  </a:lnTo>
                  <a:lnTo>
                    <a:pt x="561657" y="96405"/>
                  </a:lnTo>
                  <a:lnTo>
                    <a:pt x="561657" y="0"/>
                  </a:lnTo>
                  <a:close/>
                </a:path>
                <a:path w="693420" h="96519">
                  <a:moveTo>
                    <a:pt x="693051" y="0"/>
                  </a:moveTo>
                  <a:lnTo>
                    <a:pt x="656996" y="0"/>
                  </a:lnTo>
                  <a:lnTo>
                    <a:pt x="656996" y="96405"/>
                  </a:lnTo>
                  <a:lnTo>
                    <a:pt x="693051" y="96405"/>
                  </a:lnTo>
                  <a:lnTo>
                    <a:pt x="69305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566404" y="2986995"/>
              <a:ext cx="302895" cy="76200"/>
            </a:xfrm>
            <a:custGeom>
              <a:avLst/>
              <a:gdLst/>
              <a:ahLst/>
              <a:cxnLst/>
              <a:rect l="l" t="t" r="r" b="b"/>
              <a:pathLst>
                <a:path w="302895" h="76200">
                  <a:moveTo>
                    <a:pt x="61023" y="37896"/>
                  </a:moveTo>
                  <a:lnTo>
                    <a:pt x="0" y="37896"/>
                  </a:lnTo>
                  <a:lnTo>
                    <a:pt x="0" y="75819"/>
                  </a:lnTo>
                  <a:lnTo>
                    <a:pt x="61023" y="75819"/>
                  </a:lnTo>
                  <a:lnTo>
                    <a:pt x="61023" y="37896"/>
                  </a:lnTo>
                  <a:close/>
                </a:path>
                <a:path w="302895" h="76200">
                  <a:moveTo>
                    <a:pt x="302780" y="0"/>
                  </a:moveTo>
                  <a:lnTo>
                    <a:pt x="86410" y="0"/>
                  </a:lnTo>
                  <a:lnTo>
                    <a:pt x="86410" y="75819"/>
                  </a:lnTo>
                  <a:lnTo>
                    <a:pt x="302780" y="75819"/>
                  </a:lnTo>
                  <a:lnTo>
                    <a:pt x="302780" y="0"/>
                  </a:lnTo>
                  <a:close/>
                </a:path>
              </a:pathLst>
            </a:custGeom>
            <a:solidFill>
              <a:srgbClr val="CEDB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8326463" y="3100964"/>
              <a:ext cx="1528445" cy="751205"/>
            </a:xfrm>
            <a:custGeom>
              <a:avLst/>
              <a:gdLst/>
              <a:ahLst/>
              <a:cxnLst/>
              <a:rect l="l" t="t" r="r" b="b"/>
              <a:pathLst>
                <a:path w="1528445" h="751204">
                  <a:moveTo>
                    <a:pt x="1429727" y="0"/>
                  </a:moveTo>
                  <a:lnTo>
                    <a:pt x="0" y="0"/>
                  </a:lnTo>
                  <a:lnTo>
                    <a:pt x="0" y="22885"/>
                  </a:lnTo>
                  <a:lnTo>
                    <a:pt x="1429727" y="56172"/>
                  </a:lnTo>
                  <a:lnTo>
                    <a:pt x="1429727" y="0"/>
                  </a:lnTo>
                  <a:close/>
                </a:path>
                <a:path w="1528445" h="751204">
                  <a:moveTo>
                    <a:pt x="1527962" y="751065"/>
                  </a:moveTo>
                  <a:lnTo>
                    <a:pt x="1429727" y="402094"/>
                  </a:lnTo>
                  <a:lnTo>
                    <a:pt x="1429486" y="751065"/>
                  </a:lnTo>
                  <a:lnTo>
                    <a:pt x="1527962" y="751065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913639" y="2803902"/>
              <a:ext cx="740410" cy="29845"/>
            </a:xfrm>
            <a:custGeom>
              <a:avLst/>
              <a:gdLst/>
              <a:ahLst/>
              <a:cxnLst/>
              <a:rect l="l" t="t" r="r" b="b"/>
              <a:pathLst>
                <a:path w="740409" h="29844">
                  <a:moveTo>
                    <a:pt x="740270" y="0"/>
                  </a:moveTo>
                  <a:lnTo>
                    <a:pt x="0" y="0"/>
                  </a:lnTo>
                  <a:lnTo>
                    <a:pt x="0" y="10167"/>
                  </a:lnTo>
                  <a:lnTo>
                    <a:pt x="740270" y="29590"/>
                  </a:lnTo>
                  <a:lnTo>
                    <a:pt x="74027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/>
          <p:nvPr/>
        </p:nvSpPr>
        <p:spPr>
          <a:xfrm>
            <a:off x="13936544" y="5895187"/>
            <a:ext cx="276225" cy="57785"/>
          </a:xfrm>
          <a:custGeom>
            <a:avLst/>
            <a:gdLst/>
            <a:ahLst/>
            <a:cxnLst/>
            <a:rect l="l" t="t" r="r" b="b"/>
            <a:pathLst>
              <a:path w="276225" h="57785">
                <a:moveTo>
                  <a:pt x="274347" y="0"/>
                </a:moveTo>
                <a:lnTo>
                  <a:pt x="2083" y="0"/>
                </a:lnTo>
                <a:lnTo>
                  <a:pt x="1853" y="31"/>
                </a:lnTo>
                <a:lnTo>
                  <a:pt x="0" y="56521"/>
                </a:lnTo>
                <a:lnTo>
                  <a:pt x="1026" y="57516"/>
                </a:lnTo>
                <a:lnTo>
                  <a:pt x="3570" y="57516"/>
                </a:lnTo>
                <a:lnTo>
                  <a:pt x="4607" y="56521"/>
                </a:lnTo>
                <a:lnTo>
                  <a:pt x="4607" y="9329"/>
                </a:lnTo>
                <a:lnTo>
                  <a:pt x="10218" y="9329"/>
                </a:lnTo>
                <a:lnTo>
                  <a:pt x="6711" y="4460"/>
                </a:lnTo>
                <a:lnTo>
                  <a:pt x="274810" y="4460"/>
                </a:lnTo>
                <a:lnTo>
                  <a:pt x="275907" y="2701"/>
                </a:lnTo>
                <a:lnTo>
                  <a:pt x="275885" y="1759"/>
                </a:lnTo>
                <a:lnTo>
                  <a:pt x="275112" y="439"/>
                </a:lnTo>
                <a:lnTo>
                  <a:pt x="274347" y="0"/>
                </a:lnTo>
                <a:close/>
              </a:path>
              <a:path w="276225" h="57785">
                <a:moveTo>
                  <a:pt x="10218" y="9329"/>
                </a:moveTo>
                <a:lnTo>
                  <a:pt x="4607" y="9329"/>
                </a:lnTo>
                <a:lnTo>
                  <a:pt x="37391" y="54846"/>
                </a:lnTo>
                <a:lnTo>
                  <a:pt x="38072" y="55223"/>
                </a:lnTo>
                <a:lnTo>
                  <a:pt x="39632" y="55181"/>
                </a:lnTo>
                <a:lnTo>
                  <a:pt x="40344" y="54804"/>
                </a:lnTo>
                <a:lnTo>
                  <a:pt x="44280" y="48993"/>
                </a:lnTo>
                <a:lnTo>
                  <a:pt x="38784" y="48993"/>
                </a:lnTo>
                <a:lnTo>
                  <a:pt x="10218" y="9329"/>
                </a:lnTo>
                <a:close/>
              </a:path>
              <a:path w="276225" h="57785">
                <a:moveTo>
                  <a:pt x="208938" y="5926"/>
                </a:moveTo>
                <a:lnTo>
                  <a:pt x="203051" y="5926"/>
                </a:lnTo>
                <a:lnTo>
                  <a:pt x="241762" y="52972"/>
                </a:lnTo>
                <a:lnTo>
                  <a:pt x="242463" y="53275"/>
                </a:lnTo>
                <a:lnTo>
                  <a:pt x="243992" y="53192"/>
                </a:lnTo>
                <a:lnTo>
                  <a:pt x="244673" y="52794"/>
                </a:lnTo>
                <a:lnTo>
                  <a:pt x="248211" y="47118"/>
                </a:lnTo>
                <a:lnTo>
                  <a:pt x="242840" y="47118"/>
                </a:lnTo>
                <a:lnTo>
                  <a:pt x="208938" y="5926"/>
                </a:lnTo>
                <a:close/>
              </a:path>
              <a:path w="276225" h="57785">
                <a:moveTo>
                  <a:pt x="78683" y="6313"/>
                </a:moveTo>
                <a:lnTo>
                  <a:pt x="73191" y="6313"/>
                </a:lnTo>
                <a:lnTo>
                  <a:pt x="103054" y="50898"/>
                </a:lnTo>
                <a:lnTo>
                  <a:pt x="103756" y="51275"/>
                </a:lnTo>
                <a:lnTo>
                  <a:pt x="105378" y="51275"/>
                </a:lnTo>
                <a:lnTo>
                  <a:pt x="105986" y="50961"/>
                </a:lnTo>
                <a:lnTo>
                  <a:pt x="110283" y="45077"/>
                </a:lnTo>
                <a:lnTo>
                  <a:pt x="104635" y="45077"/>
                </a:lnTo>
                <a:lnTo>
                  <a:pt x="78683" y="6313"/>
                </a:lnTo>
                <a:close/>
              </a:path>
              <a:path w="276225" h="57785">
                <a:moveTo>
                  <a:pt x="141464" y="10114"/>
                </a:moveTo>
                <a:lnTo>
                  <a:pt x="135734" y="10114"/>
                </a:lnTo>
                <a:lnTo>
                  <a:pt x="166979" y="50961"/>
                </a:lnTo>
                <a:lnTo>
                  <a:pt x="167659" y="51275"/>
                </a:lnTo>
                <a:lnTo>
                  <a:pt x="169167" y="51275"/>
                </a:lnTo>
                <a:lnTo>
                  <a:pt x="169795" y="50961"/>
                </a:lnTo>
                <a:lnTo>
                  <a:pt x="174025" y="45265"/>
                </a:lnTo>
                <a:lnTo>
                  <a:pt x="168361" y="45265"/>
                </a:lnTo>
                <a:lnTo>
                  <a:pt x="141464" y="10114"/>
                </a:lnTo>
                <a:close/>
              </a:path>
              <a:path w="276225" h="57785">
                <a:moveTo>
                  <a:pt x="77442" y="4460"/>
                </a:moveTo>
                <a:lnTo>
                  <a:pt x="68940" y="4460"/>
                </a:lnTo>
                <a:lnTo>
                  <a:pt x="38784" y="48993"/>
                </a:lnTo>
                <a:lnTo>
                  <a:pt x="44280" y="48993"/>
                </a:lnTo>
                <a:lnTo>
                  <a:pt x="73191" y="6313"/>
                </a:lnTo>
                <a:lnTo>
                  <a:pt x="78683" y="6313"/>
                </a:lnTo>
                <a:lnTo>
                  <a:pt x="77442" y="4460"/>
                </a:lnTo>
                <a:close/>
              </a:path>
              <a:path w="276225" h="57785">
                <a:moveTo>
                  <a:pt x="274810" y="4460"/>
                </a:moveTo>
                <a:lnTo>
                  <a:pt x="269436" y="4460"/>
                </a:lnTo>
                <a:lnTo>
                  <a:pt x="242840" y="47118"/>
                </a:lnTo>
                <a:lnTo>
                  <a:pt x="248211" y="47118"/>
                </a:lnTo>
                <a:lnTo>
                  <a:pt x="274810" y="4460"/>
                </a:lnTo>
                <a:close/>
              </a:path>
              <a:path w="276225" h="57785">
                <a:moveTo>
                  <a:pt x="207731" y="4460"/>
                </a:moveTo>
                <a:lnTo>
                  <a:pt x="198475" y="4460"/>
                </a:lnTo>
                <a:lnTo>
                  <a:pt x="168361" y="45265"/>
                </a:lnTo>
                <a:lnTo>
                  <a:pt x="174025" y="45265"/>
                </a:lnTo>
                <a:lnTo>
                  <a:pt x="203051" y="5926"/>
                </a:lnTo>
                <a:lnTo>
                  <a:pt x="208938" y="5926"/>
                </a:lnTo>
                <a:lnTo>
                  <a:pt x="207731" y="4460"/>
                </a:lnTo>
                <a:close/>
              </a:path>
              <a:path w="276225" h="57785">
                <a:moveTo>
                  <a:pt x="136969" y="4460"/>
                </a:moveTo>
                <a:lnTo>
                  <a:pt x="134404" y="4460"/>
                </a:lnTo>
                <a:lnTo>
                  <a:pt x="134163" y="4607"/>
                </a:lnTo>
                <a:lnTo>
                  <a:pt x="133964" y="4806"/>
                </a:lnTo>
                <a:lnTo>
                  <a:pt x="104635" y="45077"/>
                </a:lnTo>
                <a:lnTo>
                  <a:pt x="110283" y="45077"/>
                </a:lnTo>
                <a:lnTo>
                  <a:pt x="135734" y="10114"/>
                </a:lnTo>
                <a:lnTo>
                  <a:pt x="141464" y="10114"/>
                </a:lnTo>
                <a:lnTo>
                  <a:pt x="137378" y="4774"/>
                </a:lnTo>
                <a:lnTo>
                  <a:pt x="136969" y="4460"/>
                </a:lnTo>
                <a:close/>
              </a:path>
            </a:pathLst>
          </a:custGeom>
          <a:solidFill>
            <a:srgbClr val="9AC7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13961701" y="6298740"/>
            <a:ext cx="215265" cy="11430"/>
          </a:xfrm>
          <a:custGeom>
            <a:avLst/>
            <a:gdLst/>
            <a:ahLst/>
            <a:cxnLst/>
            <a:rect l="l" t="t" r="r" b="b"/>
            <a:pathLst>
              <a:path w="215265" h="11429">
                <a:moveTo>
                  <a:pt x="214935" y="0"/>
                </a:moveTo>
                <a:lnTo>
                  <a:pt x="0" y="0"/>
                </a:lnTo>
                <a:lnTo>
                  <a:pt x="0" y="10879"/>
                </a:lnTo>
                <a:lnTo>
                  <a:pt x="214935" y="10879"/>
                </a:lnTo>
                <a:lnTo>
                  <a:pt x="214935" y="0"/>
                </a:lnTo>
                <a:close/>
              </a:path>
            </a:pathLst>
          </a:custGeom>
          <a:solidFill>
            <a:srgbClr val="9AC7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3961701" y="6573894"/>
            <a:ext cx="215265" cy="11430"/>
          </a:xfrm>
          <a:custGeom>
            <a:avLst/>
            <a:gdLst/>
            <a:ahLst/>
            <a:cxnLst/>
            <a:rect l="l" t="t" r="r" b="b"/>
            <a:pathLst>
              <a:path w="215265" h="11429">
                <a:moveTo>
                  <a:pt x="214935" y="0"/>
                </a:moveTo>
                <a:lnTo>
                  <a:pt x="0" y="0"/>
                </a:lnTo>
                <a:lnTo>
                  <a:pt x="0" y="10879"/>
                </a:lnTo>
                <a:lnTo>
                  <a:pt x="214935" y="10879"/>
                </a:lnTo>
                <a:lnTo>
                  <a:pt x="214935" y="0"/>
                </a:lnTo>
                <a:close/>
              </a:path>
            </a:pathLst>
          </a:custGeom>
          <a:solidFill>
            <a:srgbClr val="9AC7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13936536" y="5944253"/>
            <a:ext cx="260350" cy="805815"/>
          </a:xfrm>
          <a:custGeom>
            <a:avLst/>
            <a:gdLst/>
            <a:ahLst/>
            <a:cxnLst/>
            <a:rect l="l" t="t" r="r" b="b"/>
            <a:pathLst>
              <a:path w="260350" h="805815">
                <a:moveTo>
                  <a:pt x="260184" y="0"/>
                </a:moveTo>
                <a:lnTo>
                  <a:pt x="35166" y="0"/>
                </a:lnTo>
                <a:lnTo>
                  <a:pt x="12" y="0"/>
                </a:lnTo>
                <a:lnTo>
                  <a:pt x="0" y="46888"/>
                </a:lnTo>
                <a:lnTo>
                  <a:pt x="12" y="805522"/>
                </a:lnTo>
                <a:lnTo>
                  <a:pt x="35166" y="805522"/>
                </a:lnTo>
                <a:lnTo>
                  <a:pt x="35166" y="183070"/>
                </a:lnTo>
                <a:lnTo>
                  <a:pt x="240093" y="183070"/>
                </a:lnTo>
                <a:lnTo>
                  <a:pt x="240093" y="172199"/>
                </a:lnTo>
                <a:lnTo>
                  <a:pt x="35166" y="172199"/>
                </a:lnTo>
                <a:lnTo>
                  <a:pt x="35166" y="46888"/>
                </a:lnTo>
                <a:lnTo>
                  <a:pt x="260184" y="46888"/>
                </a:lnTo>
                <a:lnTo>
                  <a:pt x="260184" y="0"/>
                </a:lnTo>
                <a:close/>
              </a:path>
            </a:pathLst>
          </a:custGeom>
          <a:solidFill>
            <a:srgbClr val="9AC7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15326097" y="4544727"/>
            <a:ext cx="308610" cy="2205355"/>
          </a:xfrm>
          <a:custGeom>
            <a:avLst/>
            <a:gdLst/>
            <a:ahLst/>
            <a:cxnLst/>
            <a:rect l="l" t="t" r="r" b="b"/>
            <a:pathLst>
              <a:path w="308609" h="2205354">
                <a:moveTo>
                  <a:pt x="241615" y="0"/>
                </a:moveTo>
                <a:lnTo>
                  <a:pt x="63767" y="0"/>
                </a:lnTo>
                <a:lnTo>
                  <a:pt x="0" y="2205042"/>
                </a:lnTo>
                <a:lnTo>
                  <a:pt x="308262" y="2205042"/>
                </a:lnTo>
                <a:lnTo>
                  <a:pt x="241615" y="0"/>
                </a:lnTo>
                <a:close/>
              </a:path>
            </a:pathLst>
          </a:custGeom>
          <a:solidFill>
            <a:srgbClr val="DDECC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8" name="object 48" descr=""/>
          <p:cNvGrpSpPr/>
          <p:nvPr/>
        </p:nvGrpSpPr>
        <p:grpSpPr>
          <a:xfrm>
            <a:off x="14108374" y="5217877"/>
            <a:ext cx="2992120" cy="1532255"/>
            <a:chOff x="14108374" y="5217877"/>
            <a:chExt cx="2992120" cy="1532255"/>
          </a:xfrm>
        </p:grpSpPr>
        <p:sp>
          <p:nvSpPr>
            <p:cNvPr id="49" name="object 49" descr=""/>
            <p:cNvSpPr/>
            <p:nvPr/>
          </p:nvSpPr>
          <p:spPr>
            <a:xfrm>
              <a:off x="15867727" y="5217877"/>
              <a:ext cx="1232535" cy="1532255"/>
            </a:xfrm>
            <a:custGeom>
              <a:avLst/>
              <a:gdLst/>
              <a:ahLst/>
              <a:cxnLst/>
              <a:rect l="l" t="t" r="r" b="b"/>
              <a:pathLst>
                <a:path w="1232534" h="1532254">
                  <a:moveTo>
                    <a:pt x="1065485" y="0"/>
                  </a:moveTo>
                  <a:lnTo>
                    <a:pt x="166706" y="0"/>
                  </a:lnTo>
                  <a:lnTo>
                    <a:pt x="230260" y="123708"/>
                  </a:lnTo>
                  <a:lnTo>
                    <a:pt x="262259" y="211145"/>
                  </a:lnTo>
                  <a:lnTo>
                    <a:pt x="272433" y="303890"/>
                  </a:lnTo>
                  <a:lnTo>
                    <a:pt x="270515" y="443525"/>
                  </a:lnTo>
                  <a:lnTo>
                    <a:pt x="226087" y="694602"/>
                  </a:lnTo>
                  <a:lnTo>
                    <a:pt x="133337" y="1059725"/>
                  </a:lnTo>
                  <a:lnTo>
                    <a:pt x="41547" y="1388840"/>
                  </a:lnTo>
                  <a:lnTo>
                    <a:pt x="0" y="1531890"/>
                  </a:lnTo>
                  <a:lnTo>
                    <a:pt x="1232203" y="1531890"/>
                  </a:lnTo>
                  <a:lnTo>
                    <a:pt x="1078691" y="1010705"/>
                  </a:lnTo>
                  <a:lnTo>
                    <a:pt x="999342" y="723606"/>
                  </a:lnTo>
                  <a:lnTo>
                    <a:pt x="968794" y="568557"/>
                  </a:lnTo>
                  <a:lnTo>
                    <a:pt x="961687" y="443525"/>
                  </a:lnTo>
                  <a:lnTo>
                    <a:pt x="975251" y="274696"/>
                  </a:lnTo>
                  <a:lnTo>
                    <a:pt x="1011227" y="133293"/>
                  </a:lnTo>
                  <a:lnTo>
                    <a:pt x="1048382" y="36124"/>
                  </a:lnTo>
                  <a:lnTo>
                    <a:pt x="1065485" y="0"/>
                  </a:lnTo>
                  <a:close/>
                </a:path>
              </a:pathLst>
            </a:custGeom>
            <a:solidFill>
              <a:srgbClr val="AFD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5867718" y="5217879"/>
              <a:ext cx="484505" cy="1532255"/>
            </a:xfrm>
            <a:custGeom>
              <a:avLst/>
              <a:gdLst/>
              <a:ahLst/>
              <a:cxnLst/>
              <a:rect l="l" t="t" r="r" b="b"/>
              <a:pathLst>
                <a:path w="484505" h="1532254">
                  <a:moveTo>
                    <a:pt x="380616" y="0"/>
                  </a:moveTo>
                  <a:lnTo>
                    <a:pt x="166717" y="0"/>
                  </a:lnTo>
                  <a:lnTo>
                    <a:pt x="230271" y="123708"/>
                  </a:lnTo>
                  <a:lnTo>
                    <a:pt x="262269" y="211145"/>
                  </a:lnTo>
                  <a:lnTo>
                    <a:pt x="272443" y="303890"/>
                  </a:lnTo>
                  <a:lnTo>
                    <a:pt x="270525" y="443525"/>
                  </a:lnTo>
                  <a:lnTo>
                    <a:pt x="226096" y="694597"/>
                  </a:lnTo>
                  <a:lnTo>
                    <a:pt x="133342" y="1059721"/>
                  </a:lnTo>
                  <a:lnTo>
                    <a:pt x="41549" y="1388838"/>
                  </a:lnTo>
                  <a:lnTo>
                    <a:pt x="0" y="1531890"/>
                  </a:lnTo>
                  <a:lnTo>
                    <a:pt x="213909" y="1531890"/>
                  </a:lnTo>
                  <a:lnTo>
                    <a:pt x="367421" y="1010699"/>
                  </a:lnTo>
                  <a:lnTo>
                    <a:pt x="446770" y="723598"/>
                  </a:lnTo>
                  <a:lnTo>
                    <a:pt x="477318" y="568551"/>
                  </a:lnTo>
                  <a:lnTo>
                    <a:pt x="484425" y="443525"/>
                  </a:lnTo>
                  <a:lnTo>
                    <a:pt x="470859" y="274696"/>
                  </a:lnTo>
                  <a:lnTo>
                    <a:pt x="434880" y="133293"/>
                  </a:lnTo>
                  <a:lnTo>
                    <a:pt x="397721" y="36124"/>
                  </a:lnTo>
                  <a:lnTo>
                    <a:pt x="380616" y="0"/>
                  </a:lnTo>
                  <a:close/>
                </a:path>
              </a:pathLst>
            </a:custGeom>
            <a:solidFill>
              <a:srgbClr val="9AC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6076257" y="5315400"/>
              <a:ext cx="815340" cy="120014"/>
            </a:xfrm>
            <a:custGeom>
              <a:avLst/>
              <a:gdLst/>
              <a:ahLst/>
              <a:cxnLst/>
              <a:rect l="l" t="t" r="r" b="b"/>
              <a:pathLst>
                <a:path w="815340" h="120014">
                  <a:moveTo>
                    <a:pt x="787806" y="84924"/>
                  </a:moveTo>
                  <a:lnTo>
                    <a:pt x="27317" y="84924"/>
                  </a:lnTo>
                  <a:lnTo>
                    <a:pt x="34112" y="110680"/>
                  </a:lnTo>
                  <a:lnTo>
                    <a:pt x="36283" y="119519"/>
                  </a:lnTo>
                  <a:lnTo>
                    <a:pt x="778852" y="119519"/>
                  </a:lnTo>
                  <a:lnTo>
                    <a:pt x="785507" y="93383"/>
                  </a:lnTo>
                  <a:lnTo>
                    <a:pt x="787806" y="84924"/>
                  </a:lnTo>
                  <a:close/>
                </a:path>
                <a:path w="815340" h="120014">
                  <a:moveTo>
                    <a:pt x="815124" y="0"/>
                  </a:moveTo>
                  <a:lnTo>
                    <a:pt x="0" y="0"/>
                  </a:lnTo>
                  <a:lnTo>
                    <a:pt x="9017" y="25552"/>
                  </a:lnTo>
                  <a:lnTo>
                    <a:pt x="12039" y="34594"/>
                  </a:lnTo>
                  <a:lnTo>
                    <a:pt x="803084" y="34594"/>
                  </a:lnTo>
                  <a:lnTo>
                    <a:pt x="812139" y="8242"/>
                  </a:lnTo>
                  <a:lnTo>
                    <a:pt x="81512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4696989" y="5217877"/>
              <a:ext cx="1232535" cy="1532255"/>
            </a:xfrm>
            <a:custGeom>
              <a:avLst/>
              <a:gdLst/>
              <a:ahLst/>
              <a:cxnLst/>
              <a:rect l="l" t="t" r="r" b="b"/>
              <a:pathLst>
                <a:path w="1232534" h="1532254">
                  <a:moveTo>
                    <a:pt x="1065485" y="0"/>
                  </a:moveTo>
                  <a:lnTo>
                    <a:pt x="166706" y="0"/>
                  </a:lnTo>
                  <a:lnTo>
                    <a:pt x="230260" y="123708"/>
                  </a:lnTo>
                  <a:lnTo>
                    <a:pt x="262259" y="211145"/>
                  </a:lnTo>
                  <a:lnTo>
                    <a:pt x="272433" y="303890"/>
                  </a:lnTo>
                  <a:lnTo>
                    <a:pt x="270515" y="443525"/>
                  </a:lnTo>
                  <a:lnTo>
                    <a:pt x="226087" y="694602"/>
                  </a:lnTo>
                  <a:lnTo>
                    <a:pt x="133337" y="1059725"/>
                  </a:lnTo>
                  <a:lnTo>
                    <a:pt x="41547" y="1388840"/>
                  </a:lnTo>
                  <a:lnTo>
                    <a:pt x="0" y="1531890"/>
                  </a:lnTo>
                  <a:lnTo>
                    <a:pt x="1232203" y="1531890"/>
                  </a:lnTo>
                  <a:lnTo>
                    <a:pt x="1078691" y="1010705"/>
                  </a:lnTo>
                  <a:lnTo>
                    <a:pt x="999342" y="723606"/>
                  </a:lnTo>
                  <a:lnTo>
                    <a:pt x="968794" y="568557"/>
                  </a:lnTo>
                  <a:lnTo>
                    <a:pt x="961687" y="443525"/>
                  </a:lnTo>
                  <a:lnTo>
                    <a:pt x="975251" y="274696"/>
                  </a:lnTo>
                  <a:lnTo>
                    <a:pt x="1011227" y="133293"/>
                  </a:lnTo>
                  <a:lnTo>
                    <a:pt x="1048382" y="36124"/>
                  </a:lnTo>
                  <a:lnTo>
                    <a:pt x="1065485" y="0"/>
                  </a:lnTo>
                  <a:close/>
                </a:path>
              </a:pathLst>
            </a:custGeom>
            <a:solidFill>
              <a:srgbClr val="AFD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4696981" y="5217879"/>
              <a:ext cx="484505" cy="1532255"/>
            </a:xfrm>
            <a:custGeom>
              <a:avLst/>
              <a:gdLst/>
              <a:ahLst/>
              <a:cxnLst/>
              <a:rect l="l" t="t" r="r" b="b"/>
              <a:pathLst>
                <a:path w="484505" h="1532254">
                  <a:moveTo>
                    <a:pt x="380616" y="0"/>
                  </a:moveTo>
                  <a:lnTo>
                    <a:pt x="166717" y="0"/>
                  </a:lnTo>
                  <a:lnTo>
                    <a:pt x="230271" y="123708"/>
                  </a:lnTo>
                  <a:lnTo>
                    <a:pt x="262269" y="211145"/>
                  </a:lnTo>
                  <a:lnTo>
                    <a:pt x="272443" y="303890"/>
                  </a:lnTo>
                  <a:lnTo>
                    <a:pt x="270525" y="443525"/>
                  </a:lnTo>
                  <a:lnTo>
                    <a:pt x="226096" y="694597"/>
                  </a:lnTo>
                  <a:lnTo>
                    <a:pt x="133342" y="1059721"/>
                  </a:lnTo>
                  <a:lnTo>
                    <a:pt x="41549" y="1388838"/>
                  </a:lnTo>
                  <a:lnTo>
                    <a:pt x="0" y="1531890"/>
                  </a:lnTo>
                  <a:lnTo>
                    <a:pt x="213909" y="1531890"/>
                  </a:lnTo>
                  <a:lnTo>
                    <a:pt x="367415" y="1010699"/>
                  </a:lnTo>
                  <a:lnTo>
                    <a:pt x="446762" y="723598"/>
                  </a:lnTo>
                  <a:lnTo>
                    <a:pt x="477312" y="568551"/>
                  </a:lnTo>
                  <a:lnTo>
                    <a:pt x="484425" y="443525"/>
                  </a:lnTo>
                  <a:lnTo>
                    <a:pt x="470859" y="274696"/>
                  </a:lnTo>
                  <a:lnTo>
                    <a:pt x="434880" y="133293"/>
                  </a:lnTo>
                  <a:lnTo>
                    <a:pt x="397721" y="36124"/>
                  </a:lnTo>
                  <a:lnTo>
                    <a:pt x="380616" y="0"/>
                  </a:lnTo>
                  <a:close/>
                </a:path>
              </a:pathLst>
            </a:custGeom>
            <a:solidFill>
              <a:srgbClr val="9AC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4114653" y="5749486"/>
              <a:ext cx="879475" cy="1000760"/>
            </a:xfrm>
            <a:custGeom>
              <a:avLst/>
              <a:gdLst/>
              <a:ahLst/>
              <a:cxnLst/>
              <a:rect l="l" t="t" r="r" b="b"/>
              <a:pathLst>
                <a:path w="879475" h="1000759">
                  <a:moveTo>
                    <a:pt x="878865" y="439432"/>
                  </a:moveTo>
                  <a:lnTo>
                    <a:pt x="876287" y="391553"/>
                  </a:lnTo>
                  <a:lnTo>
                    <a:pt x="868730" y="345160"/>
                  </a:lnTo>
                  <a:lnTo>
                    <a:pt x="856462" y="300532"/>
                  </a:lnTo>
                  <a:lnTo>
                    <a:pt x="839749" y="257937"/>
                  </a:lnTo>
                  <a:lnTo>
                    <a:pt x="818870" y="217639"/>
                  </a:lnTo>
                  <a:lnTo>
                    <a:pt x="794080" y="179908"/>
                  </a:lnTo>
                  <a:lnTo>
                    <a:pt x="765644" y="145008"/>
                  </a:lnTo>
                  <a:lnTo>
                    <a:pt x="733856" y="113207"/>
                  </a:lnTo>
                  <a:lnTo>
                    <a:pt x="698957" y="84785"/>
                  </a:lnTo>
                  <a:lnTo>
                    <a:pt x="661225" y="59994"/>
                  </a:lnTo>
                  <a:lnTo>
                    <a:pt x="620928" y="39116"/>
                  </a:lnTo>
                  <a:lnTo>
                    <a:pt x="578319" y="22402"/>
                  </a:lnTo>
                  <a:lnTo>
                    <a:pt x="533704" y="10134"/>
                  </a:lnTo>
                  <a:lnTo>
                    <a:pt x="487311" y="2578"/>
                  </a:lnTo>
                  <a:lnTo>
                    <a:pt x="439432" y="0"/>
                  </a:lnTo>
                  <a:lnTo>
                    <a:pt x="391553" y="2578"/>
                  </a:lnTo>
                  <a:lnTo>
                    <a:pt x="345160" y="10134"/>
                  </a:lnTo>
                  <a:lnTo>
                    <a:pt x="300532" y="22402"/>
                  </a:lnTo>
                  <a:lnTo>
                    <a:pt x="257937" y="39116"/>
                  </a:lnTo>
                  <a:lnTo>
                    <a:pt x="217639" y="59994"/>
                  </a:lnTo>
                  <a:lnTo>
                    <a:pt x="179908" y="84785"/>
                  </a:lnTo>
                  <a:lnTo>
                    <a:pt x="145008" y="113207"/>
                  </a:lnTo>
                  <a:lnTo>
                    <a:pt x="113207" y="145008"/>
                  </a:lnTo>
                  <a:lnTo>
                    <a:pt x="84785" y="179908"/>
                  </a:lnTo>
                  <a:lnTo>
                    <a:pt x="59994" y="217639"/>
                  </a:lnTo>
                  <a:lnTo>
                    <a:pt x="39116" y="257937"/>
                  </a:lnTo>
                  <a:lnTo>
                    <a:pt x="22402" y="300532"/>
                  </a:lnTo>
                  <a:lnTo>
                    <a:pt x="10134" y="345160"/>
                  </a:lnTo>
                  <a:lnTo>
                    <a:pt x="2578" y="391553"/>
                  </a:lnTo>
                  <a:lnTo>
                    <a:pt x="0" y="439432"/>
                  </a:lnTo>
                  <a:lnTo>
                    <a:pt x="0" y="1000277"/>
                  </a:lnTo>
                  <a:lnTo>
                    <a:pt x="878865" y="1000277"/>
                  </a:lnTo>
                  <a:lnTo>
                    <a:pt x="878865" y="439432"/>
                  </a:lnTo>
                  <a:close/>
                </a:path>
              </a:pathLst>
            </a:custGeom>
            <a:solidFill>
              <a:srgbClr val="DDEC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4108374" y="5749481"/>
              <a:ext cx="561975" cy="1000760"/>
            </a:xfrm>
            <a:custGeom>
              <a:avLst/>
              <a:gdLst/>
              <a:ahLst/>
              <a:cxnLst/>
              <a:rect l="l" t="t" r="r" b="b"/>
              <a:pathLst>
                <a:path w="561975" h="1000759">
                  <a:moveTo>
                    <a:pt x="439431" y="0"/>
                  </a:moveTo>
                  <a:lnTo>
                    <a:pt x="391552" y="2578"/>
                  </a:lnTo>
                  <a:lnTo>
                    <a:pt x="345165" y="10135"/>
                  </a:lnTo>
                  <a:lnTo>
                    <a:pt x="300540" y="22402"/>
                  </a:lnTo>
                  <a:lnTo>
                    <a:pt x="257944" y="39111"/>
                  </a:lnTo>
                  <a:lnTo>
                    <a:pt x="217645" y="59994"/>
                  </a:lnTo>
                  <a:lnTo>
                    <a:pt x="179912" y="84784"/>
                  </a:lnTo>
                  <a:lnTo>
                    <a:pt x="145012" y="113211"/>
                  </a:lnTo>
                  <a:lnTo>
                    <a:pt x="113215" y="145008"/>
                  </a:lnTo>
                  <a:lnTo>
                    <a:pt x="84787" y="179907"/>
                  </a:lnTo>
                  <a:lnTo>
                    <a:pt x="59997" y="217640"/>
                  </a:lnTo>
                  <a:lnTo>
                    <a:pt x="39113" y="257939"/>
                  </a:lnTo>
                  <a:lnTo>
                    <a:pt x="22403" y="300536"/>
                  </a:lnTo>
                  <a:lnTo>
                    <a:pt x="10135" y="345162"/>
                  </a:lnTo>
                  <a:lnTo>
                    <a:pt x="2578" y="391550"/>
                  </a:lnTo>
                  <a:lnTo>
                    <a:pt x="0" y="439431"/>
                  </a:lnTo>
                  <a:lnTo>
                    <a:pt x="0" y="1000294"/>
                  </a:lnTo>
                  <a:lnTo>
                    <a:pt x="244893" y="1000294"/>
                  </a:lnTo>
                  <a:lnTo>
                    <a:pt x="244893" y="439431"/>
                  </a:lnTo>
                  <a:lnTo>
                    <a:pt x="247633" y="390084"/>
                  </a:lnTo>
                  <a:lnTo>
                    <a:pt x="255657" y="342334"/>
                  </a:lnTo>
                  <a:lnTo>
                    <a:pt x="268672" y="296475"/>
                  </a:lnTo>
                  <a:lnTo>
                    <a:pt x="286384" y="252800"/>
                  </a:lnTo>
                  <a:lnTo>
                    <a:pt x="308498" y="211605"/>
                  </a:lnTo>
                  <a:lnTo>
                    <a:pt x="334721" y="173181"/>
                  </a:lnTo>
                  <a:lnTo>
                    <a:pt x="364758" y="137824"/>
                  </a:lnTo>
                  <a:lnTo>
                    <a:pt x="398317" y="105826"/>
                  </a:lnTo>
                  <a:lnTo>
                    <a:pt x="435102" y="77482"/>
                  </a:lnTo>
                  <a:lnTo>
                    <a:pt x="474819" y="53085"/>
                  </a:lnTo>
                  <a:lnTo>
                    <a:pt x="517176" y="32929"/>
                  </a:lnTo>
                  <a:lnTo>
                    <a:pt x="561878" y="17308"/>
                  </a:lnTo>
                  <a:lnTo>
                    <a:pt x="532325" y="9855"/>
                  </a:lnTo>
                  <a:lnTo>
                    <a:pt x="502017" y="4433"/>
                  </a:lnTo>
                  <a:lnTo>
                    <a:pt x="471028" y="1121"/>
                  </a:lnTo>
                  <a:lnTo>
                    <a:pt x="439431" y="0"/>
                  </a:lnTo>
                  <a:close/>
                </a:path>
              </a:pathLst>
            </a:custGeom>
            <a:solidFill>
              <a:srgbClr val="C4DE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4791350" y="6114368"/>
              <a:ext cx="1482090" cy="635635"/>
            </a:xfrm>
            <a:custGeom>
              <a:avLst/>
              <a:gdLst/>
              <a:ahLst/>
              <a:cxnLst/>
              <a:rect l="l" t="t" r="r" b="b"/>
              <a:pathLst>
                <a:path w="1482090" h="635634">
                  <a:moveTo>
                    <a:pt x="0" y="635404"/>
                  </a:moveTo>
                  <a:lnTo>
                    <a:pt x="1481567" y="635404"/>
                  </a:lnTo>
                  <a:lnTo>
                    <a:pt x="1481567" y="0"/>
                  </a:lnTo>
                  <a:lnTo>
                    <a:pt x="0" y="0"/>
                  </a:lnTo>
                  <a:lnTo>
                    <a:pt x="0" y="635404"/>
                  </a:lnTo>
                  <a:close/>
                </a:path>
              </a:pathLst>
            </a:custGeom>
            <a:solidFill>
              <a:srgbClr val="447A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4328956" y="6114368"/>
              <a:ext cx="462915" cy="635635"/>
            </a:xfrm>
            <a:custGeom>
              <a:avLst/>
              <a:gdLst/>
              <a:ahLst/>
              <a:cxnLst/>
              <a:rect l="l" t="t" r="r" b="b"/>
              <a:pathLst>
                <a:path w="462915" h="635634">
                  <a:moveTo>
                    <a:pt x="462394" y="0"/>
                  </a:moveTo>
                  <a:lnTo>
                    <a:pt x="0" y="0"/>
                  </a:lnTo>
                  <a:lnTo>
                    <a:pt x="0" y="635404"/>
                  </a:lnTo>
                  <a:lnTo>
                    <a:pt x="462394" y="635404"/>
                  </a:lnTo>
                  <a:lnTo>
                    <a:pt x="462394" y="0"/>
                  </a:lnTo>
                  <a:close/>
                </a:path>
              </a:pathLst>
            </a:custGeom>
            <a:solidFill>
              <a:srgbClr val="216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4905520" y="5315400"/>
              <a:ext cx="1319530" cy="1390650"/>
            </a:xfrm>
            <a:custGeom>
              <a:avLst/>
              <a:gdLst/>
              <a:ahLst/>
              <a:cxnLst/>
              <a:rect l="l" t="t" r="r" b="b"/>
              <a:pathLst>
                <a:path w="1319530" h="1390650">
                  <a:moveTo>
                    <a:pt x="787806" y="84924"/>
                  </a:moveTo>
                  <a:lnTo>
                    <a:pt x="27305" y="84924"/>
                  </a:lnTo>
                  <a:lnTo>
                    <a:pt x="34112" y="110680"/>
                  </a:lnTo>
                  <a:lnTo>
                    <a:pt x="36283" y="119519"/>
                  </a:lnTo>
                  <a:lnTo>
                    <a:pt x="778852" y="119519"/>
                  </a:lnTo>
                  <a:lnTo>
                    <a:pt x="785507" y="93383"/>
                  </a:lnTo>
                  <a:lnTo>
                    <a:pt x="787806" y="84924"/>
                  </a:lnTo>
                  <a:close/>
                </a:path>
                <a:path w="1319530" h="1390650">
                  <a:moveTo>
                    <a:pt x="815124" y="0"/>
                  </a:moveTo>
                  <a:lnTo>
                    <a:pt x="0" y="0"/>
                  </a:lnTo>
                  <a:lnTo>
                    <a:pt x="9017" y="25552"/>
                  </a:lnTo>
                  <a:lnTo>
                    <a:pt x="12039" y="34594"/>
                  </a:lnTo>
                  <a:lnTo>
                    <a:pt x="803071" y="34594"/>
                  </a:lnTo>
                  <a:lnTo>
                    <a:pt x="812139" y="8242"/>
                  </a:lnTo>
                  <a:lnTo>
                    <a:pt x="815124" y="0"/>
                  </a:lnTo>
                  <a:close/>
                </a:path>
                <a:path w="1319530" h="1390650">
                  <a:moveTo>
                    <a:pt x="1319123" y="847725"/>
                  </a:moveTo>
                  <a:lnTo>
                    <a:pt x="1138339" y="847725"/>
                  </a:lnTo>
                  <a:lnTo>
                    <a:pt x="1138339" y="1390230"/>
                  </a:lnTo>
                  <a:lnTo>
                    <a:pt x="1319123" y="1390230"/>
                  </a:lnTo>
                  <a:lnTo>
                    <a:pt x="1319123" y="847725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6039224" y="6158705"/>
              <a:ext cx="190500" cy="551180"/>
            </a:xfrm>
            <a:custGeom>
              <a:avLst/>
              <a:gdLst/>
              <a:ahLst/>
              <a:cxnLst/>
              <a:rect l="l" t="t" r="r" b="b"/>
              <a:pathLst>
                <a:path w="190500" h="551179">
                  <a:moveTo>
                    <a:pt x="190068" y="263512"/>
                  </a:moveTo>
                  <a:lnTo>
                    <a:pt x="180771" y="263512"/>
                  </a:lnTo>
                  <a:lnTo>
                    <a:pt x="180771" y="422592"/>
                  </a:lnTo>
                  <a:lnTo>
                    <a:pt x="190068" y="422592"/>
                  </a:lnTo>
                  <a:lnTo>
                    <a:pt x="190068" y="263512"/>
                  </a:lnTo>
                  <a:close/>
                </a:path>
                <a:path w="190500" h="551179">
                  <a:moveTo>
                    <a:pt x="190068" y="9004"/>
                  </a:moveTo>
                  <a:lnTo>
                    <a:pt x="180784" y="9004"/>
                  </a:lnTo>
                  <a:lnTo>
                    <a:pt x="180784" y="119316"/>
                  </a:lnTo>
                  <a:lnTo>
                    <a:pt x="190068" y="119316"/>
                  </a:lnTo>
                  <a:lnTo>
                    <a:pt x="190068" y="9004"/>
                  </a:lnTo>
                  <a:close/>
                </a:path>
                <a:path w="190500" h="551179">
                  <a:moveTo>
                    <a:pt x="190068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119380"/>
                  </a:lnTo>
                  <a:lnTo>
                    <a:pt x="0" y="551180"/>
                  </a:lnTo>
                  <a:lnTo>
                    <a:pt x="190068" y="551180"/>
                  </a:lnTo>
                  <a:lnTo>
                    <a:pt x="190068" y="422910"/>
                  </a:lnTo>
                  <a:lnTo>
                    <a:pt x="180784" y="422910"/>
                  </a:lnTo>
                  <a:lnTo>
                    <a:pt x="180784" y="431800"/>
                  </a:lnTo>
                  <a:lnTo>
                    <a:pt x="180784" y="542290"/>
                  </a:lnTo>
                  <a:lnTo>
                    <a:pt x="9296" y="542290"/>
                  </a:lnTo>
                  <a:lnTo>
                    <a:pt x="9296" y="431800"/>
                  </a:lnTo>
                  <a:lnTo>
                    <a:pt x="180784" y="431800"/>
                  </a:lnTo>
                  <a:lnTo>
                    <a:pt x="180784" y="422910"/>
                  </a:lnTo>
                  <a:lnTo>
                    <a:pt x="9283" y="422910"/>
                  </a:lnTo>
                  <a:lnTo>
                    <a:pt x="9283" y="262890"/>
                  </a:lnTo>
                  <a:lnTo>
                    <a:pt x="190068" y="262890"/>
                  </a:lnTo>
                  <a:lnTo>
                    <a:pt x="190068" y="254355"/>
                  </a:lnTo>
                  <a:lnTo>
                    <a:pt x="190068" y="254000"/>
                  </a:lnTo>
                  <a:lnTo>
                    <a:pt x="190068" y="128498"/>
                  </a:lnTo>
                  <a:lnTo>
                    <a:pt x="180784" y="128498"/>
                  </a:lnTo>
                  <a:lnTo>
                    <a:pt x="180784" y="254000"/>
                  </a:lnTo>
                  <a:lnTo>
                    <a:pt x="9296" y="254000"/>
                  </a:lnTo>
                  <a:lnTo>
                    <a:pt x="9296" y="128270"/>
                  </a:lnTo>
                  <a:lnTo>
                    <a:pt x="190068" y="128270"/>
                  </a:lnTo>
                  <a:lnTo>
                    <a:pt x="190068" y="119380"/>
                  </a:lnTo>
                  <a:lnTo>
                    <a:pt x="9296" y="119380"/>
                  </a:lnTo>
                  <a:lnTo>
                    <a:pt x="9296" y="8890"/>
                  </a:lnTo>
                  <a:lnTo>
                    <a:pt x="190068" y="8890"/>
                  </a:lnTo>
                  <a:lnTo>
                    <a:pt x="190068" y="0"/>
                  </a:lnTo>
                  <a:close/>
                </a:path>
              </a:pathLst>
            </a:custGeom>
            <a:solidFill>
              <a:srgbClr val="AFD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6048520" y="6167710"/>
              <a:ext cx="172085" cy="490220"/>
            </a:xfrm>
            <a:custGeom>
              <a:avLst/>
              <a:gdLst/>
              <a:ahLst/>
              <a:cxnLst/>
              <a:rect l="l" t="t" r="r" b="b"/>
              <a:pathLst>
                <a:path w="172084" h="490220">
                  <a:moveTo>
                    <a:pt x="171475" y="200367"/>
                  </a:moveTo>
                  <a:lnTo>
                    <a:pt x="85737" y="290245"/>
                  </a:lnTo>
                  <a:lnTo>
                    <a:pt x="26784" y="352717"/>
                  </a:lnTo>
                  <a:lnTo>
                    <a:pt x="0" y="382536"/>
                  </a:lnTo>
                  <a:lnTo>
                    <a:pt x="0" y="489699"/>
                  </a:lnTo>
                  <a:lnTo>
                    <a:pt x="171475" y="276453"/>
                  </a:lnTo>
                  <a:lnTo>
                    <a:pt x="171475" y="200367"/>
                  </a:lnTo>
                  <a:close/>
                </a:path>
                <a:path w="172084" h="490220">
                  <a:moveTo>
                    <a:pt x="171475" y="0"/>
                  </a:moveTo>
                  <a:lnTo>
                    <a:pt x="135953" y="0"/>
                  </a:lnTo>
                  <a:lnTo>
                    <a:pt x="0" y="182422"/>
                  </a:lnTo>
                  <a:lnTo>
                    <a:pt x="0" y="295744"/>
                  </a:lnTo>
                  <a:lnTo>
                    <a:pt x="171475" y="0"/>
                  </a:lnTo>
                  <a:close/>
                </a:path>
              </a:pathLst>
            </a:custGeom>
            <a:solidFill>
              <a:srgbClr val="FFFFFF">
                <a:alpha val="1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5330747" y="6163121"/>
              <a:ext cx="181610" cy="542925"/>
            </a:xfrm>
            <a:custGeom>
              <a:avLst/>
              <a:gdLst/>
              <a:ahLst/>
              <a:cxnLst/>
              <a:rect l="l" t="t" r="r" b="b"/>
              <a:pathLst>
                <a:path w="181609" h="542925">
                  <a:moveTo>
                    <a:pt x="180999" y="0"/>
                  </a:moveTo>
                  <a:lnTo>
                    <a:pt x="0" y="0"/>
                  </a:lnTo>
                  <a:lnTo>
                    <a:pt x="0" y="542507"/>
                  </a:lnTo>
                  <a:lnTo>
                    <a:pt x="180999" y="542507"/>
                  </a:lnTo>
                  <a:lnTo>
                    <a:pt x="180999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5326093" y="6158705"/>
              <a:ext cx="190500" cy="551180"/>
            </a:xfrm>
            <a:custGeom>
              <a:avLst/>
              <a:gdLst/>
              <a:ahLst/>
              <a:cxnLst/>
              <a:rect l="l" t="t" r="r" b="b"/>
              <a:pathLst>
                <a:path w="190500" h="551179">
                  <a:moveTo>
                    <a:pt x="190309" y="263512"/>
                  </a:moveTo>
                  <a:lnTo>
                    <a:pt x="181000" y="263512"/>
                  </a:lnTo>
                  <a:lnTo>
                    <a:pt x="181000" y="422592"/>
                  </a:lnTo>
                  <a:lnTo>
                    <a:pt x="190309" y="422592"/>
                  </a:lnTo>
                  <a:lnTo>
                    <a:pt x="190309" y="263512"/>
                  </a:lnTo>
                  <a:close/>
                </a:path>
                <a:path w="190500" h="551179">
                  <a:moveTo>
                    <a:pt x="190309" y="9004"/>
                  </a:moveTo>
                  <a:lnTo>
                    <a:pt x="181000" y="9004"/>
                  </a:lnTo>
                  <a:lnTo>
                    <a:pt x="181000" y="119316"/>
                  </a:lnTo>
                  <a:lnTo>
                    <a:pt x="190309" y="119316"/>
                  </a:lnTo>
                  <a:lnTo>
                    <a:pt x="190309" y="9004"/>
                  </a:lnTo>
                  <a:close/>
                </a:path>
                <a:path w="190500" h="551179">
                  <a:moveTo>
                    <a:pt x="190309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119380"/>
                  </a:lnTo>
                  <a:lnTo>
                    <a:pt x="0" y="551180"/>
                  </a:lnTo>
                  <a:lnTo>
                    <a:pt x="190309" y="551180"/>
                  </a:lnTo>
                  <a:lnTo>
                    <a:pt x="190309" y="422910"/>
                  </a:lnTo>
                  <a:lnTo>
                    <a:pt x="181000" y="422910"/>
                  </a:lnTo>
                  <a:lnTo>
                    <a:pt x="181000" y="431800"/>
                  </a:lnTo>
                  <a:lnTo>
                    <a:pt x="181000" y="542290"/>
                  </a:lnTo>
                  <a:lnTo>
                    <a:pt x="9309" y="542290"/>
                  </a:lnTo>
                  <a:lnTo>
                    <a:pt x="9309" y="431800"/>
                  </a:lnTo>
                  <a:lnTo>
                    <a:pt x="181000" y="431800"/>
                  </a:lnTo>
                  <a:lnTo>
                    <a:pt x="181000" y="422910"/>
                  </a:lnTo>
                  <a:lnTo>
                    <a:pt x="9309" y="422910"/>
                  </a:lnTo>
                  <a:lnTo>
                    <a:pt x="9309" y="262890"/>
                  </a:lnTo>
                  <a:lnTo>
                    <a:pt x="190309" y="262890"/>
                  </a:lnTo>
                  <a:lnTo>
                    <a:pt x="190309" y="254355"/>
                  </a:lnTo>
                  <a:lnTo>
                    <a:pt x="190309" y="254000"/>
                  </a:lnTo>
                  <a:lnTo>
                    <a:pt x="190309" y="128498"/>
                  </a:lnTo>
                  <a:lnTo>
                    <a:pt x="181000" y="128498"/>
                  </a:lnTo>
                  <a:lnTo>
                    <a:pt x="181000" y="254000"/>
                  </a:lnTo>
                  <a:lnTo>
                    <a:pt x="9309" y="254000"/>
                  </a:lnTo>
                  <a:lnTo>
                    <a:pt x="9309" y="128270"/>
                  </a:lnTo>
                  <a:lnTo>
                    <a:pt x="190309" y="128270"/>
                  </a:lnTo>
                  <a:lnTo>
                    <a:pt x="190309" y="119380"/>
                  </a:lnTo>
                  <a:lnTo>
                    <a:pt x="9309" y="119380"/>
                  </a:lnTo>
                  <a:lnTo>
                    <a:pt x="9309" y="8890"/>
                  </a:lnTo>
                  <a:lnTo>
                    <a:pt x="190309" y="8890"/>
                  </a:lnTo>
                  <a:lnTo>
                    <a:pt x="190309" y="0"/>
                  </a:lnTo>
                  <a:close/>
                </a:path>
              </a:pathLst>
            </a:custGeom>
            <a:solidFill>
              <a:srgbClr val="AFD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5335402" y="6167710"/>
              <a:ext cx="172085" cy="490220"/>
            </a:xfrm>
            <a:custGeom>
              <a:avLst/>
              <a:gdLst/>
              <a:ahLst/>
              <a:cxnLst/>
              <a:rect l="l" t="t" r="r" b="b"/>
              <a:pathLst>
                <a:path w="172084" h="490220">
                  <a:moveTo>
                    <a:pt x="171691" y="200367"/>
                  </a:moveTo>
                  <a:lnTo>
                    <a:pt x="85839" y="290245"/>
                  </a:lnTo>
                  <a:lnTo>
                    <a:pt x="26822" y="352717"/>
                  </a:lnTo>
                  <a:lnTo>
                    <a:pt x="0" y="382536"/>
                  </a:lnTo>
                  <a:lnTo>
                    <a:pt x="0" y="489699"/>
                  </a:lnTo>
                  <a:lnTo>
                    <a:pt x="171691" y="276453"/>
                  </a:lnTo>
                  <a:lnTo>
                    <a:pt x="171691" y="200367"/>
                  </a:lnTo>
                  <a:close/>
                </a:path>
                <a:path w="172084" h="490220">
                  <a:moveTo>
                    <a:pt x="171691" y="0"/>
                  </a:moveTo>
                  <a:lnTo>
                    <a:pt x="136118" y="0"/>
                  </a:lnTo>
                  <a:lnTo>
                    <a:pt x="0" y="182422"/>
                  </a:lnTo>
                  <a:lnTo>
                    <a:pt x="0" y="295744"/>
                  </a:lnTo>
                  <a:lnTo>
                    <a:pt x="171691" y="0"/>
                  </a:lnTo>
                  <a:close/>
                </a:path>
              </a:pathLst>
            </a:custGeom>
            <a:solidFill>
              <a:srgbClr val="FFFFFF">
                <a:alpha val="1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4835998" y="6163937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4836000" y="6164065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89">
                  <a:moveTo>
                    <a:pt x="8178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88" y="20320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4962706" y="6163937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4962708" y="6164065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89">
                  <a:moveTo>
                    <a:pt x="81775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75" y="20320"/>
                  </a:lnTo>
                  <a:lnTo>
                    <a:pt x="8177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5089414" y="6163937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5089416" y="6164065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89">
                  <a:moveTo>
                    <a:pt x="81775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75" y="20320"/>
                  </a:lnTo>
                  <a:lnTo>
                    <a:pt x="8177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5216122" y="6163937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5216124" y="6164065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89">
                  <a:moveTo>
                    <a:pt x="8178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88" y="20320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4835998" y="6357481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4836000" y="6357613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90">
                  <a:moveTo>
                    <a:pt x="8178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88" y="20320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4962706" y="6357481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4962708" y="6357613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90">
                  <a:moveTo>
                    <a:pt x="81775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75" y="20320"/>
                  </a:lnTo>
                  <a:lnTo>
                    <a:pt x="8177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5089414" y="6357481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5089416" y="6357613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90">
                  <a:moveTo>
                    <a:pt x="81775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75" y="20320"/>
                  </a:lnTo>
                  <a:lnTo>
                    <a:pt x="8177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5216122" y="6357481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5216124" y="6357613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90">
                  <a:moveTo>
                    <a:pt x="8178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88" y="20320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4835998" y="6553758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4836000" y="6553891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90">
                  <a:moveTo>
                    <a:pt x="8178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88" y="20320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4962706" y="6553758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4962708" y="6553891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90">
                  <a:moveTo>
                    <a:pt x="81775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75" y="20320"/>
                  </a:lnTo>
                  <a:lnTo>
                    <a:pt x="8177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5089414" y="6553758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5089416" y="6553891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90">
                  <a:moveTo>
                    <a:pt x="81775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75" y="20320"/>
                  </a:lnTo>
                  <a:lnTo>
                    <a:pt x="8177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5216122" y="6553758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5216124" y="6553891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90">
                  <a:moveTo>
                    <a:pt x="8178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88" y="20320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5537767" y="6162576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5537764" y="6162706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89">
                  <a:moveTo>
                    <a:pt x="8178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88" y="20320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5664475" y="6162576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77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77" y="149168"/>
                  </a:lnTo>
                  <a:lnTo>
                    <a:pt x="8177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5664472" y="6162706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89">
                  <a:moveTo>
                    <a:pt x="81775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75" y="20320"/>
                  </a:lnTo>
                  <a:lnTo>
                    <a:pt x="8177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5791173" y="6162576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5791180" y="6162706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89">
                  <a:moveTo>
                    <a:pt x="81775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75" y="20320"/>
                  </a:lnTo>
                  <a:lnTo>
                    <a:pt x="8177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5917892" y="6162576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77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77" y="149168"/>
                  </a:lnTo>
                  <a:lnTo>
                    <a:pt x="8177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5917888" y="6162706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89">
                  <a:moveTo>
                    <a:pt x="81775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75" y="20320"/>
                  </a:lnTo>
                  <a:lnTo>
                    <a:pt x="8177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5537767" y="6356120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5537764" y="6356254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90">
                  <a:moveTo>
                    <a:pt x="8178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88" y="20320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5664475" y="6356120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77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77" y="149168"/>
                  </a:lnTo>
                  <a:lnTo>
                    <a:pt x="8177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5664472" y="6356254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90">
                  <a:moveTo>
                    <a:pt x="81775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75" y="20320"/>
                  </a:lnTo>
                  <a:lnTo>
                    <a:pt x="8177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5791173" y="6356120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5791180" y="6356254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90">
                  <a:moveTo>
                    <a:pt x="81775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75" y="20320"/>
                  </a:lnTo>
                  <a:lnTo>
                    <a:pt x="8177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5917892" y="6356120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77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77" y="149168"/>
                  </a:lnTo>
                  <a:lnTo>
                    <a:pt x="8177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5917888" y="6356254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90">
                  <a:moveTo>
                    <a:pt x="81775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75" y="20320"/>
                  </a:lnTo>
                  <a:lnTo>
                    <a:pt x="8177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5537767" y="6552397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5537764" y="6552532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90">
                  <a:moveTo>
                    <a:pt x="8178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88" y="20320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5664475" y="6552397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77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77" y="149168"/>
                  </a:lnTo>
                  <a:lnTo>
                    <a:pt x="8177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5664472" y="6552532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90">
                  <a:moveTo>
                    <a:pt x="81775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75" y="20320"/>
                  </a:lnTo>
                  <a:lnTo>
                    <a:pt x="8177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5791173" y="6552397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88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88" y="149168"/>
                  </a:lnTo>
                  <a:lnTo>
                    <a:pt x="8178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5791180" y="6552532"/>
              <a:ext cx="81915" cy="148590"/>
            </a:xfrm>
            <a:custGeom>
              <a:avLst/>
              <a:gdLst/>
              <a:ahLst/>
              <a:cxnLst/>
              <a:rect l="l" t="t" r="r" b="b"/>
              <a:pathLst>
                <a:path w="81915" h="148590">
                  <a:moveTo>
                    <a:pt x="81775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8590"/>
                  </a:lnTo>
                  <a:lnTo>
                    <a:pt x="15722" y="148590"/>
                  </a:lnTo>
                  <a:lnTo>
                    <a:pt x="15722" y="20320"/>
                  </a:lnTo>
                  <a:lnTo>
                    <a:pt x="81775" y="20320"/>
                  </a:lnTo>
                  <a:lnTo>
                    <a:pt x="8177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5917892" y="6552397"/>
              <a:ext cx="81915" cy="149225"/>
            </a:xfrm>
            <a:custGeom>
              <a:avLst/>
              <a:gdLst/>
              <a:ahLst/>
              <a:cxnLst/>
              <a:rect l="l" t="t" r="r" b="b"/>
              <a:pathLst>
                <a:path w="81915" h="149225">
                  <a:moveTo>
                    <a:pt x="81777" y="0"/>
                  </a:moveTo>
                  <a:lnTo>
                    <a:pt x="0" y="0"/>
                  </a:lnTo>
                  <a:lnTo>
                    <a:pt x="0" y="149168"/>
                  </a:lnTo>
                  <a:lnTo>
                    <a:pt x="81777" y="149168"/>
                  </a:lnTo>
                  <a:lnTo>
                    <a:pt x="8177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4328953" y="6162566"/>
              <a:ext cx="1671320" cy="587375"/>
            </a:xfrm>
            <a:custGeom>
              <a:avLst/>
              <a:gdLst/>
              <a:ahLst/>
              <a:cxnLst/>
              <a:rect l="l" t="t" r="r" b="b"/>
              <a:pathLst>
                <a:path w="1671319" h="587375">
                  <a:moveTo>
                    <a:pt x="257149" y="427913"/>
                  </a:moveTo>
                  <a:lnTo>
                    <a:pt x="179298" y="427913"/>
                  </a:lnTo>
                  <a:lnTo>
                    <a:pt x="179298" y="587209"/>
                  </a:lnTo>
                  <a:lnTo>
                    <a:pt x="257149" y="587209"/>
                  </a:lnTo>
                  <a:lnTo>
                    <a:pt x="257149" y="427913"/>
                  </a:lnTo>
                  <a:close/>
                </a:path>
                <a:path w="1671319" h="587375">
                  <a:moveTo>
                    <a:pt x="462394" y="39090"/>
                  </a:moveTo>
                  <a:lnTo>
                    <a:pt x="0" y="39090"/>
                  </a:lnTo>
                  <a:lnTo>
                    <a:pt x="0" y="46951"/>
                  </a:lnTo>
                  <a:lnTo>
                    <a:pt x="462394" y="46951"/>
                  </a:lnTo>
                  <a:lnTo>
                    <a:pt x="462394" y="39090"/>
                  </a:lnTo>
                  <a:close/>
                </a:path>
                <a:path w="1671319" h="587375">
                  <a:moveTo>
                    <a:pt x="462394" y="0"/>
                  </a:moveTo>
                  <a:lnTo>
                    <a:pt x="0" y="0"/>
                  </a:lnTo>
                  <a:lnTo>
                    <a:pt x="0" y="26352"/>
                  </a:lnTo>
                  <a:lnTo>
                    <a:pt x="462394" y="26352"/>
                  </a:lnTo>
                  <a:lnTo>
                    <a:pt x="462394" y="0"/>
                  </a:lnTo>
                  <a:close/>
                </a:path>
                <a:path w="1671319" h="587375">
                  <a:moveTo>
                    <a:pt x="1670710" y="389966"/>
                  </a:moveTo>
                  <a:lnTo>
                    <a:pt x="1588935" y="389966"/>
                  </a:lnTo>
                  <a:lnTo>
                    <a:pt x="1588935" y="410286"/>
                  </a:lnTo>
                  <a:lnTo>
                    <a:pt x="1588935" y="538556"/>
                  </a:lnTo>
                  <a:lnTo>
                    <a:pt x="1604657" y="538556"/>
                  </a:lnTo>
                  <a:lnTo>
                    <a:pt x="1604657" y="410286"/>
                  </a:lnTo>
                  <a:lnTo>
                    <a:pt x="1670710" y="410286"/>
                  </a:lnTo>
                  <a:lnTo>
                    <a:pt x="1670710" y="389966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 descr=""/>
          <p:cNvSpPr/>
          <p:nvPr/>
        </p:nvSpPr>
        <p:spPr>
          <a:xfrm>
            <a:off x="15378002" y="4525851"/>
            <a:ext cx="198755" cy="28575"/>
          </a:xfrm>
          <a:custGeom>
            <a:avLst/>
            <a:gdLst/>
            <a:ahLst/>
            <a:cxnLst/>
            <a:rect l="l" t="t" r="r" b="b"/>
            <a:pathLst>
              <a:path w="198755" h="28575">
                <a:moveTo>
                  <a:pt x="198161" y="0"/>
                </a:moveTo>
                <a:lnTo>
                  <a:pt x="0" y="0"/>
                </a:lnTo>
                <a:lnTo>
                  <a:pt x="0" y="28313"/>
                </a:lnTo>
                <a:lnTo>
                  <a:pt x="198161" y="28313"/>
                </a:lnTo>
                <a:lnTo>
                  <a:pt x="198161" y="0"/>
                </a:lnTo>
                <a:close/>
              </a:path>
            </a:pathLst>
          </a:custGeom>
          <a:solidFill>
            <a:srgbClr val="C4DE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 descr=""/>
          <p:cNvSpPr/>
          <p:nvPr/>
        </p:nvSpPr>
        <p:spPr>
          <a:xfrm>
            <a:off x="15365417" y="4763352"/>
            <a:ext cx="223520" cy="24130"/>
          </a:xfrm>
          <a:custGeom>
            <a:avLst/>
            <a:gdLst/>
            <a:ahLst/>
            <a:cxnLst/>
            <a:rect l="l" t="t" r="r" b="b"/>
            <a:pathLst>
              <a:path w="223519" h="24129">
                <a:moveTo>
                  <a:pt x="223333" y="0"/>
                </a:moveTo>
                <a:lnTo>
                  <a:pt x="0" y="0"/>
                </a:lnTo>
                <a:lnTo>
                  <a:pt x="0" y="23590"/>
                </a:lnTo>
                <a:lnTo>
                  <a:pt x="223333" y="23590"/>
                </a:lnTo>
                <a:lnTo>
                  <a:pt x="223333" y="0"/>
                </a:lnTo>
                <a:close/>
              </a:path>
            </a:pathLst>
          </a:custGeom>
          <a:solidFill>
            <a:srgbClr val="C4DE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/>
          <p:nvPr/>
        </p:nvSpPr>
        <p:spPr>
          <a:xfrm>
            <a:off x="15360977" y="5065322"/>
            <a:ext cx="237490" cy="33020"/>
          </a:xfrm>
          <a:custGeom>
            <a:avLst/>
            <a:gdLst/>
            <a:ahLst/>
            <a:cxnLst/>
            <a:rect l="l" t="t" r="r" b="b"/>
            <a:pathLst>
              <a:path w="237490" h="33020">
                <a:moveTo>
                  <a:pt x="237207" y="0"/>
                </a:moveTo>
                <a:lnTo>
                  <a:pt x="0" y="0"/>
                </a:lnTo>
                <a:lnTo>
                  <a:pt x="0" y="33025"/>
                </a:lnTo>
                <a:lnTo>
                  <a:pt x="237207" y="33025"/>
                </a:lnTo>
                <a:lnTo>
                  <a:pt x="237207" y="0"/>
                </a:lnTo>
                <a:close/>
              </a:path>
            </a:pathLst>
          </a:custGeom>
          <a:solidFill>
            <a:srgbClr val="C4DE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/>
          <p:nvPr/>
        </p:nvSpPr>
        <p:spPr>
          <a:xfrm>
            <a:off x="15433506" y="3962293"/>
            <a:ext cx="1500505" cy="512445"/>
          </a:xfrm>
          <a:custGeom>
            <a:avLst/>
            <a:gdLst/>
            <a:ahLst/>
            <a:cxnLst/>
            <a:rect l="l" t="t" r="r" b="b"/>
            <a:pathLst>
              <a:path w="1500505" h="512445">
                <a:moveTo>
                  <a:pt x="1296542" y="0"/>
                </a:moveTo>
                <a:lnTo>
                  <a:pt x="1243123" y="755"/>
                </a:lnTo>
                <a:lnTo>
                  <a:pt x="1189661" y="8701"/>
                </a:lnTo>
                <a:lnTo>
                  <a:pt x="1136729" y="21916"/>
                </a:lnTo>
                <a:lnTo>
                  <a:pt x="1084902" y="38480"/>
                </a:lnTo>
                <a:lnTo>
                  <a:pt x="1033782" y="56533"/>
                </a:lnTo>
                <a:lnTo>
                  <a:pt x="982431" y="74247"/>
                </a:lnTo>
                <a:lnTo>
                  <a:pt x="930614" y="89722"/>
                </a:lnTo>
                <a:lnTo>
                  <a:pt x="878095" y="101060"/>
                </a:lnTo>
                <a:lnTo>
                  <a:pt x="824638" y="106363"/>
                </a:lnTo>
                <a:lnTo>
                  <a:pt x="768979" y="104490"/>
                </a:lnTo>
                <a:lnTo>
                  <a:pt x="657949" y="91863"/>
                </a:lnTo>
                <a:lnTo>
                  <a:pt x="602278" y="89525"/>
                </a:lnTo>
                <a:lnTo>
                  <a:pt x="551601" y="94075"/>
                </a:lnTo>
                <a:lnTo>
                  <a:pt x="502020" y="105491"/>
                </a:lnTo>
                <a:lnTo>
                  <a:pt x="454370" y="123396"/>
                </a:lnTo>
                <a:lnTo>
                  <a:pt x="409487" y="147411"/>
                </a:lnTo>
                <a:lnTo>
                  <a:pt x="368207" y="177156"/>
                </a:lnTo>
                <a:lnTo>
                  <a:pt x="331365" y="212255"/>
                </a:lnTo>
                <a:lnTo>
                  <a:pt x="287269" y="264932"/>
                </a:lnTo>
                <a:lnTo>
                  <a:pt x="264265" y="290164"/>
                </a:lnTo>
                <a:lnTo>
                  <a:pt x="238415" y="312262"/>
                </a:lnTo>
                <a:lnTo>
                  <a:pt x="200639" y="333602"/>
                </a:lnTo>
                <a:lnTo>
                  <a:pt x="159886" y="349397"/>
                </a:lnTo>
                <a:lnTo>
                  <a:pt x="118264" y="363763"/>
                </a:lnTo>
                <a:lnTo>
                  <a:pt x="77886" y="380815"/>
                </a:lnTo>
                <a:lnTo>
                  <a:pt x="44331" y="403555"/>
                </a:lnTo>
                <a:lnTo>
                  <a:pt x="15656" y="435571"/>
                </a:lnTo>
                <a:lnTo>
                  <a:pt x="0" y="473090"/>
                </a:lnTo>
                <a:lnTo>
                  <a:pt x="5500" y="512340"/>
                </a:lnTo>
                <a:lnTo>
                  <a:pt x="46759" y="476874"/>
                </a:lnTo>
                <a:lnTo>
                  <a:pt x="89240" y="448160"/>
                </a:lnTo>
                <a:lnTo>
                  <a:pt x="133812" y="426272"/>
                </a:lnTo>
                <a:lnTo>
                  <a:pt x="181341" y="411286"/>
                </a:lnTo>
                <a:lnTo>
                  <a:pt x="232694" y="403277"/>
                </a:lnTo>
                <a:lnTo>
                  <a:pt x="288738" y="402322"/>
                </a:lnTo>
                <a:lnTo>
                  <a:pt x="335364" y="405703"/>
                </a:lnTo>
                <a:lnTo>
                  <a:pt x="381981" y="410886"/>
                </a:lnTo>
                <a:lnTo>
                  <a:pt x="428563" y="416608"/>
                </a:lnTo>
                <a:lnTo>
                  <a:pt x="475080" y="421608"/>
                </a:lnTo>
                <a:lnTo>
                  <a:pt x="521506" y="424625"/>
                </a:lnTo>
                <a:lnTo>
                  <a:pt x="567814" y="424397"/>
                </a:lnTo>
                <a:lnTo>
                  <a:pt x="613974" y="419662"/>
                </a:lnTo>
                <a:lnTo>
                  <a:pt x="658344" y="410099"/>
                </a:lnTo>
                <a:lnTo>
                  <a:pt x="701932" y="397175"/>
                </a:lnTo>
                <a:lnTo>
                  <a:pt x="745213" y="382882"/>
                </a:lnTo>
                <a:lnTo>
                  <a:pt x="788665" y="369212"/>
                </a:lnTo>
                <a:lnTo>
                  <a:pt x="832763" y="358156"/>
                </a:lnTo>
                <a:lnTo>
                  <a:pt x="879162" y="351108"/>
                </a:lnTo>
                <a:lnTo>
                  <a:pt x="925849" y="348185"/>
                </a:lnTo>
                <a:lnTo>
                  <a:pt x="972771" y="348437"/>
                </a:lnTo>
                <a:lnTo>
                  <a:pt x="1019874" y="350914"/>
                </a:lnTo>
                <a:lnTo>
                  <a:pt x="1067104" y="354666"/>
                </a:lnTo>
                <a:lnTo>
                  <a:pt x="1114408" y="358745"/>
                </a:lnTo>
                <a:lnTo>
                  <a:pt x="1161730" y="362198"/>
                </a:lnTo>
                <a:lnTo>
                  <a:pt x="1209018" y="364078"/>
                </a:lnTo>
                <a:lnTo>
                  <a:pt x="1256216" y="363433"/>
                </a:lnTo>
                <a:lnTo>
                  <a:pt x="1302052" y="358461"/>
                </a:lnTo>
                <a:lnTo>
                  <a:pt x="1347801" y="347725"/>
                </a:lnTo>
                <a:lnTo>
                  <a:pt x="1391315" y="331099"/>
                </a:lnTo>
                <a:lnTo>
                  <a:pt x="1430443" y="308457"/>
                </a:lnTo>
                <a:lnTo>
                  <a:pt x="1463036" y="279675"/>
                </a:lnTo>
                <a:lnTo>
                  <a:pt x="1486945" y="244627"/>
                </a:lnTo>
                <a:lnTo>
                  <a:pt x="1500020" y="203187"/>
                </a:lnTo>
                <a:lnTo>
                  <a:pt x="1499713" y="159426"/>
                </a:lnTo>
                <a:lnTo>
                  <a:pt x="1486473" y="118144"/>
                </a:lnTo>
                <a:lnTo>
                  <a:pt x="1462558" y="80869"/>
                </a:lnTo>
                <a:lnTo>
                  <a:pt x="1430227" y="49127"/>
                </a:lnTo>
                <a:lnTo>
                  <a:pt x="1391736" y="24446"/>
                </a:lnTo>
                <a:lnTo>
                  <a:pt x="1349344" y="8355"/>
                </a:lnTo>
                <a:lnTo>
                  <a:pt x="1296542" y="0"/>
                </a:lnTo>
                <a:close/>
              </a:path>
            </a:pathLst>
          </a:custGeom>
          <a:solidFill>
            <a:srgbClr val="EFF6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 descr=""/>
          <p:cNvSpPr/>
          <p:nvPr/>
        </p:nvSpPr>
        <p:spPr>
          <a:xfrm>
            <a:off x="10976660" y="4328486"/>
            <a:ext cx="62230" cy="18415"/>
          </a:xfrm>
          <a:custGeom>
            <a:avLst/>
            <a:gdLst/>
            <a:ahLst/>
            <a:cxnLst/>
            <a:rect l="l" t="t" r="r" b="b"/>
            <a:pathLst>
              <a:path w="62229" h="18414">
                <a:moveTo>
                  <a:pt x="62050" y="0"/>
                </a:moveTo>
                <a:lnTo>
                  <a:pt x="0" y="0"/>
                </a:lnTo>
                <a:lnTo>
                  <a:pt x="0" y="18292"/>
                </a:lnTo>
                <a:lnTo>
                  <a:pt x="62050" y="18292"/>
                </a:lnTo>
                <a:lnTo>
                  <a:pt x="62050" y="0"/>
                </a:lnTo>
                <a:close/>
              </a:path>
            </a:pathLst>
          </a:custGeom>
          <a:solidFill>
            <a:srgbClr val="9AC7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 descr=""/>
          <p:cNvSpPr/>
          <p:nvPr/>
        </p:nvSpPr>
        <p:spPr>
          <a:xfrm>
            <a:off x="11406961" y="4394913"/>
            <a:ext cx="62230" cy="18415"/>
          </a:xfrm>
          <a:custGeom>
            <a:avLst/>
            <a:gdLst/>
            <a:ahLst/>
            <a:cxnLst/>
            <a:rect l="l" t="t" r="r" b="b"/>
            <a:pathLst>
              <a:path w="62229" h="18414">
                <a:moveTo>
                  <a:pt x="62050" y="0"/>
                </a:moveTo>
                <a:lnTo>
                  <a:pt x="0" y="0"/>
                </a:lnTo>
                <a:lnTo>
                  <a:pt x="0" y="18292"/>
                </a:lnTo>
                <a:lnTo>
                  <a:pt x="62050" y="18292"/>
                </a:lnTo>
                <a:lnTo>
                  <a:pt x="62050" y="0"/>
                </a:lnTo>
                <a:close/>
              </a:path>
            </a:pathLst>
          </a:custGeom>
          <a:solidFill>
            <a:srgbClr val="9AC7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 descr=""/>
          <p:cNvSpPr/>
          <p:nvPr/>
        </p:nvSpPr>
        <p:spPr>
          <a:xfrm>
            <a:off x="11315560" y="4083055"/>
            <a:ext cx="62230" cy="624205"/>
          </a:xfrm>
          <a:custGeom>
            <a:avLst/>
            <a:gdLst/>
            <a:ahLst/>
            <a:cxnLst/>
            <a:rect l="l" t="t" r="r" b="b"/>
            <a:pathLst>
              <a:path w="62229" h="624204">
                <a:moveTo>
                  <a:pt x="62052" y="54102"/>
                </a:moveTo>
                <a:lnTo>
                  <a:pt x="40360" y="54102"/>
                </a:lnTo>
                <a:lnTo>
                  <a:pt x="40360" y="0"/>
                </a:lnTo>
                <a:lnTo>
                  <a:pt x="21056" y="0"/>
                </a:lnTo>
                <a:lnTo>
                  <a:pt x="21056" y="54102"/>
                </a:lnTo>
                <a:lnTo>
                  <a:pt x="0" y="54102"/>
                </a:lnTo>
                <a:lnTo>
                  <a:pt x="0" y="79552"/>
                </a:lnTo>
                <a:lnTo>
                  <a:pt x="21056" y="79552"/>
                </a:lnTo>
                <a:lnTo>
                  <a:pt x="21056" y="623722"/>
                </a:lnTo>
                <a:lnTo>
                  <a:pt x="40360" y="623722"/>
                </a:lnTo>
                <a:lnTo>
                  <a:pt x="40360" y="79552"/>
                </a:lnTo>
                <a:lnTo>
                  <a:pt x="62052" y="79552"/>
                </a:lnTo>
                <a:lnTo>
                  <a:pt x="62052" y="54102"/>
                </a:lnTo>
                <a:close/>
              </a:path>
            </a:pathLst>
          </a:custGeom>
          <a:solidFill>
            <a:srgbClr val="9AC7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 descr=""/>
          <p:cNvSpPr/>
          <p:nvPr/>
        </p:nvSpPr>
        <p:spPr>
          <a:xfrm>
            <a:off x="11428332" y="4337627"/>
            <a:ext cx="19685" cy="624205"/>
          </a:xfrm>
          <a:custGeom>
            <a:avLst/>
            <a:gdLst/>
            <a:ahLst/>
            <a:cxnLst/>
            <a:rect l="l" t="t" r="r" b="b"/>
            <a:pathLst>
              <a:path w="19684" h="624204">
                <a:moveTo>
                  <a:pt x="19297" y="0"/>
                </a:moveTo>
                <a:lnTo>
                  <a:pt x="0" y="0"/>
                </a:lnTo>
                <a:lnTo>
                  <a:pt x="0" y="623719"/>
                </a:lnTo>
                <a:lnTo>
                  <a:pt x="19297" y="623719"/>
                </a:lnTo>
                <a:lnTo>
                  <a:pt x="19297" y="0"/>
                </a:lnTo>
                <a:close/>
              </a:path>
            </a:pathLst>
          </a:custGeom>
          <a:solidFill>
            <a:srgbClr val="9AC7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 descr=""/>
          <p:cNvSpPr/>
          <p:nvPr/>
        </p:nvSpPr>
        <p:spPr>
          <a:xfrm>
            <a:off x="10998041" y="4293084"/>
            <a:ext cx="19685" cy="624205"/>
          </a:xfrm>
          <a:custGeom>
            <a:avLst/>
            <a:gdLst/>
            <a:ahLst/>
            <a:cxnLst/>
            <a:rect l="l" t="t" r="r" b="b"/>
            <a:pathLst>
              <a:path w="19684" h="624204">
                <a:moveTo>
                  <a:pt x="19297" y="0"/>
                </a:moveTo>
                <a:lnTo>
                  <a:pt x="0" y="0"/>
                </a:lnTo>
                <a:lnTo>
                  <a:pt x="0" y="623719"/>
                </a:lnTo>
                <a:lnTo>
                  <a:pt x="19297" y="623719"/>
                </a:lnTo>
                <a:lnTo>
                  <a:pt x="19297" y="0"/>
                </a:lnTo>
                <a:close/>
              </a:path>
            </a:pathLst>
          </a:custGeom>
          <a:solidFill>
            <a:srgbClr val="9AC74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1" name="object 121" descr=""/>
          <p:cNvGrpSpPr/>
          <p:nvPr/>
        </p:nvGrpSpPr>
        <p:grpSpPr>
          <a:xfrm>
            <a:off x="7880336" y="4649492"/>
            <a:ext cx="3639820" cy="2100580"/>
            <a:chOff x="7880336" y="4649492"/>
            <a:chExt cx="3639820" cy="2100580"/>
          </a:xfrm>
        </p:grpSpPr>
        <p:sp>
          <p:nvSpPr>
            <p:cNvPr id="122" name="object 122" descr=""/>
            <p:cNvSpPr/>
            <p:nvPr/>
          </p:nvSpPr>
          <p:spPr>
            <a:xfrm>
              <a:off x="10292476" y="5279573"/>
              <a:ext cx="694055" cy="624205"/>
            </a:xfrm>
            <a:custGeom>
              <a:avLst/>
              <a:gdLst/>
              <a:ahLst/>
              <a:cxnLst/>
              <a:rect l="l" t="t" r="r" b="b"/>
              <a:pathLst>
                <a:path w="694054" h="624204">
                  <a:moveTo>
                    <a:pt x="33108" y="0"/>
                  </a:moveTo>
                  <a:lnTo>
                    <a:pt x="0" y="323529"/>
                  </a:lnTo>
                  <a:lnTo>
                    <a:pt x="693727" y="623719"/>
                  </a:lnTo>
                  <a:lnTo>
                    <a:pt x="674639" y="241846"/>
                  </a:lnTo>
                  <a:lnTo>
                    <a:pt x="33108" y="0"/>
                  </a:lnTo>
                  <a:close/>
                </a:path>
              </a:pathLst>
            </a:custGeom>
            <a:solidFill>
              <a:srgbClr val="9AC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8031188" y="5101367"/>
              <a:ext cx="2348865" cy="1279525"/>
            </a:xfrm>
            <a:custGeom>
              <a:avLst/>
              <a:gdLst/>
              <a:ahLst/>
              <a:cxnLst/>
              <a:rect l="l" t="t" r="r" b="b"/>
              <a:pathLst>
                <a:path w="2348865" h="1279525">
                  <a:moveTo>
                    <a:pt x="2348484" y="0"/>
                  </a:moveTo>
                  <a:lnTo>
                    <a:pt x="0" y="0"/>
                  </a:lnTo>
                  <a:lnTo>
                    <a:pt x="0" y="44551"/>
                  </a:lnTo>
                  <a:lnTo>
                    <a:pt x="73190" y="44551"/>
                  </a:lnTo>
                  <a:lnTo>
                    <a:pt x="73190" y="311861"/>
                  </a:lnTo>
                  <a:lnTo>
                    <a:pt x="73190" y="1279474"/>
                  </a:lnTo>
                  <a:lnTo>
                    <a:pt x="345300" y="1279474"/>
                  </a:lnTo>
                  <a:lnTo>
                    <a:pt x="345300" y="311861"/>
                  </a:lnTo>
                  <a:lnTo>
                    <a:pt x="2294382" y="311861"/>
                  </a:lnTo>
                  <a:lnTo>
                    <a:pt x="2294382" y="44551"/>
                  </a:lnTo>
                  <a:lnTo>
                    <a:pt x="2348484" y="44551"/>
                  </a:lnTo>
                  <a:lnTo>
                    <a:pt x="2348484" y="0"/>
                  </a:lnTo>
                  <a:close/>
                </a:path>
              </a:pathLst>
            </a:custGeom>
            <a:solidFill>
              <a:srgbClr val="90CF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8376498" y="5413228"/>
              <a:ext cx="98425" cy="967740"/>
            </a:xfrm>
            <a:custGeom>
              <a:avLst/>
              <a:gdLst/>
              <a:ahLst/>
              <a:cxnLst/>
              <a:rect l="l" t="t" r="r" b="b"/>
              <a:pathLst>
                <a:path w="98425" h="967739">
                  <a:moveTo>
                    <a:pt x="0" y="967604"/>
                  </a:moveTo>
                  <a:lnTo>
                    <a:pt x="98091" y="967604"/>
                  </a:lnTo>
                  <a:lnTo>
                    <a:pt x="98091" y="0"/>
                  </a:lnTo>
                  <a:lnTo>
                    <a:pt x="0" y="0"/>
                  </a:lnTo>
                  <a:lnTo>
                    <a:pt x="0" y="967604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8474590" y="5413228"/>
              <a:ext cx="272415" cy="967740"/>
            </a:xfrm>
            <a:custGeom>
              <a:avLst/>
              <a:gdLst/>
              <a:ahLst/>
              <a:cxnLst/>
              <a:rect l="l" t="t" r="r" b="b"/>
              <a:pathLst>
                <a:path w="272415" h="967739">
                  <a:moveTo>
                    <a:pt x="0" y="967604"/>
                  </a:moveTo>
                  <a:lnTo>
                    <a:pt x="272106" y="967604"/>
                  </a:lnTo>
                  <a:lnTo>
                    <a:pt x="272106" y="0"/>
                  </a:lnTo>
                  <a:lnTo>
                    <a:pt x="0" y="0"/>
                  </a:lnTo>
                  <a:lnTo>
                    <a:pt x="0" y="967604"/>
                  </a:lnTo>
                  <a:close/>
                </a:path>
              </a:pathLst>
            </a:custGeom>
            <a:solidFill>
              <a:srgbClr val="90CF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8746697" y="5413228"/>
              <a:ext cx="98425" cy="967740"/>
            </a:xfrm>
            <a:custGeom>
              <a:avLst/>
              <a:gdLst/>
              <a:ahLst/>
              <a:cxnLst/>
              <a:rect l="l" t="t" r="r" b="b"/>
              <a:pathLst>
                <a:path w="98425" h="967739">
                  <a:moveTo>
                    <a:pt x="0" y="967604"/>
                  </a:moveTo>
                  <a:lnTo>
                    <a:pt x="98091" y="967604"/>
                  </a:lnTo>
                  <a:lnTo>
                    <a:pt x="98091" y="0"/>
                  </a:lnTo>
                  <a:lnTo>
                    <a:pt x="0" y="0"/>
                  </a:lnTo>
                  <a:lnTo>
                    <a:pt x="0" y="967604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8844788" y="5413228"/>
              <a:ext cx="272415" cy="967740"/>
            </a:xfrm>
            <a:custGeom>
              <a:avLst/>
              <a:gdLst/>
              <a:ahLst/>
              <a:cxnLst/>
              <a:rect l="l" t="t" r="r" b="b"/>
              <a:pathLst>
                <a:path w="272415" h="967739">
                  <a:moveTo>
                    <a:pt x="0" y="967604"/>
                  </a:moveTo>
                  <a:lnTo>
                    <a:pt x="272106" y="967604"/>
                  </a:lnTo>
                  <a:lnTo>
                    <a:pt x="272106" y="0"/>
                  </a:lnTo>
                  <a:lnTo>
                    <a:pt x="0" y="0"/>
                  </a:lnTo>
                  <a:lnTo>
                    <a:pt x="0" y="967604"/>
                  </a:lnTo>
                  <a:close/>
                </a:path>
              </a:pathLst>
            </a:custGeom>
            <a:solidFill>
              <a:srgbClr val="90CF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9116895" y="5413228"/>
              <a:ext cx="98425" cy="967740"/>
            </a:xfrm>
            <a:custGeom>
              <a:avLst/>
              <a:gdLst/>
              <a:ahLst/>
              <a:cxnLst/>
              <a:rect l="l" t="t" r="r" b="b"/>
              <a:pathLst>
                <a:path w="98425" h="967739">
                  <a:moveTo>
                    <a:pt x="0" y="967604"/>
                  </a:moveTo>
                  <a:lnTo>
                    <a:pt x="98080" y="967604"/>
                  </a:lnTo>
                  <a:lnTo>
                    <a:pt x="98080" y="0"/>
                  </a:lnTo>
                  <a:lnTo>
                    <a:pt x="0" y="0"/>
                  </a:lnTo>
                  <a:lnTo>
                    <a:pt x="0" y="967604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9214986" y="5413228"/>
              <a:ext cx="272415" cy="967740"/>
            </a:xfrm>
            <a:custGeom>
              <a:avLst/>
              <a:gdLst/>
              <a:ahLst/>
              <a:cxnLst/>
              <a:rect l="l" t="t" r="r" b="b"/>
              <a:pathLst>
                <a:path w="272415" h="967739">
                  <a:moveTo>
                    <a:pt x="0" y="967604"/>
                  </a:moveTo>
                  <a:lnTo>
                    <a:pt x="272117" y="967604"/>
                  </a:lnTo>
                  <a:lnTo>
                    <a:pt x="272117" y="0"/>
                  </a:lnTo>
                  <a:lnTo>
                    <a:pt x="0" y="0"/>
                  </a:lnTo>
                  <a:lnTo>
                    <a:pt x="0" y="967604"/>
                  </a:lnTo>
                  <a:close/>
                </a:path>
              </a:pathLst>
            </a:custGeom>
            <a:solidFill>
              <a:srgbClr val="90CF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9487103" y="5413228"/>
              <a:ext cx="98425" cy="967740"/>
            </a:xfrm>
            <a:custGeom>
              <a:avLst/>
              <a:gdLst/>
              <a:ahLst/>
              <a:cxnLst/>
              <a:rect l="l" t="t" r="r" b="b"/>
              <a:pathLst>
                <a:path w="98425" h="967739">
                  <a:moveTo>
                    <a:pt x="0" y="967604"/>
                  </a:moveTo>
                  <a:lnTo>
                    <a:pt x="98091" y="967604"/>
                  </a:lnTo>
                  <a:lnTo>
                    <a:pt x="98091" y="0"/>
                  </a:lnTo>
                  <a:lnTo>
                    <a:pt x="0" y="0"/>
                  </a:lnTo>
                  <a:lnTo>
                    <a:pt x="0" y="967604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9585195" y="5413228"/>
              <a:ext cx="272415" cy="967740"/>
            </a:xfrm>
            <a:custGeom>
              <a:avLst/>
              <a:gdLst/>
              <a:ahLst/>
              <a:cxnLst/>
              <a:rect l="l" t="t" r="r" b="b"/>
              <a:pathLst>
                <a:path w="272415" h="967739">
                  <a:moveTo>
                    <a:pt x="0" y="967604"/>
                  </a:moveTo>
                  <a:lnTo>
                    <a:pt x="272106" y="967604"/>
                  </a:lnTo>
                  <a:lnTo>
                    <a:pt x="272106" y="0"/>
                  </a:lnTo>
                  <a:lnTo>
                    <a:pt x="0" y="0"/>
                  </a:lnTo>
                  <a:lnTo>
                    <a:pt x="0" y="967604"/>
                  </a:lnTo>
                  <a:close/>
                </a:path>
              </a:pathLst>
            </a:custGeom>
            <a:solidFill>
              <a:srgbClr val="90CF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9857302" y="5413228"/>
              <a:ext cx="98425" cy="967740"/>
            </a:xfrm>
            <a:custGeom>
              <a:avLst/>
              <a:gdLst/>
              <a:ahLst/>
              <a:cxnLst/>
              <a:rect l="l" t="t" r="r" b="b"/>
              <a:pathLst>
                <a:path w="98425" h="967739">
                  <a:moveTo>
                    <a:pt x="0" y="967604"/>
                  </a:moveTo>
                  <a:lnTo>
                    <a:pt x="98091" y="967604"/>
                  </a:lnTo>
                  <a:lnTo>
                    <a:pt x="98091" y="0"/>
                  </a:lnTo>
                  <a:lnTo>
                    <a:pt x="0" y="0"/>
                  </a:lnTo>
                  <a:lnTo>
                    <a:pt x="0" y="967604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9955382" y="5413228"/>
              <a:ext cx="272415" cy="967740"/>
            </a:xfrm>
            <a:custGeom>
              <a:avLst/>
              <a:gdLst/>
              <a:ahLst/>
              <a:cxnLst/>
              <a:rect l="l" t="t" r="r" b="b"/>
              <a:pathLst>
                <a:path w="272415" h="967739">
                  <a:moveTo>
                    <a:pt x="0" y="967604"/>
                  </a:moveTo>
                  <a:lnTo>
                    <a:pt x="272117" y="967604"/>
                  </a:lnTo>
                  <a:lnTo>
                    <a:pt x="272117" y="0"/>
                  </a:lnTo>
                  <a:lnTo>
                    <a:pt x="0" y="0"/>
                  </a:lnTo>
                  <a:lnTo>
                    <a:pt x="0" y="967604"/>
                  </a:lnTo>
                  <a:close/>
                </a:path>
              </a:pathLst>
            </a:custGeom>
            <a:solidFill>
              <a:srgbClr val="90CF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8104378" y="5145931"/>
              <a:ext cx="2221230" cy="1235075"/>
            </a:xfrm>
            <a:custGeom>
              <a:avLst/>
              <a:gdLst/>
              <a:ahLst/>
              <a:cxnLst/>
              <a:rect l="l" t="t" r="r" b="b"/>
              <a:pathLst>
                <a:path w="2221229" h="1235075">
                  <a:moveTo>
                    <a:pt x="370192" y="267296"/>
                  </a:moveTo>
                  <a:lnTo>
                    <a:pt x="0" y="267296"/>
                  </a:lnTo>
                  <a:lnTo>
                    <a:pt x="0" y="293827"/>
                  </a:lnTo>
                  <a:lnTo>
                    <a:pt x="52057" y="292049"/>
                  </a:lnTo>
                  <a:lnTo>
                    <a:pt x="86309" y="295554"/>
                  </a:lnTo>
                  <a:lnTo>
                    <a:pt x="162293" y="333070"/>
                  </a:lnTo>
                  <a:lnTo>
                    <a:pt x="210781" y="370801"/>
                  </a:lnTo>
                  <a:lnTo>
                    <a:pt x="245046" y="411429"/>
                  </a:lnTo>
                  <a:lnTo>
                    <a:pt x="265391" y="443903"/>
                  </a:lnTo>
                  <a:lnTo>
                    <a:pt x="272110" y="457174"/>
                  </a:lnTo>
                  <a:lnTo>
                    <a:pt x="346925" y="457174"/>
                  </a:lnTo>
                  <a:lnTo>
                    <a:pt x="370192" y="267296"/>
                  </a:lnTo>
                  <a:close/>
                </a:path>
                <a:path w="2221229" h="1235075">
                  <a:moveTo>
                    <a:pt x="740397" y="267296"/>
                  </a:moveTo>
                  <a:lnTo>
                    <a:pt x="370192" y="267296"/>
                  </a:lnTo>
                  <a:lnTo>
                    <a:pt x="370192" y="293827"/>
                  </a:lnTo>
                  <a:lnTo>
                    <a:pt x="422262" y="292049"/>
                  </a:lnTo>
                  <a:lnTo>
                    <a:pt x="456514" y="295554"/>
                  </a:lnTo>
                  <a:lnTo>
                    <a:pt x="532498" y="333070"/>
                  </a:lnTo>
                  <a:lnTo>
                    <a:pt x="580974" y="370801"/>
                  </a:lnTo>
                  <a:lnTo>
                    <a:pt x="615251" y="411429"/>
                  </a:lnTo>
                  <a:lnTo>
                    <a:pt x="635596" y="443903"/>
                  </a:lnTo>
                  <a:lnTo>
                    <a:pt x="642315" y="457174"/>
                  </a:lnTo>
                  <a:lnTo>
                    <a:pt x="720521" y="457174"/>
                  </a:lnTo>
                  <a:lnTo>
                    <a:pt x="740397" y="267296"/>
                  </a:lnTo>
                  <a:close/>
                </a:path>
                <a:path w="2221229" h="1235075">
                  <a:moveTo>
                    <a:pt x="1110602" y="267296"/>
                  </a:moveTo>
                  <a:lnTo>
                    <a:pt x="740397" y="267296"/>
                  </a:lnTo>
                  <a:lnTo>
                    <a:pt x="740397" y="293827"/>
                  </a:lnTo>
                  <a:lnTo>
                    <a:pt x="792454" y="292049"/>
                  </a:lnTo>
                  <a:lnTo>
                    <a:pt x="826719" y="295554"/>
                  </a:lnTo>
                  <a:lnTo>
                    <a:pt x="902703" y="333070"/>
                  </a:lnTo>
                  <a:lnTo>
                    <a:pt x="951179" y="370801"/>
                  </a:lnTo>
                  <a:lnTo>
                    <a:pt x="985456" y="411429"/>
                  </a:lnTo>
                  <a:lnTo>
                    <a:pt x="1005801" y="443903"/>
                  </a:lnTo>
                  <a:lnTo>
                    <a:pt x="1012520" y="457174"/>
                  </a:lnTo>
                  <a:lnTo>
                    <a:pt x="1100797" y="457174"/>
                  </a:lnTo>
                  <a:lnTo>
                    <a:pt x="1110602" y="267296"/>
                  </a:lnTo>
                  <a:close/>
                </a:path>
                <a:path w="2221229" h="1235075">
                  <a:moveTo>
                    <a:pt x="1480794" y="267296"/>
                  </a:moveTo>
                  <a:lnTo>
                    <a:pt x="1110602" y="267296"/>
                  </a:lnTo>
                  <a:lnTo>
                    <a:pt x="1110602" y="293827"/>
                  </a:lnTo>
                  <a:lnTo>
                    <a:pt x="1162659" y="292049"/>
                  </a:lnTo>
                  <a:lnTo>
                    <a:pt x="1196911" y="295554"/>
                  </a:lnTo>
                  <a:lnTo>
                    <a:pt x="1272895" y="333070"/>
                  </a:lnTo>
                  <a:lnTo>
                    <a:pt x="1321384" y="370801"/>
                  </a:lnTo>
                  <a:lnTo>
                    <a:pt x="1355648" y="411429"/>
                  </a:lnTo>
                  <a:lnTo>
                    <a:pt x="1375994" y="443903"/>
                  </a:lnTo>
                  <a:lnTo>
                    <a:pt x="1382712" y="457174"/>
                  </a:lnTo>
                  <a:lnTo>
                    <a:pt x="1480794" y="457174"/>
                  </a:lnTo>
                  <a:lnTo>
                    <a:pt x="1480794" y="267296"/>
                  </a:lnTo>
                  <a:close/>
                </a:path>
                <a:path w="2221229" h="1235075">
                  <a:moveTo>
                    <a:pt x="1850999" y="267296"/>
                  </a:moveTo>
                  <a:lnTo>
                    <a:pt x="1480807" y="267296"/>
                  </a:lnTo>
                  <a:lnTo>
                    <a:pt x="1480807" y="293827"/>
                  </a:lnTo>
                  <a:lnTo>
                    <a:pt x="1532864" y="292049"/>
                  </a:lnTo>
                  <a:lnTo>
                    <a:pt x="1567116" y="295554"/>
                  </a:lnTo>
                  <a:lnTo>
                    <a:pt x="1643087" y="333070"/>
                  </a:lnTo>
                  <a:lnTo>
                    <a:pt x="1691576" y="370801"/>
                  </a:lnTo>
                  <a:lnTo>
                    <a:pt x="1725841" y="411429"/>
                  </a:lnTo>
                  <a:lnTo>
                    <a:pt x="1746199" y="443903"/>
                  </a:lnTo>
                  <a:lnTo>
                    <a:pt x="1752904" y="457174"/>
                  </a:lnTo>
                  <a:lnTo>
                    <a:pt x="1834972" y="457174"/>
                  </a:lnTo>
                  <a:lnTo>
                    <a:pt x="1850999" y="267296"/>
                  </a:lnTo>
                  <a:close/>
                </a:path>
                <a:path w="2221229" h="1235075">
                  <a:moveTo>
                    <a:pt x="2221192" y="0"/>
                  </a:moveTo>
                  <a:lnTo>
                    <a:pt x="0" y="0"/>
                  </a:lnTo>
                  <a:lnTo>
                    <a:pt x="0" y="35001"/>
                  </a:lnTo>
                  <a:lnTo>
                    <a:pt x="2221192" y="70002"/>
                  </a:lnTo>
                  <a:lnTo>
                    <a:pt x="2221192" y="0"/>
                  </a:lnTo>
                  <a:close/>
                </a:path>
                <a:path w="2221229" h="1235075">
                  <a:moveTo>
                    <a:pt x="2221204" y="267296"/>
                  </a:moveTo>
                  <a:lnTo>
                    <a:pt x="2123109" y="267296"/>
                  </a:lnTo>
                  <a:lnTo>
                    <a:pt x="1850999" y="267296"/>
                  </a:lnTo>
                  <a:lnTo>
                    <a:pt x="1850999" y="293827"/>
                  </a:lnTo>
                  <a:lnTo>
                    <a:pt x="1903056" y="292049"/>
                  </a:lnTo>
                  <a:lnTo>
                    <a:pt x="1968995" y="308000"/>
                  </a:lnTo>
                  <a:lnTo>
                    <a:pt x="2013292" y="333070"/>
                  </a:lnTo>
                  <a:lnTo>
                    <a:pt x="2061781" y="370801"/>
                  </a:lnTo>
                  <a:lnTo>
                    <a:pt x="2096046" y="411429"/>
                  </a:lnTo>
                  <a:lnTo>
                    <a:pt x="2116391" y="443903"/>
                  </a:lnTo>
                  <a:lnTo>
                    <a:pt x="2123109" y="457174"/>
                  </a:lnTo>
                  <a:lnTo>
                    <a:pt x="2123109" y="1234909"/>
                  </a:lnTo>
                  <a:lnTo>
                    <a:pt x="2221204" y="1234909"/>
                  </a:lnTo>
                  <a:lnTo>
                    <a:pt x="2221204" y="267296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7880336" y="6380832"/>
              <a:ext cx="2445385" cy="369570"/>
            </a:xfrm>
            <a:custGeom>
              <a:avLst/>
              <a:gdLst/>
              <a:ahLst/>
              <a:cxnLst/>
              <a:rect l="l" t="t" r="r" b="b"/>
              <a:pathLst>
                <a:path w="2445384" h="369570">
                  <a:moveTo>
                    <a:pt x="2445244" y="0"/>
                  </a:moveTo>
                  <a:lnTo>
                    <a:pt x="0" y="0"/>
                  </a:lnTo>
                  <a:lnTo>
                    <a:pt x="0" y="368941"/>
                  </a:lnTo>
                  <a:lnTo>
                    <a:pt x="2445244" y="368941"/>
                  </a:lnTo>
                  <a:lnTo>
                    <a:pt x="2445244" y="0"/>
                  </a:lnTo>
                  <a:close/>
                </a:path>
              </a:pathLst>
            </a:custGeom>
            <a:solidFill>
              <a:srgbClr val="447A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7880340" y="6253542"/>
              <a:ext cx="2445385" cy="127635"/>
            </a:xfrm>
            <a:custGeom>
              <a:avLst/>
              <a:gdLst/>
              <a:ahLst/>
              <a:cxnLst/>
              <a:rect l="l" t="t" r="r" b="b"/>
              <a:pathLst>
                <a:path w="2445384" h="127635">
                  <a:moveTo>
                    <a:pt x="2445244" y="0"/>
                  </a:moveTo>
                  <a:lnTo>
                    <a:pt x="150854" y="0"/>
                  </a:lnTo>
                  <a:lnTo>
                    <a:pt x="0" y="127284"/>
                  </a:lnTo>
                  <a:lnTo>
                    <a:pt x="2445244" y="127284"/>
                  </a:lnTo>
                  <a:lnTo>
                    <a:pt x="2445244" y="0"/>
                  </a:lnTo>
                  <a:close/>
                </a:path>
              </a:pathLst>
            </a:custGeom>
            <a:solidFill>
              <a:srgbClr val="9AC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0905416" y="4649492"/>
              <a:ext cx="614680" cy="2090420"/>
            </a:xfrm>
            <a:custGeom>
              <a:avLst/>
              <a:gdLst/>
              <a:ahLst/>
              <a:cxnLst/>
              <a:rect l="l" t="t" r="r" b="b"/>
              <a:pathLst>
                <a:path w="614679" h="2090420">
                  <a:moveTo>
                    <a:pt x="614620" y="0"/>
                  </a:moveTo>
                  <a:lnTo>
                    <a:pt x="0" y="0"/>
                  </a:lnTo>
                  <a:lnTo>
                    <a:pt x="0" y="2090062"/>
                  </a:lnTo>
                  <a:lnTo>
                    <a:pt x="614620" y="2090062"/>
                  </a:lnTo>
                  <a:lnTo>
                    <a:pt x="614620" y="0"/>
                  </a:lnTo>
                  <a:close/>
                </a:path>
              </a:pathLst>
            </a:custGeom>
            <a:solidFill>
              <a:srgbClr val="90CFA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8" name="object 138" descr=""/>
          <p:cNvGrpSpPr/>
          <p:nvPr/>
        </p:nvGrpSpPr>
        <p:grpSpPr>
          <a:xfrm>
            <a:off x="11336628" y="5326843"/>
            <a:ext cx="1180465" cy="1412875"/>
            <a:chOff x="11336628" y="5326843"/>
            <a:chExt cx="1180465" cy="1412875"/>
          </a:xfrm>
        </p:grpSpPr>
        <p:sp>
          <p:nvSpPr>
            <p:cNvPr id="139" name="object 139" descr=""/>
            <p:cNvSpPr/>
            <p:nvPr/>
          </p:nvSpPr>
          <p:spPr>
            <a:xfrm>
              <a:off x="11582883" y="5326843"/>
              <a:ext cx="934085" cy="1412875"/>
            </a:xfrm>
            <a:custGeom>
              <a:avLst/>
              <a:gdLst/>
              <a:ahLst/>
              <a:cxnLst/>
              <a:rect l="l" t="t" r="r" b="b"/>
              <a:pathLst>
                <a:path w="934084" h="1412875">
                  <a:moveTo>
                    <a:pt x="0" y="1412710"/>
                  </a:moveTo>
                  <a:lnTo>
                    <a:pt x="934076" y="1412710"/>
                  </a:lnTo>
                  <a:lnTo>
                    <a:pt x="934076" y="0"/>
                  </a:lnTo>
                  <a:lnTo>
                    <a:pt x="0" y="0"/>
                  </a:lnTo>
                  <a:lnTo>
                    <a:pt x="0" y="1412710"/>
                  </a:lnTo>
                  <a:close/>
                </a:path>
              </a:pathLst>
            </a:custGeom>
            <a:solidFill>
              <a:srgbClr val="90CF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1336628" y="5326843"/>
              <a:ext cx="246379" cy="1412875"/>
            </a:xfrm>
            <a:custGeom>
              <a:avLst/>
              <a:gdLst/>
              <a:ahLst/>
              <a:cxnLst/>
              <a:rect l="l" t="t" r="r" b="b"/>
              <a:pathLst>
                <a:path w="246379" h="1412875">
                  <a:moveTo>
                    <a:pt x="246254" y="0"/>
                  </a:moveTo>
                  <a:lnTo>
                    <a:pt x="0" y="0"/>
                  </a:lnTo>
                  <a:lnTo>
                    <a:pt x="0" y="1412710"/>
                  </a:lnTo>
                  <a:lnTo>
                    <a:pt x="246254" y="1412710"/>
                  </a:lnTo>
                  <a:lnTo>
                    <a:pt x="246254" y="0"/>
                  </a:lnTo>
                  <a:close/>
                </a:path>
              </a:pathLst>
            </a:custGeom>
            <a:solidFill>
              <a:srgbClr val="C4E5D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1" name="object 141" descr=""/>
          <p:cNvSpPr/>
          <p:nvPr/>
        </p:nvSpPr>
        <p:spPr>
          <a:xfrm>
            <a:off x="10325582" y="5279573"/>
            <a:ext cx="580390" cy="546100"/>
          </a:xfrm>
          <a:custGeom>
            <a:avLst/>
            <a:gdLst/>
            <a:ahLst/>
            <a:cxnLst/>
            <a:rect l="l" t="t" r="r" b="b"/>
            <a:pathLst>
              <a:path w="580390" h="546100">
                <a:moveTo>
                  <a:pt x="579818" y="515531"/>
                </a:moveTo>
                <a:lnTo>
                  <a:pt x="0" y="257771"/>
                </a:lnTo>
                <a:lnTo>
                  <a:pt x="0" y="283222"/>
                </a:lnTo>
                <a:lnTo>
                  <a:pt x="579818" y="545757"/>
                </a:lnTo>
                <a:lnTo>
                  <a:pt x="579818" y="515531"/>
                </a:lnTo>
                <a:close/>
              </a:path>
              <a:path w="580390" h="546100">
                <a:moveTo>
                  <a:pt x="579818" y="218592"/>
                </a:moveTo>
                <a:lnTo>
                  <a:pt x="0" y="0"/>
                </a:lnTo>
                <a:lnTo>
                  <a:pt x="0" y="76377"/>
                </a:lnTo>
                <a:lnTo>
                  <a:pt x="579818" y="311873"/>
                </a:lnTo>
                <a:lnTo>
                  <a:pt x="579818" y="218592"/>
                </a:lnTo>
                <a:close/>
              </a:path>
            </a:pathLst>
          </a:custGeom>
          <a:solidFill>
            <a:srgbClr val="AFD26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2" name="object 142" descr=""/>
          <p:cNvGrpSpPr/>
          <p:nvPr/>
        </p:nvGrpSpPr>
        <p:grpSpPr>
          <a:xfrm>
            <a:off x="8156224" y="5239762"/>
            <a:ext cx="225425" cy="71120"/>
            <a:chOff x="8156224" y="5239762"/>
            <a:chExt cx="225425" cy="71120"/>
          </a:xfrm>
        </p:grpSpPr>
        <p:sp>
          <p:nvSpPr>
            <p:cNvPr id="143" name="object 143" descr=""/>
            <p:cNvSpPr/>
            <p:nvPr/>
          </p:nvSpPr>
          <p:spPr>
            <a:xfrm>
              <a:off x="8157311" y="5239830"/>
              <a:ext cx="224154" cy="71120"/>
            </a:xfrm>
            <a:custGeom>
              <a:avLst/>
              <a:gdLst/>
              <a:ahLst/>
              <a:cxnLst/>
              <a:rect l="l" t="t" r="r" b="b"/>
              <a:pathLst>
                <a:path w="224154" h="71120">
                  <a:moveTo>
                    <a:pt x="223825" y="0"/>
                  </a:moveTo>
                  <a:lnTo>
                    <a:pt x="0" y="0"/>
                  </a:lnTo>
                  <a:lnTo>
                    <a:pt x="0" y="70500"/>
                  </a:lnTo>
                  <a:lnTo>
                    <a:pt x="223825" y="70500"/>
                  </a:lnTo>
                  <a:lnTo>
                    <a:pt x="223825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8156219" y="5239772"/>
              <a:ext cx="224154" cy="71120"/>
            </a:xfrm>
            <a:custGeom>
              <a:avLst/>
              <a:gdLst/>
              <a:ahLst/>
              <a:cxnLst/>
              <a:rect l="l" t="t" r="r" b="b"/>
              <a:pathLst>
                <a:path w="224154" h="71120">
                  <a:moveTo>
                    <a:pt x="223824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71120"/>
                  </a:lnTo>
                  <a:lnTo>
                    <a:pt x="17919" y="71120"/>
                  </a:lnTo>
                  <a:lnTo>
                    <a:pt x="17919" y="19050"/>
                  </a:lnTo>
                  <a:lnTo>
                    <a:pt x="223824" y="19050"/>
                  </a:lnTo>
                  <a:lnTo>
                    <a:pt x="22382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5" name="object 145" descr=""/>
          <p:cNvGrpSpPr/>
          <p:nvPr/>
        </p:nvGrpSpPr>
        <p:grpSpPr>
          <a:xfrm>
            <a:off x="7967672" y="6421085"/>
            <a:ext cx="233679" cy="155575"/>
            <a:chOff x="7967672" y="6421085"/>
            <a:chExt cx="233679" cy="155575"/>
          </a:xfrm>
        </p:grpSpPr>
        <p:sp>
          <p:nvSpPr>
            <p:cNvPr id="146" name="object 146" descr=""/>
            <p:cNvSpPr/>
            <p:nvPr/>
          </p:nvSpPr>
          <p:spPr>
            <a:xfrm>
              <a:off x="7968165" y="6421239"/>
              <a:ext cx="100965" cy="155575"/>
            </a:xfrm>
            <a:custGeom>
              <a:avLst/>
              <a:gdLst/>
              <a:ahLst/>
              <a:cxnLst/>
              <a:rect l="l" t="t" r="r" b="b"/>
              <a:pathLst>
                <a:path w="100965" h="155575">
                  <a:moveTo>
                    <a:pt x="100907" y="0"/>
                  </a:moveTo>
                  <a:lnTo>
                    <a:pt x="0" y="0"/>
                  </a:lnTo>
                  <a:lnTo>
                    <a:pt x="0" y="155094"/>
                  </a:lnTo>
                  <a:lnTo>
                    <a:pt x="100907" y="155094"/>
                  </a:lnTo>
                  <a:lnTo>
                    <a:pt x="10090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7967662" y="6421088"/>
              <a:ext cx="100965" cy="154940"/>
            </a:xfrm>
            <a:custGeom>
              <a:avLst/>
              <a:gdLst/>
              <a:ahLst/>
              <a:cxnLst/>
              <a:rect l="l" t="t" r="r" b="b"/>
              <a:pathLst>
                <a:path w="100965" h="154940">
                  <a:moveTo>
                    <a:pt x="100914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0" y="154940"/>
                  </a:lnTo>
                  <a:lnTo>
                    <a:pt x="8089" y="154940"/>
                  </a:lnTo>
                  <a:lnTo>
                    <a:pt x="8089" y="41910"/>
                  </a:lnTo>
                  <a:lnTo>
                    <a:pt x="100914" y="41910"/>
                  </a:lnTo>
                  <a:lnTo>
                    <a:pt x="10091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8100046" y="6421239"/>
              <a:ext cx="100965" cy="155575"/>
            </a:xfrm>
            <a:custGeom>
              <a:avLst/>
              <a:gdLst/>
              <a:ahLst/>
              <a:cxnLst/>
              <a:rect l="l" t="t" r="r" b="b"/>
              <a:pathLst>
                <a:path w="100965" h="155575">
                  <a:moveTo>
                    <a:pt x="100907" y="0"/>
                  </a:moveTo>
                  <a:lnTo>
                    <a:pt x="0" y="0"/>
                  </a:lnTo>
                  <a:lnTo>
                    <a:pt x="0" y="155094"/>
                  </a:lnTo>
                  <a:lnTo>
                    <a:pt x="100907" y="155094"/>
                  </a:lnTo>
                  <a:lnTo>
                    <a:pt x="10090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8099539" y="6421088"/>
              <a:ext cx="100965" cy="154940"/>
            </a:xfrm>
            <a:custGeom>
              <a:avLst/>
              <a:gdLst/>
              <a:ahLst/>
              <a:cxnLst/>
              <a:rect l="l" t="t" r="r" b="b"/>
              <a:pathLst>
                <a:path w="100965" h="154940">
                  <a:moveTo>
                    <a:pt x="100914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0" y="154940"/>
                  </a:lnTo>
                  <a:lnTo>
                    <a:pt x="8089" y="154940"/>
                  </a:lnTo>
                  <a:lnTo>
                    <a:pt x="8089" y="41910"/>
                  </a:lnTo>
                  <a:lnTo>
                    <a:pt x="100914" y="41910"/>
                  </a:lnTo>
                  <a:lnTo>
                    <a:pt x="10091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0" name="object 150" descr=""/>
          <p:cNvGrpSpPr/>
          <p:nvPr/>
        </p:nvGrpSpPr>
        <p:grpSpPr>
          <a:xfrm>
            <a:off x="8442623" y="6421085"/>
            <a:ext cx="233679" cy="155575"/>
            <a:chOff x="8442623" y="6421085"/>
            <a:chExt cx="233679" cy="155575"/>
          </a:xfrm>
        </p:grpSpPr>
        <p:sp>
          <p:nvSpPr>
            <p:cNvPr id="151" name="object 151" descr=""/>
            <p:cNvSpPr/>
            <p:nvPr/>
          </p:nvSpPr>
          <p:spPr>
            <a:xfrm>
              <a:off x="8443114" y="6421239"/>
              <a:ext cx="100965" cy="155575"/>
            </a:xfrm>
            <a:custGeom>
              <a:avLst/>
              <a:gdLst/>
              <a:ahLst/>
              <a:cxnLst/>
              <a:rect l="l" t="t" r="r" b="b"/>
              <a:pathLst>
                <a:path w="100965" h="155575">
                  <a:moveTo>
                    <a:pt x="100907" y="0"/>
                  </a:moveTo>
                  <a:lnTo>
                    <a:pt x="0" y="0"/>
                  </a:lnTo>
                  <a:lnTo>
                    <a:pt x="0" y="155094"/>
                  </a:lnTo>
                  <a:lnTo>
                    <a:pt x="100907" y="155094"/>
                  </a:lnTo>
                  <a:lnTo>
                    <a:pt x="10090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8442617" y="6421088"/>
              <a:ext cx="100965" cy="154940"/>
            </a:xfrm>
            <a:custGeom>
              <a:avLst/>
              <a:gdLst/>
              <a:ahLst/>
              <a:cxnLst/>
              <a:rect l="l" t="t" r="r" b="b"/>
              <a:pathLst>
                <a:path w="100965" h="154940">
                  <a:moveTo>
                    <a:pt x="100914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0" y="154940"/>
                  </a:lnTo>
                  <a:lnTo>
                    <a:pt x="8089" y="154940"/>
                  </a:lnTo>
                  <a:lnTo>
                    <a:pt x="8089" y="41910"/>
                  </a:lnTo>
                  <a:lnTo>
                    <a:pt x="100914" y="41910"/>
                  </a:lnTo>
                  <a:lnTo>
                    <a:pt x="10091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8574995" y="6421239"/>
              <a:ext cx="100965" cy="155575"/>
            </a:xfrm>
            <a:custGeom>
              <a:avLst/>
              <a:gdLst/>
              <a:ahLst/>
              <a:cxnLst/>
              <a:rect l="l" t="t" r="r" b="b"/>
              <a:pathLst>
                <a:path w="100965" h="155575">
                  <a:moveTo>
                    <a:pt x="100907" y="0"/>
                  </a:moveTo>
                  <a:lnTo>
                    <a:pt x="0" y="0"/>
                  </a:lnTo>
                  <a:lnTo>
                    <a:pt x="0" y="155094"/>
                  </a:lnTo>
                  <a:lnTo>
                    <a:pt x="100907" y="155094"/>
                  </a:lnTo>
                  <a:lnTo>
                    <a:pt x="10090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8574494" y="6421088"/>
              <a:ext cx="100965" cy="154940"/>
            </a:xfrm>
            <a:custGeom>
              <a:avLst/>
              <a:gdLst/>
              <a:ahLst/>
              <a:cxnLst/>
              <a:rect l="l" t="t" r="r" b="b"/>
              <a:pathLst>
                <a:path w="100965" h="154940">
                  <a:moveTo>
                    <a:pt x="100914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0" y="154940"/>
                  </a:lnTo>
                  <a:lnTo>
                    <a:pt x="8089" y="154940"/>
                  </a:lnTo>
                  <a:lnTo>
                    <a:pt x="8089" y="41910"/>
                  </a:lnTo>
                  <a:lnTo>
                    <a:pt x="100914" y="41910"/>
                  </a:lnTo>
                  <a:lnTo>
                    <a:pt x="10091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5" name="object 155" descr=""/>
          <p:cNvGrpSpPr/>
          <p:nvPr/>
        </p:nvGrpSpPr>
        <p:grpSpPr>
          <a:xfrm>
            <a:off x="8986324" y="6421085"/>
            <a:ext cx="233679" cy="155575"/>
            <a:chOff x="8986324" y="6421085"/>
            <a:chExt cx="233679" cy="155575"/>
          </a:xfrm>
        </p:grpSpPr>
        <p:sp>
          <p:nvSpPr>
            <p:cNvPr id="156" name="object 156" descr=""/>
            <p:cNvSpPr/>
            <p:nvPr/>
          </p:nvSpPr>
          <p:spPr>
            <a:xfrm>
              <a:off x="8986815" y="6421239"/>
              <a:ext cx="100965" cy="155575"/>
            </a:xfrm>
            <a:custGeom>
              <a:avLst/>
              <a:gdLst/>
              <a:ahLst/>
              <a:cxnLst/>
              <a:rect l="l" t="t" r="r" b="b"/>
              <a:pathLst>
                <a:path w="100965" h="155575">
                  <a:moveTo>
                    <a:pt x="100907" y="0"/>
                  </a:moveTo>
                  <a:lnTo>
                    <a:pt x="0" y="0"/>
                  </a:lnTo>
                  <a:lnTo>
                    <a:pt x="0" y="155094"/>
                  </a:lnTo>
                  <a:lnTo>
                    <a:pt x="100907" y="155094"/>
                  </a:lnTo>
                  <a:lnTo>
                    <a:pt x="10090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8986317" y="6421088"/>
              <a:ext cx="100965" cy="154940"/>
            </a:xfrm>
            <a:custGeom>
              <a:avLst/>
              <a:gdLst/>
              <a:ahLst/>
              <a:cxnLst/>
              <a:rect l="l" t="t" r="r" b="b"/>
              <a:pathLst>
                <a:path w="100965" h="154940">
                  <a:moveTo>
                    <a:pt x="100914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0" y="154940"/>
                  </a:lnTo>
                  <a:lnTo>
                    <a:pt x="8089" y="154940"/>
                  </a:lnTo>
                  <a:lnTo>
                    <a:pt x="8089" y="41910"/>
                  </a:lnTo>
                  <a:lnTo>
                    <a:pt x="100914" y="41910"/>
                  </a:lnTo>
                  <a:lnTo>
                    <a:pt x="10091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9118696" y="6421239"/>
              <a:ext cx="100965" cy="155575"/>
            </a:xfrm>
            <a:custGeom>
              <a:avLst/>
              <a:gdLst/>
              <a:ahLst/>
              <a:cxnLst/>
              <a:rect l="l" t="t" r="r" b="b"/>
              <a:pathLst>
                <a:path w="100965" h="155575">
                  <a:moveTo>
                    <a:pt x="100907" y="0"/>
                  </a:moveTo>
                  <a:lnTo>
                    <a:pt x="0" y="0"/>
                  </a:lnTo>
                  <a:lnTo>
                    <a:pt x="0" y="155094"/>
                  </a:lnTo>
                  <a:lnTo>
                    <a:pt x="100907" y="155094"/>
                  </a:lnTo>
                  <a:lnTo>
                    <a:pt x="10090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9118194" y="6421088"/>
              <a:ext cx="100965" cy="154940"/>
            </a:xfrm>
            <a:custGeom>
              <a:avLst/>
              <a:gdLst/>
              <a:ahLst/>
              <a:cxnLst/>
              <a:rect l="l" t="t" r="r" b="b"/>
              <a:pathLst>
                <a:path w="100965" h="154940">
                  <a:moveTo>
                    <a:pt x="100914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0" y="154940"/>
                  </a:lnTo>
                  <a:lnTo>
                    <a:pt x="8089" y="154940"/>
                  </a:lnTo>
                  <a:lnTo>
                    <a:pt x="8089" y="41910"/>
                  </a:lnTo>
                  <a:lnTo>
                    <a:pt x="100914" y="41910"/>
                  </a:lnTo>
                  <a:lnTo>
                    <a:pt x="10091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0" name="object 160" descr=""/>
          <p:cNvGrpSpPr/>
          <p:nvPr/>
        </p:nvGrpSpPr>
        <p:grpSpPr>
          <a:xfrm>
            <a:off x="9560835" y="6421085"/>
            <a:ext cx="233679" cy="155575"/>
            <a:chOff x="9560835" y="6421085"/>
            <a:chExt cx="233679" cy="155575"/>
          </a:xfrm>
        </p:grpSpPr>
        <p:sp>
          <p:nvSpPr>
            <p:cNvPr id="161" name="object 161" descr=""/>
            <p:cNvSpPr/>
            <p:nvPr/>
          </p:nvSpPr>
          <p:spPr>
            <a:xfrm>
              <a:off x="9561332" y="6421239"/>
              <a:ext cx="100965" cy="155575"/>
            </a:xfrm>
            <a:custGeom>
              <a:avLst/>
              <a:gdLst/>
              <a:ahLst/>
              <a:cxnLst/>
              <a:rect l="l" t="t" r="r" b="b"/>
              <a:pathLst>
                <a:path w="100965" h="155575">
                  <a:moveTo>
                    <a:pt x="100907" y="0"/>
                  </a:moveTo>
                  <a:lnTo>
                    <a:pt x="0" y="0"/>
                  </a:lnTo>
                  <a:lnTo>
                    <a:pt x="0" y="155094"/>
                  </a:lnTo>
                  <a:lnTo>
                    <a:pt x="100907" y="155094"/>
                  </a:lnTo>
                  <a:lnTo>
                    <a:pt x="10090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9560827" y="6421088"/>
              <a:ext cx="100965" cy="154940"/>
            </a:xfrm>
            <a:custGeom>
              <a:avLst/>
              <a:gdLst/>
              <a:ahLst/>
              <a:cxnLst/>
              <a:rect l="l" t="t" r="r" b="b"/>
              <a:pathLst>
                <a:path w="100965" h="154940">
                  <a:moveTo>
                    <a:pt x="100914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0" y="154940"/>
                  </a:lnTo>
                  <a:lnTo>
                    <a:pt x="8089" y="154940"/>
                  </a:lnTo>
                  <a:lnTo>
                    <a:pt x="8089" y="41910"/>
                  </a:lnTo>
                  <a:lnTo>
                    <a:pt x="100914" y="41910"/>
                  </a:lnTo>
                  <a:lnTo>
                    <a:pt x="10091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9693202" y="6421239"/>
              <a:ext cx="100965" cy="155575"/>
            </a:xfrm>
            <a:custGeom>
              <a:avLst/>
              <a:gdLst/>
              <a:ahLst/>
              <a:cxnLst/>
              <a:rect l="l" t="t" r="r" b="b"/>
              <a:pathLst>
                <a:path w="100965" h="155575">
                  <a:moveTo>
                    <a:pt x="100907" y="0"/>
                  </a:moveTo>
                  <a:lnTo>
                    <a:pt x="0" y="0"/>
                  </a:lnTo>
                  <a:lnTo>
                    <a:pt x="0" y="155094"/>
                  </a:lnTo>
                  <a:lnTo>
                    <a:pt x="100907" y="155094"/>
                  </a:lnTo>
                  <a:lnTo>
                    <a:pt x="10090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9692704" y="6421088"/>
              <a:ext cx="100965" cy="154940"/>
            </a:xfrm>
            <a:custGeom>
              <a:avLst/>
              <a:gdLst/>
              <a:ahLst/>
              <a:cxnLst/>
              <a:rect l="l" t="t" r="r" b="b"/>
              <a:pathLst>
                <a:path w="100965" h="154940">
                  <a:moveTo>
                    <a:pt x="100914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0" y="154940"/>
                  </a:lnTo>
                  <a:lnTo>
                    <a:pt x="8089" y="154940"/>
                  </a:lnTo>
                  <a:lnTo>
                    <a:pt x="8089" y="41910"/>
                  </a:lnTo>
                  <a:lnTo>
                    <a:pt x="100914" y="41910"/>
                  </a:lnTo>
                  <a:lnTo>
                    <a:pt x="10091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5" name="object 165" descr=""/>
          <p:cNvGrpSpPr/>
          <p:nvPr/>
        </p:nvGrpSpPr>
        <p:grpSpPr>
          <a:xfrm>
            <a:off x="10059202" y="6421085"/>
            <a:ext cx="233679" cy="155575"/>
            <a:chOff x="10059202" y="6421085"/>
            <a:chExt cx="233679" cy="155575"/>
          </a:xfrm>
        </p:grpSpPr>
        <p:sp>
          <p:nvSpPr>
            <p:cNvPr id="166" name="object 166" descr=""/>
            <p:cNvSpPr/>
            <p:nvPr/>
          </p:nvSpPr>
          <p:spPr>
            <a:xfrm>
              <a:off x="10059693" y="6421239"/>
              <a:ext cx="100965" cy="155575"/>
            </a:xfrm>
            <a:custGeom>
              <a:avLst/>
              <a:gdLst/>
              <a:ahLst/>
              <a:cxnLst/>
              <a:rect l="l" t="t" r="r" b="b"/>
              <a:pathLst>
                <a:path w="100965" h="155575">
                  <a:moveTo>
                    <a:pt x="100907" y="0"/>
                  </a:moveTo>
                  <a:lnTo>
                    <a:pt x="0" y="0"/>
                  </a:lnTo>
                  <a:lnTo>
                    <a:pt x="0" y="155094"/>
                  </a:lnTo>
                  <a:lnTo>
                    <a:pt x="100907" y="155094"/>
                  </a:lnTo>
                  <a:lnTo>
                    <a:pt x="10090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0059200" y="6421088"/>
              <a:ext cx="100965" cy="154940"/>
            </a:xfrm>
            <a:custGeom>
              <a:avLst/>
              <a:gdLst/>
              <a:ahLst/>
              <a:cxnLst/>
              <a:rect l="l" t="t" r="r" b="b"/>
              <a:pathLst>
                <a:path w="100965" h="154940">
                  <a:moveTo>
                    <a:pt x="100901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0" y="154940"/>
                  </a:lnTo>
                  <a:lnTo>
                    <a:pt x="8077" y="154940"/>
                  </a:lnTo>
                  <a:lnTo>
                    <a:pt x="8077" y="41910"/>
                  </a:lnTo>
                  <a:lnTo>
                    <a:pt x="100901" y="41910"/>
                  </a:lnTo>
                  <a:lnTo>
                    <a:pt x="10090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0191574" y="6421239"/>
              <a:ext cx="100965" cy="155575"/>
            </a:xfrm>
            <a:custGeom>
              <a:avLst/>
              <a:gdLst/>
              <a:ahLst/>
              <a:cxnLst/>
              <a:rect l="l" t="t" r="r" b="b"/>
              <a:pathLst>
                <a:path w="100965" h="155575">
                  <a:moveTo>
                    <a:pt x="100907" y="0"/>
                  </a:moveTo>
                  <a:lnTo>
                    <a:pt x="0" y="0"/>
                  </a:lnTo>
                  <a:lnTo>
                    <a:pt x="0" y="155094"/>
                  </a:lnTo>
                  <a:lnTo>
                    <a:pt x="100907" y="155094"/>
                  </a:lnTo>
                  <a:lnTo>
                    <a:pt x="10090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10191077" y="6421088"/>
              <a:ext cx="100965" cy="154940"/>
            </a:xfrm>
            <a:custGeom>
              <a:avLst/>
              <a:gdLst/>
              <a:ahLst/>
              <a:cxnLst/>
              <a:rect l="l" t="t" r="r" b="b"/>
              <a:pathLst>
                <a:path w="100965" h="154940">
                  <a:moveTo>
                    <a:pt x="100901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0" y="154940"/>
                  </a:lnTo>
                  <a:lnTo>
                    <a:pt x="8077" y="154940"/>
                  </a:lnTo>
                  <a:lnTo>
                    <a:pt x="8077" y="41910"/>
                  </a:lnTo>
                  <a:lnTo>
                    <a:pt x="100901" y="41910"/>
                  </a:lnTo>
                  <a:lnTo>
                    <a:pt x="10090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0" name="object 170" descr=""/>
          <p:cNvGrpSpPr/>
          <p:nvPr/>
        </p:nvGrpSpPr>
        <p:grpSpPr>
          <a:xfrm>
            <a:off x="8508834" y="5244253"/>
            <a:ext cx="225425" cy="71120"/>
            <a:chOff x="8508834" y="5244253"/>
            <a:chExt cx="225425" cy="71120"/>
          </a:xfrm>
        </p:grpSpPr>
        <p:sp>
          <p:nvSpPr>
            <p:cNvPr id="171" name="object 171" descr=""/>
            <p:cNvSpPr/>
            <p:nvPr/>
          </p:nvSpPr>
          <p:spPr>
            <a:xfrm>
              <a:off x="8509918" y="5244321"/>
              <a:ext cx="224154" cy="71120"/>
            </a:xfrm>
            <a:custGeom>
              <a:avLst/>
              <a:gdLst/>
              <a:ahLst/>
              <a:cxnLst/>
              <a:rect l="l" t="t" r="r" b="b"/>
              <a:pathLst>
                <a:path w="224154" h="71120">
                  <a:moveTo>
                    <a:pt x="223825" y="0"/>
                  </a:moveTo>
                  <a:lnTo>
                    <a:pt x="0" y="0"/>
                  </a:lnTo>
                  <a:lnTo>
                    <a:pt x="0" y="70500"/>
                  </a:lnTo>
                  <a:lnTo>
                    <a:pt x="223825" y="70500"/>
                  </a:lnTo>
                  <a:lnTo>
                    <a:pt x="223825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8508822" y="5244255"/>
              <a:ext cx="224154" cy="71120"/>
            </a:xfrm>
            <a:custGeom>
              <a:avLst/>
              <a:gdLst/>
              <a:ahLst/>
              <a:cxnLst/>
              <a:rect l="l" t="t" r="r" b="b"/>
              <a:pathLst>
                <a:path w="224154" h="71120">
                  <a:moveTo>
                    <a:pt x="223837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71120"/>
                  </a:lnTo>
                  <a:lnTo>
                    <a:pt x="17932" y="71120"/>
                  </a:lnTo>
                  <a:lnTo>
                    <a:pt x="17932" y="19050"/>
                  </a:lnTo>
                  <a:lnTo>
                    <a:pt x="223837" y="19050"/>
                  </a:lnTo>
                  <a:lnTo>
                    <a:pt x="22383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3" name="object 173" descr=""/>
          <p:cNvGrpSpPr/>
          <p:nvPr/>
        </p:nvGrpSpPr>
        <p:grpSpPr>
          <a:xfrm>
            <a:off x="8908460" y="5244253"/>
            <a:ext cx="225425" cy="71120"/>
            <a:chOff x="8908460" y="5244253"/>
            <a:chExt cx="225425" cy="71120"/>
          </a:xfrm>
        </p:grpSpPr>
        <p:sp>
          <p:nvSpPr>
            <p:cNvPr id="174" name="object 174" descr=""/>
            <p:cNvSpPr/>
            <p:nvPr/>
          </p:nvSpPr>
          <p:spPr>
            <a:xfrm>
              <a:off x="8909550" y="5244321"/>
              <a:ext cx="224154" cy="71120"/>
            </a:xfrm>
            <a:custGeom>
              <a:avLst/>
              <a:gdLst/>
              <a:ahLst/>
              <a:cxnLst/>
              <a:rect l="l" t="t" r="r" b="b"/>
              <a:pathLst>
                <a:path w="224154" h="71120">
                  <a:moveTo>
                    <a:pt x="223825" y="0"/>
                  </a:moveTo>
                  <a:lnTo>
                    <a:pt x="0" y="0"/>
                  </a:lnTo>
                  <a:lnTo>
                    <a:pt x="0" y="70500"/>
                  </a:lnTo>
                  <a:lnTo>
                    <a:pt x="223825" y="70500"/>
                  </a:lnTo>
                  <a:lnTo>
                    <a:pt x="223825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8908453" y="5244255"/>
              <a:ext cx="224154" cy="71120"/>
            </a:xfrm>
            <a:custGeom>
              <a:avLst/>
              <a:gdLst/>
              <a:ahLst/>
              <a:cxnLst/>
              <a:rect l="l" t="t" r="r" b="b"/>
              <a:pathLst>
                <a:path w="224154" h="71120">
                  <a:moveTo>
                    <a:pt x="223824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71120"/>
                  </a:lnTo>
                  <a:lnTo>
                    <a:pt x="17932" y="71120"/>
                  </a:lnTo>
                  <a:lnTo>
                    <a:pt x="17932" y="19050"/>
                  </a:lnTo>
                  <a:lnTo>
                    <a:pt x="223824" y="19050"/>
                  </a:lnTo>
                  <a:lnTo>
                    <a:pt x="22382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6" name="object 176" descr=""/>
          <p:cNvGrpSpPr/>
          <p:nvPr/>
        </p:nvGrpSpPr>
        <p:grpSpPr>
          <a:xfrm>
            <a:off x="9311228" y="5239762"/>
            <a:ext cx="225425" cy="71120"/>
            <a:chOff x="9311228" y="5239762"/>
            <a:chExt cx="225425" cy="71120"/>
          </a:xfrm>
        </p:grpSpPr>
        <p:sp>
          <p:nvSpPr>
            <p:cNvPr id="177" name="object 177" descr=""/>
            <p:cNvSpPr/>
            <p:nvPr/>
          </p:nvSpPr>
          <p:spPr>
            <a:xfrm>
              <a:off x="9312313" y="5239830"/>
              <a:ext cx="224154" cy="71120"/>
            </a:xfrm>
            <a:custGeom>
              <a:avLst/>
              <a:gdLst/>
              <a:ahLst/>
              <a:cxnLst/>
              <a:rect l="l" t="t" r="r" b="b"/>
              <a:pathLst>
                <a:path w="224154" h="71120">
                  <a:moveTo>
                    <a:pt x="223825" y="0"/>
                  </a:moveTo>
                  <a:lnTo>
                    <a:pt x="0" y="0"/>
                  </a:lnTo>
                  <a:lnTo>
                    <a:pt x="0" y="70500"/>
                  </a:lnTo>
                  <a:lnTo>
                    <a:pt x="223825" y="70500"/>
                  </a:lnTo>
                  <a:lnTo>
                    <a:pt x="223825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9311221" y="5239772"/>
              <a:ext cx="224154" cy="71120"/>
            </a:xfrm>
            <a:custGeom>
              <a:avLst/>
              <a:gdLst/>
              <a:ahLst/>
              <a:cxnLst/>
              <a:rect l="l" t="t" r="r" b="b"/>
              <a:pathLst>
                <a:path w="224154" h="71120">
                  <a:moveTo>
                    <a:pt x="223824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71120"/>
                  </a:lnTo>
                  <a:lnTo>
                    <a:pt x="17932" y="71120"/>
                  </a:lnTo>
                  <a:lnTo>
                    <a:pt x="17932" y="19050"/>
                  </a:lnTo>
                  <a:lnTo>
                    <a:pt x="223824" y="19050"/>
                  </a:lnTo>
                  <a:lnTo>
                    <a:pt x="22382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9" name="object 179" descr=""/>
          <p:cNvGrpSpPr/>
          <p:nvPr/>
        </p:nvGrpSpPr>
        <p:grpSpPr>
          <a:xfrm>
            <a:off x="9676389" y="5239762"/>
            <a:ext cx="225425" cy="71120"/>
            <a:chOff x="9676389" y="5239762"/>
            <a:chExt cx="225425" cy="71120"/>
          </a:xfrm>
        </p:grpSpPr>
        <p:sp>
          <p:nvSpPr>
            <p:cNvPr id="180" name="object 180" descr=""/>
            <p:cNvSpPr/>
            <p:nvPr/>
          </p:nvSpPr>
          <p:spPr>
            <a:xfrm>
              <a:off x="9677485" y="5239830"/>
              <a:ext cx="224154" cy="71120"/>
            </a:xfrm>
            <a:custGeom>
              <a:avLst/>
              <a:gdLst/>
              <a:ahLst/>
              <a:cxnLst/>
              <a:rect l="l" t="t" r="r" b="b"/>
              <a:pathLst>
                <a:path w="224154" h="71120">
                  <a:moveTo>
                    <a:pt x="223825" y="0"/>
                  </a:moveTo>
                  <a:lnTo>
                    <a:pt x="0" y="0"/>
                  </a:lnTo>
                  <a:lnTo>
                    <a:pt x="0" y="70500"/>
                  </a:lnTo>
                  <a:lnTo>
                    <a:pt x="223825" y="70500"/>
                  </a:lnTo>
                  <a:lnTo>
                    <a:pt x="223825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9676384" y="5239772"/>
              <a:ext cx="224154" cy="71120"/>
            </a:xfrm>
            <a:custGeom>
              <a:avLst/>
              <a:gdLst/>
              <a:ahLst/>
              <a:cxnLst/>
              <a:rect l="l" t="t" r="r" b="b"/>
              <a:pathLst>
                <a:path w="224154" h="71120">
                  <a:moveTo>
                    <a:pt x="223837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71120"/>
                  </a:lnTo>
                  <a:lnTo>
                    <a:pt x="17919" y="71120"/>
                  </a:lnTo>
                  <a:lnTo>
                    <a:pt x="17919" y="19050"/>
                  </a:lnTo>
                  <a:lnTo>
                    <a:pt x="223837" y="19050"/>
                  </a:lnTo>
                  <a:lnTo>
                    <a:pt x="22383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2" name="object 182" descr=""/>
          <p:cNvGrpSpPr/>
          <p:nvPr/>
        </p:nvGrpSpPr>
        <p:grpSpPr>
          <a:xfrm>
            <a:off x="10028030" y="5244253"/>
            <a:ext cx="225425" cy="71120"/>
            <a:chOff x="10028030" y="5244253"/>
            <a:chExt cx="225425" cy="71120"/>
          </a:xfrm>
        </p:grpSpPr>
        <p:sp>
          <p:nvSpPr>
            <p:cNvPr id="183" name="object 183" descr=""/>
            <p:cNvSpPr/>
            <p:nvPr/>
          </p:nvSpPr>
          <p:spPr>
            <a:xfrm>
              <a:off x="10029118" y="5244321"/>
              <a:ext cx="224154" cy="71120"/>
            </a:xfrm>
            <a:custGeom>
              <a:avLst/>
              <a:gdLst/>
              <a:ahLst/>
              <a:cxnLst/>
              <a:rect l="l" t="t" r="r" b="b"/>
              <a:pathLst>
                <a:path w="224154" h="71120">
                  <a:moveTo>
                    <a:pt x="223825" y="0"/>
                  </a:moveTo>
                  <a:lnTo>
                    <a:pt x="0" y="0"/>
                  </a:lnTo>
                  <a:lnTo>
                    <a:pt x="0" y="70500"/>
                  </a:lnTo>
                  <a:lnTo>
                    <a:pt x="223825" y="70500"/>
                  </a:lnTo>
                  <a:lnTo>
                    <a:pt x="223825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0028021" y="5244255"/>
              <a:ext cx="224154" cy="71120"/>
            </a:xfrm>
            <a:custGeom>
              <a:avLst/>
              <a:gdLst/>
              <a:ahLst/>
              <a:cxnLst/>
              <a:rect l="l" t="t" r="r" b="b"/>
              <a:pathLst>
                <a:path w="224154" h="71120">
                  <a:moveTo>
                    <a:pt x="223824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71120"/>
                  </a:lnTo>
                  <a:lnTo>
                    <a:pt x="17932" y="71120"/>
                  </a:lnTo>
                  <a:lnTo>
                    <a:pt x="17932" y="19050"/>
                  </a:lnTo>
                  <a:lnTo>
                    <a:pt x="223824" y="19050"/>
                  </a:lnTo>
                  <a:lnTo>
                    <a:pt x="22382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5" name="object 185" descr=""/>
          <p:cNvSpPr/>
          <p:nvPr/>
        </p:nvSpPr>
        <p:spPr>
          <a:xfrm>
            <a:off x="11025591" y="5001125"/>
            <a:ext cx="36195" cy="1738630"/>
          </a:xfrm>
          <a:custGeom>
            <a:avLst/>
            <a:gdLst/>
            <a:ahLst/>
            <a:cxnLst/>
            <a:rect l="l" t="t" r="r" b="b"/>
            <a:pathLst>
              <a:path w="36195" h="1738629">
                <a:moveTo>
                  <a:pt x="35799" y="0"/>
                </a:moveTo>
                <a:lnTo>
                  <a:pt x="0" y="0"/>
                </a:lnTo>
                <a:lnTo>
                  <a:pt x="0" y="1738428"/>
                </a:lnTo>
                <a:lnTo>
                  <a:pt x="35799" y="1738428"/>
                </a:lnTo>
                <a:lnTo>
                  <a:pt x="35799" y="0"/>
                </a:lnTo>
                <a:close/>
              </a:path>
            </a:pathLst>
          </a:custGeom>
          <a:solidFill>
            <a:srgbClr val="13994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6" name="object 186" descr=""/>
          <p:cNvGrpSpPr/>
          <p:nvPr/>
        </p:nvGrpSpPr>
        <p:grpSpPr>
          <a:xfrm>
            <a:off x="10928337" y="4557201"/>
            <a:ext cx="358140" cy="2182495"/>
            <a:chOff x="10928337" y="4557201"/>
            <a:chExt cx="358140" cy="2182495"/>
          </a:xfrm>
        </p:grpSpPr>
        <p:sp>
          <p:nvSpPr>
            <p:cNvPr id="187" name="object 187" descr=""/>
            <p:cNvSpPr/>
            <p:nvPr/>
          </p:nvSpPr>
          <p:spPr>
            <a:xfrm>
              <a:off x="10973677" y="4649488"/>
              <a:ext cx="313055" cy="2090420"/>
            </a:xfrm>
            <a:custGeom>
              <a:avLst/>
              <a:gdLst/>
              <a:ahLst/>
              <a:cxnLst/>
              <a:rect l="l" t="t" r="r" b="b"/>
              <a:pathLst>
                <a:path w="313054" h="2090420">
                  <a:moveTo>
                    <a:pt x="312648" y="0"/>
                  </a:moveTo>
                  <a:lnTo>
                    <a:pt x="267309" y="0"/>
                  </a:lnTo>
                  <a:lnTo>
                    <a:pt x="267309" y="370738"/>
                  </a:lnTo>
                  <a:lnTo>
                    <a:pt x="241274" y="370738"/>
                  </a:lnTo>
                  <a:lnTo>
                    <a:pt x="241274" y="351637"/>
                  </a:lnTo>
                  <a:lnTo>
                    <a:pt x="205473" y="351637"/>
                  </a:lnTo>
                  <a:lnTo>
                    <a:pt x="205473" y="370738"/>
                  </a:lnTo>
                  <a:lnTo>
                    <a:pt x="0" y="370738"/>
                  </a:lnTo>
                  <a:lnTo>
                    <a:pt x="205473" y="446036"/>
                  </a:lnTo>
                  <a:lnTo>
                    <a:pt x="205473" y="2090077"/>
                  </a:lnTo>
                  <a:lnTo>
                    <a:pt x="241274" y="2090077"/>
                  </a:lnTo>
                  <a:lnTo>
                    <a:pt x="241274" y="459155"/>
                  </a:lnTo>
                  <a:lnTo>
                    <a:pt x="312648" y="485305"/>
                  </a:lnTo>
                  <a:lnTo>
                    <a:pt x="312648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0928338" y="4557210"/>
              <a:ext cx="358140" cy="2182495"/>
            </a:xfrm>
            <a:custGeom>
              <a:avLst/>
              <a:gdLst/>
              <a:ahLst/>
              <a:cxnLst/>
              <a:rect l="l" t="t" r="r" b="b"/>
              <a:pathLst>
                <a:path w="358140" h="2182495">
                  <a:moveTo>
                    <a:pt x="357987" y="0"/>
                  </a:moveTo>
                  <a:lnTo>
                    <a:pt x="0" y="0"/>
                  </a:lnTo>
                  <a:lnTo>
                    <a:pt x="0" y="33413"/>
                  </a:lnTo>
                  <a:lnTo>
                    <a:pt x="45339" y="33413"/>
                  </a:lnTo>
                  <a:lnTo>
                    <a:pt x="45339" y="463016"/>
                  </a:lnTo>
                  <a:lnTo>
                    <a:pt x="79336" y="463016"/>
                  </a:lnTo>
                  <a:lnTo>
                    <a:pt x="79336" y="2182355"/>
                  </a:lnTo>
                  <a:lnTo>
                    <a:pt x="115138" y="2182355"/>
                  </a:lnTo>
                  <a:lnTo>
                    <a:pt x="115138" y="463016"/>
                  </a:lnTo>
                  <a:lnTo>
                    <a:pt x="230200" y="463016"/>
                  </a:lnTo>
                  <a:lnTo>
                    <a:pt x="230200" y="2182355"/>
                  </a:lnTo>
                  <a:lnTo>
                    <a:pt x="266001" y="2182355"/>
                  </a:lnTo>
                  <a:lnTo>
                    <a:pt x="266001" y="463016"/>
                  </a:lnTo>
                  <a:lnTo>
                    <a:pt x="312648" y="463016"/>
                  </a:lnTo>
                  <a:lnTo>
                    <a:pt x="312648" y="33413"/>
                  </a:lnTo>
                  <a:lnTo>
                    <a:pt x="357987" y="33413"/>
                  </a:lnTo>
                  <a:lnTo>
                    <a:pt x="357987" y="0"/>
                  </a:lnTo>
                  <a:close/>
                </a:path>
              </a:pathLst>
            </a:custGeom>
            <a:solidFill>
              <a:srgbClr val="447A8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9" name="object 189" descr=""/>
          <p:cNvGrpSpPr/>
          <p:nvPr/>
        </p:nvGrpSpPr>
        <p:grpSpPr>
          <a:xfrm>
            <a:off x="11634588" y="5401016"/>
            <a:ext cx="186690" cy="242570"/>
            <a:chOff x="11634588" y="5401016"/>
            <a:chExt cx="186690" cy="242570"/>
          </a:xfrm>
        </p:grpSpPr>
        <p:sp>
          <p:nvSpPr>
            <p:cNvPr id="190" name="object 190" descr=""/>
            <p:cNvSpPr/>
            <p:nvPr/>
          </p:nvSpPr>
          <p:spPr>
            <a:xfrm>
              <a:off x="11634588" y="5401291"/>
              <a:ext cx="76835" cy="241935"/>
            </a:xfrm>
            <a:custGeom>
              <a:avLst/>
              <a:gdLst/>
              <a:ahLst/>
              <a:cxnLst/>
              <a:rect l="l" t="t" r="r" b="b"/>
              <a:pathLst>
                <a:path w="76834" h="241935">
                  <a:moveTo>
                    <a:pt x="76374" y="0"/>
                  </a:moveTo>
                  <a:lnTo>
                    <a:pt x="0" y="0"/>
                  </a:lnTo>
                  <a:lnTo>
                    <a:pt x="0" y="241856"/>
                  </a:lnTo>
                  <a:lnTo>
                    <a:pt x="76374" y="241856"/>
                  </a:lnTo>
                  <a:lnTo>
                    <a:pt x="763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1634584" y="5401024"/>
              <a:ext cx="76835" cy="242570"/>
            </a:xfrm>
            <a:custGeom>
              <a:avLst/>
              <a:gdLst/>
              <a:ahLst/>
              <a:cxnLst/>
              <a:rect l="l" t="t" r="r" b="b"/>
              <a:pathLst>
                <a:path w="76834" h="242570">
                  <a:moveTo>
                    <a:pt x="76365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242570"/>
                  </a:lnTo>
                  <a:lnTo>
                    <a:pt x="19088" y="242570"/>
                  </a:lnTo>
                  <a:lnTo>
                    <a:pt x="19088" y="17780"/>
                  </a:lnTo>
                  <a:lnTo>
                    <a:pt x="76365" y="17780"/>
                  </a:lnTo>
                  <a:lnTo>
                    <a:pt x="7636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1744375" y="5401291"/>
              <a:ext cx="76835" cy="241935"/>
            </a:xfrm>
            <a:custGeom>
              <a:avLst/>
              <a:gdLst/>
              <a:ahLst/>
              <a:cxnLst/>
              <a:rect l="l" t="t" r="r" b="b"/>
              <a:pathLst>
                <a:path w="76834" h="241935">
                  <a:moveTo>
                    <a:pt x="76374" y="0"/>
                  </a:moveTo>
                  <a:lnTo>
                    <a:pt x="0" y="0"/>
                  </a:lnTo>
                  <a:lnTo>
                    <a:pt x="0" y="241856"/>
                  </a:lnTo>
                  <a:lnTo>
                    <a:pt x="76374" y="241856"/>
                  </a:lnTo>
                  <a:lnTo>
                    <a:pt x="763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11744376" y="5401024"/>
              <a:ext cx="76835" cy="242570"/>
            </a:xfrm>
            <a:custGeom>
              <a:avLst/>
              <a:gdLst/>
              <a:ahLst/>
              <a:cxnLst/>
              <a:rect l="l" t="t" r="r" b="b"/>
              <a:pathLst>
                <a:path w="76834" h="242570">
                  <a:moveTo>
                    <a:pt x="76365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242570"/>
                  </a:lnTo>
                  <a:lnTo>
                    <a:pt x="19088" y="242570"/>
                  </a:lnTo>
                  <a:lnTo>
                    <a:pt x="19088" y="17780"/>
                  </a:lnTo>
                  <a:lnTo>
                    <a:pt x="76365" y="17780"/>
                  </a:lnTo>
                  <a:lnTo>
                    <a:pt x="7636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4" name="object 194" descr=""/>
          <p:cNvGrpSpPr/>
          <p:nvPr/>
        </p:nvGrpSpPr>
        <p:grpSpPr>
          <a:xfrm>
            <a:off x="11978274" y="5401016"/>
            <a:ext cx="186690" cy="242570"/>
            <a:chOff x="11978274" y="5401016"/>
            <a:chExt cx="186690" cy="242570"/>
          </a:xfrm>
        </p:grpSpPr>
        <p:sp>
          <p:nvSpPr>
            <p:cNvPr id="195" name="object 195" descr=""/>
            <p:cNvSpPr/>
            <p:nvPr/>
          </p:nvSpPr>
          <p:spPr>
            <a:xfrm>
              <a:off x="11978274" y="5401291"/>
              <a:ext cx="76835" cy="241935"/>
            </a:xfrm>
            <a:custGeom>
              <a:avLst/>
              <a:gdLst/>
              <a:ahLst/>
              <a:cxnLst/>
              <a:rect l="l" t="t" r="r" b="b"/>
              <a:pathLst>
                <a:path w="76834" h="241935">
                  <a:moveTo>
                    <a:pt x="76374" y="0"/>
                  </a:moveTo>
                  <a:lnTo>
                    <a:pt x="0" y="0"/>
                  </a:lnTo>
                  <a:lnTo>
                    <a:pt x="0" y="241856"/>
                  </a:lnTo>
                  <a:lnTo>
                    <a:pt x="76374" y="241856"/>
                  </a:lnTo>
                  <a:lnTo>
                    <a:pt x="763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11978272" y="5401024"/>
              <a:ext cx="76835" cy="242570"/>
            </a:xfrm>
            <a:custGeom>
              <a:avLst/>
              <a:gdLst/>
              <a:ahLst/>
              <a:cxnLst/>
              <a:rect l="l" t="t" r="r" b="b"/>
              <a:pathLst>
                <a:path w="76834" h="242570">
                  <a:moveTo>
                    <a:pt x="76377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242570"/>
                  </a:lnTo>
                  <a:lnTo>
                    <a:pt x="19088" y="242570"/>
                  </a:lnTo>
                  <a:lnTo>
                    <a:pt x="19088" y="17780"/>
                  </a:lnTo>
                  <a:lnTo>
                    <a:pt x="76377" y="17780"/>
                  </a:lnTo>
                  <a:lnTo>
                    <a:pt x="7637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12088061" y="5401291"/>
              <a:ext cx="76835" cy="241935"/>
            </a:xfrm>
            <a:custGeom>
              <a:avLst/>
              <a:gdLst/>
              <a:ahLst/>
              <a:cxnLst/>
              <a:rect l="l" t="t" r="r" b="b"/>
              <a:pathLst>
                <a:path w="76834" h="241935">
                  <a:moveTo>
                    <a:pt x="76374" y="0"/>
                  </a:moveTo>
                  <a:lnTo>
                    <a:pt x="0" y="0"/>
                  </a:lnTo>
                  <a:lnTo>
                    <a:pt x="0" y="241856"/>
                  </a:lnTo>
                  <a:lnTo>
                    <a:pt x="76374" y="241856"/>
                  </a:lnTo>
                  <a:lnTo>
                    <a:pt x="763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12088051" y="5401024"/>
              <a:ext cx="76835" cy="242570"/>
            </a:xfrm>
            <a:custGeom>
              <a:avLst/>
              <a:gdLst/>
              <a:ahLst/>
              <a:cxnLst/>
              <a:rect l="l" t="t" r="r" b="b"/>
              <a:pathLst>
                <a:path w="76834" h="242570">
                  <a:moveTo>
                    <a:pt x="76377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242570"/>
                  </a:lnTo>
                  <a:lnTo>
                    <a:pt x="19100" y="242570"/>
                  </a:lnTo>
                  <a:lnTo>
                    <a:pt x="19100" y="17780"/>
                  </a:lnTo>
                  <a:lnTo>
                    <a:pt x="76377" y="17780"/>
                  </a:lnTo>
                  <a:lnTo>
                    <a:pt x="7637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9" name="object 199" descr=""/>
          <p:cNvGrpSpPr/>
          <p:nvPr/>
        </p:nvGrpSpPr>
        <p:grpSpPr>
          <a:xfrm>
            <a:off x="11634588" y="5859257"/>
            <a:ext cx="186690" cy="242570"/>
            <a:chOff x="11634588" y="5859257"/>
            <a:chExt cx="186690" cy="242570"/>
          </a:xfrm>
        </p:grpSpPr>
        <p:sp>
          <p:nvSpPr>
            <p:cNvPr id="200" name="object 200" descr=""/>
            <p:cNvSpPr/>
            <p:nvPr/>
          </p:nvSpPr>
          <p:spPr>
            <a:xfrm>
              <a:off x="11634588" y="5859528"/>
              <a:ext cx="76835" cy="241935"/>
            </a:xfrm>
            <a:custGeom>
              <a:avLst/>
              <a:gdLst/>
              <a:ahLst/>
              <a:cxnLst/>
              <a:rect l="l" t="t" r="r" b="b"/>
              <a:pathLst>
                <a:path w="76834" h="241935">
                  <a:moveTo>
                    <a:pt x="76374" y="0"/>
                  </a:moveTo>
                  <a:lnTo>
                    <a:pt x="0" y="0"/>
                  </a:lnTo>
                  <a:lnTo>
                    <a:pt x="0" y="241856"/>
                  </a:lnTo>
                  <a:lnTo>
                    <a:pt x="76374" y="241856"/>
                  </a:lnTo>
                  <a:lnTo>
                    <a:pt x="763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11634584" y="5859265"/>
              <a:ext cx="76835" cy="242570"/>
            </a:xfrm>
            <a:custGeom>
              <a:avLst/>
              <a:gdLst/>
              <a:ahLst/>
              <a:cxnLst/>
              <a:rect l="l" t="t" r="r" b="b"/>
              <a:pathLst>
                <a:path w="76834" h="242570">
                  <a:moveTo>
                    <a:pt x="76365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242570"/>
                  </a:lnTo>
                  <a:lnTo>
                    <a:pt x="19088" y="242570"/>
                  </a:lnTo>
                  <a:lnTo>
                    <a:pt x="19088" y="17780"/>
                  </a:lnTo>
                  <a:lnTo>
                    <a:pt x="76365" y="17780"/>
                  </a:lnTo>
                  <a:lnTo>
                    <a:pt x="7636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11744375" y="5859528"/>
              <a:ext cx="76835" cy="241935"/>
            </a:xfrm>
            <a:custGeom>
              <a:avLst/>
              <a:gdLst/>
              <a:ahLst/>
              <a:cxnLst/>
              <a:rect l="l" t="t" r="r" b="b"/>
              <a:pathLst>
                <a:path w="76834" h="241935">
                  <a:moveTo>
                    <a:pt x="76374" y="0"/>
                  </a:moveTo>
                  <a:lnTo>
                    <a:pt x="0" y="0"/>
                  </a:lnTo>
                  <a:lnTo>
                    <a:pt x="0" y="241856"/>
                  </a:lnTo>
                  <a:lnTo>
                    <a:pt x="76374" y="241856"/>
                  </a:lnTo>
                  <a:lnTo>
                    <a:pt x="763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11744376" y="5859265"/>
              <a:ext cx="76835" cy="242570"/>
            </a:xfrm>
            <a:custGeom>
              <a:avLst/>
              <a:gdLst/>
              <a:ahLst/>
              <a:cxnLst/>
              <a:rect l="l" t="t" r="r" b="b"/>
              <a:pathLst>
                <a:path w="76834" h="242570">
                  <a:moveTo>
                    <a:pt x="76365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242570"/>
                  </a:lnTo>
                  <a:lnTo>
                    <a:pt x="19088" y="242570"/>
                  </a:lnTo>
                  <a:lnTo>
                    <a:pt x="19088" y="17780"/>
                  </a:lnTo>
                  <a:lnTo>
                    <a:pt x="76365" y="17780"/>
                  </a:lnTo>
                  <a:lnTo>
                    <a:pt x="7636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4" name="object 204" descr=""/>
          <p:cNvGrpSpPr/>
          <p:nvPr/>
        </p:nvGrpSpPr>
        <p:grpSpPr>
          <a:xfrm>
            <a:off x="11978274" y="5859257"/>
            <a:ext cx="186690" cy="242570"/>
            <a:chOff x="11978274" y="5859257"/>
            <a:chExt cx="186690" cy="242570"/>
          </a:xfrm>
        </p:grpSpPr>
        <p:sp>
          <p:nvSpPr>
            <p:cNvPr id="205" name="object 205" descr=""/>
            <p:cNvSpPr/>
            <p:nvPr/>
          </p:nvSpPr>
          <p:spPr>
            <a:xfrm>
              <a:off x="11978274" y="5859528"/>
              <a:ext cx="76835" cy="241935"/>
            </a:xfrm>
            <a:custGeom>
              <a:avLst/>
              <a:gdLst/>
              <a:ahLst/>
              <a:cxnLst/>
              <a:rect l="l" t="t" r="r" b="b"/>
              <a:pathLst>
                <a:path w="76834" h="241935">
                  <a:moveTo>
                    <a:pt x="76374" y="0"/>
                  </a:moveTo>
                  <a:lnTo>
                    <a:pt x="0" y="0"/>
                  </a:lnTo>
                  <a:lnTo>
                    <a:pt x="0" y="241856"/>
                  </a:lnTo>
                  <a:lnTo>
                    <a:pt x="76374" y="241856"/>
                  </a:lnTo>
                  <a:lnTo>
                    <a:pt x="763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11978272" y="5859265"/>
              <a:ext cx="76835" cy="242570"/>
            </a:xfrm>
            <a:custGeom>
              <a:avLst/>
              <a:gdLst/>
              <a:ahLst/>
              <a:cxnLst/>
              <a:rect l="l" t="t" r="r" b="b"/>
              <a:pathLst>
                <a:path w="76834" h="242570">
                  <a:moveTo>
                    <a:pt x="76377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242570"/>
                  </a:lnTo>
                  <a:lnTo>
                    <a:pt x="19088" y="242570"/>
                  </a:lnTo>
                  <a:lnTo>
                    <a:pt x="19088" y="17780"/>
                  </a:lnTo>
                  <a:lnTo>
                    <a:pt x="76377" y="17780"/>
                  </a:lnTo>
                  <a:lnTo>
                    <a:pt x="7637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12088061" y="5859528"/>
              <a:ext cx="76835" cy="241935"/>
            </a:xfrm>
            <a:custGeom>
              <a:avLst/>
              <a:gdLst/>
              <a:ahLst/>
              <a:cxnLst/>
              <a:rect l="l" t="t" r="r" b="b"/>
              <a:pathLst>
                <a:path w="76834" h="241935">
                  <a:moveTo>
                    <a:pt x="76374" y="0"/>
                  </a:moveTo>
                  <a:lnTo>
                    <a:pt x="0" y="0"/>
                  </a:lnTo>
                  <a:lnTo>
                    <a:pt x="0" y="241856"/>
                  </a:lnTo>
                  <a:lnTo>
                    <a:pt x="76374" y="241856"/>
                  </a:lnTo>
                  <a:lnTo>
                    <a:pt x="763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2088051" y="5859265"/>
              <a:ext cx="76835" cy="242570"/>
            </a:xfrm>
            <a:custGeom>
              <a:avLst/>
              <a:gdLst/>
              <a:ahLst/>
              <a:cxnLst/>
              <a:rect l="l" t="t" r="r" b="b"/>
              <a:pathLst>
                <a:path w="76834" h="242570">
                  <a:moveTo>
                    <a:pt x="76377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242570"/>
                  </a:lnTo>
                  <a:lnTo>
                    <a:pt x="19100" y="242570"/>
                  </a:lnTo>
                  <a:lnTo>
                    <a:pt x="19100" y="17780"/>
                  </a:lnTo>
                  <a:lnTo>
                    <a:pt x="76377" y="17780"/>
                  </a:lnTo>
                  <a:lnTo>
                    <a:pt x="7637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9" name="object 209" descr=""/>
          <p:cNvGrpSpPr/>
          <p:nvPr/>
        </p:nvGrpSpPr>
        <p:grpSpPr>
          <a:xfrm>
            <a:off x="11634588" y="6377582"/>
            <a:ext cx="186690" cy="242570"/>
            <a:chOff x="11634588" y="6377582"/>
            <a:chExt cx="186690" cy="242570"/>
          </a:xfrm>
        </p:grpSpPr>
        <p:sp>
          <p:nvSpPr>
            <p:cNvPr id="210" name="object 210" descr=""/>
            <p:cNvSpPr/>
            <p:nvPr/>
          </p:nvSpPr>
          <p:spPr>
            <a:xfrm>
              <a:off x="11634588" y="6377868"/>
              <a:ext cx="76835" cy="241935"/>
            </a:xfrm>
            <a:custGeom>
              <a:avLst/>
              <a:gdLst/>
              <a:ahLst/>
              <a:cxnLst/>
              <a:rect l="l" t="t" r="r" b="b"/>
              <a:pathLst>
                <a:path w="76834" h="241934">
                  <a:moveTo>
                    <a:pt x="76374" y="0"/>
                  </a:moveTo>
                  <a:lnTo>
                    <a:pt x="0" y="0"/>
                  </a:lnTo>
                  <a:lnTo>
                    <a:pt x="0" y="241846"/>
                  </a:lnTo>
                  <a:lnTo>
                    <a:pt x="76374" y="241846"/>
                  </a:lnTo>
                  <a:lnTo>
                    <a:pt x="763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1634584" y="6377590"/>
              <a:ext cx="76835" cy="242570"/>
            </a:xfrm>
            <a:custGeom>
              <a:avLst/>
              <a:gdLst/>
              <a:ahLst/>
              <a:cxnLst/>
              <a:rect l="l" t="t" r="r" b="b"/>
              <a:pathLst>
                <a:path w="76834" h="242570">
                  <a:moveTo>
                    <a:pt x="76365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242570"/>
                  </a:lnTo>
                  <a:lnTo>
                    <a:pt x="19088" y="242570"/>
                  </a:lnTo>
                  <a:lnTo>
                    <a:pt x="19088" y="17780"/>
                  </a:lnTo>
                  <a:lnTo>
                    <a:pt x="76365" y="17780"/>
                  </a:lnTo>
                  <a:lnTo>
                    <a:pt x="7636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11744375" y="6377868"/>
              <a:ext cx="76835" cy="241935"/>
            </a:xfrm>
            <a:custGeom>
              <a:avLst/>
              <a:gdLst/>
              <a:ahLst/>
              <a:cxnLst/>
              <a:rect l="l" t="t" r="r" b="b"/>
              <a:pathLst>
                <a:path w="76834" h="241934">
                  <a:moveTo>
                    <a:pt x="76374" y="0"/>
                  </a:moveTo>
                  <a:lnTo>
                    <a:pt x="0" y="0"/>
                  </a:lnTo>
                  <a:lnTo>
                    <a:pt x="0" y="241846"/>
                  </a:lnTo>
                  <a:lnTo>
                    <a:pt x="76374" y="241846"/>
                  </a:lnTo>
                  <a:lnTo>
                    <a:pt x="763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11744376" y="6377590"/>
              <a:ext cx="76835" cy="242570"/>
            </a:xfrm>
            <a:custGeom>
              <a:avLst/>
              <a:gdLst/>
              <a:ahLst/>
              <a:cxnLst/>
              <a:rect l="l" t="t" r="r" b="b"/>
              <a:pathLst>
                <a:path w="76834" h="242570">
                  <a:moveTo>
                    <a:pt x="76365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242570"/>
                  </a:lnTo>
                  <a:lnTo>
                    <a:pt x="19088" y="242570"/>
                  </a:lnTo>
                  <a:lnTo>
                    <a:pt x="19088" y="17780"/>
                  </a:lnTo>
                  <a:lnTo>
                    <a:pt x="76365" y="17780"/>
                  </a:lnTo>
                  <a:lnTo>
                    <a:pt x="7636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4" name="object 214" descr=""/>
          <p:cNvGrpSpPr/>
          <p:nvPr/>
        </p:nvGrpSpPr>
        <p:grpSpPr>
          <a:xfrm>
            <a:off x="11978274" y="6377582"/>
            <a:ext cx="186690" cy="242570"/>
            <a:chOff x="11978274" y="6377582"/>
            <a:chExt cx="186690" cy="242570"/>
          </a:xfrm>
        </p:grpSpPr>
        <p:sp>
          <p:nvSpPr>
            <p:cNvPr id="215" name="object 215" descr=""/>
            <p:cNvSpPr/>
            <p:nvPr/>
          </p:nvSpPr>
          <p:spPr>
            <a:xfrm>
              <a:off x="11978274" y="6377868"/>
              <a:ext cx="76835" cy="241935"/>
            </a:xfrm>
            <a:custGeom>
              <a:avLst/>
              <a:gdLst/>
              <a:ahLst/>
              <a:cxnLst/>
              <a:rect l="l" t="t" r="r" b="b"/>
              <a:pathLst>
                <a:path w="76834" h="241934">
                  <a:moveTo>
                    <a:pt x="76374" y="0"/>
                  </a:moveTo>
                  <a:lnTo>
                    <a:pt x="0" y="0"/>
                  </a:lnTo>
                  <a:lnTo>
                    <a:pt x="0" y="241846"/>
                  </a:lnTo>
                  <a:lnTo>
                    <a:pt x="76374" y="241846"/>
                  </a:lnTo>
                  <a:lnTo>
                    <a:pt x="763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11978272" y="6377590"/>
              <a:ext cx="76835" cy="242570"/>
            </a:xfrm>
            <a:custGeom>
              <a:avLst/>
              <a:gdLst/>
              <a:ahLst/>
              <a:cxnLst/>
              <a:rect l="l" t="t" r="r" b="b"/>
              <a:pathLst>
                <a:path w="76834" h="242570">
                  <a:moveTo>
                    <a:pt x="76377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242570"/>
                  </a:lnTo>
                  <a:lnTo>
                    <a:pt x="19088" y="242570"/>
                  </a:lnTo>
                  <a:lnTo>
                    <a:pt x="19088" y="17780"/>
                  </a:lnTo>
                  <a:lnTo>
                    <a:pt x="76377" y="17780"/>
                  </a:lnTo>
                  <a:lnTo>
                    <a:pt x="7637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12088061" y="6377868"/>
              <a:ext cx="76835" cy="241935"/>
            </a:xfrm>
            <a:custGeom>
              <a:avLst/>
              <a:gdLst/>
              <a:ahLst/>
              <a:cxnLst/>
              <a:rect l="l" t="t" r="r" b="b"/>
              <a:pathLst>
                <a:path w="76834" h="241934">
                  <a:moveTo>
                    <a:pt x="76374" y="0"/>
                  </a:moveTo>
                  <a:lnTo>
                    <a:pt x="0" y="0"/>
                  </a:lnTo>
                  <a:lnTo>
                    <a:pt x="0" y="241846"/>
                  </a:lnTo>
                  <a:lnTo>
                    <a:pt x="76374" y="241846"/>
                  </a:lnTo>
                  <a:lnTo>
                    <a:pt x="763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12088051" y="6377590"/>
              <a:ext cx="76835" cy="242570"/>
            </a:xfrm>
            <a:custGeom>
              <a:avLst/>
              <a:gdLst/>
              <a:ahLst/>
              <a:cxnLst/>
              <a:rect l="l" t="t" r="r" b="b"/>
              <a:pathLst>
                <a:path w="76834" h="242570">
                  <a:moveTo>
                    <a:pt x="76377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242570"/>
                  </a:lnTo>
                  <a:lnTo>
                    <a:pt x="19100" y="242570"/>
                  </a:lnTo>
                  <a:lnTo>
                    <a:pt x="19100" y="17780"/>
                  </a:lnTo>
                  <a:lnTo>
                    <a:pt x="76377" y="17780"/>
                  </a:lnTo>
                  <a:lnTo>
                    <a:pt x="7637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9" name="object 219" descr=""/>
          <p:cNvGrpSpPr/>
          <p:nvPr/>
        </p:nvGrpSpPr>
        <p:grpSpPr>
          <a:xfrm>
            <a:off x="12278976" y="5401786"/>
            <a:ext cx="168275" cy="1239520"/>
            <a:chOff x="12278976" y="5401786"/>
            <a:chExt cx="168275" cy="1239520"/>
          </a:xfrm>
        </p:grpSpPr>
        <p:sp>
          <p:nvSpPr>
            <p:cNvPr id="220" name="object 220" descr=""/>
            <p:cNvSpPr/>
            <p:nvPr/>
          </p:nvSpPr>
          <p:spPr>
            <a:xfrm>
              <a:off x="12283091" y="5411604"/>
              <a:ext cx="160655" cy="1219835"/>
            </a:xfrm>
            <a:custGeom>
              <a:avLst/>
              <a:gdLst/>
              <a:ahLst/>
              <a:cxnLst/>
              <a:rect l="l" t="t" r="r" b="b"/>
              <a:pathLst>
                <a:path w="160654" h="1219834">
                  <a:moveTo>
                    <a:pt x="160047" y="0"/>
                  </a:moveTo>
                  <a:lnTo>
                    <a:pt x="0" y="0"/>
                  </a:lnTo>
                  <a:lnTo>
                    <a:pt x="0" y="1219523"/>
                  </a:lnTo>
                  <a:lnTo>
                    <a:pt x="160047" y="1219523"/>
                  </a:lnTo>
                  <a:lnTo>
                    <a:pt x="16004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12278970" y="5401785"/>
              <a:ext cx="168275" cy="1239520"/>
            </a:xfrm>
            <a:custGeom>
              <a:avLst/>
              <a:gdLst/>
              <a:ahLst/>
              <a:cxnLst/>
              <a:rect l="l" t="t" r="r" b="b"/>
              <a:pathLst>
                <a:path w="168275" h="1239520">
                  <a:moveTo>
                    <a:pt x="168262" y="970470"/>
                  </a:moveTo>
                  <a:lnTo>
                    <a:pt x="160032" y="970470"/>
                  </a:lnTo>
                  <a:lnTo>
                    <a:pt x="160032" y="1219034"/>
                  </a:lnTo>
                  <a:lnTo>
                    <a:pt x="168262" y="1219034"/>
                  </a:lnTo>
                  <a:lnTo>
                    <a:pt x="168262" y="970470"/>
                  </a:lnTo>
                  <a:close/>
                </a:path>
                <a:path w="168275" h="1239520">
                  <a:moveTo>
                    <a:pt x="168262" y="592251"/>
                  </a:moveTo>
                  <a:lnTo>
                    <a:pt x="160045" y="592251"/>
                  </a:lnTo>
                  <a:lnTo>
                    <a:pt x="160045" y="949833"/>
                  </a:lnTo>
                  <a:lnTo>
                    <a:pt x="168262" y="949833"/>
                  </a:lnTo>
                  <a:lnTo>
                    <a:pt x="168262" y="592251"/>
                  </a:lnTo>
                  <a:close/>
                </a:path>
                <a:path w="168275" h="1239520">
                  <a:moveTo>
                    <a:pt x="168262" y="0"/>
                  </a:moveTo>
                  <a:lnTo>
                    <a:pt x="160032" y="0"/>
                  </a:lnTo>
                  <a:lnTo>
                    <a:pt x="160032" y="20320"/>
                  </a:lnTo>
                  <a:lnTo>
                    <a:pt x="160032" y="267970"/>
                  </a:lnTo>
                  <a:lnTo>
                    <a:pt x="8216" y="267970"/>
                  </a:lnTo>
                  <a:lnTo>
                    <a:pt x="8216" y="20320"/>
                  </a:lnTo>
                  <a:lnTo>
                    <a:pt x="160032" y="20320"/>
                  </a:lnTo>
                  <a:lnTo>
                    <a:pt x="160032" y="0"/>
                  </a:lnTo>
                  <a:lnTo>
                    <a:pt x="0" y="0"/>
                  </a:lnTo>
                  <a:lnTo>
                    <a:pt x="0" y="20320"/>
                  </a:lnTo>
                  <a:lnTo>
                    <a:pt x="0" y="267970"/>
                  </a:lnTo>
                  <a:lnTo>
                    <a:pt x="0" y="1239520"/>
                  </a:lnTo>
                  <a:lnTo>
                    <a:pt x="168262" y="1239520"/>
                  </a:lnTo>
                  <a:lnTo>
                    <a:pt x="168262" y="1219200"/>
                  </a:lnTo>
                  <a:lnTo>
                    <a:pt x="8216" y="1219200"/>
                  </a:lnTo>
                  <a:lnTo>
                    <a:pt x="8216" y="970280"/>
                  </a:lnTo>
                  <a:lnTo>
                    <a:pt x="168262" y="970280"/>
                  </a:lnTo>
                  <a:lnTo>
                    <a:pt x="168262" y="949960"/>
                  </a:lnTo>
                  <a:lnTo>
                    <a:pt x="8229" y="949960"/>
                  </a:lnTo>
                  <a:lnTo>
                    <a:pt x="8229" y="591820"/>
                  </a:lnTo>
                  <a:lnTo>
                    <a:pt x="168262" y="591820"/>
                  </a:lnTo>
                  <a:lnTo>
                    <a:pt x="168262" y="571627"/>
                  </a:lnTo>
                  <a:lnTo>
                    <a:pt x="168262" y="571500"/>
                  </a:lnTo>
                  <a:lnTo>
                    <a:pt x="168262" y="288734"/>
                  </a:lnTo>
                  <a:lnTo>
                    <a:pt x="160032" y="288734"/>
                  </a:lnTo>
                  <a:lnTo>
                    <a:pt x="160032" y="571500"/>
                  </a:lnTo>
                  <a:lnTo>
                    <a:pt x="8216" y="571500"/>
                  </a:lnTo>
                  <a:lnTo>
                    <a:pt x="8216" y="288290"/>
                  </a:lnTo>
                  <a:lnTo>
                    <a:pt x="168262" y="288290"/>
                  </a:lnTo>
                  <a:lnTo>
                    <a:pt x="168262" y="268109"/>
                  </a:lnTo>
                  <a:lnTo>
                    <a:pt x="168262" y="267970"/>
                  </a:lnTo>
                  <a:lnTo>
                    <a:pt x="168262" y="20320"/>
                  </a:lnTo>
                  <a:lnTo>
                    <a:pt x="168262" y="20142"/>
                  </a:lnTo>
                  <a:lnTo>
                    <a:pt x="168262" y="0"/>
                  </a:lnTo>
                  <a:close/>
                </a:path>
              </a:pathLst>
            </a:custGeom>
            <a:solidFill>
              <a:srgbClr val="AFD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12287199" y="5421928"/>
              <a:ext cx="152400" cy="1101090"/>
            </a:xfrm>
            <a:custGeom>
              <a:avLst/>
              <a:gdLst/>
              <a:ahLst/>
              <a:cxnLst/>
              <a:rect l="l" t="t" r="r" b="b"/>
              <a:pathLst>
                <a:path w="152400" h="1101090">
                  <a:moveTo>
                    <a:pt x="151815" y="450392"/>
                  </a:moveTo>
                  <a:lnTo>
                    <a:pt x="75907" y="652437"/>
                  </a:lnTo>
                  <a:lnTo>
                    <a:pt x="23710" y="792873"/>
                  </a:lnTo>
                  <a:lnTo>
                    <a:pt x="0" y="859904"/>
                  </a:lnTo>
                  <a:lnTo>
                    <a:pt x="0" y="1100797"/>
                  </a:lnTo>
                  <a:lnTo>
                    <a:pt x="151815" y="621423"/>
                  </a:lnTo>
                  <a:lnTo>
                    <a:pt x="151815" y="450392"/>
                  </a:lnTo>
                  <a:close/>
                </a:path>
                <a:path w="152400" h="1101090">
                  <a:moveTo>
                    <a:pt x="151815" y="0"/>
                  </a:moveTo>
                  <a:lnTo>
                    <a:pt x="120357" y="0"/>
                  </a:lnTo>
                  <a:lnTo>
                    <a:pt x="0" y="410044"/>
                  </a:lnTo>
                  <a:lnTo>
                    <a:pt x="0" y="664781"/>
                  </a:lnTo>
                  <a:lnTo>
                    <a:pt x="151815" y="0"/>
                  </a:lnTo>
                  <a:close/>
                </a:path>
              </a:pathLst>
            </a:custGeom>
            <a:solidFill>
              <a:srgbClr val="FFFFFF">
                <a:alpha val="13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3" name="object 223" descr=""/>
          <p:cNvSpPr/>
          <p:nvPr/>
        </p:nvSpPr>
        <p:spPr>
          <a:xfrm>
            <a:off x="11377621" y="5411615"/>
            <a:ext cx="20320" cy="97155"/>
          </a:xfrm>
          <a:custGeom>
            <a:avLst/>
            <a:gdLst/>
            <a:ahLst/>
            <a:cxnLst/>
            <a:rect l="l" t="t" r="r" b="b"/>
            <a:pathLst>
              <a:path w="20320" h="97154">
                <a:moveTo>
                  <a:pt x="20156" y="0"/>
                </a:moveTo>
                <a:lnTo>
                  <a:pt x="0" y="0"/>
                </a:lnTo>
                <a:lnTo>
                  <a:pt x="0" y="96552"/>
                </a:lnTo>
                <a:lnTo>
                  <a:pt x="20156" y="96552"/>
                </a:lnTo>
                <a:lnTo>
                  <a:pt x="20156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 descr=""/>
          <p:cNvSpPr/>
          <p:nvPr/>
        </p:nvSpPr>
        <p:spPr>
          <a:xfrm>
            <a:off x="11377621" y="5646246"/>
            <a:ext cx="20320" cy="97155"/>
          </a:xfrm>
          <a:custGeom>
            <a:avLst/>
            <a:gdLst/>
            <a:ahLst/>
            <a:cxnLst/>
            <a:rect l="l" t="t" r="r" b="b"/>
            <a:pathLst>
              <a:path w="20320" h="97154">
                <a:moveTo>
                  <a:pt x="20156" y="0"/>
                </a:moveTo>
                <a:lnTo>
                  <a:pt x="0" y="0"/>
                </a:lnTo>
                <a:lnTo>
                  <a:pt x="0" y="96552"/>
                </a:lnTo>
                <a:lnTo>
                  <a:pt x="20156" y="96552"/>
                </a:lnTo>
                <a:lnTo>
                  <a:pt x="20156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 descr=""/>
          <p:cNvSpPr/>
          <p:nvPr/>
        </p:nvSpPr>
        <p:spPr>
          <a:xfrm>
            <a:off x="11376627" y="5880889"/>
            <a:ext cx="20320" cy="97155"/>
          </a:xfrm>
          <a:custGeom>
            <a:avLst/>
            <a:gdLst/>
            <a:ahLst/>
            <a:cxnLst/>
            <a:rect l="l" t="t" r="r" b="b"/>
            <a:pathLst>
              <a:path w="20320" h="97154">
                <a:moveTo>
                  <a:pt x="20156" y="0"/>
                </a:moveTo>
                <a:lnTo>
                  <a:pt x="0" y="0"/>
                </a:lnTo>
                <a:lnTo>
                  <a:pt x="0" y="96552"/>
                </a:lnTo>
                <a:lnTo>
                  <a:pt x="20156" y="96552"/>
                </a:lnTo>
                <a:lnTo>
                  <a:pt x="20156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 descr=""/>
          <p:cNvSpPr/>
          <p:nvPr/>
        </p:nvSpPr>
        <p:spPr>
          <a:xfrm>
            <a:off x="11377621" y="6115520"/>
            <a:ext cx="20320" cy="97155"/>
          </a:xfrm>
          <a:custGeom>
            <a:avLst/>
            <a:gdLst/>
            <a:ahLst/>
            <a:cxnLst/>
            <a:rect l="l" t="t" r="r" b="b"/>
            <a:pathLst>
              <a:path w="20320" h="97154">
                <a:moveTo>
                  <a:pt x="20156" y="0"/>
                </a:moveTo>
                <a:lnTo>
                  <a:pt x="0" y="0"/>
                </a:lnTo>
                <a:lnTo>
                  <a:pt x="0" y="96552"/>
                </a:lnTo>
                <a:lnTo>
                  <a:pt x="20156" y="96552"/>
                </a:lnTo>
                <a:lnTo>
                  <a:pt x="20156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 descr=""/>
          <p:cNvSpPr/>
          <p:nvPr/>
        </p:nvSpPr>
        <p:spPr>
          <a:xfrm>
            <a:off x="11378114" y="6372245"/>
            <a:ext cx="20320" cy="97155"/>
          </a:xfrm>
          <a:custGeom>
            <a:avLst/>
            <a:gdLst/>
            <a:ahLst/>
            <a:cxnLst/>
            <a:rect l="l" t="t" r="r" b="b"/>
            <a:pathLst>
              <a:path w="20320" h="97154">
                <a:moveTo>
                  <a:pt x="20156" y="0"/>
                </a:moveTo>
                <a:lnTo>
                  <a:pt x="0" y="0"/>
                </a:lnTo>
                <a:lnTo>
                  <a:pt x="0" y="96552"/>
                </a:lnTo>
                <a:lnTo>
                  <a:pt x="20156" y="96552"/>
                </a:lnTo>
                <a:lnTo>
                  <a:pt x="20156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 descr=""/>
          <p:cNvSpPr/>
          <p:nvPr/>
        </p:nvSpPr>
        <p:spPr>
          <a:xfrm>
            <a:off x="11378114" y="6606888"/>
            <a:ext cx="20320" cy="97155"/>
          </a:xfrm>
          <a:custGeom>
            <a:avLst/>
            <a:gdLst/>
            <a:ahLst/>
            <a:cxnLst/>
            <a:rect l="l" t="t" r="r" b="b"/>
            <a:pathLst>
              <a:path w="20320" h="97154">
                <a:moveTo>
                  <a:pt x="20156" y="0"/>
                </a:moveTo>
                <a:lnTo>
                  <a:pt x="0" y="0"/>
                </a:lnTo>
                <a:lnTo>
                  <a:pt x="0" y="96552"/>
                </a:lnTo>
                <a:lnTo>
                  <a:pt x="20156" y="96552"/>
                </a:lnTo>
                <a:lnTo>
                  <a:pt x="20156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9" name="object 229" descr=""/>
          <p:cNvGrpSpPr/>
          <p:nvPr/>
        </p:nvGrpSpPr>
        <p:grpSpPr>
          <a:xfrm>
            <a:off x="4927121" y="7879684"/>
            <a:ext cx="342900" cy="1127125"/>
            <a:chOff x="4927121" y="7879684"/>
            <a:chExt cx="342900" cy="1127125"/>
          </a:xfrm>
        </p:grpSpPr>
        <p:sp>
          <p:nvSpPr>
            <p:cNvPr id="230" name="object 230" descr=""/>
            <p:cNvSpPr/>
            <p:nvPr/>
          </p:nvSpPr>
          <p:spPr>
            <a:xfrm>
              <a:off x="4927121" y="7879684"/>
              <a:ext cx="342900" cy="1127125"/>
            </a:xfrm>
            <a:custGeom>
              <a:avLst/>
              <a:gdLst/>
              <a:ahLst/>
              <a:cxnLst/>
              <a:rect l="l" t="t" r="r" b="b"/>
              <a:pathLst>
                <a:path w="342900" h="1127125">
                  <a:moveTo>
                    <a:pt x="291436" y="0"/>
                  </a:moveTo>
                  <a:lnTo>
                    <a:pt x="70029" y="0"/>
                  </a:lnTo>
                  <a:lnTo>
                    <a:pt x="0" y="1127033"/>
                  </a:lnTo>
                  <a:lnTo>
                    <a:pt x="342523" y="1127033"/>
                  </a:lnTo>
                  <a:lnTo>
                    <a:pt x="291436" y="0"/>
                  </a:lnTo>
                  <a:close/>
                </a:path>
              </a:pathLst>
            </a:custGeom>
            <a:solidFill>
              <a:srgbClr val="DDEC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5164914" y="7879687"/>
              <a:ext cx="100330" cy="1061085"/>
            </a:xfrm>
            <a:custGeom>
              <a:avLst/>
              <a:gdLst/>
              <a:ahLst/>
              <a:cxnLst/>
              <a:rect l="l" t="t" r="r" b="b"/>
              <a:pathLst>
                <a:path w="100329" h="1061084">
                  <a:moveTo>
                    <a:pt x="53642" y="0"/>
                  </a:moveTo>
                  <a:lnTo>
                    <a:pt x="0" y="0"/>
                  </a:lnTo>
                  <a:lnTo>
                    <a:pt x="0" y="1060972"/>
                  </a:lnTo>
                  <a:lnTo>
                    <a:pt x="99714" y="1060972"/>
                  </a:lnTo>
                  <a:lnTo>
                    <a:pt x="53642" y="0"/>
                  </a:lnTo>
                  <a:close/>
                </a:path>
              </a:pathLst>
            </a:custGeom>
            <a:solidFill>
              <a:srgbClr val="AFD26F">
                <a:alpha val="6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4933988" y="8034674"/>
              <a:ext cx="330835" cy="861694"/>
            </a:xfrm>
            <a:custGeom>
              <a:avLst/>
              <a:gdLst/>
              <a:ahLst/>
              <a:cxnLst/>
              <a:rect l="l" t="t" r="r" b="b"/>
              <a:pathLst>
                <a:path w="330835" h="861695">
                  <a:moveTo>
                    <a:pt x="297916" y="139522"/>
                  </a:moveTo>
                  <a:lnTo>
                    <a:pt x="291592" y="0"/>
                  </a:lnTo>
                  <a:lnTo>
                    <a:pt x="53530" y="0"/>
                  </a:lnTo>
                  <a:lnTo>
                    <a:pt x="44856" y="139522"/>
                  </a:lnTo>
                  <a:lnTo>
                    <a:pt x="297916" y="139522"/>
                  </a:lnTo>
                  <a:close/>
                </a:path>
                <a:path w="330835" h="861695">
                  <a:moveTo>
                    <a:pt x="314274" y="500481"/>
                  </a:moveTo>
                  <a:lnTo>
                    <a:pt x="307949" y="360959"/>
                  </a:lnTo>
                  <a:lnTo>
                    <a:pt x="31102" y="360959"/>
                  </a:lnTo>
                  <a:lnTo>
                    <a:pt x="22428" y="500481"/>
                  </a:lnTo>
                  <a:lnTo>
                    <a:pt x="314274" y="500481"/>
                  </a:lnTo>
                  <a:close/>
                </a:path>
                <a:path w="330835" h="861695">
                  <a:moveTo>
                    <a:pt x="330631" y="861441"/>
                  </a:moveTo>
                  <a:lnTo>
                    <a:pt x="324307" y="721918"/>
                  </a:lnTo>
                  <a:lnTo>
                    <a:pt x="8674" y="721918"/>
                  </a:lnTo>
                  <a:lnTo>
                    <a:pt x="0" y="861441"/>
                  </a:lnTo>
                  <a:lnTo>
                    <a:pt x="330631" y="861441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5164912" y="8034674"/>
              <a:ext cx="100330" cy="861694"/>
            </a:xfrm>
            <a:custGeom>
              <a:avLst/>
              <a:gdLst/>
              <a:ahLst/>
              <a:cxnLst/>
              <a:rect l="l" t="t" r="r" b="b"/>
              <a:pathLst>
                <a:path w="100329" h="861695">
                  <a:moveTo>
                    <a:pt x="66992" y="139522"/>
                  </a:moveTo>
                  <a:lnTo>
                    <a:pt x="60667" y="0"/>
                  </a:lnTo>
                  <a:lnTo>
                    <a:pt x="0" y="0"/>
                  </a:lnTo>
                  <a:lnTo>
                    <a:pt x="0" y="139522"/>
                  </a:lnTo>
                  <a:lnTo>
                    <a:pt x="66992" y="139522"/>
                  </a:lnTo>
                  <a:close/>
                </a:path>
                <a:path w="100329" h="861695">
                  <a:moveTo>
                    <a:pt x="83350" y="500481"/>
                  </a:moveTo>
                  <a:lnTo>
                    <a:pt x="77025" y="360959"/>
                  </a:lnTo>
                  <a:lnTo>
                    <a:pt x="0" y="360959"/>
                  </a:lnTo>
                  <a:lnTo>
                    <a:pt x="0" y="500481"/>
                  </a:lnTo>
                  <a:lnTo>
                    <a:pt x="83350" y="500481"/>
                  </a:lnTo>
                  <a:close/>
                </a:path>
                <a:path w="100329" h="861695">
                  <a:moveTo>
                    <a:pt x="99707" y="861441"/>
                  </a:moveTo>
                  <a:lnTo>
                    <a:pt x="93383" y="721918"/>
                  </a:lnTo>
                  <a:lnTo>
                    <a:pt x="0" y="721918"/>
                  </a:lnTo>
                  <a:lnTo>
                    <a:pt x="0" y="860005"/>
                  </a:lnTo>
                  <a:lnTo>
                    <a:pt x="99707" y="861441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4" name="object 234" descr=""/>
          <p:cNvGrpSpPr/>
          <p:nvPr/>
        </p:nvGrpSpPr>
        <p:grpSpPr>
          <a:xfrm>
            <a:off x="4452175" y="7879684"/>
            <a:ext cx="342900" cy="1127125"/>
            <a:chOff x="4452175" y="7879684"/>
            <a:chExt cx="342900" cy="1127125"/>
          </a:xfrm>
        </p:grpSpPr>
        <p:sp>
          <p:nvSpPr>
            <p:cNvPr id="235" name="object 235" descr=""/>
            <p:cNvSpPr/>
            <p:nvPr/>
          </p:nvSpPr>
          <p:spPr>
            <a:xfrm>
              <a:off x="4452175" y="7879684"/>
              <a:ext cx="342900" cy="1127125"/>
            </a:xfrm>
            <a:custGeom>
              <a:avLst/>
              <a:gdLst/>
              <a:ahLst/>
              <a:cxnLst/>
              <a:rect l="l" t="t" r="r" b="b"/>
              <a:pathLst>
                <a:path w="342900" h="1127125">
                  <a:moveTo>
                    <a:pt x="291436" y="0"/>
                  </a:moveTo>
                  <a:lnTo>
                    <a:pt x="70029" y="0"/>
                  </a:lnTo>
                  <a:lnTo>
                    <a:pt x="0" y="1127033"/>
                  </a:lnTo>
                  <a:lnTo>
                    <a:pt x="342523" y="1127033"/>
                  </a:lnTo>
                  <a:lnTo>
                    <a:pt x="291436" y="0"/>
                  </a:lnTo>
                  <a:close/>
                </a:path>
              </a:pathLst>
            </a:custGeom>
            <a:solidFill>
              <a:srgbClr val="DDEC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4689969" y="7879687"/>
              <a:ext cx="100330" cy="1061085"/>
            </a:xfrm>
            <a:custGeom>
              <a:avLst/>
              <a:gdLst/>
              <a:ahLst/>
              <a:cxnLst/>
              <a:rect l="l" t="t" r="r" b="b"/>
              <a:pathLst>
                <a:path w="100329" h="1061084">
                  <a:moveTo>
                    <a:pt x="53642" y="0"/>
                  </a:moveTo>
                  <a:lnTo>
                    <a:pt x="0" y="0"/>
                  </a:lnTo>
                  <a:lnTo>
                    <a:pt x="0" y="1060972"/>
                  </a:lnTo>
                  <a:lnTo>
                    <a:pt x="99714" y="1060972"/>
                  </a:lnTo>
                  <a:lnTo>
                    <a:pt x="53642" y="0"/>
                  </a:lnTo>
                  <a:close/>
                </a:path>
              </a:pathLst>
            </a:custGeom>
            <a:solidFill>
              <a:srgbClr val="AFD26F">
                <a:alpha val="6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4459046" y="8034674"/>
              <a:ext cx="330835" cy="861694"/>
            </a:xfrm>
            <a:custGeom>
              <a:avLst/>
              <a:gdLst/>
              <a:ahLst/>
              <a:cxnLst/>
              <a:rect l="l" t="t" r="r" b="b"/>
              <a:pathLst>
                <a:path w="330835" h="861695">
                  <a:moveTo>
                    <a:pt x="297903" y="139522"/>
                  </a:moveTo>
                  <a:lnTo>
                    <a:pt x="291579" y="0"/>
                  </a:lnTo>
                  <a:lnTo>
                    <a:pt x="53517" y="0"/>
                  </a:lnTo>
                  <a:lnTo>
                    <a:pt x="44856" y="139522"/>
                  </a:lnTo>
                  <a:lnTo>
                    <a:pt x="297903" y="139522"/>
                  </a:lnTo>
                  <a:close/>
                </a:path>
                <a:path w="330835" h="861695">
                  <a:moveTo>
                    <a:pt x="314274" y="500481"/>
                  </a:moveTo>
                  <a:lnTo>
                    <a:pt x="307949" y="360959"/>
                  </a:lnTo>
                  <a:lnTo>
                    <a:pt x="31102" y="360959"/>
                  </a:lnTo>
                  <a:lnTo>
                    <a:pt x="22428" y="500481"/>
                  </a:lnTo>
                  <a:lnTo>
                    <a:pt x="314274" y="500481"/>
                  </a:lnTo>
                  <a:close/>
                </a:path>
                <a:path w="330835" h="861695">
                  <a:moveTo>
                    <a:pt x="330631" y="861441"/>
                  </a:moveTo>
                  <a:lnTo>
                    <a:pt x="324307" y="721918"/>
                  </a:lnTo>
                  <a:lnTo>
                    <a:pt x="8661" y="721918"/>
                  </a:lnTo>
                  <a:lnTo>
                    <a:pt x="0" y="861441"/>
                  </a:lnTo>
                  <a:lnTo>
                    <a:pt x="330631" y="861441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4689957" y="8034674"/>
              <a:ext cx="100330" cy="861694"/>
            </a:xfrm>
            <a:custGeom>
              <a:avLst/>
              <a:gdLst/>
              <a:ahLst/>
              <a:cxnLst/>
              <a:rect l="l" t="t" r="r" b="b"/>
              <a:pathLst>
                <a:path w="100329" h="861695">
                  <a:moveTo>
                    <a:pt x="66992" y="139522"/>
                  </a:moveTo>
                  <a:lnTo>
                    <a:pt x="60667" y="0"/>
                  </a:lnTo>
                  <a:lnTo>
                    <a:pt x="0" y="0"/>
                  </a:lnTo>
                  <a:lnTo>
                    <a:pt x="0" y="139522"/>
                  </a:lnTo>
                  <a:lnTo>
                    <a:pt x="66992" y="139522"/>
                  </a:lnTo>
                  <a:close/>
                </a:path>
                <a:path w="100329" h="861695">
                  <a:moveTo>
                    <a:pt x="83362" y="500481"/>
                  </a:moveTo>
                  <a:lnTo>
                    <a:pt x="77038" y="360959"/>
                  </a:lnTo>
                  <a:lnTo>
                    <a:pt x="0" y="360959"/>
                  </a:lnTo>
                  <a:lnTo>
                    <a:pt x="0" y="500481"/>
                  </a:lnTo>
                  <a:lnTo>
                    <a:pt x="83362" y="500481"/>
                  </a:lnTo>
                  <a:close/>
                </a:path>
                <a:path w="100329" h="861695">
                  <a:moveTo>
                    <a:pt x="99720" y="861441"/>
                  </a:moveTo>
                  <a:lnTo>
                    <a:pt x="93395" y="721918"/>
                  </a:lnTo>
                  <a:lnTo>
                    <a:pt x="0" y="721918"/>
                  </a:lnTo>
                  <a:lnTo>
                    <a:pt x="0" y="860005"/>
                  </a:lnTo>
                  <a:lnTo>
                    <a:pt x="99720" y="861441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9" name="object 239" descr=""/>
          <p:cNvGrpSpPr/>
          <p:nvPr/>
        </p:nvGrpSpPr>
        <p:grpSpPr>
          <a:xfrm>
            <a:off x="3956180" y="7879684"/>
            <a:ext cx="342900" cy="1127125"/>
            <a:chOff x="3956180" y="7879684"/>
            <a:chExt cx="342900" cy="1127125"/>
          </a:xfrm>
        </p:grpSpPr>
        <p:sp>
          <p:nvSpPr>
            <p:cNvPr id="240" name="object 240" descr=""/>
            <p:cNvSpPr/>
            <p:nvPr/>
          </p:nvSpPr>
          <p:spPr>
            <a:xfrm>
              <a:off x="3956180" y="7879684"/>
              <a:ext cx="342900" cy="1127125"/>
            </a:xfrm>
            <a:custGeom>
              <a:avLst/>
              <a:gdLst/>
              <a:ahLst/>
              <a:cxnLst/>
              <a:rect l="l" t="t" r="r" b="b"/>
              <a:pathLst>
                <a:path w="342900" h="1127125">
                  <a:moveTo>
                    <a:pt x="291436" y="0"/>
                  </a:moveTo>
                  <a:lnTo>
                    <a:pt x="70029" y="0"/>
                  </a:lnTo>
                  <a:lnTo>
                    <a:pt x="0" y="1127033"/>
                  </a:lnTo>
                  <a:lnTo>
                    <a:pt x="342523" y="1127033"/>
                  </a:lnTo>
                  <a:lnTo>
                    <a:pt x="291436" y="0"/>
                  </a:lnTo>
                  <a:close/>
                </a:path>
              </a:pathLst>
            </a:custGeom>
            <a:solidFill>
              <a:srgbClr val="DDEC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4193974" y="7879687"/>
              <a:ext cx="100330" cy="1061085"/>
            </a:xfrm>
            <a:custGeom>
              <a:avLst/>
              <a:gdLst/>
              <a:ahLst/>
              <a:cxnLst/>
              <a:rect l="l" t="t" r="r" b="b"/>
              <a:pathLst>
                <a:path w="100329" h="1061084">
                  <a:moveTo>
                    <a:pt x="53642" y="0"/>
                  </a:moveTo>
                  <a:lnTo>
                    <a:pt x="0" y="0"/>
                  </a:lnTo>
                  <a:lnTo>
                    <a:pt x="0" y="1060972"/>
                  </a:lnTo>
                  <a:lnTo>
                    <a:pt x="99714" y="1060972"/>
                  </a:lnTo>
                  <a:lnTo>
                    <a:pt x="53642" y="0"/>
                  </a:lnTo>
                  <a:close/>
                </a:path>
              </a:pathLst>
            </a:custGeom>
            <a:solidFill>
              <a:srgbClr val="AFD26F">
                <a:alpha val="6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3963047" y="8034674"/>
              <a:ext cx="330835" cy="861694"/>
            </a:xfrm>
            <a:custGeom>
              <a:avLst/>
              <a:gdLst/>
              <a:ahLst/>
              <a:cxnLst/>
              <a:rect l="l" t="t" r="r" b="b"/>
              <a:pathLst>
                <a:path w="330835" h="861695">
                  <a:moveTo>
                    <a:pt x="297916" y="139522"/>
                  </a:moveTo>
                  <a:lnTo>
                    <a:pt x="291592" y="0"/>
                  </a:lnTo>
                  <a:lnTo>
                    <a:pt x="53517" y="0"/>
                  </a:lnTo>
                  <a:lnTo>
                    <a:pt x="44856" y="139522"/>
                  </a:lnTo>
                  <a:lnTo>
                    <a:pt x="297916" y="139522"/>
                  </a:lnTo>
                  <a:close/>
                </a:path>
                <a:path w="330835" h="861695">
                  <a:moveTo>
                    <a:pt x="314274" y="500481"/>
                  </a:moveTo>
                  <a:lnTo>
                    <a:pt x="307949" y="360959"/>
                  </a:lnTo>
                  <a:lnTo>
                    <a:pt x="31102" y="360959"/>
                  </a:lnTo>
                  <a:lnTo>
                    <a:pt x="22428" y="500481"/>
                  </a:lnTo>
                  <a:lnTo>
                    <a:pt x="314274" y="500481"/>
                  </a:lnTo>
                  <a:close/>
                </a:path>
                <a:path w="330835" h="861695">
                  <a:moveTo>
                    <a:pt x="330631" y="861441"/>
                  </a:moveTo>
                  <a:lnTo>
                    <a:pt x="324307" y="721918"/>
                  </a:lnTo>
                  <a:lnTo>
                    <a:pt x="8674" y="721918"/>
                  </a:lnTo>
                  <a:lnTo>
                    <a:pt x="0" y="861441"/>
                  </a:lnTo>
                  <a:lnTo>
                    <a:pt x="330631" y="861441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4193971" y="8034674"/>
              <a:ext cx="100330" cy="861694"/>
            </a:xfrm>
            <a:custGeom>
              <a:avLst/>
              <a:gdLst/>
              <a:ahLst/>
              <a:cxnLst/>
              <a:rect l="l" t="t" r="r" b="b"/>
              <a:pathLst>
                <a:path w="100329" h="861695">
                  <a:moveTo>
                    <a:pt x="66992" y="139522"/>
                  </a:moveTo>
                  <a:lnTo>
                    <a:pt x="60667" y="0"/>
                  </a:lnTo>
                  <a:lnTo>
                    <a:pt x="0" y="0"/>
                  </a:lnTo>
                  <a:lnTo>
                    <a:pt x="0" y="139522"/>
                  </a:lnTo>
                  <a:lnTo>
                    <a:pt x="66992" y="139522"/>
                  </a:lnTo>
                  <a:close/>
                </a:path>
                <a:path w="100329" h="861695">
                  <a:moveTo>
                    <a:pt x="83350" y="500481"/>
                  </a:moveTo>
                  <a:lnTo>
                    <a:pt x="77025" y="360959"/>
                  </a:lnTo>
                  <a:lnTo>
                    <a:pt x="0" y="360959"/>
                  </a:lnTo>
                  <a:lnTo>
                    <a:pt x="0" y="500481"/>
                  </a:lnTo>
                  <a:lnTo>
                    <a:pt x="83350" y="500481"/>
                  </a:lnTo>
                  <a:close/>
                </a:path>
                <a:path w="100329" h="861695">
                  <a:moveTo>
                    <a:pt x="99707" y="861441"/>
                  </a:moveTo>
                  <a:lnTo>
                    <a:pt x="93383" y="721918"/>
                  </a:lnTo>
                  <a:lnTo>
                    <a:pt x="0" y="721918"/>
                  </a:lnTo>
                  <a:lnTo>
                    <a:pt x="0" y="860005"/>
                  </a:lnTo>
                  <a:lnTo>
                    <a:pt x="99707" y="861441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4" name="object 244" descr=""/>
          <p:cNvSpPr/>
          <p:nvPr/>
        </p:nvSpPr>
        <p:spPr>
          <a:xfrm>
            <a:off x="3204687" y="9465073"/>
            <a:ext cx="2130425" cy="631190"/>
          </a:xfrm>
          <a:custGeom>
            <a:avLst/>
            <a:gdLst/>
            <a:ahLst/>
            <a:cxnLst/>
            <a:rect l="l" t="t" r="r" b="b"/>
            <a:pathLst>
              <a:path w="2130425" h="631190">
                <a:moveTo>
                  <a:pt x="0" y="630923"/>
                </a:moveTo>
                <a:lnTo>
                  <a:pt x="2129882" y="630923"/>
                </a:lnTo>
                <a:lnTo>
                  <a:pt x="2129882" y="0"/>
                </a:lnTo>
                <a:lnTo>
                  <a:pt x="0" y="0"/>
                </a:lnTo>
                <a:lnTo>
                  <a:pt x="0" y="630923"/>
                </a:lnTo>
                <a:close/>
              </a:path>
            </a:pathLst>
          </a:custGeom>
          <a:solidFill>
            <a:srgbClr val="CEDB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 descr=""/>
          <p:cNvSpPr/>
          <p:nvPr/>
        </p:nvSpPr>
        <p:spPr>
          <a:xfrm>
            <a:off x="2506980" y="8973686"/>
            <a:ext cx="2827655" cy="1122680"/>
          </a:xfrm>
          <a:custGeom>
            <a:avLst/>
            <a:gdLst/>
            <a:ahLst/>
            <a:cxnLst/>
            <a:rect l="l" t="t" r="r" b="b"/>
            <a:pathLst>
              <a:path w="2827654" h="1122679">
                <a:moveTo>
                  <a:pt x="2827578" y="0"/>
                </a:moveTo>
                <a:lnTo>
                  <a:pt x="697699" y="0"/>
                </a:lnTo>
                <a:lnTo>
                  <a:pt x="697699" y="297268"/>
                </a:lnTo>
                <a:lnTo>
                  <a:pt x="0" y="297268"/>
                </a:lnTo>
                <a:lnTo>
                  <a:pt x="0" y="1122324"/>
                </a:lnTo>
                <a:lnTo>
                  <a:pt x="697699" y="1122324"/>
                </a:lnTo>
                <a:lnTo>
                  <a:pt x="697699" y="437464"/>
                </a:lnTo>
                <a:lnTo>
                  <a:pt x="2827578" y="437464"/>
                </a:lnTo>
                <a:lnTo>
                  <a:pt x="2827578" y="0"/>
                </a:lnTo>
                <a:close/>
              </a:path>
            </a:pathLst>
          </a:custGeom>
          <a:solidFill>
            <a:srgbClr val="CEDB5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6" name="object 246" descr=""/>
          <p:cNvGrpSpPr/>
          <p:nvPr/>
        </p:nvGrpSpPr>
        <p:grpSpPr>
          <a:xfrm>
            <a:off x="3096139" y="8746362"/>
            <a:ext cx="3768090" cy="1350010"/>
            <a:chOff x="3096139" y="8746362"/>
            <a:chExt cx="3768090" cy="1350010"/>
          </a:xfrm>
        </p:grpSpPr>
        <p:sp>
          <p:nvSpPr>
            <p:cNvPr id="247" name="object 247" descr=""/>
            <p:cNvSpPr/>
            <p:nvPr/>
          </p:nvSpPr>
          <p:spPr>
            <a:xfrm>
              <a:off x="6062119" y="8746362"/>
              <a:ext cx="802005" cy="1174750"/>
            </a:xfrm>
            <a:custGeom>
              <a:avLst/>
              <a:gdLst/>
              <a:ahLst/>
              <a:cxnLst/>
              <a:rect l="l" t="t" r="r" b="b"/>
              <a:pathLst>
                <a:path w="802004" h="1174750">
                  <a:moveTo>
                    <a:pt x="0" y="1174163"/>
                  </a:moveTo>
                  <a:lnTo>
                    <a:pt x="801828" y="1174163"/>
                  </a:lnTo>
                  <a:lnTo>
                    <a:pt x="801828" y="0"/>
                  </a:lnTo>
                  <a:lnTo>
                    <a:pt x="0" y="0"/>
                  </a:lnTo>
                  <a:lnTo>
                    <a:pt x="0" y="1174163"/>
                  </a:lnTo>
                  <a:close/>
                </a:path>
              </a:pathLst>
            </a:custGeom>
            <a:solidFill>
              <a:srgbClr val="90CF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5334204" y="9168495"/>
              <a:ext cx="728345" cy="263525"/>
            </a:xfrm>
            <a:custGeom>
              <a:avLst/>
              <a:gdLst/>
              <a:ahLst/>
              <a:cxnLst/>
              <a:rect l="l" t="t" r="r" b="b"/>
              <a:pathLst>
                <a:path w="728345" h="263525">
                  <a:moveTo>
                    <a:pt x="727915" y="0"/>
                  </a:moveTo>
                  <a:lnTo>
                    <a:pt x="0" y="0"/>
                  </a:lnTo>
                  <a:lnTo>
                    <a:pt x="0" y="263468"/>
                  </a:lnTo>
                  <a:lnTo>
                    <a:pt x="727915" y="263468"/>
                  </a:lnTo>
                  <a:lnTo>
                    <a:pt x="727915" y="0"/>
                  </a:lnTo>
                  <a:close/>
                </a:path>
              </a:pathLst>
            </a:custGeom>
            <a:solidFill>
              <a:srgbClr val="AFD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3149590" y="8940660"/>
              <a:ext cx="2240280" cy="66675"/>
            </a:xfrm>
            <a:custGeom>
              <a:avLst/>
              <a:gdLst/>
              <a:ahLst/>
              <a:cxnLst/>
              <a:rect l="l" t="t" r="r" b="b"/>
              <a:pathLst>
                <a:path w="2240279" h="66675">
                  <a:moveTo>
                    <a:pt x="2240214" y="0"/>
                  </a:moveTo>
                  <a:lnTo>
                    <a:pt x="0" y="0"/>
                  </a:lnTo>
                  <a:lnTo>
                    <a:pt x="0" y="66060"/>
                  </a:lnTo>
                  <a:lnTo>
                    <a:pt x="2240214" y="66060"/>
                  </a:lnTo>
                  <a:lnTo>
                    <a:pt x="2240214" y="0"/>
                  </a:lnTo>
                  <a:close/>
                </a:path>
              </a:pathLst>
            </a:custGeom>
            <a:solidFill>
              <a:srgbClr val="CEDB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3287648" y="9625874"/>
              <a:ext cx="537210" cy="360680"/>
            </a:xfrm>
            <a:custGeom>
              <a:avLst/>
              <a:gdLst/>
              <a:ahLst/>
              <a:cxnLst/>
              <a:rect l="l" t="t" r="r" b="b"/>
              <a:pathLst>
                <a:path w="537210" h="360679">
                  <a:moveTo>
                    <a:pt x="537104" y="0"/>
                  </a:moveTo>
                  <a:lnTo>
                    <a:pt x="0" y="0"/>
                  </a:lnTo>
                  <a:lnTo>
                    <a:pt x="0" y="360564"/>
                  </a:lnTo>
                  <a:lnTo>
                    <a:pt x="537104" y="360564"/>
                  </a:lnTo>
                  <a:lnTo>
                    <a:pt x="53710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3280499" y="9618186"/>
              <a:ext cx="551815" cy="375920"/>
            </a:xfrm>
            <a:custGeom>
              <a:avLst/>
              <a:gdLst/>
              <a:ahLst/>
              <a:cxnLst/>
              <a:rect l="l" t="t" r="r" b="b"/>
              <a:pathLst>
                <a:path w="551814" h="375920">
                  <a:moveTo>
                    <a:pt x="551395" y="0"/>
                  </a:moveTo>
                  <a:lnTo>
                    <a:pt x="537095" y="0"/>
                  </a:lnTo>
                  <a:lnTo>
                    <a:pt x="537095" y="15240"/>
                  </a:lnTo>
                  <a:lnTo>
                    <a:pt x="537095" y="77749"/>
                  </a:lnTo>
                  <a:lnTo>
                    <a:pt x="537095" y="360680"/>
                  </a:lnTo>
                  <a:lnTo>
                    <a:pt x="503872" y="360680"/>
                  </a:lnTo>
                  <a:lnTo>
                    <a:pt x="503872" y="306857"/>
                  </a:lnTo>
                  <a:lnTo>
                    <a:pt x="537095" y="306857"/>
                  </a:lnTo>
                  <a:lnTo>
                    <a:pt x="537095" y="300278"/>
                  </a:lnTo>
                  <a:lnTo>
                    <a:pt x="503872" y="300278"/>
                  </a:lnTo>
                  <a:lnTo>
                    <a:pt x="503872" y="232676"/>
                  </a:lnTo>
                  <a:lnTo>
                    <a:pt x="537095" y="232676"/>
                  </a:lnTo>
                  <a:lnTo>
                    <a:pt x="537095" y="226110"/>
                  </a:lnTo>
                  <a:lnTo>
                    <a:pt x="503872" y="226110"/>
                  </a:lnTo>
                  <a:lnTo>
                    <a:pt x="503872" y="158496"/>
                  </a:lnTo>
                  <a:lnTo>
                    <a:pt x="537095" y="158496"/>
                  </a:lnTo>
                  <a:lnTo>
                    <a:pt x="537095" y="151917"/>
                  </a:lnTo>
                  <a:lnTo>
                    <a:pt x="503872" y="151917"/>
                  </a:lnTo>
                  <a:lnTo>
                    <a:pt x="503872" y="84315"/>
                  </a:lnTo>
                  <a:lnTo>
                    <a:pt x="537095" y="84315"/>
                  </a:lnTo>
                  <a:lnTo>
                    <a:pt x="537095" y="77749"/>
                  </a:lnTo>
                  <a:lnTo>
                    <a:pt x="503872" y="77749"/>
                  </a:lnTo>
                  <a:lnTo>
                    <a:pt x="503872" y="15240"/>
                  </a:lnTo>
                  <a:lnTo>
                    <a:pt x="537095" y="15240"/>
                  </a:lnTo>
                  <a:lnTo>
                    <a:pt x="537095" y="0"/>
                  </a:lnTo>
                  <a:lnTo>
                    <a:pt x="497293" y="0"/>
                  </a:lnTo>
                  <a:lnTo>
                    <a:pt x="497293" y="15240"/>
                  </a:lnTo>
                  <a:lnTo>
                    <a:pt x="497293" y="77749"/>
                  </a:lnTo>
                  <a:lnTo>
                    <a:pt x="497293" y="360680"/>
                  </a:lnTo>
                  <a:lnTo>
                    <a:pt x="419366" y="360680"/>
                  </a:lnTo>
                  <a:lnTo>
                    <a:pt x="419366" y="306857"/>
                  </a:lnTo>
                  <a:lnTo>
                    <a:pt x="497293" y="306857"/>
                  </a:lnTo>
                  <a:lnTo>
                    <a:pt x="497293" y="300278"/>
                  </a:lnTo>
                  <a:lnTo>
                    <a:pt x="419366" y="300278"/>
                  </a:lnTo>
                  <a:lnTo>
                    <a:pt x="419366" y="232676"/>
                  </a:lnTo>
                  <a:lnTo>
                    <a:pt x="497293" y="232676"/>
                  </a:lnTo>
                  <a:lnTo>
                    <a:pt x="497293" y="226110"/>
                  </a:lnTo>
                  <a:lnTo>
                    <a:pt x="419366" y="226110"/>
                  </a:lnTo>
                  <a:lnTo>
                    <a:pt x="419366" y="158496"/>
                  </a:lnTo>
                  <a:lnTo>
                    <a:pt x="497293" y="158496"/>
                  </a:lnTo>
                  <a:lnTo>
                    <a:pt x="497293" y="151917"/>
                  </a:lnTo>
                  <a:lnTo>
                    <a:pt x="419366" y="151917"/>
                  </a:lnTo>
                  <a:lnTo>
                    <a:pt x="419366" y="84315"/>
                  </a:lnTo>
                  <a:lnTo>
                    <a:pt x="497293" y="84315"/>
                  </a:lnTo>
                  <a:lnTo>
                    <a:pt x="497293" y="77749"/>
                  </a:lnTo>
                  <a:lnTo>
                    <a:pt x="419366" y="77749"/>
                  </a:lnTo>
                  <a:lnTo>
                    <a:pt x="419366" y="15240"/>
                  </a:lnTo>
                  <a:lnTo>
                    <a:pt x="497293" y="15240"/>
                  </a:lnTo>
                  <a:lnTo>
                    <a:pt x="497293" y="0"/>
                  </a:lnTo>
                  <a:lnTo>
                    <a:pt x="412800" y="0"/>
                  </a:lnTo>
                  <a:lnTo>
                    <a:pt x="412800" y="15240"/>
                  </a:lnTo>
                  <a:lnTo>
                    <a:pt x="412800" y="77749"/>
                  </a:lnTo>
                  <a:lnTo>
                    <a:pt x="412800" y="360680"/>
                  </a:lnTo>
                  <a:lnTo>
                    <a:pt x="334860" y="360680"/>
                  </a:lnTo>
                  <a:lnTo>
                    <a:pt x="334860" y="306857"/>
                  </a:lnTo>
                  <a:lnTo>
                    <a:pt x="412800" y="306857"/>
                  </a:lnTo>
                  <a:lnTo>
                    <a:pt x="412800" y="300278"/>
                  </a:lnTo>
                  <a:lnTo>
                    <a:pt x="334860" y="300278"/>
                  </a:lnTo>
                  <a:lnTo>
                    <a:pt x="334860" y="232676"/>
                  </a:lnTo>
                  <a:lnTo>
                    <a:pt x="412800" y="232676"/>
                  </a:lnTo>
                  <a:lnTo>
                    <a:pt x="412800" y="226110"/>
                  </a:lnTo>
                  <a:lnTo>
                    <a:pt x="334860" y="226110"/>
                  </a:lnTo>
                  <a:lnTo>
                    <a:pt x="334860" y="158496"/>
                  </a:lnTo>
                  <a:lnTo>
                    <a:pt x="412800" y="158496"/>
                  </a:lnTo>
                  <a:lnTo>
                    <a:pt x="412800" y="151917"/>
                  </a:lnTo>
                  <a:lnTo>
                    <a:pt x="334860" y="151917"/>
                  </a:lnTo>
                  <a:lnTo>
                    <a:pt x="334860" y="84315"/>
                  </a:lnTo>
                  <a:lnTo>
                    <a:pt x="412800" y="84315"/>
                  </a:lnTo>
                  <a:lnTo>
                    <a:pt x="412800" y="77749"/>
                  </a:lnTo>
                  <a:lnTo>
                    <a:pt x="334860" y="77749"/>
                  </a:lnTo>
                  <a:lnTo>
                    <a:pt x="334860" y="15240"/>
                  </a:lnTo>
                  <a:lnTo>
                    <a:pt x="412800" y="15240"/>
                  </a:lnTo>
                  <a:lnTo>
                    <a:pt x="412800" y="0"/>
                  </a:lnTo>
                  <a:lnTo>
                    <a:pt x="328282" y="0"/>
                  </a:lnTo>
                  <a:lnTo>
                    <a:pt x="328282" y="15240"/>
                  </a:lnTo>
                  <a:lnTo>
                    <a:pt x="328282" y="77749"/>
                  </a:lnTo>
                  <a:lnTo>
                    <a:pt x="328282" y="360680"/>
                  </a:lnTo>
                  <a:lnTo>
                    <a:pt x="250355" y="360680"/>
                  </a:lnTo>
                  <a:lnTo>
                    <a:pt x="250355" y="306857"/>
                  </a:lnTo>
                  <a:lnTo>
                    <a:pt x="328282" y="306857"/>
                  </a:lnTo>
                  <a:lnTo>
                    <a:pt x="328282" y="300278"/>
                  </a:lnTo>
                  <a:lnTo>
                    <a:pt x="250355" y="300278"/>
                  </a:lnTo>
                  <a:lnTo>
                    <a:pt x="250355" y="232676"/>
                  </a:lnTo>
                  <a:lnTo>
                    <a:pt x="328282" y="232676"/>
                  </a:lnTo>
                  <a:lnTo>
                    <a:pt x="328282" y="226110"/>
                  </a:lnTo>
                  <a:lnTo>
                    <a:pt x="250355" y="226110"/>
                  </a:lnTo>
                  <a:lnTo>
                    <a:pt x="250355" y="158496"/>
                  </a:lnTo>
                  <a:lnTo>
                    <a:pt x="328282" y="158496"/>
                  </a:lnTo>
                  <a:lnTo>
                    <a:pt x="328282" y="151917"/>
                  </a:lnTo>
                  <a:lnTo>
                    <a:pt x="250355" y="151917"/>
                  </a:lnTo>
                  <a:lnTo>
                    <a:pt x="250355" y="84315"/>
                  </a:lnTo>
                  <a:lnTo>
                    <a:pt x="328282" y="84315"/>
                  </a:lnTo>
                  <a:lnTo>
                    <a:pt x="328282" y="77749"/>
                  </a:lnTo>
                  <a:lnTo>
                    <a:pt x="250355" y="77749"/>
                  </a:lnTo>
                  <a:lnTo>
                    <a:pt x="250355" y="15240"/>
                  </a:lnTo>
                  <a:lnTo>
                    <a:pt x="328282" y="15240"/>
                  </a:lnTo>
                  <a:lnTo>
                    <a:pt x="328282" y="0"/>
                  </a:lnTo>
                  <a:lnTo>
                    <a:pt x="243776" y="0"/>
                  </a:lnTo>
                  <a:lnTo>
                    <a:pt x="243776" y="15240"/>
                  </a:lnTo>
                  <a:lnTo>
                    <a:pt x="243776" y="77749"/>
                  </a:lnTo>
                  <a:lnTo>
                    <a:pt x="243776" y="360680"/>
                  </a:lnTo>
                  <a:lnTo>
                    <a:pt x="165836" y="360680"/>
                  </a:lnTo>
                  <a:lnTo>
                    <a:pt x="165836" y="306857"/>
                  </a:lnTo>
                  <a:lnTo>
                    <a:pt x="243776" y="306857"/>
                  </a:lnTo>
                  <a:lnTo>
                    <a:pt x="243776" y="300278"/>
                  </a:lnTo>
                  <a:lnTo>
                    <a:pt x="165836" y="300278"/>
                  </a:lnTo>
                  <a:lnTo>
                    <a:pt x="165836" y="232676"/>
                  </a:lnTo>
                  <a:lnTo>
                    <a:pt x="243776" y="232676"/>
                  </a:lnTo>
                  <a:lnTo>
                    <a:pt x="243776" y="226110"/>
                  </a:lnTo>
                  <a:lnTo>
                    <a:pt x="165836" y="226110"/>
                  </a:lnTo>
                  <a:lnTo>
                    <a:pt x="165836" y="158496"/>
                  </a:lnTo>
                  <a:lnTo>
                    <a:pt x="243776" y="158496"/>
                  </a:lnTo>
                  <a:lnTo>
                    <a:pt x="243776" y="151917"/>
                  </a:lnTo>
                  <a:lnTo>
                    <a:pt x="165836" y="151917"/>
                  </a:lnTo>
                  <a:lnTo>
                    <a:pt x="165836" y="84315"/>
                  </a:lnTo>
                  <a:lnTo>
                    <a:pt x="243776" y="84315"/>
                  </a:lnTo>
                  <a:lnTo>
                    <a:pt x="243776" y="77749"/>
                  </a:lnTo>
                  <a:lnTo>
                    <a:pt x="165836" y="77749"/>
                  </a:lnTo>
                  <a:lnTo>
                    <a:pt x="165836" y="15240"/>
                  </a:lnTo>
                  <a:lnTo>
                    <a:pt x="243776" y="15240"/>
                  </a:lnTo>
                  <a:lnTo>
                    <a:pt x="243776" y="0"/>
                  </a:lnTo>
                  <a:lnTo>
                    <a:pt x="159270" y="0"/>
                  </a:lnTo>
                  <a:lnTo>
                    <a:pt x="159270" y="15240"/>
                  </a:lnTo>
                  <a:lnTo>
                    <a:pt x="159270" y="77749"/>
                  </a:lnTo>
                  <a:lnTo>
                    <a:pt x="159270" y="360680"/>
                  </a:lnTo>
                  <a:lnTo>
                    <a:pt x="81330" y="360680"/>
                  </a:lnTo>
                  <a:lnTo>
                    <a:pt x="81330" y="306857"/>
                  </a:lnTo>
                  <a:lnTo>
                    <a:pt x="159270" y="306857"/>
                  </a:lnTo>
                  <a:lnTo>
                    <a:pt x="159270" y="300278"/>
                  </a:lnTo>
                  <a:lnTo>
                    <a:pt x="81330" y="300278"/>
                  </a:lnTo>
                  <a:lnTo>
                    <a:pt x="81330" y="232676"/>
                  </a:lnTo>
                  <a:lnTo>
                    <a:pt x="159270" y="232676"/>
                  </a:lnTo>
                  <a:lnTo>
                    <a:pt x="159270" y="226110"/>
                  </a:lnTo>
                  <a:lnTo>
                    <a:pt x="81330" y="226110"/>
                  </a:lnTo>
                  <a:lnTo>
                    <a:pt x="81330" y="158496"/>
                  </a:lnTo>
                  <a:lnTo>
                    <a:pt x="159270" y="158496"/>
                  </a:lnTo>
                  <a:lnTo>
                    <a:pt x="159270" y="151917"/>
                  </a:lnTo>
                  <a:lnTo>
                    <a:pt x="81330" y="151917"/>
                  </a:lnTo>
                  <a:lnTo>
                    <a:pt x="81330" y="84315"/>
                  </a:lnTo>
                  <a:lnTo>
                    <a:pt x="159270" y="84315"/>
                  </a:lnTo>
                  <a:lnTo>
                    <a:pt x="159270" y="77749"/>
                  </a:lnTo>
                  <a:lnTo>
                    <a:pt x="81330" y="77749"/>
                  </a:lnTo>
                  <a:lnTo>
                    <a:pt x="81330" y="15240"/>
                  </a:lnTo>
                  <a:lnTo>
                    <a:pt x="159270" y="15240"/>
                  </a:lnTo>
                  <a:lnTo>
                    <a:pt x="159270" y="0"/>
                  </a:lnTo>
                  <a:lnTo>
                    <a:pt x="74752" y="0"/>
                  </a:lnTo>
                  <a:lnTo>
                    <a:pt x="74752" y="15240"/>
                  </a:lnTo>
                  <a:lnTo>
                    <a:pt x="74752" y="77749"/>
                  </a:lnTo>
                  <a:lnTo>
                    <a:pt x="74752" y="360680"/>
                  </a:lnTo>
                  <a:lnTo>
                    <a:pt x="14300" y="360680"/>
                  </a:lnTo>
                  <a:lnTo>
                    <a:pt x="14300" y="306857"/>
                  </a:lnTo>
                  <a:lnTo>
                    <a:pt x="74752" y="306857"/>
                  </a:lnTo>
                  <a:lnTo>
                    <a:pt x="74752" y="300278"/>
                  </a:lnTo>
                  <a:lnTo>
                    <a:pt x="14300" y="300278"/>
                  </a:lnTo>
                  <a:lnTo>
                    <a:pt x="14300" y="232676"/>
                  </a:lnTo>
                  <a:lnTo>
                    <a:pt x="74752" y="232676"/>
                  </a:lnTo>
                  <a:lnTo>
                    <a:pt x="74752" y="226110"/>
                  </a:lnTo>
                  <a:lnTo>
                    <a:pt x="14300" y="226110"/>
                  </a:lnTo>
                  <a:lnTo>
                    <a:pt x="14300" y="158496"/>
                  </a:lnTo>
                  <a:lnTo>
                    <a:pt x="74752" y="158496"/>
                  </a:lnTo>
                  <a:lnTo>
                    <a:pt x="74752" y="151917"/>
                  </a:lnTo>
                  <a:lnTo>
                    <a:pt x="14300" y="151917"/>
                  </a:lnTo>
                  <a:lnTo>
                    <a:pt x="14300" y="84315"/>
                  </a:lnTo>
                  <a:lnTo>
                    <a:pt x="74752" y="84315"/>
                  </a:lnTo>
                  <a:lnTo>
                    <a:pt x="74752" y="77749"/>
                  </a:lnTo>
                  <a:lnTo>
                    <a:pt x="14300" y="77749"/>
                  </a:lnTo>
                  <a:lnTo>
                    <a:pt x="14300" y="15240"/>
                  </a:lnTo>
                  <a:lnTo>
                    <a:pt x="74752" y="15240"/>
                  </a:lnTo>
                  <a:lnTo>
                    <a:pt x="74752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360680"/>
                  </a:lnTo>
                  <a:lnTo>
                    <a:pt x="0" y="375920"/>
                  </a:lnTo>
                  <a:lnTo>
                    <a:pt x="551395" y="375920"/>
                  </a:lnTo>
                  <a:lnTo>
                    <a:pt x="551395" y="361111"/>
                  </a:lnTo>
                  <a:lnTo>
                    <a:pt x="551395" y="360680"/>
                  </a:lnTo>
                  <a:lnTo>
                    <a:pt x="551395" y="15240"/>
                  </a:lnTo>
                  <a:lnTo>
                    <a:pt x="551395" y="14833"/>
                  </a:lnTo>
                  <a:lnTo>
                    <a:pt x="551395" y="0"/>
                  </a:lnTo>
                  <a:close/>
                </a:path>
              </a:pathLst>
            </a:custGeom>
            <a:solidFill>
              <a:srgbClr val="D8E2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4001082" y="9621361"/>
              <a:ext cx="537210" cy="360680"/>
            </a:xfrm>
            <a:custGeom>
              <a:avLst/>
              <a:gdLst/>
              <a:ahLst/>
              <a:cxnLst/>
              <a:rect l="l" t="t" r="r" b="b"/>
              <a:pathLst>
                <a:path w="537210" h="360679">
                  <a:moveTo>
                    <a:pt x="537093" y="0"/>
                  </a:moveTo>
                  <a:lnTo>
                    <a:pt x="0" y="0"/>
                  </a:lnTo>
                  <a:lnTo>
                    <a:pt x="0" y="360564"/>
                  </a:lnTo>
                  <a:lnTo>
                    <a:pt x="537093" y="360564"/>
                  </a:lnTo>
                  <a:lnTo>
                    <a:pt x="537093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3993921" y="9614211"/>
              <a:ext cx="551815" cy="375285"/>
            </a:xfrm>
            <a:custGeom>
              <a:avLst/>
              <a:gdLst/>
              <a:ahLst/>
              <a:cxnLst/>
              <a:rect l="l" t="t" r="r" b="b"/>
              <a:pathLst>
                <a:path w="551814" h="375284">
                  <a:moveTo>
                    <a:pt x="551395" y="165"/>
                  </a:moveTo>
                  <a:lnTo>
                    <a:pt x="503872" y="165"/>
                  </a:lnTo>
                  <a:lnTo>
                    <a:pt x="503872" y="0"/>
                  </a:lnTo>
                  <a:lnTo>
                    <a:pt x="497293" y="0"/>
                  </a:lnTo>
                  <a:lnTo>
                    <a:pt x="497293" y="360845"/>
                  </a:lnTo>
                  <a:lnTo>
                    <a:pt x="419366" y="360845"/>
                  </a:lnTo>
                  <a:lnTo>
                    <a:pt x="419366" y="306324"/>
                  </a:lnTo>
                  <a:lnTo>
                    <a:pt x="497293" y="306324"/>
                  </a:lnTo>
                  <a:lnTo>
                    <a:pt x="497293" y="299745"/>
                  </a:lnTo>
                  <a:lnTo>
                    <a:pt x="419366" y="299745"/>
                  </a:lnTo>
                  <a:lnTo>
                    <a:pt x="419366" y="232143"/>
                  </a:lnTo>
                  <a:lnTo>
                    <a:pt x="497293" y="232143"/>
                  </a:lnTo>
                  <a:lnTo>
                    <a:pt x="497293" y="225564"/>
                  </a:lnTo>
                  <a:lnTo>
                    <a:pt x="419366" y="225564"/>
                  </a:lnTo>
                  <a:lnTo>
                    <a:pt x="419366" y="157962"/>
                  </a:lnTo>
                  <a:lnTo>
                    <a:pt x="497293" y="157962"/>
                  </a:lnTo>
                  <a:lnTo>
                    <a:pt x="497293" y="151396"/>
                  </a:lnTo>
                  <a:lnTo>
                    <a:pt x="419366" y="151396"/>
                  </a:lnTo>
                  <a:lnTo>
                    <a:pt x="419366" y="83781"/>
                  </a:lnTo>
                  <a:lnTo>
                    <a:pt x="497293" y="83781"/>
                  </a:lnTo>
                  <a:lnTo>
                    <a:pt x="497293" y="77203"/>
                  </a:lnTo>
                  <a:lnTo>
                    <a:pt x="419366" y="77203"/>
                  </a:lnTo>
                  <a:lnTo>
                    <a:pt x="419366" y="14135"/>
                  </a:lnTo>
                  <a:lnTo>
                    <a:pt x="497293" y="14135"/>
                  </a:lnTo>
                  <a:lnTo>
                    <a:pt x="497293" y="165"/>
                  </a:lnTo>
                  <a:lnTo>
                    <a:pt x="419366" y="165"/>
                  </a:lnTo>
                  <a:lnTo>
                    <a:pt x="419366" y="0"/>
                  </a:lnTo>
                  <a:lnTo>
                    <a:pt x="412788" y="0"/>
                  </a:lnTo>
                  <a:lnTo>
                    <a:pt x="412788" y="360845"/>
                  </a:lnTo>
                  <a:lnTo>
                    <a:pt x="334860" y="360845"/>
                  </a:lnTo>
                  <a:lnTo>
                    <a:pt x="334860" y="306324"/>
                  </a:lnTo>
                  <a:lnTo>
                    <a:pt x="412788" y="306324"/>
                  </a:lnTo>
                  <a:lnTo>
                    <a:pt x="412788" y="299745"/>
                  </a:lnTo>
                  <a:lnTo>
                    <a:pt x="334860" y="299745"/>
                  </a:lnTo>
                  <a:lnTo>
                    <a:pt x="334860" y="232143"/>
                  </a:lnTo>
                  <a:lnTo>
                    <a:pt x="412788" y="232143"/>
                  </a:lnTo>
                  <a:lnTo>
                    <a:pt x="412788" y="225564"/>
                  </a:lnTo>
                  <a:lnTo>
                    <a:pt x="334860" y="225564"/>
                  </a:lnTo>
                  <a:lnTo>
                    <a:pt x="334860" y="157962"/>
                  </a:lnTo>
                  <a:lnTo>
                    <a:pt x="412788" y="157962"/>
                  </a:lnTo>
                  <a:lnTo>
                    <a:pt x="412788" y="151396"/>
                  </a:lnTo>
                  <a:lnTo>
                    <a:pt x="334860" y="151396"/>
                  </a:lnTo>
                  <a:lnTo>
                    <a:pt x="334860" y="83781"/>
                  </a:lnTo>
                  <a:lnTo>
                    <a:pt x="412788" y="83781"/>
                  </a:lnTo>
                  <a:lnTo>
                    <a:pt x="412788" y="77203"/>
                  </a:lnTo>
                  <a:lnTo>
                    <a:pt x="334860" y="77203"/>
                  </a:lnTo>
                  <a:lnTo>
                    <a:pt x="334860" y="14135"/>
                  </a:lnTo>
                  <a:lnTo>
                    <a:pt x="412788" y="14135"/>
                  </a:lnTo>
                  <a:lnTo>
                    <a:pt x="412788" y="165"/>
                  </a:lnTo>
                  <a:lnTo>
                    <a:pt x="334860" y="165"/>
                  </a:lnTo>
                  <a:lnTo>
                    <a:pt x="334860" y="0"/>
                  </a:lnTo>
                  <a:lnTo>
                    <a:pt x="328282" y="0"/>
                  </a:lnTo>
                  <a:lnTo>
                    <a:pt x="328282" y="360845"/>
                  </a:lnTo>
                  <a:lnTo>
                    <a:pt x="250355" y="360845"/>
                  </a:lnTo>
                  <a:lnTo>
                    <a:pt x="250355" y="306324"/>
                  </a:lnTo>
                  <a:lnTo>
                    <a:pt x="328282" y="306324"/>
                  </a:lnTo>
                  <a:lnTo>
                    <a:pt x="328282" y="299745"/>
                  </a:lnTo>
                  <a:lnTo>
                    <a:pt x="250355" y="299745"/>
                  </a:lnTo>
                  <a:lnTo>
                    <a:pt x="250355" y="232143"/>
                  </a:lnTo>
                  <a:lnTo>
                    <a:pt x="328282" y="232143"/>
                  </a:lnTo>
                  <a:lnTo>
                    <a:pt x="328282" y="225564"/>
                  </a:lnTo>
                  <a:lnTo>
                    <a:pt x="250355" y="225564"/>
                  </a:lnTo>
                  <a:lnTo>
                    <a:pt x="250355" y="157962"/>
                  </a:lnTo>
                  <a:lnTo>
                    <a:pt x="328282" y="157962"/>
                  </a:lnTo>
                  <a:lnTo>
                    <a:pt x="328282" y="151396"/>
                  </a:lnTo>
                  <a:lnTo>
                    <a:pt x="250355" y="151396"/>
                  </a:lnTo>
                  <a:lnTo>
                    <a:pt x="250355" y="83781"/>
                  </a:lnTo>
                  <a:lnTo>
                    <a:pt x="328282" y="83781"/>
                  </a:lnTo>
                  <a:lnTo>
                    <a:pt x="328282" y="77203"/>
                  </a:lnTo>
                  <a:lnTo>
                    <a:pt x="250355" y="77203"/>
                  </a:lnTo>
                  <a:lnTo>
                    <a:pt x="250355" y="14135"/>
                  </a:lnTo>
                  <a:lnTo>
                    <a:pt x="328282" y="14135"/>
                  </a:lnTo>
                  <a:lnTo>
                    <a:pt x="328282" y="165"/>
                  </a:lnTo>
                  <a:lnTo>
                    <a:pt x="250355" y="165"/>
                  </a:lnTo>
                  <a:lnTo>
                    <a:pt x="250355" y="0"/>
                  </a:lnTo>
                  <a:lnTo>
                    <a:pt x="243776" y="0"/>
                  </a:lnTo>
                  <a:lnTo>
                    <a:pt x="243776" y="360845"/>
                  </a:lnTo>
                  <a:lnTo>
                    <a:pt x="165836" y="360845"/>
                  </a:lnTo>
                  <a:lnTo>
                    <a:pt x="165836" y="306324"/>
                  </a:lnTo>
                  <a:lnTo>
                    <a:pt x="243776" y="306324"/>
                  </a:lnTo>
                  <a:lnTo>
                    <a:pt x="243776" y="299745"/>
                  </a:lnTo>
                  <a:lnTo>
                    <a:pt x="165836" y="299745"/>
                  </a:lnTo>
                  <a:lnTo>
                    <a:pt x="165836" y="232143"/>
                  </a:lnTo>
                  <a:lnTo>
                    <a:pt x="243776" y="232143"/>
                  </a:lnTo>
                  <a:lnTo>
                    <a:pt x="243776" y="225564"/>
                  </a:lnTo>
                  <a:lnTo>
                    <a:pt x="165836" y="225564"/>
                  </a:lnTo>
                  <a:lnTo>
                    <a:pt x="165836" y="157962"/>
                  </a:lnTo>
                  <a:lnTo>
                    <a:pt x="243776" y="157962"/>
                  </a:lnTo>
                  <a:lnTo>
                    <a:pt x="243776" y="151396"/>
                  </a:lnTo>
                  <a:lnTo>
                    <a:pt x="165836" y="151396"/>
                  </a:lnTo>
                  <a:lnTo>
                    <a:pt x="165836" y="83781"/>
                  </a:lnTo>
                  <a:lnTo>
                    <a:pt x="243776" y="83781"/>
                  </a:lnTo>
                  <a:lnTo>
                    <a:pt x="243776" y="77203"/>
                  </a:lnTo>
                  <a:lnTo>
                    <a:pt x="165836" y="77203"/>
                  </a:lnTo>
                  <a:lnTo>
                    <a:pt x="165836" y="14135"/>
                  </a:lnTo>
                  <a:lnTo>
                    <a:pt x="243776" y="14135"/>
                  </a:lnTo>
                  <a:lnTo>
                    <a:pt x="243776" y="165"/>
                  </a:lnTo>
                  <a:lnTo>
                    <a:pt x="165836" y="165"/>
                  </a:lnTo>
                  <a:lnTo>
                    <a:pt x="165836" y="0"/>
                  </a:lnTo>
                  <a:lnTo>
                    <a:pt x="159270" y="0"/>
                  </a:lnTo>
                  <a:lnTo>
                    <a:pt x="159270" y="360845"/>
                  </a:lnTo>
                  <a:lnTo>
                    <a:pt x="81330" y="360845"/>
                  </a:lnTo>
                  <a:lnTo>
                    <a:pt x="81330" y="306324"/>
                  </a:lnTo>
                  <a:lnTo>
                    <a:pt x="159270" y="306324"/>
                  </a:lnTo>
                  <a:lnTo>
                    <a:pt x="159270" y="299745"/>
                  </a:lnTo>
                  <a:lnTo>
                    <a:pt x="81330" y="299745"/>
                  </a:lnTo>
                  <a:lnTo>
                    <a:pt x="81330" y="232143"/>
                  </a:lnTo>
                  <a:lnTo>
                    <a:pt x="159270" y="232143"/>
                  </a:lnTo>
                  <a:lnTo>
                    <a:pt x="159270" y="225564"/>
                  </a:lnTo>
                  <a:lnTo>
                    <a:pt x="81330" y="225564"/>
                  </a:lnTo>
                  <a:lnTo>
                    <a:pt x="81330" y="157962"/>
                  </a:lnTo>
                  <a:lnTo>
                    <a:pt x="159270" y="157962"/>
                  </a:lnTo>
                  <a:lnTo>
                    <a:pt x="159270" y="151396"/>
                  </a:lnTo>
                  <a:lnTo>
                    <a:pt x="81330" y="151396"/>
                  </a:lnTo>
                  <a:lnTo>
                    <a:pt x="81330" y="83781"/>
                  </a:lnTo>
                  <a:lnTo>
                    <a:pt x="159270" y="83781"/>
                  </a:lnTo>
                  <a:lnTo>
                    <a:pt x="159270" y="77203"/>
                  </a:lnTo>
                  <a:lnTo>
                    <a:pt x="81330" y="77203"/>
                  </a:lnTo>
                  <a:lnTo>
                    <a:pt x="81330" y="14135"/>
                  </a:lnTo>
                  <a:lnTo>
                    <a:pt x="159270" y="14135"/>
                  </a:lnTo>
                  <a:lnTo>
                    <a:pt x="159270" y="165"/>
                  </a:lnTo>
                  <a:lnTo>
                    <a:pt x="81330" y="165"/>
                  </a:lnTo>
                  <a:lnTo>
                    <a:pt x="81330" y="0"/>
                  </a:lnTo>
                  <a:lnTo>
                    <a:pt x="74752" y="0"/>
                  </a:lnTo>
                  <a:lnTo>
                    <a:pt x="74752" y="360845"/>
                  </a:lnTo>
                  <a:lnTo>
                    <a:pt x="14300" y="360845"/>
                  </a:lnTo>
                  <a:lnTo>
                    <a:pt x="14300" y="306324"/>
                  </a:lnTo>
                  <a:lnTo>
                    <a:pt x="74752" y="306324"/>
                  </a:lnTo>
                  <a:lnTo>
                    <a:pt x="74752" y="299745"/>
                  </a:lnTo>
                  <a:lnTo>
                    <a:pt x="14300" y="299745"/>
                  </a:lnTo>
                  <a:lnTo>
                    <a:pt x="14300" y="232143"/>
                  </a:lnTo>
                  <a:lnTo>
                    <a:pt x="74752" y="232143"/>
                  </a:lnTo>
                  <a:lnTo>
                    <a:pt x="74752" y="225564"/>
                  </a:lnTo>
                  <a:lnTo>
                    <a:pt x="14300" y="225564"/>
                  </a:lnTo>
                  <a:lnTo>
                    <a:pt x="14300" y="157962"/>
                  </a:lnTo>
                  <a:lnTo>
                    <a:pt x="74752" y="157962"/>
                  </a:lnTo>
                  <a:lnTo>
                    <a:pt x="74752" y="151396"/>
                  </a:lnTo>
                  <a:lnTo>
                    <a:pt x="14300" y="151396"/>
                  </a:lnTo>
                  <a:lnTo>
                    <a:pt x="14300" y="83781"/>
                  </a:lnTo>
                  <a:lnTo>
                    <a:pt x="74752" y="83781"/>
                  </a:lnTo>
                  <a:lnTo>
                    <a:pt x="74752" y="77203"/>
                  </a:lnTo>
                  <a:lnTo>
                    <a:pt x="14300" y="77203"/>
                  </a:lnTo>
                  <a:lnTo>
                    <a:pt x="14300" y="14135"/>
                  </a:lnTo>
                  <a:lnTo>
                    <a:pt x="74752" y="14135"/>
                  </a:lnTo>
                  <a:lnTo>
                    <a:pt x="74752" y="165"/>
                  </a:lnTo>
                  <a:lnTo>
                    <a:pt x="0" y="165"/>
                  </a:lnTo>
                  <a:lnTo>
                    <a:pt x="0" y="14135"/>
                  </a:lnTo>
                  <a:lnTo>
                    <a:pt x="0" y="360845"/>
                  </a:lnTo>
                  <a:lnTo>
                    <a:pt x="0" y="374815"/>
                  </a:lnTo>
                  <a:lnTo>
                    <a:pt x="551395" y="374815"/>
                  </a:lnTo>
                  <a:lnTo>
                    <a:pt x="551395" y="360845"/>
                  </a:lnTo>
                  <a:lnTo>
                    <a:pt x="503872" y="360845"/>
                  </a:lnTo>
                  <a:lnTo>
                    <a:pt x="503872" y="306324"/>
                  </a:lnTo>
                  <a:lnTo>
                    <a:pt x="537108" y="306324"/>
                  </a:lnTo>
                  <a:lnTo>
                    <a:pt x="537108" y="360578"/>
                  </a:lnTo>
                  <a:lnTo>
                    <a:pt x="551395" y="360578"/>
                  </a:lnTo>
                  <a:lnTo>
                    <a:pt x="551395" y="14300"/>
                  </a:lnTo>
                  <a:lnTo>
                    <a:pt x="537108" y="14300"/>
                  </a:lnTo>
                  <a:lnTo>
                    <a:pt x="537108" y="77203"/>
                  </a:lnTo>
                  <a:lnTo>
                    <a:pt x="537108" y="83781"/>
                  </a:lnTo>
                  <a:lnTo>
                    <a:pt x="537108" y="299745"/>
                  </a:lnTo>
                  <a:lnTo>
                    <a:pt x="503872" y="299745"/>
                  </a:lnTo>
                  <a:lnTo>
                    <a:pt x="503872" y="232143"/>
                  </a:lnTo>
                  <a:lnTo>
                    <a:pt x="537108" y="232143"/>
                  </a:lnTo>
                  <a:lnTo>
                    <a:pt x="537108" y="225564"/>
                  </a:lnTo>
                  <a:lnTo>
                    <a:pt x="503872" y="225564"/>
                  </a:lnTo>
                  <a:lnTo>
                    <a:pt x="503872" y="157962"/>
                  </a:lnTo>
                  <a:lnTo>
                    <a:pt x="537108" y="157962"/>
                  </a:lnTo>
                  <a:lnTo>
                    <a:pt x="537108" y="151396"/>
                  </a:lnTo>
                  <a:lnTo>
                    <a:pt x="503872" y="151396"/>
                  </a:lnTo>
                  <a:lnTo>
                    <a:pt x="503872" y="83781"/>
                  </a:lnTo>
                  <a:lnTo>
                    <a:pt x="537108" y="83781"/>
                  </a:lnTo>
                  <a:lnTo>
                    <a:pt x="537108" y="77203"/>
                  </a:lnTo>
                  <a:lnTo>
                    <a:pt x="503872" y="77203"/>
                  </a:lnTo>
                  <a:lnTo>
                    <a:pt x="503872" y="14135"/>
                  </a:lnTo>
                  <a:lnTo>
                    <a:pt x="551395" y="14135"/>
                  </a:lnTo>
                  <a:lnTo>
                    <a:pt x="551395" y="165"/>
                  </a:lnTo>
                  <a:close/>
                </a:path>
              </a:pathLst>
            </a:custGeom>
            <a:solidFill>
              <a:srgbClr val="D8E2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4704537" y="9615351"/>
              <a:ext cx="537210" cy="360680"/>
            </a:xfrm>
            <a:custGeom>
              <a:avLst/>
              <a:gdLst/>
              <a:ahLst/>
              <a:cxnLst/>
              <a:rect l="l" t="t" r="r" b="b"/>
              <a:pathLst>
                <a:path w="537210" h="360679">
                  <a:moveTo>
                    <a:pt x="537093" y="0"/>
                  </a:moveTo>
                  <a:lnTo>
                    <a:pt x="0" y="0"/>
                  </a:lnTo>
                  <a:lnTo>
                    <a:pt x="0" y="360564"/>
                  </a:lnTo>
                  <a:lnTo>
                    <a:pt x="537093" y="360564"/>
                  </a:lnTo>
                  <a:lnTo>
                    <a:pt x="537093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4697374" y="9608026"/>
              <a:ext cx="551815" cy="374650"/>
            </a:xfrm>
            <a:custGeom>
              <a:avLst/>
              <a:gdLst/>
              <a:ahLst/>
              <a:cxnLst/>
              <a:rect l="l" t="t" r="r" b="b"/>
              <a:pathLst>
                <a:path w="551814" h="374650">
                  <a:moveTo>
                    <a:pt x="551395" y="0"/>
                  </a:moveTo>
                  <a:lnTo>
                    <a:pt x="497293" y="0"/>
                  </a:lnTo>
                  <a:lnTo>
                    <a:pt x="497293" y="13970"/>
                  </a:lnTo>
                  <a:lnTo>
                    <a:pt x="497293" y="77393"/>
                  </a:lnTo>
                  <a:lnTo>
                    <a:pt x="497293" y="360680"/>
                  </a:lnTo>
                  <a:lnTo>
                    <a:pt x="419366" y="360680"/>
                  </a:lnTo>
                  <a:lnTo>
                    <a:pt x="419366" y="306489"/>
                  </a:lnTo>
                  <a:lnTo>
                    <a:pt x="497293" y="306489"/>
                  </a:lnTo>
                  <a:lnTo>
                    <a:pt x="497293" y="299935"/>
                  </a:lnTo>
                  <a:lnTo>
                    <a:pt x="419366" y="299935"/>
                  </a:lnTo>
                  <a:lnTo>
                    <a:pt x="419366" y="232321"/>
                  </a:lnTo>
                  <a:lnTo>
                    <a:pt x="497293" y="232321"/>
                  </a:lnTo>
                  <a:lnTo>
                    <a:pt x="497293" y="225755"/>
                  </a:lnTo>
                  <a:lnTo>
                    <a:pt x="419366" y="225755"/>
                  </a:lnTo>
                  <a:lnTo>
                    <a:pt x="419366" y="158140"/>
                  </a:lnTo>
                  <a:lnTo>
                    <a:pt x="497293" y="158140"/>
                  </a:lnTo>
                  <a:lnTo>
                    <a:pt x="497293" y="151574"/>
                  </a:lnTo>
                  <a:lnTo>
                    <a:pt x="419366" y="151574"/>
                  </a:lnTo>
                  <a:lnTo>
                    <a:pt x="419366" y="83959"/>
                  </a:lnTo>
                  <a:lnTo>
                    <a:pt x="497293" y="83959"/>
                  </a:lnTo>
                  <a:lnTo>
                    <a:pt x="497293" y="77393"/>
                  </a:lnTo>
                  <a:lnTo>
                    <a:pt x="419366" y="77393"/>
                  </a:lnTo>
                  <a:lnTo>
                    <a:pt x="419366" y="13970"/>
                  </a:lnTo>
                  <a:lnTo>
                    <a:pt x="497293" y="13970"/>
                  </a:lnTo>
                  <a:lnTo>
                    <a:pt x="497293" y="0"/>
                  </a:lnTo>
                  <a:lnTo>
                    <a:pt x="412788" y="0"/>
                  </a:lnTo>
                  <a:lnTo>
                    <a:pt x="412788" y="13970"/>
                  </a:lnTo>
                  <a:lnTo>
                    <a:pt x="412788" y="77393"/>
                  </a:lnTo>
                  <a:lnTo>
                    <a:pt x="412788" y="360680"/>
                  </a:lnTo>
                  <a:lnTo>
                    <a:pt x="334848" y="360680"/>
                  </a:lnTo>
                  <a:lnTo>
                    <a:pt x="334848" y="306489"/>
                  </a:lnTo>
                  <a:lnTo>
                    <a:pt x="412788" y="306489"/>
                  </a:lnTo>
                  <a:lnTo>
                    <a:pt x="412788" y="299935"/>
                  </a:lnTo>
                  <a:lnTo>
                    <a:pt x="334848" y="299935"/>
                  </a:lnTo>
                  <a:lnTo>
                    <a:pt x="334848" y="232321"/>
                  </a:lnTo>
                  <a:lnTo>
                    <a:pt x="412788" y="232321"/>
                  </a:lnTo>
                  <a:lnTo>
                    <a:pt x="412788" y="225755"/>
                  </a:lnTo>
                  <a:lnTo>
                    <a:pt x="334848" y="225755"/>
                  </a:lnTo>
                  <a:lnTo>
                    <a:pt x="334848" y="158140"/>
                  </a:lnTo>
                  <a:lnTo>
                    <a:pt x="412788" y="158140"/>
                  </a:lnTo>
                  <a:lnTo>
                    <a:pt x="412788" y="151574"/>
                  </a:lnTo>
                  <a:lnTo>
                    <a:pt x="334848" y="151574"/>
                  </a:lnTo>
                  <a:lnTo>
                    <a:pt x="334848" y="83959"/>
                  </a:lnTo>
                  <a:lnTo>
                    <a:pt x="412788" y="83959"/>
                  </a:lnTo>
                  <a:lnTo>
                    <a:pt x="412788" y="77393"/>
                  </a:lnTo>
                  <a:lnTo>
                    <a:pt x="334848" y="77393"/>
                  </a:lnTo>
                  <a:lnTo>
                    <a:pt x="334848" y="13970"/>
                  </a:lnTo>
                  <a:lnTo>
                    <a:pt x="412788" y="13970"/>
                  </a:lnTo>
                  <a:lnTo>
                    <a:pt x="412788" y="0"/>
                  </a:lnTo>
                  <a:lnTo>
                    <a:pt x="328282" y="0"/>
                  </a:lnTo>
                  <a:lnTo>
                    <a:pt x="328282" y="13970"/>
                  </a:lnTo>
                  <a:lnTo>
                    <a:pt x="328282" y="77393"/>
                  </a:lnTo>
                  <a:lnTo>
                    <a:pt x="328282" y="360680"/>
                  </a:lnTo>
                  <a:lnTo>
                    <a:pt x="250342" y="360680"/>
                  </a:lnTo>
                  <a:lnTo>
                    <a:pt x="250342" y="306489"/>
                  </a:lnTo>
                  <a:lnTo>
                    <a:pt x="328282" y="306489"/>
                  </a:lnTo>
                  <a:lnTo>
                    <a:pt x="328282" y="299935"/>
                  </a:lnTo>
                  <a:lnTo>
                    <a:pt x="250342" y="299935"/>
                  </a:lnTo>
                  <a:lnTo>
                    <a:pt x="250342" y="232321"/>
                  </a:lnTo>
                  <a:lnTo>
                    <a:pt x="328282" y="232321"/>
                  </a:lnTo>
                  <a:lnTo>
                    <a:pt x="328282" y="225755"/>
                  </a:lnTo>
                  <a:lnTo>
                    <a:pt x="250342" y="225755"/>
                  </a:lnTo>
                  <a:lnTo>
                    <a:pt x="250342" y="158140"/>
                  </a:lnTo>
                  <a:lnTo>
                    <a:pt x="328282" y="158140"/>
                  </a:lnTo>
                  <a:lnTo>
                    <a:pt x="328282" y="151574"/>
                  </a:lnTo>
                  <a:lnTo>
                    <a:pt x="250342" y="151574"/>
                  </a:lnTo>
                  <a:lnTo>
                    <a:pt x="250342" y="83959"/>
                  </a:lnTo>
                  <a:lnTo>
                    <a:pt x="328282" y="83959"/>
                  </a:lnTo>
                  <a:lnTo>
                    <a:pt x="328282" y="77393"/>
                  </a:lnTo>
                  <a:lnTo>
                    <a:pt x="250342" y="77393"/>
                  </a:lnTo>
                  <a:lnTo>
                    <a:pt x="250342" y="13970"/>
                  </a:lnTo>
                  <a:lnTo>
                    <a:pt x="328282" y="13970"/>
                  </a:lnTo>
                  <a:lnTo>
                    <a:pt x="328282" y="0"/>
                  </a:lnTo>
                  <a:lnTo>
                    <a:pt x="243763" y="0"/>
                  </a:lnTo>
                  <a:lnTo>
                    <a:pt x="243763" y="13970"/>
                  </a:lnTo>
                  <a:lnTo>
                    <a:pt x="243763" y="77393"/>
                  </a:lnTo>
                  <a:lnTo>
                    <a:pt x="243763" y="360680"/>
                  </a:lnTo>
                  <a:lnTo>
                    <a:pt x="165849" y="360680"/>
                  </a:lnTo>
                  <a:lnTo>
                    <a:pt x="165849" y="306489"/>
                  </a:lnTo>
                  <a:lnTo>
                    <a:pt x="243763" y="306489"/>
                  </a:lnTo>
                  <a:lnTo>
                    <a:pt x="243763" y="299935"/>
                  </a:lnTo>
                  <a:lnTo>
                    <a:pt x="165849" y="299935"/>
                  </a:lnTo>
                  <a:lnTo>
                    <a:pt x="165849" y="232321"/>
                  </a:lnTo>
                  <a:lnTo>
                    <a:pt x="243763" y="232321"/>
                  </a:lnTo>
                  <a:lnTo>
                    <a:pt x="243763" y="225755"/>
                  </a:lnTo>
                  <a:lnTo>
                    <a:pt x="165849" y="225755"/>
                  </a:lnTo>
                  <a:lnTo>
                    <a:pt x="165849" y="158140"/>
                  </a:lnTo>
                  <a:lnTo>
                    <a:pt x="243763" y="158140"/>
                  </a:lnTo>
                  <a:lnTo>
                    <a:pt x="243763" y="151574"/>
                  </a:lnTo>
                  <a:lnTo>
                    <a:pt x="165849" y="151574"/>
                  </a:lnTo>
                  <a:lnTo>
                    <a:pt x="165849" y="83959"/>
                  </a:lnTo>
                  <a:lnTo>
                    <a:pt x="243763" y="83959"/>
                  </a:lnTo>
                  <a:lnTo>
                    <a:pt x="243763" y="77393"/>
                  </a:lnTo>
                  <a:lnTo>
                    <a:pt x="165849" y="77393"/>
                  </a:lnTo>
                  <a:lnTo>
                    <a:pt x="165849" y="13970"/>
                  </a:lnTo>
                  <a:lnTo>
                    <a:pt x="243763" y="13970"/>
                  </a:lnTo>
                  <a:lnTo>
                    <a:pt x="243763" y="0"/>
                  </a:lnTo>
                  <a:lnTo>
                    <a:pt x="159270" y="0"/>
                  </a:lnTo>
                  <a:lnTo>
                    <a:pt x="159270" y="13970"/>
                  </a:lnTo>
                  <a:lnTo>
                    <a:pt x="159270" y="77393"/>
                  </a:lnTo>
                  <a:lnTo>
                    <a:pt x="159270" y="360680"/>
                  </a:lnTo>
                  <a:lnTo>
                    <a:pt x="81330" y="360680"/>
                  </a:lnTo>
                  <a:lnTo>
                    <a:pt x="81330" y="306489"/>
                  </a:lnTo>
                  <a:lnTo>
                    <a:pt x="159270" y="306489"/>
                  </a:lnTo>
                  <a:lnTo>
                    <a:pt x="159270" y="299935"/>
                  </a:lnTo>
                  <a:lnTo>
                    <a:pt x="81330" y="299935"/>
                  </a:lnTo>
                  <a:lnTo>
                    <a:pt x="81330" y="232321"/>
                  </a:lnTo>
                  <a:lnTo>
                    <a:pt x="159270" y="232321"/>
                  </a:lnTo>
                  <a:lnTo>
                    <a:pt x="159270" y="225755"/>
                  </a:lnTo>
                  <a:lnTo>
                    <a:pt x="81330" y="225755"/>
                  </a:lnTo>
                  <a:lnTo>
                    <a:pt x="81330" y="158140"/>
                  </a:lnTo>
                  <a:lnTo>
                    <a:pt x="159270" y="158140"/>
                  </a:lnTo>
                  <a:lnTo>
                    <a:pt x="159270" y="151574"/>
                  </a:lnTo>
                  <a:lnTo>
                    <a:pt x="81330" y="151574"/>
                  </a:lnTo>
                  <a:lnTo>
                    <a:pt x="81330" y="83959"/>
                  </a:lnTo>
                  <a:lnTo>
                    <a:pt x="159270" y="83959"/>
                  </a:lnTo>
                  <a:lnTo>
                    <a:pt x="159270" y="77393"/>
                  </a:lnTo>
                  <a:lnTo>
                    <a:pt x="81330" y="77393"/>
                  </a:lnTo>
                  <a:lnTo>
                    <a:pt x="81330" y="13970"/>
                  </a:lnTo>
                  <a:lnTo>
                    <a:pt x="159270" y="13970"/>
                  </a:lnTo>
                  <a:lnTo>
                    <a:pt x="159270" y="0"/>
                  </a:lnTo>
                  <a:lnTo>
                    <a:pt x="74752" y="0"/>
                  </a:lnTo>
                  <a:lnTo>
                    <a:pt x="74752" y="13970"/>
                  </a:lnTo>
                  <a:lnTo>
                    <a:pt x="74752" y="77393"/>
                  </a:lnTo>
                  <a:lnTo>
                    <a:pt x="74752" y="360680"/>
                  </a:lnTo>
                  <a:lnTo>
                    <a:pt x="14300" y="360680"/>
                  </a:lnTo>
                  <a:lnTo>
                    <a:pt x="14300" y="306489"/>
                  </a:lnTo>
                  <a:lnTo>
                    <a:pt x="74752" y="306489"/>
                  </a:lnTo>
                  <a:lnTo>
                    <a:pt x="74752" y="299935"/>
                  </a:lnTo>
                  <a:lnTo>
                    <a:pt x="14300" y="299935"/>
                  </a:lnTo>
                  <a:lnTo>
                    <a:pt x="14300" y="232321"/>
                  </a:lnTo>
                  <a:lnTo>
                    <a:pt x="74752" y="232321"/>
                  </a:lnTo>
                  <a:lnTo>
                    <a:pt x="74752" y="225755"/>
                  </a:lnTo>
                  <a:lnTo>
                    <a:pt x="14300" y="225755"/>
                  </a:lnTo>
                  <a:lnTo>
                    <a:pt x="14300" y="158140"/>
                  </a:lnTo>
                  <a:lnTo>
                    <a:pt x="74752" y="158140"/>
                  </a:lnTo>
                  <a:lnTo>
                    <a:pt x="74752" y="151574"/>
                  </a:lnTo>
                  <a:lnTo>
                    <a:pt x="14300" y="151574"/>
                  </a:lnTo>
                  <a:lnTo>
                    <a:pt x="14300" y="83959"/>
                  </a:lnTo>
                  <a:lnTo>
                    <a:pt x="74752" y="83959"/>
                  </a:lnTo>
                  <a:lnTo>
                    <a:pt x="74752" y="77393"/>
                  </a:lnTo>
                  <a:lnTo>
                    <a:pt x="14300" y="77393"/>
                  </a:lnTo>
                  <a:lnTo>
                    <a:pt x="14300" y="13970"/>
                  </a:lnTo>
                  <a:lnTo>
                    <a:pt x="74752" y="13970"/>
                  </a:lnTo>
                  <a:lnTo>
                    <a:pt x="74752" y="0"/>
                  </a:lnTo>
                  <a:lnTo>
                    <a:pt x="0" y="0"/>
                  </a:lnTo>
                  <a:lnTo>
                    <a:pt x="0" y="13970"/>
                  </a:lnTo>
                  <a:lnTo>
                    <a:pt x="0" y="360680"/>
                  </a:lnTo>
                  <a:lnTo>
                    <a:pt x="0" y="374650"/>
                  </a:lnTo>
                  <a:lnTo>
                    <a:pt x="551395" y="374650"/>
                  </a:lnTo>
                  <a:lnTo>
                    <a:pt x="551395" y="360756"/>
                  </a:lnTo>
                  <a:lnTo>
                    <a:pt x="551395" y="14478"/>
                  </a:lnTo>
                  <a:lnTo>
                    <a:pt x="537095" y="14478"/>
                  </a:lnTo>
                  <a:lnTo>
                    <a:pt x="537095" y="77393"/>
                  </a:lnTo>
                  <a:lnTo>
                    <a:pt x="537095" y="83959"/>
                  </a:lnTo>
                  <a:lnTo>
                    <a:pt x="537095" y="360680"/>
                  </a:lnTo>
                  <a:lnTo>
                    <a:pt x="503872" y="360680"/>
                  </a:lnTo>
                  <a:lnTo>
                    <a:pt x="503872" y="306489"/>
                  </a:lnTo>
                  <a:lnTo>
                    <a:pt x="537095" y="306489"/>
                  </a:lnTo>
                  <a:lnTo>
                    <a:pt x="537095" y="299935"/>
                  </a:lnTo>
                  <a:lnTo>
                    <a:pt x="503872" y="299935"/>
                  </a:lnTo>
                  <a:lnTo>
                    <a:pt x="503872" y="232321"/>
                  </a:lnTo>
                  <a:lnTo>
                    <a:pt x="537095" y="232321"/>
                  </a:lnTo>
                  <a:lnTo>
                    <a:pt x="537095" y="225755"/>
                  </a:lnTo>
                  <a:lnTo>
                    <a:pt x="503872" y="225755"/>
                  </a:lnTo>
                  <a:lnTo>
                    <a:pt x="503872" y="158140"/>
                  </a:lnTo>
                  <a:lnTo>
                    <a:pt x="537095" y="158140"/>
                  </a:lnTo>
                  <a:lnTo>
                    <a:pt x="537095" y="151574"/>
                  </a:lnTo>
                  <a:lnTo>
                    <a:pt x="503872" y="151574"/>
                  </a:lnTo>
                  <a:lnTo>
                    <a:pt x="503872" y="83959"/>
                  </a:lnTo>
                  <a:lnTo>
                    <a:pt x="537095" y="83959"/>
                  </a:lnTo>
                  <a:lnTo>
                    <a:pt x="537095" y="77393"/>
                  </a:lnTo>
                  <a:lnTo>
                    <a:pt x="503872" y="77393"/>
                  </a:lnTo>
                  <a:lnTo>
                    <a:pt x="503872" y="13970"/>
                  </a:lnTo>
                  <a:lnTo>
                    <a:pt x="551395" y="13970"/>
                  </a:lnTo>
                  <a:lnTo>
                    <a:pt x="551395" y="0"/>
                  </a:lnTo>
                  <a:close/>
                </a:path>
              </a:pathLst>
            </a:custGeom>
            <a:solidFill>
              <a:srgbClr val="D8E2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3096133" y="9006719"/>
              <a:ext cx="2238375" cy="1089660"/>
            </a:xfrm>
            <a:custGeom>
              <a:avLst/>
              <a:gdLst/>
              <a:ahLst/>
              <a:cxnLst/>
              <a:rect l="l" t="t" r="r" b="b"/>
              <a:pathLst>
                <a:path w="2238375" h="1089659">
                  <a:moveTo>
                    <a:pt x="108546" y="264236"/>
                  </a:moveTo>
                  <a:lnTo>
                    <a:pt x="0" y="1089291"/>
                  </a:lnTo>
                  <a:lnTo>
                    <a:pt x="108546" y="1089291"/>
                  </a:lnTo>
                  <a:lnTo>
                    <a:pt x="108546" y="264236"/>
                  </a:lnTo>
                  <a:close/>
                </a:path>
                <a:path w="2238375" h="1089659">
                  <a:moveTo>
                    <a:pt x="2238070" y="0"/>
                  </a:moveTo>
                  <a:lnTo>
                    <a:pt x="108546" y="0"/>
                  </a:lnTo>
                  <a:lnTo>
                    <a:pt x="441286" y="19431"/>
                  </a:lnTo>
                  <a:lnTo>
                    <a:pt x="1173314" y="54267"/>
                  </a:lnTo>
                  <a:lnTo>
                    <a:pt x="1905330" y="87591"/>
                  </a:lnTo>
                  <a:lnTo>
                    <a:pt x="2238070" y="102463"/>
                  </a:lnTo>
                  <a:lnTo>
                    <a:pt x="223807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3204680" y="9411150"/>
              <a:ext cx="2132330" cy="107314"/>
            </a:xfrm>
            <a:custGeom>
              <a:avLst/>
              <a:gdLst/>
              <a:ahLst/>
              <a:cxnLst/>
              <a:rect l="l" t="t" r="r" b="b"/>
              <a:pathLst>
                <a:path w="2132329" h="107315">
                  <a:moveTo>
                    <a:pt x="2129523" y="0"/>
                  </a:moveTo>
                  <a:lnTo>
                    <a:pt x="0" y="0"/>
                  </a:lnTo>
                  <a:lnTo>
                    <a:pt x="0" y="53924"/>
                  </a:lnTo>
                  <a:lnTo>
                    <a:pt x="2129523" y="53924"/>
                  </a:lnTo>
                  <a:lnTo>
                    <a:pt x="2129523" y="0"/>
                  </a:lnTo>
                  <a:close/>
                </a:path>
                <a:path w="2132329" h="107315">
                  <a:moveTo>
                    <a:pt x="2131860" y="80137"/>
                  </a:moveTo>
                  <a:lnTo>
                    <a:pt x="2349" y="80137"/>
                  </a:lnTo>
                  <a:lnTo>
                    <a:pt x="2349" y="107099"/>
                  </a:lnTo>
                  <a:lnTo>
                    <a:pt x="2131860" y="107099"/>
                  </a:lnTo>
                  <a:lnTo>
                    <a:pt x="2131860" y="80137"/>
                  </a:lnTo>
                  <a:close/>
                </a:path>
              </a:pathLst>
            </a:custGeom>
            <a:solidFill>
              <a:srgbClr val="D8E27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8" name="object 258" descr=""/>
          <p:cNvSpPr/>
          <p:nvPr/>
        </p:nvSpPr>
        <p:spPr>
          <a:xfrm>
            <a:off x="2570371" y="9322176"/>
            <a:ext cx="64769" cy="102870"/>
          </a:xfrm>
          <a:custGeom>
            <a:avLst/>
            <a:gdLst/>
            <a:ahLst/>
            <a:cxnLst/>
            <a:rect l="l" t="t" r="r" b="b"/>
            <a:pathLst>
              <a:path w="64769" h="102870">
                <a:moveTo>
                  <a:pt x="64710" y="0"/>
                </a:moveTo>
                <a:lnTo>
                  <a:pt x="0" y="0"/>
                </a:lnTo>
                <a:lnTo>
                  <a:pt x="0" y="102457"/>
                </a:lnTo>
                <a:lnTo>
                  <a:pt x="64710" y="102457"/>
                </a:lnTo>
                <a:lnTo>
                  <a:pt x="64710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 descr=""/>
          <p:cNvSpPr/>
          <p:nvPr/>
        </p:nvSpPr>
        <p:spPr>
          <a:xfrm>
            <a:off x="2811003" y="9322176"/>
            <a:ext cx="64769" cy="102870"/>
          </a:xfrm>
          <a:custGeom>
            <a:avLst/>
            <a:gdLst/>
            <a:ahLst/>
            <a:cxnLst/>
            <a:rect l="l" t="t" r="r" b="b"/>
            <a:pathLst>
              <a:path w="64769" h="102870">
                <a:moveTo>
                  <a:pt x="64710" y="0"/>
                </a:moveTo>
                <a:lnTo>
                  <a:pt x="0" y="0"/>
                </a:lnTo>
                <a:lnTo>
                  <a:pt x="0" y="102457"/>
                </a:lnTo>
                <a:lnTo>
                  <a:pt x="64710" y="102457"/>
                </a:lnTo>
                <a:lnTo>
                  <a:pt x="64710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 descr=""/>
          <p:cNvSpPr/>
          <p:nvPr/>
        </p:nvSpPr>
        <p:spPr>
          <a:xfrm>
            <a:off x="3051645" y="9322176"/>
            <a:ext cx="64769" cy="102870"/>
          </a:xfrm>
          <a:custGeom>
            <a:avLst/>
            <a:gdLst/>
            <a:ahLst/>
            <a:cxnLst/>
            <a:rect l="l" t="t" r="r" b="b"/>
            <a:pathLst>
              <a:path w="64769" h="102870">
                <a:moveTo>
                  <a:pt x="64710" y="0"/>
                </a:moveTo>
                <a:lnTo>
                  <a:pt x="0" y="0"/>
                </a:lnTo>
                <a:lnTo>
                  <a:pt x="0" y="102457"/>
                </a:lnTo>
                <a:lnTo>
                  <a:pt x="64710" y="102457"/>
                </a:lnTo>
                <a:lnTo>
                  <a:pt x="64710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 descr=""/>
          <p:cNvSpPr/>
          <p:nvPr/>
        </p:nvSpPr>
        <p:spPr>
          <a:xfrm>
            <a:off x="2582842" y="9748184"/>
            <a:ext cx="64769" cy="102870"/>
          </a:xfrm>
          <a:custGeom>
            <a:avLst/>
            <a:gdLst/>
            <a:ahLst/>
            <a:cxnLst/>
            <a:rect l="l" t="t" r="r" b="b"/>
            <a:pathLst>
              <a:path w="64769" h="102870">
                <a:moveTo>
                  <a:pt x="64710" y="0"/>
                </a:moveTo>
                <a:lnTo>
                  <a:pt x="0" y="0"/>
                </a:lnTo>
                <a:lnTo>
                  <a:pt x="0" y="102457"/>
                </a:lnTo>
                <a:lnTo>
                  <a:pt x="64710" y="102457"/>
                </a:lnTo>
                <a:lnTo>
                  <a:pt x="64710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 descr=""/>
          <p:cNvSpPr/>
          <p:nvPr/>
        </p:nvSpPr>
        <p:spPr>
          <a:xfrm>
            <a:off x="2823484" y="9748184"/>
            <a:ext cx="64769" cy="102870"/>
          </a:xfrm>
          <a:custGeom>
            <a:avLst/>
            <a:gdLst/>
            <a:ahLst/>
            <a:cxnLst/>
            <a:rect l="l" t="t" r="r" b="b"/>
            <a:pathLst>
              <a:path w="64769" h="102870">
                <a:moveTo>
                  <a:pt x="64710" y="0"/>
                </a:moveTo>
                <a:lnTo>
                  <a:pt x="0" y="0"/>
                </a:lnTo>
                <a:lnTo>
                  <a:pt x="0" y="102457"/>
                </a:lnTo>
                <a:lnTo>
                  <a:pt x="64710" y="102457"/>
                </a:lnTo>
                <a:lnTo>
                  <a:pt x="64710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 descr=""/>
          <p:cNvSpPr/>
          <p:nvPr/>
        </p:nvSpPr>
        <p:spPr>
          <a:xfrm>
            <a:off x="3064126" y="9748184"/>
            <a:ext cx="64769" cy="102870"/>
          </a:xfrm>
          <a:custGeom>
            <a:avLst/>
            <a:gdLst/>
            <a:ahLst/>
            <a:cxnLst/>
            <a:rect l="l" t="t" r="r" b="b"/>
            <a:pathLst>
              <a:path w="64769" h="102870">
                <a:moveTo>
                  <a:pt x="64710" y="0"/>
                </a:moveTo>
                <a:lnTo>
                  <a:pt x="0" y="0"/>
                </a:lnTo>
                <a:lnTo>
                  <a:pt x="0" y="102457"/>
                </a:lnTo>
                <a:lnTo>
                  <a:pt x="64710" y="102457"/>
                </a:lnTo>
                <a:lnTo>
                  <a:pt x="64710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4" name="object 264" descr=""/>
          <p:cNvGrpSpPr/>
          <p:nvPr/>
        </p:nvGrpSpPr>
        <p:grpSpPr>
          <a:xfrm>
            <a:off x="3287655" y="9084109"/>
            <a:ext cx="497205" cy="104775"/>
            <a:chOff x="3287655" y="9084109"/>
            <a:chExt cx="497205" cy="104775"/>
          </a:xfrm>
        </p:grpSpPr>
        <p:sp>
          <p:nvSpPr>
            <p:cNvPr id="265" name="object 265" descr=""/>
            <p:cNvSpPr/>
            <p:nvPr/>
          </p:nvSpPr>
          <p:spPr>
            <a:xfrm>
              <a:off x="3287659" y="9084236"/>
              <a:ext cx="497205" cy="104775"/>
            </a:xfrm>
            <a:custGeom>
              <a:avLst/>
              <a:gdLst/>
              <a:ahLst/>
              <a:cxnLst/>
              <a:rect l="l" t="t" r="r" b="b"/>
              <a:pathLst>
                <a:path w="497204" h="104775">
                  <a:moveTo>
                    <a:pt x="496717" y="0"/>
                  </a:moveTo>
                  <a:lnTo>
                    <a:pt x="0" y="0"/>
                  </a:lnTo>
                  <a:lnTo>
                    <a:pt x="0" y="104478"/>
                  </a:lnTo>
                  <a:lnTo>
                    <a:pt x="496717" y="104478"/>
                  </a:lnTo>
                  <a:lnTo>
                    <a:pt x="49671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3287649" y="9084112"/>
              <a:ext cx="497205" cy="104139"/>
            </a:xfrm>
            <a:custGeom>
              <a:avLst/>
              <a:gdLst/>
              <a:ahLst/>
              <a:cxnLst/>
              <a:rect l="l" t="t" r="r" b="b"/>
              <a:pathLst>
                <a:path w="497204" h="104140">
                  <a:moveTo>
                    <a:pt x="49673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104140"/>
                  </a:lnTo>
                  <a:lnTo>
                    <a:pt x="30340" y="104140"/>
                  </a:lnTo>
                  <a:lnTo>
                    <a:pt x="30340" y="25400"/>
                  </a:lnTo>
                  <a:lnTo>
                    <a:pt x="496735" y="25400"/>
                  </a:lnTo>
                  <a:lnTo>
                    <a:pt x="49673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7" name="object 267" descr=""/>
          <p:cNvGrpSpPr/>
          <p:nvPr/>
        </p:nvGrpSpPr>
        <p:grpSpPr>
          <a:xfrm>
            <a:off x="3282490" y="9233753"/>
            <a:ext cx="497205" cy="104775"/>
            <a:chOff x="3282490" y="9233753"/>
            <a:chExt cx="497205" cy="104775"/>
          </a:xfrm>
        </p:grpSpPr>
        <p:sp>
          <p:nvSpPr>
            <p:cNvPr id="268" name="object 268" descr=""/>
            <p:cNvSpPr/>
            <p:nvPr/>
          </p:nvSpPr>
          <p:spPr>
            <a:xfrm>
              <a:off x="3282496" y="9233875"/>
              <a:ext cx="497205" cy="104775"/>
            </a:xfrm>
            <a:custGeom>
              <a:avLst/>
              <a:gdLst/>
              <a:ahLst/>
              <a:cxnLst/>
              <a:rect l="l" t="t" r="r" b="b"/>
              <a:pathLst>
                <a:path w="497204" h="104775">
                  <a:moveTo>
                    <a:pt x="496717" y="0"/>
                  </a:moveTo>
                  <a:lnTo>
                    <a:pt x="0" y="0"/>
                  </a:lnTo>
                  <a:lnTo>
                    <a:pt x="0" y="104478"/>
                  </a:lnTo>
                  <a:lnTo>
                    <a:pt x="496717" y="104478"/>
                  </a:lnTo>
                  <a:lnTo>
                    <a:pt x="49671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3282480" y="9233756"/>
              <a:ext cx="497205" cy="104139"/>
            </a:xfrm>
            <a:custGeom>
              <a:avLst/>
              <a:gdLst/>
              <a:ahLst/>
              <a:cxnLst/>
              <a:rect l="l" t="t" r="r" b="b"/>
              <a:pathLst>
                <a:path w="497204" h="104140">
                  <a:moveTo>
                    <a:pt x="49673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104140"/>
                  </a:lnTo>
                  <a:lnTo>
                    <a:pt x="30340" y="104140"/>
                  </a:lnTo>
                  <a:lnTo>
                    <a:pt x="30340" y="25400"/>
                  </a:lnTo>
                  <a:lnTo>
                    <a:pt x="496735" y="25400"/>
                  </a:lnTo>
                  <a:lnTo>
                    <a:pt x="49673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0" name="object 270" descr=""/>
          <p:cNvGrpSpPr/>
          <p:nvPr/>
        </p:nvGrpSpPr>
        <p:grpSpPr>
          <a:xfrm>
            <a:off x="4023669" y="9084109"/>
            <a:ext cx="497205" cy="104775"/>
            <a:chOff x="4023669" y="9084109"/>
            <a:chExt cx="497205" cy="104775"/>
          </a:xfrm>
        </p:grpSpPr>
        <p:sp>
          <p:nvSpPr>
            <p:cNvPr id="271" name="object 271" descr=""/>
            <p:cNvSpPr/>
            <p:nvPr/>
          </p:nvSpPr>
          <p:spPr>
            <a:xfrm>
              <a:off x="4023678" y="9084236"/>
              <a:ext cx="497205" cy="104775"/>
            </a:xfrm>
            <a:custGeom>
              <a:avLst/>
              <a:gdLst/>
              <a:ahLst/>
              <a:cxnLst/>
              <a:rect l="l" t="t" r="r" b="b"/>
              <a:pathLst>
                <a:path w="497204" h="104775">
                  <a:moveTo>
                    <a:pt x="496717" y="0"/>
                  </a:moveTo>
                  <a:lnTo>
                    <a:pt x="0" y="0"/>
                  </a:lnTo>
                  <a:lnTo>
                    <a:pt x="0" y="104478"/>
                  </a:lnTo>
                  <a:lnTo>
                    <a:pt x="496717" y="104478"/>
                  </a:lnTo>
                  <a:lnTo>
                    <a:pt x="49671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4023664" y="9084112"/>
              <a:ext cx="497205" cy="104139"/>
            </a:xfrm>
            <a:custGeom>
              <a:avLst/>
              <a:gdLst/>
              <a:ahLst/>
              <a:cxnLst/>
              <a:rect l="l" t="t" r="r" b="b"/>
              <a:pathLst>
                <a:path w="497204" h="104140">
                  <a:moveTo>
                    <a:pt x="496722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104140"/>
                  </a:lnTo>
                  <a:lnTo>
                    <a:pt x="30327" y="104140"/>
                  </a:lnTo>
                  <a:lnTo>
                    <a:pt x="30327" y="25400"/>
                  </a:lnTo>
                  <a:lnTo>
                    <a:pt x="496722" y="25400"/>
                  </a:lnTo>
                  <a:lnTo>
                    <a:pt x="49672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3" name="object 273" descr=""/>
          <p:cNvGrpSpPr/>
          <p:nvPr/>
        </p:nvGrpSpPr>
        <p:grpSpPr>
          <a:xfrm>
            <a:off x="4018503" y="9233753"/>
            <a:ext cx="497205" cy="104775"/>
            <a:chOff x="4018503" y="9233753"/>
            <a:chExt cx="497205" cy="104775"/>
          </a:xfrm>
        </p:grpSpPr>
        <p:sp>
          <p:nvSpPr>
            <p:cNvPr id="274" name="object 274" descr=""/>
            <p:cNvSpPr/>
            <p:nvPr/>
          </p:nvSpPr>
          <p:spPr>
            <a:xfrm>
              <a:off x="4018516" y="9233875"/>
              <a:ext cx="497205" cy="104775"/>
            </a:xfrm>
            <a:custGeom>
              <a:avLst/>
              <a:gdLst/>
              <a:ahLst/>
              <a:cxnLst/>
              <a:rect l="l" t="t" r="r" b="b"/>
              <a:pathLst>
                <a:path w="497204" h="104775">
                  <a:moveTo>
                    <a:pt x="496717" y="0"/>
                  </a:moveTo>
                  <a:lnTo>
                    <a:pt x="0" y="0"/>
                  </a:lnTo>
                  <a:lnTo>
                    <a:pt x="0" y="104478"/>
                  </a:lnTo>
                  <a:lnTo>
                    <a:pt x="496717" y="104478"/>
                  </a:lnTo>
                  <a:lnTo>
                    <a:pt x="49671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4018496" y="9233756"/>
              <a:ext cx="497205" cy="104139"/>
            </a:xfrm>
            <a:custGeom>
              <a:avLst/>
              <a:gdLst/>
              <a:ahLst/>
              <a:cxnLst/>
              <a:rect l="l" t="t" r="r" b="b"/>
              <a:pathLst>
                <a:path w="497204" h="104140">
                  <a:moveTo>
                    <a:pt x="49673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104140"/>
                  </a:lnTo>
                  <a:lnTo>
                    <a:pt x="30340" y="104140"/>
                  </a:lnTo>
                  <a:lnTo>
                    <a:pt x="30340" y="25400"/>
                  </a:lnTo>
                  <a:lnTo>
                    <a:pt x="496735" y="25400"/>
                  </a:lnTo>
                  <a:lnTo>
                    <a:pt x="49673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6" name="object 276" descr=""/>
          <p:cNvGrpSpPr/>
          <p:nvPr/>
        </p:nvGrpSpPr>
        <p:grpSpPr>
          <a:xfrm>
            <a:off x="4729464" y="9084109"/>
            <a:ext cx="497205" cy="104775"/>
            <a:chOff x="4729464" y="9084109"/>
            <a:chExt cx="497205" cy="104775"/>
          </a:xfrm>
        </p:grpSpPr>
        <p:sp>
          <p:nvSpPr>
            <p:cNvPr id="277" name="object 277" descr=""/>
            <p:cNvSpPr/>
            <p:nvPr/>
          </p:nvSpPr>
          <p:spPr>
            <a:xfrm>
              <a:off x="4729468" y="9084236"/>
              <a:ext cx="497205" cy="104775"/>
            </a:xfrm>
            <a:custGeom>
              <a:avLst/>
              <a:gdLst/>
              <a:ahLst/>
              <a:cxnLst/>
              <a:rect l="l" t="t" r="r" b="b"/>
              <a:pathLst>
                <a:path w="497204" h="104775">
                  <a:moveTo>
                    <a:pt x="496717" y="0"/>
                  </a:moveTo>
                  <a:lnTo>
                    <a:pt x="0" y="0"/>
                  </a:lnTo>
                  <a:lnTo>
                    <a:pt x="0" y="104478"/>
                  </a:lnTo>
                  <a:lnTo>
                    <a:pt x="496717" y="104478"/>
                  </a:lnTo>
                  <a:lnTo>
                    <a:pt x="49671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4729454" y="9084112"/>
              <a:ext cx="497205" cy="104139"/>
            </a:xfrm>
            <a:custGeom>
              <a:avLst/>
              <a:gdLst/>
              <a:ahLst/>
              <a:cxnLst/>
              <a:rect l="l" t="t" r="r" b="b"/>
              <a:pathLst>
                <a:path w="497204" h="104140">
                  <a:moveTo>
                    <a:pt x="49673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104140"/>
                  </a:lnTo>
                  <a:lnTo>
                    <a:pt x="30340" y="104140"/>
                  </a:lnTo>
                  <a:lnTo>
                    <a:pt x="30340" y="25400"/>
                  </a:lnTo>
                  <a:lnTo>
                    <a:pt x="496735" y="25400"/>
                  </a:lnTo>
                  <a:lnTo>
                    <a:pt x="49673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9" name="object 279" descr=""/>
          <p:cNvGrpSpPr/>
          <p:nvPr/>
        </p:nvGrpSpPr>
        <p:grpSpPr>
          <a:xfrm>
            <a:off x="4724299" y="9233753"/>
            <a:ext cx="497205" cy="104775"/>
            <a:chOff x="4724299" y="9233753"/>
            <a:chExt cx="497205" cy="104775"/>
          </a:xfrm>
        </p:grpSpPr>
        <p:sp>
          <p:nvSpPr>
            <p:cNvPr id="280" name="object 280" descr=""/>
            <p:cNvSpPr/>
            <p:nvPr/>
          </p:nvSpPr>
          <p:spPr>
            <a:xfrm>
              <a:off x="4724306" y="9233875"/>
              <a:ext cx="497205" cy="104775"/>
            </a:xfrm>
            <a:custGeom>
              <a:avLst/>
              <a:gdLst/>
              <a:ahLst/>
              <a:cxnLst/>
              <a:rect l="l" t="t" r="r" b="b"/>
              <a:pathLst>
                <a:path w="497204" h="104775">
                  <a:moveTo>
                    <a:pt x="496717" y="0"/>
                  </a:moveTo>
                  <a:lnTo>
                    <a:pt x="0" y="0"/>
                  </a:lnTo>
                  <a:lnTo>
                    <a:pt x="0" y="104478"/>
                  </a:lnTo>
                  <a:lnTo>
                    <a:pt x="496717" y="104478"/>
                  </a:lnTo>
                  <a:lnTo>
                    <a:pt x="49671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4724298" y="9233756"/>
              <a:ext cx="497205" cy="104139"/>
            </a:xfrm>
            <a:custGeom>
              <a:avLst/>
              <a:gdLst/>
              <a:ahLst/>
              <a:cxnLst/>
              <a:rect l="l" t="t" r="r" b="b"/>
              <a:pathLst>
                <a:path w="497204" h="104140">
                  <a:moveTo>
                    <a:pt x="496722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104140"/>
                  </a:lnTo>
                  <a:lnTo>
                    <a:pt x="30327" y="104140"/>
                  </a:lnTo>
                  <a:lnTo>
                    <a:pt x="30327" y="25400"/>
                  </a:lnTo>
                  <a:lnTo>
                    <a:pt x="496722" y="25400"/>
                  </a:lnTo>
                  <a:lnTo>
                    <a:pt x="49672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2" name="object 282" descr=""/>
          <p:cNvGrpSpPr/>
          <p:nvPr/>
        </p:nvGrpSpPr>
        <p:grpSpPr>
          <a:xfrm>
            <a:off x="6128012" y="8804116"/>
            <a:ext cx="243840" cy="416559"/>
            <a:chOff x="6128012" y="8804116"/>
            <a:chExt cx="243840" cy="416559"/>
          </a:xfrm>
        </p:grpSpPr>
        <p:sp>
          <p:nvSpPr>
            <p:cNvPr id="283" name="object 283" descr=""/>
            <p:cNvSpPr/>
            <p:nvPr/>
          </p:nvSpPr>
          <p:spPr>
            <a:xfrm>
              <a:off x="6303085" y="8807993"/>
              <a:ext cx="67310" cy="409575"/>
            </a:xfrm>
            <a:custGeom>
              <a:avLst/>
              <a:gdLst/>
              <a:ahLst/>
              <a:cxnLst/>
              <a:rect l="l" t="t" r="r" b="b"/>
              <a:pathLst>
                <a:path w="67310" h="409575">
                  <a:moveTo>
                    <a:pt x="66814" y="0"/>
                  </a:moveTo>
                  <a:lnTo>
                    <a:pt x="0" y="0"/>
                  </a:lnTo>
                  <a:lnTo>
                    <a:pt x="0" y="409254"/>
                  </a:lnTo>
                  <a:lnTo>
                    <a:pt x="66814" y="409254"/>
                  </a:lnTo>
                  <a:lnTo>
                    <a:pt x="6681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4" name="object 28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01368" y="8804116"/>
              <a:ext cx="70249" cy="416560"/>
            </a:xfrm>
            <a:prstGeom prst="rect">
              <a:avLst/>
            </a:prstGeom>
          </p:spPr>
        </p:pic>
        <p:sp>
          <p:nvSpPr>
            <p:cNvPr id="285" name="object 285" descr=""/>
            <p:cNvSpPr/>
            <p:nvPr/>
          </p:nvSpPr>
          <p:spPr>
            <a:xfrm>
              <a:off x="6216407" y="8807993"/>
              <a:ext cx="67310" cy="409575"/>
            </a:xfrm>
            <a:custGeom>
              <a:avLst/>
              <a:gdLst/>
              <a:ahLst/>
              <a:cxnLst/>
              <a:rect l="l" t="t" r="r" b="b"/>
              <a:pathLst>
                <a:path w="67310" h="409575">
                  <a:moveTo>
                    <a:pt x="66814" y="0"/>
                  </a:moveTo>
                  <a:lnTo>
                    <a:pt x="0" y="0"/>
                  </a:lnTo>
                  <a:lnTo>
                    <a:pt x="0" y="409254"/>
                  </a:lnTo>
                  <a:lnTo>
                    <a:pt x="66814" y="409254"/>
                  </a:lnTo>
                  <a:lnTo>
                    <a:pt x="6681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6" name="object 28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4690" y="8804116"/>
              <a:ext cx="70249" cy="416560"/>
            </a:xfrm>
            <a:prstGeom prst="rect">
              <a:avLst/>
            </a:prstGeom>
          </p:spPr>
        </p:pic>
        <p:sp>
          <p:nvSpPr>
            <p:cNvPr id="287" name="object 287" descr=""/>
            <p:cNvSpPr/>
            <p:nvPr/>
          </p:nvSpPr>
          <p:spPr>
            <a:xfrm>
              <a:off x="6129729" y="8807993"/>
              <a:ext cx="67310" cy="409575"/>
            </a:xfrm>
            <a:custGeom>
              <a:avLst/>
              <a:gdLst/>
              <a:ahLst/>
              <a:cxnLst/>
              <a:rect l="l" t="t" r="r" b="b"/>
              <a:pathLst>
                <a:path w="67310" h="409575">
                  <a:moveTo>
                    <a:pt x="66814" y="0"/>
                  </a:moveTo>
                  <a:lnTo>
                    <a:pt x="0" y="0"/>
                  </a:lnTo>
                  <a:lnTo>
                    <a:pt x="0" y="409254"/>
                  </a:lnTo>
                  <a:lnTo>
                    <a:pt x="66814" y="409254"/>
                  </a:lnTo>
                  <a:lnTo>
                    <a:pt x="6681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8" name="object 28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8012" y="8804116"/>
              <a:ext cx="70249" cy="416560"/>
            </a:xfrm>
            <a:prstGeom prst="rect">
              <a:avLst/>
            </a:prstGeom>
          </p:spPr>
        </p:pic>
      </p:grpSp>
      <p:grpSp>
        <p:nvGrpSpPr>
          <p:cNvPr id="289" name="object 289" descr=""/>
          <p:cNvGrpSpPr/>
          <p:nvPr/>
        </p:nvGrpSpPr>
        <p:grpSpPr>
          <a:xfrm>
            <a:off x="6560397" y="8804116"/>
            <a:ext cx="243840" cy="416559"/>
            <a:chOff x="6560397" y="8804116"/>
            <a:chExt cx="243840" cy="416559"/>
          </a:xfrm>
        </p:grpSpPr>
        <p:sp>
          <p:nvSpPr>
            <p:cNvPr id="290" name="object 290" descr=""/>
            <p:cNvSpPr/>
            <p:nvPr/>
          </p:nvSpPr>
          <p:spPr>
            <a:xfrm>
              <a:off x="6735459" y="8807993"/>
              <a:ext cx="67310" cy="409575"/>
            </a:xfrm>
            <a:custGeom>
              <a:avLst/>
              <a:gdLst/>
              <a:ahLst/>
              <a:cxnLst/>
              <a:rect l="l" t="t" r="r" b="b"/>
              <a:pathLst>
                <a:path w="67309" h="409575">
                  <a:moveTo>
                    <a:pt x="66814" y="0"/>
                  </a:moveTo>
                  <a:lnTo>
                    <a:pt x="0" y="0"/>
                  </a:lnTo>
                  <a:lnTo>
                    <a:pt x="0" y="409254"/>
                  </a:lnTo>
                  <a:lnTo>
                    <a:pt x="66814" y="409254"/>
                  </a:lnTo>
                  <a:lnTo>
                    <a:pt x="6681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1" name="object 29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33742" y="8804116"/>
              <a:ext cx="70259" cy="416560"/>
            </a:xfrm>
            <a:prstGeom prst="rect">
              <a:avLst/>
            </a:prstGeom>
          </p:spPr>
        </p:pic>
        <p:sp>
          <p:nvSpPr>
            <p:cNvPr id="292" name="object 292" descr=""/>
            <p:cNvSpPr/>
            <p:nvPr/>
          </p:nvSpPr>
          <p:spPr>
            <a:xfrm>
              <a:off x="6648792" y="8807993"/>
              <a:ext cx="67310" cy="409575"/>
            </a:xfrm>
            <a:custGeom>
              <a:avLst/>
              <a:gdLst/>
              <a:ahLst/>
              <a:cxnLst/>
              <a:rect l="l" t="t" r="r" b="b"/>
              <a:pathLst>
                <a:path w="67309" h="409575">
                  <a:moveTo>
                    <a:pt x="66814" y="0"/>
                  </a:moveTo>
                  <a:lnTo>
                    <a:pt x="0" y="0"/>
                  </a:lnTo>
                  <a:lnTo>
                    <a:pt x="0" y="409254"/>
                  </a:lnTo>
                  <a:lnTo>
                    <a:pt x="66814" y="409254"/>
                  </a:lnTo>
                  <a:lnTo>
                    <a:pt x="6681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3" name="object 29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47075" y="8804116"/>
              <a:ext cx="70249" cy="416560"/>
            </a:xfrm>
            <a:prstGeom prst="rect">
              <a:avLst/>
            </a:prstGeom>
          </p:spPr>
        </p:pic>
        <p:sp>
          <p:nvSpPr>
            <p:cNvPr id="294" name="object 294" descr=""/>
            <p:cNvSpPr/>
            <p:nvPr/>
          </p:nvSpPr>
          <p:spPr>
            <a:xfrm>
              <a:off x="6562114" y="8807993"/>
              <a:ext cx="67310" cy="409575"/>
            </a:xfrm>
            <a:custGeom>
              <a:avLst/>
              <a:gdLst/>
              <a:ahLst/>
              <a:cxnLst/>
              <a:rect l="l" t="t" r="r" b="b"/>
              <a:pathLst>
                <a:path w="67309" h="409575">
                  <a:moveTo>
                    <a:pt x="66814" y="0"/>
                  </a:moveTo>
                  <a:lnTo>
                    <a:pt x="0" y="0"/>
                  </a:lnTo>
                  <a:lnTo>
                    <a:pt x="0" y="409254"/>
                  </a:lnTo>
                  <a:lnTo>
                    <a:pt x="66814" y="409254"/>
                  </a:lnTo>
                  <a:lnTo>
                    <a:pt x="6681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5" name="object 29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60397" y="8804116"/>
              <a:ext cx="70249" cy="416560"/>
            </a:xfrm>
            <a:prstGeom prst="rect">
              <a:avLst/>
            </a:prstGeom>
          </p:spPr>
        </p:pic>
      </p:grpSp>
      <p:grpSp>
        <p:nvGrpSpPr>
          <p:cNvPr id="296" name="object 296" descr=""/>
          <p:cNvGrpSpPr/>
          <p:nvPr/>
        </p:nvGrpSpPr>
        <p:grpSpPr>
          <a:xfrm>
            <a:off x="6128012" y="9327356"/>
            <a:ext cx="243840" cy="415290"/>
            <a:chOff x="6128012" y="9327356"/>
            <a:chExt cx="243840" cy="415290"/>
          </a:xfrm>
        </p:grpSpPr>
        <p:sp>
          <p:nvSpPr>
            <p:cNvPr id="297" name="object 297" descr=""/>
            <p:cNvSpPr/>
            <p:nvPr/>
          </p:nvSpPr>
          <p:spPr>
            <a:xfrm>
              <a:off x="6303085" y="9330218"/>
              <a:ext cx="67310" cy="409575"/>
            </a:xfrm>
            <a:custGeom>
              <a:avLst/>
              <a:gdLst/>
              <a:ahLst/>
              <a:cxnLst/>
              <a:rect l="l" t="t" r="r" b="b"/>
              <a:pathLst>
                <a:path w="67310" h="409575">
                  <a:moveTo>
                    <a:pt x="66814" y="0"/>
                  </a:moveTo>
                  <a:lnTo>
                    <a:pt x="0" y="0"/>
                  </a:lnTo>
                  <a:lnTo>
                    <a:pt x="0" y="409254"/>
                  </a:lnTo>
                  <a:lnTo>
                    <a:pt x="66814" y="409254"/>
                  </a:lnTo>
                  <a:lnTo>
                    <a:pt x="6681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8" name="object 29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01368" y="9327356"/>
              <a:ext cx="70249" cy="415289"/>
            </a:xfrm>
            <a:prstGeom prst="rect">
              <a:avLst/>
            </a:prstGeom>
          </p:spPr>
        </p:pic>
        <p:sp>
          <p:nvSpPr>
            <p:cNvPr id="299" name="object 299" descr=""/>
            <p:cNvSpPr/>
            <p:nvPr/>
          </p:nvSpPr>
          <p:spPr>
            <a:xfrm>
              <a:off x="6216407" y="9330218"/>
              <a:ext cx="67310" cy="409575"/>
            </a:xfrm>
            <a:custGeom>
              <a:avLst/>
              <a:gdLst/>
              <a:ahLst/>
              <a:cxnLst/>
              <a:rect l="l" t="t" r="r" b="b"/>
              <a:pathLst>
                <a:path w="67310" h="409575">
                  <a:moveTo>
                    <a:pt x="66814" y="0"/>
                  </a:moveTo>
                  <a:lnTo>
                    <a:pt x="0" y="0"/>
                  </a:lnTo>
                  <a:lnTo>
                    <a:pt x="0" y="409254"/>
                  </a:lnTo>
                  <a:lnTo>
                    <a:pt x="66814" y="409254"/>
                  </a:lnTo>
                  <a:lnTo>
                    <a:pt x="6681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0" name="object 30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14690" y="9327356"/>
              <a:ext cx="70249" cy="415289"/>
            </a:xfrm>
            <a:prstGeom prst="rect">
              <a:avLst/>
            </a:prstGeom>
          </p:spPr>
        </p:pic>
        <p:sp>
          <p:nvSpPr>
            <p:cNvPr id="301" name="object 301" descr=""/>
            <p:cNvSpPr/>
            <p:nvPr/>
          </p:nvSpPr>
          <p:spPr>
            <a:xfrm>
              <a:off x="6129729" y="9330218"/>
              <a:ext cx="67310" cy="409575"/>
            </a:xfrm>
            <a:custGeom>
              <a:avLst/>
              <a:gdLst/>
              <a:ahLst/>
              <a:cxnLst/>
              <a:rect l="l" t="t" r="r" b="b"/>
              <a:pathLst>
                <a:path w="67310" h="409575">
                  <a:moveTo>
                    <a:pt x="66814" y="0"/>
                  </a:moveTo>
                  <a:lnTo>
                    <a:pt x="0" y="0"/>
                  </a:lnTo>
                  <a:lnTo>
                    <a:pt x="0" y="409254"/>
                  </a:lnTo>
                  <a:lnTo>
                    <a:pt x="66814" y="409254"/>
                  </a:lnTo>
                  <a:lnTo>
                    <a:pt x="6681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2" name="object 30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28012" y="9327356"/>
              <a:ext cx="70249" cy="415289"/>
            </a:xfrm>
            <a:prstGeom prst="rect">
              <a:avLst/>
            </a:prstGeom>
          </p:spPr>
        </p:pic>
      </p:grpSp>
      <p:grpSp>
        <p:nvGrpSpPr>
          <p:cNvPr id="303" name="object 303" descr=""/>
          <p:cNvGrpSpPr/>
          <p:nvPr/>
        </p:nvGrpSpPr>
        <p:grpSpPr>
          <a:xfrm>
            <a:off x="6560397" y="9327356"/>
            <a:ext cx="243840" cy="415290"/>
            <a:chOff x="6560397" y="9327356"/>
            <a:chExt cx="243840" cy="415290"/>
          </a:xfrm>
        </p:grpSpPr>
        <p:sp>
          <p:nvSpPr>
            <p:cNvPr id="304" name="object 304" descr=""/>
            <p:cNvSpPr/>
            <p:nvPr/>
          </p:nvSpPr>
          <p:spPr>
            <a:xfrm>
              <a:off x="6735459" y="9330218"/>
              <a:ext cx="67310" cy="409575"/>
            </a:xfrm>
            <a:custGeom>
              <a:avLst/>
              <a:gdLst/>
              <a:ahLst/>
              <a:cxnLst/>
              <a:rect l="l" t="t" r="r" b="b"/>
              <a:pathLst>
                <a:path w="67309" h="409575">
                  <a:moveTo>
                    <a:pt x="66814" y="0"/>
                  </a:moveTo>
                  <a:lnTo>
                    <a:pt x="0" y="0"/>
                  </a:lnTo>
                  <a:lnTo>
                    <a:pt x="0" y="409254"/>
                  </a:lnTo>
                  <a:lnTo>
                    <a:pt x="66814" y="409254"/>
                  </a:lnTo>
                  <a:lnTo>
                    <a:pt x="6681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5" name="object 30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33742" y="9327356"/>
              <a:ext cx="70259" cy="415289"/>
            </a:xfrm>
            <a:prstGeom prst="rect">
              <a:avLst/>
            </a:prstGeom>
          </p:spPr>
        </p:pic>
        <p:sp>
          <p:nvSpPr>
            <p:cNvPr id="306" name="object 306" descr=""/>
            <p:cNvSpPr/>
            <p:nvPr/>
          </p:nvSpPr>
          <p:spPr>
            <a:xfrm>
              <a:off x="6648792" y="9330218"/>
              <a:ext cx="67310" cy="409575"/>
            </a:xfrm>
            <a:custGeom>
              <a:avLst/>
              <a:gdLst/>
              <a:ahLst/>
              <a:cxnLst/>
              <a:rect l="l" t="t" r="r" b="b"/>
              <a:pathLst>
                <a:path w="67309" h="409575">
                  <a:moveTo>
                    <a:pt x="66814" y="0"/>
                  </a:moveTo>
                  <a:lnTo>
                    <a:pt x="0" y="0"/>
                  </a:lnTo>
                  <a:lnTo>
                    <a:pt x="0" y="409254"/>
                  </a:lnTo>
                  <a:lnTo>
                    <a:pt x="66814" y="409254"/>
                  </a:lnTo>
                  <a:lnTo>
                    <a:pt x="6681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7" name="object 30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47075" y="9327356"/>
              <a:ext cx="70249" cy="415289"/>
            </a:xfrm>
            <a:prstGeom prst="rect">
              <a:avLst/>
            </a:prstGeom>
          </p:spPr>
        </p:pic>
        <p:sp>
          <p:nvSpPr>
            <p:cNvPr id="308" name="object 308" descr=""/>
            <p:cNvSpPr/>
            <p:nvPr/>
          </p:nvSpPr>
          <p:spPr>
            <a:xfrm>
              <a:off x="6562114" y="9330218"/>
              <a:ext cx="67310" cy="409575"/>
            </a:xfrm>
            <a:custGeom>
              <a:avLst/>
              <a:gdLst/>
              <a:ahLst/>
              <a:cxnLst/>
              <a:rect l="l" t="t" r="r" b="b"/>
              <a:pathLst>
                <a:path w="67309" h="409575">
                  <a:moveTo>
                    <a:pt x="66814" y="0"/>
                  </a:moveTo>
                  <a:lnTo>
                    <a:pt x="0" y="0"/>
                  </a:lnTo>
                  <a:lnTo>
                    <a:pt x="0" y="409254"/>
                  </a:lnTo>
                  <a:lnTo>
                    <a:pt x="66814" y="409254"/>
                  </a:lnTo>
                  <a:lnTo>
                    <a:pt x="6681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9" name="object 30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60397" y="9327356"/>
              <a:ext cx="70249" cy="415289"/>
            </a:xfrm>
            <a:prstGeom prst="rect">
              <a:avLst/>
            </a:prstGeom>
          </p:spPr>
        </p:pic>
      </p:grpSp>
      <p:sp>
        <p:nvSpPr>
          <p:cNvPr id="310" name="object 310" descr=""/>
          <p:cNvSpPr/>
          <p:nvPr/>
        </p:nvSpPr>
        <p:spPr>
          <a:xfrm>
            <a:off x="6062119" y="9920525"/>
            <a:ext cx="802005" cy="197485"/>
          </a:xfrm>
          <a:custGeom>
            <a:avLst/>
            <a:gdLst/>
            <a:ahLst/>
            <a:cxnLst/>
            <a:rect l="l" t="t" r="r" b="b"/>
            <a:pathLst>
              <a:path w="802004" h="197484">
                <a:moveTo>
                  <a:pt x="801828" y="0"/>
                </a:moveTo>
                <a:lnTo>
                  <a:pt x="0" y="0"/>
                </a:lnTo>
                <a:lnTo>
                  <a:pt x="0" y="197041"/>
                </a:lnTo>
                <a:lnTo>
                  <a:pt x="801828" y="197041"/>
                </a:lnTo>
                <a:lnTo>
                  <a:pt x="801828" y="0"/>
                </a:lnTo>
                <a:close/>
              </a:path>
            </a:pathLst>
          </a:custGeom>
          <a:solidFill>
            <a:srgbClr val="447A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1" name="object 311" descr=""/>
          <p:cNvSpPr/>
          <p:nvPr/>
        </p:nvSpPr>
        <p:spPr>
          <a:xfrm>
            <a:off x="6062119" y="9820978"/>
            <a:ext cx="802005" cy="22225"/>
          </a:xfrm>
          <a:custGeom>
            <a:avLst/>
            <a:gdLst/>
            <a:ahLst/>
            <a:cxnLst/>
            <a:rect l="l" t="t" r="r" b="b"/>
            <a:pathLst>
              <a:path w="802004" h="22225">
                <a:moveTo>
                  <a:pt x="801828" y="0"/>
                </a:moveTo>
                <a:lnTo>
                  <a:pt x="0" y="0"/>
                </a:lnTo>
                <a:lnTo>
                  <a:pt x="0" y="22083"/>
                </a:lnTo>
                <a:lnTo>
                  <a:pt x="801828" y="22083"/>
                </a:lnTo>
                <a:lnTo>
                  <a:pt x="801828" y="0"/>
                </a:lnTo>
                <a:close/>
              </a:path>
            </a:pathLst>
          </a:custGeom>
          <a:solidFill>
            <a:srgbClr val="447A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2" name="object 312" descr=""/>
          <p:cNvSpPr/>
          <p:nvPr/>
        </p:nvSpPr>
        <p:spPr>
          <a:xfrm>
            <a:off x="5334204" y="9198002"/>
            <a:ext cx="728345" cy="20320"/>
          </a:xfrm>
          <a:custGeom>
            <a:avLst/>
            <a:gdLst/>
            <a:ahLst/>
            <a:cxnLst/>
            <a:rect l="l" t="t" r="r" b="b"/>
            <a:pathLst>
              <a:path w="728345" h="20320">
                <a:moveTo>
                  <a:pt x="727915" y="0"/>
                </a:moveTo>
                <a:lnTo>
                  <a:pt x="0" y="0"/>
                </a:lnTo>
                <a:lnTo>
                  <a:pt x="0" y="19884"/>
                </a:lnTo>
                <a:lnTo>
                  <a:pt x="727915" y="19884"/>
                </a:lnTo>
                <a:lnTo>
                  <a:pt x="727915" y="0"/>
                </a:lnTo>
                <a:close/>
              </a:path>
            </a:pathLst>
          </a:custGeom>
          <a:solidFill>
            <a:srgbClr val="DDEC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3" name="object 313" descr=""/>
          <p:cNvSpPr/>
          <p:nvPr/>
        </p:nvSpPr>
        <p:spPr>
          <a:xfrm>
            <a:off x="5334204" y="9389578"/>
            <a:ext cx="728345" cy="26034"/>
          </a:xfrm>
          <a:custGeom>
            <a:avLst/>
            <a:gdLst/>
            <a:ahLst/>
            <a:cxnLst/>
            <a:rect l="l" t="t" r="r" b="b"/>
            <a:pathLst>
              <a:path w="728345" h="26034">
                <a:moveTo>
                  <a:pt x="727915" y="0"/>
                </a:moveTo>
                <a:lnTo>
                  <a:pt x="0" y="0"/>
                </a:lnTo>
                <a:lnTo>
                  <a:pt x="0" y="25475"/>
                </a:lnTo>
                <a:lnTo>
                  <a:pt x="727915" y="25475"/>
                </a:lnTo>
                <a:lnTo>
                  <a:pt x="727915" y="0"/>
                </a:lnTo>
                <a:close/>
              </a:path>
            </a:pathLst>
          </a:custGeom>
          <a:solidFill>
            <a:srgbClr val="DDEC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4" name="object 314" descr=""/>
          <p:cNvSpPr/>
          <p:nvPr/>
        </p:nvSpPr>
        <p:spPr>
          <a:xfrm>
            <a:off x="4100512" y="7091838"/>
            <a:ext cx="2131060" cy="754380"/>
          </a:xfrm>
          <a:custGeom>
            <a:avLst/>
            <a:gdLst/>
            <a:ahLst/>
            <a:cxnLst/>
            <a:rect l="l" t="t" r="r" b="b"/>
            <a:pathLst>
              <a:path w="2131060" h="754379">
                <a:moveTo>
                  <a:pt x="1051852" y="168516"/>
                </a:moveTo>
                <a:lnTo>
                  <a:pt x="1040828" y="117119"/>
                </a:lnTo>
                <a:lnTo>
                  <a:pt x="1013853" y="71716"/>
                </a:lnTo>
                <a:lnTo>
                  <a:pt x="974712" y="35318"/>
                </a:lnTo>
                <a:lnTo>
                  <a:pt x="927150" y="10922"/>
                </a:lnTo>
                <a:lnTo>
                  <a:pt x="875334" y="0"/>
                </a:lnTo>
                <a:lnTo>
                  <a:pt x="822261" y="1104"/>
                </a:lnTo>
                <a:lnTo>
                  <a:pt x="770013" y="12801"/>
                </a:lnTo>
                <a:lnTo>
                  <a:pt x="720636" y="33655"/>
                </a:lnTo>
                <a:lnTo>
                  <a:pt x="675551" y="61912"/>
                </a:lnTo>
                <a:lnTo>
                  <a:pt x="634517" y="95885"/>
                </a:lnTo>
                <a:lnTo>
                  <a:pt x="597166" y="134226"/>
                </a:lnTo>
                <a:lnTo>
                  <a:pt x="563092" y="175552"/>
                </a:lnTo>
                <a:lnTo>
                  <a:pt x="530974" y="218833"/>
                </a:lnTo>
                <a:lnTo>
                  <a:pt x="498221" y="261683"/>
                </a:lnTo>
                <a:lnTo>
                  <a:pt x="462330" y="301117"/>
                </a:lnTo>
                <a:lnTo>
                  <a:pt x="420814" y="334149"/>
                </a:lnTo>
                <a:lnTo>
                  <a:pt x="370014" y="359816"/>
                </a:lnTo>
                <a:lnTo>
                  <a:pt x="316471" y="379971"/>
                </a:lnTo>
                <a:lnTo>
                  <a:pt x="265099" y="400075"/>
                </a:lnTo>
                <a:lnTo>
                  <a:pt x="214833" y="422910"/>
                </a:lnTo>
                <a:lnTo>
                  <a:pt x="166611" y="449313"/>
                </a:lnTo>
                <a:lnTo>
                  <a:pt x="121386" y="480072"/>
                </a:lnTo>
                <a:lnTo>
                  <a:pt x="80124" y="516001"/>
                </a:lnTo>
                <a:lnTo>
                  <a:pt x="31038" y="574535"/>
                </a:lnTo>
                <a:lnTo>
                  <a:pt x="11442" y="608723"/>
                </a:lnTo>
                <a:lnTo>
                  <a:pt x="0" y="643712"/>
                </a:lnTo>
                <a:lnTo>
                  <a:pt x="88" y="669124"/>
                </a:lnTo>
                <a:lnTo>
                  <a:pt x="11303" y="665353"/>
                </a:lnTo>
                <a:lnTo>
                  <a:pt x="26390" y="645972"/>
                </a:lnTo>
                <a:lnTo>
                  <a:pt x="38150" y="624573"/>
                </a:lnTo>
                <a:lnTo>
                  <a:pt x="65354" y="580821"/>
                </a:lnTo>
                <a:lnTo>
                  <a:pt x="102781" y="547204"/>
                </a:lnTo>
                <a:lnTo>
                  <a:pt x="147447" y="522681"/>
                </a:lnTo>
                <a:lnTo>
                  <a:pt x="196380" y="506222"/>
                </a:lnTo>
                <a:lnTo>
                  <a:pt x="246608" y="496811"/>
                </a:lnTo>
                <a:lnTo>
                  <a:pt x="296494" y="492328"/>
                </a:lnTo>
                <a:lnTo>
                  <a:pt x="346646" y="489737"/>
                </a:lnTo>
                <a:lnTo>
                  <a:pt x="396659" y="486689"/>
                </a:lnTo>
                <a:lnTo>
                  <a:pt x="446138" y="480860"/>
                </a:lnTo>
                <a:lnTo>
                  <a:pt x="494665" y="469925"/>
                </a:lnTo>
                <a:lnTo>
                  <a:pt x="544106" y="451040"/>
                </a:lnTo>
                <a:lnTo>
                  <a:pt x="590600" y="425831"/>
                </a:lnTo>
                <a:lnTo>
                  <a:pt x="634657" y="395846"/>
                </a:lnTo>
                <a:lnTo>
                  <a:pt x="676719" y="362635"/>
                </a:lnTo>
                <a:lnTo>
                  <a:pt x="717283" y="327736"/>
                </a:lnTo>
                <a:lnTo>
                  <a:pt x="737400" y="310134"/>
                </a:lnTo>
                <a:lnTo>
                  <a:pt x="758088" y="293192"/>
                </a:lnTo>
                <a:lnTo>
                  <a:pt x="803021" y="264922"/>
                </a:lnTo>
                <a:lnTo>
                  <a:pt x="845058" y="250431"/>
                </a:lnTo>
                <a:lnTo>
                  <a:pt x="889139" y="242366"/>
                </a:lnTo>
                <a:lnTo>
                  <a:pt x="933983" y="236626"/>
                </a:lnTo>
                <a:lnTo>
                  <a:pt x="978293" y="229082"/>
                </a:lnTo>
                <a:lnTo>
                  <a:pt x="1020800" y="215620"/>
                </a:lnTo>
                <a:lnTo>
                  <a:pt x="1049566" y="189623"/>
                </a:lnTo>
                <a:lnTo>
                  <a:pt x="1051852" y="175653"/>
                </a:lnTo>
                <a:lnTo>
                  <a:pt x="1051852" y="168516"/>
                </a:lnTo>
                <a:close/>
              </a:path>
              <a:path w="2131060" h="754379">
                <a:moveTo>
                  <a:pt x="1564233" y="256616"/>
                </a:moveTo>
                <a:lnTo>
                  <a:pt x="1536966" y="197256"/>
                </a:lnTo>
                <a:lnTo>
                  <a:pt x="1481429" y="163969"/>
                </a:lnTo>
                <a:lnTo>
                  <a:pt x="1415884" y="154101"/>
                </a:lnTo>
                <a:lnTo>
                  <a:pt x="1360284" y="158902"/>
                </a:lnTo>
                <a:lnTo>
                  <a:pt x="1306449" y="173672"/>
                </a:lnTo>
                <a:lnTo>
                  <a:pt x="1256093" y="197789"/>
                </a:lnTo>
                <a:lnTo>
                  <a:pt x="1210957" y="230619"/>
                </a:lnTo>
                <a:lnTo>
                  <a:pt x="1179893" y="261175"/>
                </a:lnTo>
                <a:lnTo>
                  <a:pt x="1150239" y="293293"/>
                </a:lnTo>
                <a:lnTo>
                  <a:pt x="1119441" y="323862"/>
                </a:lnTo>
                <a:lnTo>
                  <a:pt x="1084935" y="349745"/>
                </a:lnTo>
                <a:lnTo>
                  <a:pt x="1041450" y="369557"/>
                </a:lnTo>
                <a:lnTo>
                  <a:pt x="994892" y="380669"/>
                </a:lnTo>
                <a:lnTo>
                  <a:pt x="946416" y="386080"/>
                </a:lnTo>
                <a:lnTo>
                  <a:pt x="897128" y="388785"/>
                </a:lnTo>
                <a:lnTo>
                  <a:pt x="848156" y="391782"/>
                </a:lnTo>
                <a:lnTo>
                  <a:pt x="799299" y="397979"/>
                </a:lnTo>
                <a:lnTo>
                  <a:pt x="751065" y="408330"/>
                </a:lnTo>
                <a:lnTo>
                  <a:pt x="704113" y="423049"/>
                </a:lnTo>
                <a:lnTo>
                  <a:pt x="659053" y="442366"/>
                </a:lnTo>
                <a:lnTo>
                  <a:pt x="616546" y="466496"/>
                </a:lnTo>
                <a:lnTo>
                  <a:pt x="577240" y="495642"/>
                </a:lnTo>
                <a:lnTo>
                  <a:pt x="550456" y="530872"/>
                </a:lnTo>
                <a:lnTo>
                  <a:pt x="528027" y="582206"/>
                </a:lnTo>
                <a:lnTo>
                  <a:pt x="510489" y="641210"/>
                </a:lnTo>
                <a:lnTo>
                  <a:pt x="498373" y="699452"/>
                </a:lnTo>
                <a:lnTo>
                  <a:pt x="492213" y="748487"/>
                </a:lnTo>
                <a:lnTo>
                  <a:pt x="491998" y="751598"/>
                </a:lnTo>
                <a:lnTo>
                  <a:pt x="495211" y="754011"/>
                </a:lnTo>
                <a:lnTo>
                  <a:pt x="497979" y="752602"/>
                </a:lnTo>
                <a:lnTo>
                  <a:pt x="516877" y="728992"/>
                </a:lnTo>
                <a:lnTo>
                  <a:pt x="534873" y="688213"/>
                </a:lnTo>
                <a:lnTo>
                  <a:pt x="550621" y="646455"/>
                </a:lnTo>
                <a:lnTo>
                  <a:pt x="562825" y="619887"/>
                </a:lnTo>
                <a:lnTo>
                  <a:pt x="576402" y="594664"/>
                </a:lnTo>
                <a:lnTo>
                  <a:pt x="585457" y="569785"/>
                </a:lnTo>
                <a:lnTo>
                  <a:pt x="596785" y="547598"/>
                </a:lnTo>
                <a:lnTo>
                  <a:pt x="665708" y="510095"/>
                </a:lnTo>
                <a:lnTo>
                  <a:pt x="716470" y="496239"/>
                </a:lnTo>
                <a:lnTo>
                  <a:pt x="768743" y="487299"/>
                </a:lnTo>
                <a:lnTo>
                  <a:pt x="821778" y="481672"/>
                </a:lnTo>
                <a:lnTo>
                  <a:pt x="874864" y="477812"/>
                </a:lnTo>
                <a:lnTo>
                  <a:pt x="1071219" y="464769"/>
                </a:lnTo>
                <a:lnTo>
                  <a:pt x="1117866" y="461276"/>
                </a:lnTo>
                <a:lnTo>
                  <a:pt x="1164475" y="455917"/>
                </a:lnTo>
                <a:lnTo>
                  <a:pt x="1210144" y="447065"/>
                </a:lnTo>
                <a:lnTo>
                  <a:pt x="1253985" y="433120"/>
                </a:lnTo>
                <a:lnTo>
                  <a:pt x="1295095" y="412445"/>
                </a:lnTo>
                <a:lnTo>
                  <a:pt x="1337106" y="383095"/>
                </a:lnTo>
                <a:lnTo>
                  <a:pt x="1358544" y="369392"/>
                </a:lnTo>
                <a:lnTo>
                  <a:pt x="1381544" y="358813"/>
                </a:lnTo>
                <a:lnTo>
                  <a:pt x="1424787" y="350151"/>
                </a:lnTo>
                <a:lnTo>
                  <a:pt x="1469644" y="346532"/>
                </a:lnTo>
                <a:lnTo>
                  <a:pt x="1511592" y="338480"/>
                </a:lnTo>
                <a:lnTo>
                  <a:pt x="1546148" y="316598"/>
                </a:lnTo>
                <a:lnTo>
                  <a:pt x="1561592" y="288734"/>
                </a:lnTo>
                <a:lnTo>
                  <a:pt x="1564233" y="256616"/>
                </a:lnTo>
                <a:close/>
              </a:path>
              <a:path w="2131060" h="754379">
                <a:moveTo>
                  <a:pt x="2130882" y="461365"/>
                </a:moveTo>
                <a:lnTo>
                  <a:pt x="2129421" y="416661"/>
                </a:lnTo>
                <a:lnTo>
                  <a:pt x="2107044" y="367982"/>
                </a:lnTo>
                <a:lnTo>
                  <a:pt x="2068918" y="329526"/>
                </a:lnTo>
                <a:lnTo>
                  <a:pt x="2023859" y="303580"/>
                </a:lnTo>
                <a:lnTo>
                  <a:pt x="1974354" y="287896"/>
                </a:lnTo>
                <a:lnTo>
                  <a:pt x="1922043" y="280911"/>
                </a:lnTo>
                <a:lnTo>
                  <a:pt x="1868576" y="281051"/>
                </a:lnTo>
                <a:lnTo>
                  <a:pt x="1815592" y="286740"/>
                </a:lnTo>
                <a:lnTo>
                  <a:pt x="1769884" y="295173"/>
                </a:lnTo>
                <a:lnTo>
                  <a:pt x="1724875" y="306717"/>
                </a:lnTo>
                <a:lnTo>
                  <a:pt x="1680997" y="321779"/>
                </a:lnTo>
                <a:lnTo>
                  <a:pt x="1638668" y="340728"/>
                </a:lnTo>
                <a:lnTo>
                  <a:pt x="1597685" y="363855"/>
                </a:lnTo>
                <a:lnTo>
                  <a:pt x="1557972" y="389204"/>
                </a:lnTo>
                <a:lnTo>
                  <a:pt x="1518399" y="414832"/>
                </a:lnTo>
                <a:lnTo>
                  <a:pt x="1477848" y="438759"/>
                </a:lnTo>
                <a:lnTo>
                  <a:pt x="1432788" y="460425"/>
                </a:lnTo>
                <a:lnTo>
                  <a:pt x="1385912" y="477799"/>
                </a:lnTo>
                <a:lnTo>
                  <a:pt x="1337627" y="490893"/>
                </a:lnTo>
                <a:lnTo>
                  <a:pt x="1288389" y="499681"/>
                </a:lnTo>
                <a:lnTo>
                  <a:pt x="1219352" y="507174"/>
                </a:lnTo>
                <a:lnTo>
                  <a:pt x="1185138" y="512229"/>
                </a:lnTo>
                <a:lnTo>
                  <a:pt x="1111567" y="537552"/>
                </a:lnTo>
                <a:lnTo>
                  <a:pt x="1075474" y="561835"/>
                </a:lnTo>
                <a:lnTo>
                  <a:pt x="1044206" y="592162"/>
                </a:lnTo>
                <a:lnTo>
                  <a:pt x="1018654" y="627418"/>
                </a:lnTo>
                <a:lnTo>
                  <a:pt x="999782" y="661454"/>
                </a:lnTo>
                <a:lnTo>
                  <a:pt x="996581" y="678434"/>
                </a:lnTo>
                <a:lnTo>
                  <a:pt x="1005636" y="689444"/>
                </a:lnTo>
                <a:lnTo>
                  <a:pt x="1023950" y="688327"/>
                </a:lnTo>
                <a:lnTo>
                  <a:pt x="1049032" y="679310"/>
                </a:lnTo>
                <a:lnTo>
                  <a:pt x="1074572" y="668489"/>
                </a:lnTo>
                <a:lnTo>
                  <a:pt x="1094244" y="661974"/>
                </a:lnTo>
                <a:lnTo>
                  <a:pt x="1124000" y="658533"/>
                </a:lnTo>
                <a:lnTo>
                  <a:pt x="1153947" y="656805"/>
                </a:lnTo>
                <a:lnTo>
                  <a:pt x="1183944" y="655548"/>
                </a:lnTo>
                <a:lnTo>
                  <a:pt x="1213878" y="653567"/>
                </a:lnTo>
                <a:lnTo>
                  <a:pt x="1266571" y="645960"/>
                </a:lnTo>
                <a:lnTo>
                  <a:pt x="1318717" y="634746"/>
                </a:lnTo>
                <a:lnTo>
                  <a:pt x="1370711" y="622541"/>
                </a:lnTo>
                <a:lnTo>
                  <a:pt x="1422920" y="611911"/>
                </a:lnTo>
                <a:lnTo>
                  <a:pt x="1475689" y="605459"/>
                </a:lnTo>
                <a:lnTo>
                  <a:pt x="1521650" y="604748"/>
                </a:lnTo>
                <a:lnTo>
                  <a:pt x="1567548" y="607707"/>
                </a:lnTo>
                <a:lnTo>
                  <a:pt x="1613408" y="612876"/>
                </a:lnTo>
                <a:lnTo>
                  <a:pt x="1659255" y="618794"/>
                </a:lnTo>
                <a:lnTo>
                  <a:pt x="1705140" y="624027"/>
                </a:lnTo>
                <a:lnTo>
                  <a:pt x="1749856" y="627303"/>
                </a:lnTo>
                <a:lnTo>
                  <a:pt x="1794675" y="628535"/>
                </a:lnTo>
                <a:lnTo>
                  <a:pt x="1839506" y="627748"/>
                </a:lnTo>
                <a:lnTo>
                  <a:pt x="1884248" y="624916"/>
                </a:lnTo>
                <a:lnTo>
                  <a:pt x="1929917" y="619531"/>
                </a:lnTo>
                <a:lnTo>
                  <a:pt x="1974888" y="610171"/>
                </a:lnTo>
                <a:lnTo>
                  <a:pt x="2017890" y="595287"/>
                </a:lnTo>
                <a:lnTo>
                  <a:pt x="2057603" y="573328"/>
                </a:lnTo>
                <a:lnTo>
                  <a:pt x="2091855" y="542594"/>
                </a:lnTo>
                <a:lnTo>
                  <a:pt x="2117318" y="504304"/>
                </a:lnTo>
                <a:lnTo>
                  <a:pt x="2130882" y="461365"/>
                </a:lnTo>
                <a:close/>
              </a:path>
            </a:pathLst>
          </a:custGeom>
          <a:solidFill>
            <a:srgbClr val="EFF6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5" name="object 315" descr=""/>
          <p:cNvSpPr/>
          <p:nvPr/>
        </p:nvSpPr>
        <p:spPr>
          <a:xfrm>
            <a:off x="14635798" y="2351182"/>
            <a:ext cx="533400" cy="604520"/>
          </a:xfrm>
          <a:custGeom>
            <a:avLst/>
            <a:gdLst/>
            <a:ahLst/>
            <a:cxnLst/>
            <a:rect l="l" t="t" r="r" b="b"/>
            <a:pathLst>
              <a:path w="533400" h="604519">
                <a:moveTo>
                  <a:pt x="271352" y="0"/>
                </a:moveTo>
                <a:lnTo>
                  <a:pt x="193388" y="4698"/>
                </a:lnTo>
                <a:lnTo>
                  <a:pt x="130314" y="17122"/>
                </a:lnTo>
                <a:lnTo>
                  <a:pt x="81038" y="34763"/>
                </a:lnTo>
                <a:lnTo>
                  <a:pt x="44468" y="55113"/>
                </a:lnTo>
                <a:lnTo>
                  <a:pt x="5078" y="93913"/>
                </a:lnTo>
                <a:lnTo>
                  <a:pt x="0" y="604211"/>
                </a:lnTo>
                <a:lnTo>
                  <a:pt x="533114" y="604211"/>
                </a:lnTo>
                <a:lnTo>
                  <a:pt x="533041" y="107347"/>
                </a:lnTo>
                <a:lnTo>
                  <a:pt x="510574" y="68948"/>
                </a:lnTo>
                <a:lnTo>
                  <a:pt x="479346" y="44756"/>
                </a:lnTo>
                <a:lnTo>
                  <a:pt x="430974" y="22546"/>
                </a:lnTo>
                <a:lnTo>
                  <a:pt x="362596" y="6300"/>
                </a:lnTo>
                <a:lnTo>
                  <a:pt x="271352" y="0"/>
                </a:lnTo>
                <a:close/>
              </a:path>
            </a:pathLst>
          </a:custGeom>
          <a:solidFill>
            <a:srgbClr val="C4DE9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6" name="object 316" descr=""/>
          <p:cNvGrpSpPr/>
          <p:nvPr/>
        </p:nvGrpSpPr>
        <p:grpSpPr>
          <a:xfrm>
            <a:off x="13866122" y="1626945"/>
            <a:ext cx="3234055" cy="2225675"/>
            <a:chOff x="13866122" y="1626945"/>
            <a:chExt cx="3234055" cy="2225675"/>
          </a:xfrm>
        </p:grpSpPr>
        <p:sp>
          <p:nvSpPr>
            <p:cNvPr id="317" name="object 317" descr=""/>
            <p:cNvSpPr/>
            <p:nvPr/>
          </p:nvSpPr>
          <p:spPr>
            <a:xfrm>
              <a:off x="15280286" y="2495564"/>
              <a:ext cx="400685" cy="604520"/>
            </a:xfrm>
            <a:custGeom>
              <a:avLst/>
              <a:gdLst/>
              <a:ahLst/>
              <a:cxnLst/>
              <a:rect l="l" t="t" r="r" b="b"/>
              <a:pathLst>
                <a:path w="400684" h="604519">
                  <a:moveTo>
                    <a:pt x="203732" y="0"/>
                  </a:moveTo>
                  <a:lnTo>
                    <a:pt x="124957" y="8880"/>
                  </a:lnTo>
                  <a:lnTo>
                    <a:pt x="67452" y="30934"/>
                  </a:lnTo>
                  <a:lnTo>
                    <a:pt x="28968" y="59281"/>
                  </a:lnTo>
                  <a:lnTo>
                    <a:pt x="52" y="107337"/>
                  </a:lnTo>
                  <a:lnTo>
                    <a:pt x="0" y="604201"/>
                  </a:lnTo>
                  <a:lnTo>
                    <a:pt x="400270" y="604201"/>
                  </a:lnTo>
                  <a:lnTo>
                    <a:pt x="400218" y="107337"/>
                  </a:lnTo>
                  <a:lnTo>
                    <a:pt x="375375" y="59281"/>
                  </a:lnTo>
                  <a:lnTo>
                    <a:pt x="339790" y="30934"/>
                  </a:lnTo>
                  <a:lnTo>
                    <a:pt x="283813" y="8880"/>
                  </a:lnTo>
                  <a:lnTo>
                    <a:pt x="203732" y="0"/>
                  </a:lnTo>
                  <a:close/>
                </a:path>
              </a:pathLst>
            </a:custGeom>
            <a:solidFill>
              <a:srgbClr val="C4DE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14526950" y="2820720"/>
              <a:ext cx="1827530" cy="1031875"/>
            </a:xfrm>
            <a:custGeom>
              <a:avLst/>
              <a:gdLst/>
              <a:ahLst/>
              <a:cxnLst/>
              <a:rect l="l" t="t" r="r" b="b"/>
              <a:pathLst>
                <a:path w="1827530" h="1031875">
                  <a:moveTo>
                    <a:pt x="1827159" y="0"/>
                  </a:moveTo>
                  <a:lnTo>
                    <a:pt x="0" y="0"/>
                  </a:lnTo>
                  <a:lnTo>
                    <a:pt x="0" y="1031298"/>
                  </a:lnTo>
                  <a:lnTo>
                    <a:pt x="1827159" y="1031298"/>
                  </a:lnTo>
                  <a:lnTo>
                    <a:pt x="1827159" y="0"/>
                  </a:lnTo>
                  <a:close/>
                </a:path>
              </a:pathLst>
            </a:custGeom>
            <a:solidFill>
              <a:srgbClr val="447A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13889165" y="3021958"/>
              <a:ext cx="3173730" cy="830580"/>
            </a:xfrm>
            <a:custGeom>
              <a:avLst/>
              <a:gdLst/>
              <a:ahLst/>
              <a:cxnLst/>
              <a:rect l="l" t="t" r="r" b="b"/>
              <a:pathLst>
                <a:path w="3173730" h="830579">
                  <a:moveTo>
                    <a:pt x="637781" y="0"/>
                  </a:moveTo>
                  <a:lnTo>
                    <a:pt x="0" y="314426"/>
                  </a:lnTo>
                  <a:lnTo>
                    <a:pt x="0" y="830072"/>
                  </a:lnTo>
                  <a:lnTo>
                    <a:pt x="637781" y="830072"/>
                  </a:lnTo>
                  <a:lnTo>
                    <a:pt x="637781" y="0"/>
                  </a:lnTo>
                  <a:close/>
                </a:path>
                <a:path w="3173730" h="830579">
                  <a:moveTo>
                    <a:pt x="3173552" y="217995"/>
                  </a:moveTo>
                  <a:lnTo>
                    <a:pt x="2464943" y="217995"/>
                  </a:lnTo>
                  <a:lnTo>
                    <a:pt x="2464943" y="830072"/>
                  </a:lnTo>
                  <a:lnTo>
                    <a:pt x="3173552" y="830072"/>
                  </a:lnTo>
                  <a:lnTo>
                    <a:pt x="3173552" y="217995"/>
                  </a:lnTo>
                  <a:close/>
                </a:path>
              </a:pathLst>
            </a:custGeom>
            <a:solidFill>
              <a:srgbClr val="216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14494082" y="2757842"/>
              <a:ext cx="1889760" cy="80010"/>
            </a:xfrm>
            <a:custGeom>
              <a:avLst/>
              <a:gdLst/>
              <a:ahLst/>
              <a:cxnLst/>
              <a:rect l="l" t="t" r="r" b="b"/>
              <a:pathLst>
                <a:path w="1889759" h="80010">
                  <a:moveTo>
                    <a:pt x="1889586" y="0"/>
                  </a:moveTo>
                  <a:lnTo>
                    <a:pt x="0" y="0"/>
                  </a:lnTo>
                  <a:lnTo>
                    <a:pt x="0" y="79652"/>
                  </a:lnTo>
                  <a:lnTo>
                    <a:pt x="1889586" y="79652"/>
                  </a:lnTo>
                  <a:lnTo>
                    <a:pt x="1889586" y="0"/>
                  </a:lnTo>
                  <a:close/>
                </a:path>
              </a:pathLst>
            </a:custGeom>
            <a:solidFill>
              <a:srgbClr val="447A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6609614" y="1642698"/>
              <a:ext cx="329565" cy="1597660"/>
            </a:xfrm>
            <a:custGeom>
              <a:avLst/>
              <a:gdLst/>
              <a:ahLst/>
              <a:cxnLst/>
              <a:rect l="l" t="t" r="r" b="b"/>
              <a:pathLst>
                <a:path w="329565" h="1597660">
                  <a:moveTo>
                    <a:pt x="207375" y="0"/>
                  </a:moveTo>
                  <a:lnTo>
                    <a:pt x="87829" y="0"/>
                  </a:lnTo>
                  <a:lnTo>
                    <a:pt x="0" y="1597249"/>
                  </a:lnTo>
                  <a:lnTo>
                    <a:pt x="328953" y="1597249"/>
                  </a:lnTo>
                  <a:lnTo>
                    <a:pt x="207375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14674427" y="3002547"/>
              <a:ext cx="138430" cy="759460"/>
            </a:xfrm>
            <a:custGeom>
              <a:avLst/>
              <a:gdLst/>
              <a:ahLst/>
              <a:cxnLst/>
              <a:rect l="l" t="t" r="r" b="b"/>
              <a:pathLst>
                <a:path w="138430" h="759460">
                  <a:moveTo>
                    <a:pt x="69170" y="0"/>
                  </a:moveTo>
                  <a:lnTo>
                    <a:pt x="42248" y="6125"/>
                  </a:lnTo>
                  <a:lnTo>
                    <a:pt x="20261" y="22830"/>
                  </a:lnTo>
                  <a:lnTo>
                    <a:pt x="5436" y="47606"/>
                  </a:lnTo>
                  <a:lnTo>
                    <a:pt x="0" y="77945"/>
                  </a:lnTo>
                  <a:lnTo>
                    <a:pt x="0" y="758929"/>
                  </a:lnTo>
                  <a:lnTo>
                    <a:pt x="138341" y="758929"/>
                  </a:lnTo>
                  <a:lnTo>
                    <a:pt x="138341" y="77945"/>
                  </a:lnTo>
                  <a:lnTo>
                    <a:pt x="132904" y="47606"/>
                  </a:lnTo>
                  <a:lnTo>
                    <a:pt x="118080" y="22830"/>
                  </a:lnTo>
                  <a:lnTo>
                    <a:pt x="96093" y="6125"/>
                  </a:lnTo>
                  <a:lnTo>
                    <a:pt x="69170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14674430" y="2998480"/>
              <a:ext cx="129539" cy="759460"/>
            </a:xfrm>
            <a:custGeom>
              <a:avLst/>
              <a:gdLst/>
              <a:ahLst/>
              <a:cxnLst/>
              <a:rect l="l" t="t" r="r" b="b"/>
              <a:pathLst>
                <a:path w="129540" h="759460">
                  <a:moveTo>
                    <a:pt x="69170" y="0"/>
                  </a:moveTo>
                  <a:lnTo>
                    <a:pt x="42243" y="6125"/>
                  </a:lnTo>
                  <a:lnTo>
                    <a:pt x="20257" y="22830"/>
                  </a:lnTo>
                  <a:lnTo>
                    <a:pt x="5434" y="47606"/>
                  </a:lnTo>
                  <a:lnTo>
                    <a:pt x="0" y="77945"/>
                  </a:lnTo>
                  <a:lnTo>
                    <a:pt x="0" y="758929"/>
                  </a:lnTo>
                  <a:lnTo>
                    <a:pt x="17287" y="758929"/>
                  </a:lnTo>
                  <a:lnTo>
                    <a:pt x="17287" y="100583"/>
                  </a:lnTo>
                  <a:lnTo>
                    <a:pt x="22723" y="70244"/>
                  </a:lnTo>
                  <a:lnTo>
                    <a:pt x="37548" y="45468"/>
                  </a:lnTo>
                  <a:lnTo>
                    <a:pt x="59535" y="28763"/>
                  </a:lnTo>
                  <a:lnTo>
                    <a:pt x="86458" y="22638"/>
                  </a:lnTo>
                  <a:lnTo>
                    <a:pt x="98311" y="23781"/>
                  </a:lnTo>
                  <a:lnTo>
                    <a:pt x="109511" y="27082"/>
                  </a:lnTo>
                  <a:lnTo>
                    <a:pt x="119887" y="32347"/>
                  </a:lnTo>
                  <a:lnTo>
                    <a:pt x="129273" y="39380"/>
                  </a:lnTo>
                  <a:lnTo>
                    <a:pt x="118476" y="23306"/>
                  </a:lnTo>
                  <a:lnTo>
                    <a:pt x="104409" y="10871"/>
                  </a:lnTo>
                  <a:lnTo>
                    <a:pt x="87748" y="2846"/>
                  </a:lnTo>
                  <a:lnTo>
                    <a:pt x="6917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14658696" y="2989217"/>
              <a:ext cx="172085" cy="777240"/>
            </a:xfrm>
            <a:custGeom>
              <a:avLst/>
              <a:gdLst/>
              <a:ahLst/>
              <a:cxnLst/>
              <a:rect l="l" t="t" r="r" b="b"/>
              <a:pathLst>
                <a:path w="172084" h="777239">
                  <a:moveTo>
                    <a:pt x="171538" y="86309"/>
                  </a:moveTo>
                  <a:lnTo>
                    <a:pt x="164782" y="52755"/>
                  </a:lnTo>
                  <a:lnTo>
                    <a:pt x="153797" y="36372"/>
                  </a:lnTo>
                  <a:lnTo>
                    <a:pt x="153797" y="86309"/>
                  </a:lnTo>
                  <a:lnTo>
                    <a:pt x="153797" y="158788"/>
                  </a:lnTo>
                  <a:lnTo>
                    <a:pt x="153797" y="760196"/>
                  </a:lnTo>
                  <a:lnTo>
                    <a:pt x="93078" y="760196"/>
                  </a:lnTo>
                  <a:lnTo>
                    <a:pt x="93078" y="674446"/>
                  </a:lnTo>
                  <a:lnTo>
                    <a:pt x="153797" y="674446"/>
                  </a:lnTo>
                  <a:lnTo>
                    <a:pt x="153797" y="666064"/>
                  </a:lnTo>
                  <a:lnTo>
                    <a:pt x="93078" y="666064"/>
                  </a:lnTo>
                  <a:lnTo>
                    <a:pt x="93078" y="516178"/>
                  </a:lnTo>
                  <a:lnTo>
                    <a:pt x="153797" y="516178"/>
                  </a:lnTo>
                  <a:lnTo>
                    <a:pt x="153797" y="507796"/>
                  </a:lnTo>
                  <a:lnTo>
                    <a:pt x="93078" y="507796"/>
                  </a:lnTo>
                  <a:lnTo>
                    <a:pt x="93078" y="325437"/>
                  </a:lnTo>
                  <a:lnTo>
                    <a:pt x="153797" y="325437"/>
                  </a:lnTo>
                  <a:lnTo>
                    <a:pt x="153797" y="317055"/>
                  </a:lnTo>
                  <a:lnTo>
                    <a:pt x="93078" y="317055"/>
                  </a:lnTo>
                  <a:lnTo>
                    <a:pt x="93078" y="167170"/>
                  </a:lnTo>
                  <a:lnTo>
                    <a:pt x="153797" y="167170"/>
                  </a:lnTo>
                  <a:lnTo>
                    <a:pt x="153797" y="158788"/>
                  </a:lnTo>
                  <a:lnTo>
                    <a:pt x="93078" y="158788"/>
                  </a:lnTo>
                  <a:lnTo>
                    <a:pt x="93078" y="17970"/>
                  </a:lnTo>
                  <a:lnTo>
                    <a:pt x="112229" y="21945"/>
                  </a:lnTo>
                  <a:lnTo>
                    <a:pt x="133845" y="36931"/>
                  </a:lnTo>
                  <a:lnTo>
                    <a:pt x="148437" y="59143"/>
                  </a:lnTo>
                  <a:lnTo>
                    <a:pt x="153797" y="86309"/>
                  </a:lnTo>
                  <a:lnTo>
                    <a:pt x="153797" y="36372"/>
                  </a:lnTo>
                  <a:lnTo>
                    <a:pt x="146392" y="25311"/>
                  </a:lnTo>
                  <a:lnTo>
                    <a:pt x="133324" y="16446"/>
                  </a:lnTo>
                  <a:lnTo>
                    <a:pt x="119126" y="6794"/>
                  </a:lnTo>
                  <a:lnTo>
                    <a:pt x="86791" y="215"/>
                  </a:lnTo>
                  <a:lnTo>
                    <a:pt x="86791" y="16662"/>
                  </a:lnTo>
                  <a:lnTo>
                    <a:pt x="86791" y="158788"/>
                  </a:lnTo>
                  <a:lnTo>
                    <a:pt x="86791" y="760196"/>
                  </a:lnTo>
                  <a:lnTo>
                    <a:pt x="17741" y="760196"/>
                  </a:lnTo>
                  <a:lnTo>
                    <a:pt x="17741" y="674446"/>
                  </a:lnTo>
                  <a:lnTo>
                    <a:pt x="86791" y="674446"/>
                  </a:lnTo>
                  <a:lnTo>
                    <a:pt x="86791" y="666064"/>
                  </a:lnTo>
                  <a:lnTo>
                    <a:pt x="17741" y="666064"/>
                  </a:lnTo>
                  <a:lnTo>
                    <a:pt x="17741" y="516178"/>
                  </a:lnTo>
                  <a:lnTo>
                    <a:pt x="86791" y="516178"/>
                  </a:lnTo>
                  <a:lnTo>
                    <a:pt x="86791" y="507796"/>
                  </a:lnTo>
                  <a:lnTo>
                    <a:pt x="17741" y="507796"/>
                  </a:lnTo>
                  <a:lnTo>
                    <a:pt x="17741" y="325437"/>
                  </a:lnTo>
                  <a:lnTo>
                    <a:pt x="86791" y="325437"/>
                  </a:lnTo>
                  <a:lnTo>
                    <a:pt x="86791" y="317055"/>
                  </a:lnTo>
                  <a:lnTo>
                    <a:pt x="17741" y="317055"/>
                  </a:lnTo>
                  <a:lnTo>
                    <a:pt x="17741" y="167170"/>
                  </a:lnTo>
                  <a:lnTo>
                    <a:pt x="86791" y="167170"/>
                  </a:lnTo>
                  <a:lnTo>
                    <a:pt x="86791" y="158788"/>
                  </a:lnTo>
                  <a:lnTo>
                    <a:pt x="17741" y="158788"/>
                  </a:lnTo>
                  <a:lnTo>
                    <a:pt x="17741" y="86309"/>
                  </a:lnTo>
                  <a:lnTo>
                    <a:pt x="23088" y="59143"/>
                  </a:lnTo>
                  <a:lnTo>
                    <a:pt x="37693" y="36931"/>
                  </a:lnTo>
                  <a:lnTo>
                    <a:pt x="59309" y="21945"/>
                  </a:lnTo>
                  <a:lnTo>
                    <a:pt x="85763" y="16446"/>
                  </a:lnTo>
                  <a:lnTo>
                    <a:pt x="86791" y="16662"/>
                  </a:lnTo>
                  <a:lnTo>
                    <a:pt x="86791" y="215"/>
                  </a:lnTo>
                  <a:lnTo>
                    <a:pt x="25146" y="25311"/>
                  </a:lnTo>
                  <a:lnTo>
                    <a:pt x="0" y="86309"/>
                  </a:lnTo>
                  <a:lnTo>
                    <a:pt x="0" y="776630"/>
                  </a:lnTo>
                  <a:lnTo>
                    <a:pt x="171538" y="776630"/>
                  </a:lnTo>
                  <a:lnTo>
                    <a:pt x="171538" y="760196"/>
                  </a:lnTo>
                  <a:lnTo>
                    <a:pt x="171538" y="86309"/>
                  </a:lnTo>
                  <a:close/>
                </a:path>
              </a:pathLst>
            </a:custGeom>
            <a:solidFill>
              <a:srgbClr val="216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14883706" y="3002547"/>
              <a:ext cx="138430" cy="759460"/>
            </a:xfrm>
            <a:custGeom>
              <a:avLst/>
              <a:gdLst/>
              <a:ahLst/>
              <a:cxnLst/>
              <a:rect l="l" t="t" r="r" b="b"/>
              <a:pathLst>
                <a:path w="138430" h="759460">
                  <a:moveTo>
                    <a:pt x="69170" y="0"/>
                  </a:moveTo>
                  <a:lnTo>
                    <a:pt x="42248" y="6125"/>
                  </a:lnTo>
                  <a:lnTo>
                    <a:pt x="20261" y="22830"/>
                  </a:lnTo>
                  <a:lnTo>
                    <a:pt x="5436" y="47606"/>
                  </a:lnTo>
                  <a:lnTo>
                    <a:pt x="0" y="77945"/>
                  </a:lnTo>
                  <a:lnTo>
                    <a:pt x="0" y="758929"/>
                  </a:lnTo>
                  <a:lnTo>
                    <a:pt x="138341" y="758929"/>
                  </a:lnTo>
                  <a:lnTo>
                    <a:pt x="138341" y="77945"/>
                  </a:lnTo>
                  <a:lnTo>
                    <a:pt x="132904" y="47606"/>
                  </a:lnTo>
                  <a:lnTo>
                    <a:pt x="118080" y="22830"/>
                  </a:lnTo>
                  <a:lnTo>
                    <a:pt x="96093" y="6125"/>
                  </a:lnTo>
                  <a:lnTo>
                    <a:pt x="69170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14883707" y="2998480"/>
              <a:ext cx="129539" cy="759460"/>
            </a:xfrm>
            <a:custGeom>
              <a:avLst/>
              <a:gdLst/>
              <a:ahLst/>
              <a:cxnLst/>
              <a:rect l="l" t="t" r="r" b="b"/>
              <a:pathLst>
                <a:path w="129540" h="759460">
                  <a:moveTo>
                    <a:pt x="69170" y="0"/>
                  </a:moveTo>
                  <a:lnTo>
                    <a:pt x="42248" y="6125"/>
                  </a:lnTo>
                  <a:lnTo>
                    <a:pt x="20261" y="22830"/>
                  </a:lnTo>
                  <a:lnTo>
                    <a:pt x="5436" y="47606"/>
                  </a:lnTo>
                  <a:lnTo>
                    <a:pt x="0" y="77945"/>
                  </a:lnTo>
                  <a:lnTo>
                    <a:pt x="0" y="758929"/>
                  </a:lnTo>
                  <a:lnTo>
                    <a:pt x="17287" y="758929"/>
                  </a:lnTo>
                  <a:lnTo>
                    <a:pt x="17287" y="100583"/>
                  </a:lnTo>
                  <a:lnTo>
                    <a:pt x="22723" y="70244"/>
                  </a:lnTo>
                  <a:lnTo>
                    <a:pt x="37548" y="45468"/>
                  </a:lnTo>
                  <a:lnTo>
                    <a:pt x="59535" y="28763"/>
                  </a:lnTo>
                  <a:lnTo>
                    <a:pt x="86458" y="22638"/>
                  </a:lnTo>
                  <a:lnTo>
                    <a:pt x="98316" y="23781"/>
                  </a:lnTo>
                  <a:lnTo>
                    <a:pt x="109514" y="27082"/>
                  </a:lnTo>
                  <a:lnTo>
                    <a:pt x="119889" y="32347"/>
                  </a:lnTo>
                  <a:lnTo>
                    <a:pt x="129273" y="39380"/>
                  </a:lnTo>
                  <a:lnTo>
                    <a:pt x="118480" y="23306"/>
                  </a:lnTo>
                  <a:lnTo>
                    <a:pt x="104413" y="10871"/>
                  </a:lnTo>
                  <a:lnTo>
                    <a:pt x="87749" y="2846"/>
                  </a:lnTo>
                  <a:lnTo>
                    <a:pt x="6917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14867979" y="2989217"/>
              <a:ext cx="172085" cy="777240"/>
            </a:xfrm>
            <a:custGeom>
              <a:avLst/>
              <a:gdLst/>
              <a:ahLst/>
              <a:cxnLst/>
              <a:rect l="l" t="t" r="r" b="b"/>
              <a:pathLst>
                <a:path w="172084" h="777239">
                  <a:moveTo>
                    <a:pt x="171526" y="86309"/>
                  </a:moveTo>
                  <a:lnTo>
                    <a:pt x="164782" y="52755"/>
                  </a:lnTo>
                  <a:lnTo>
                    <a:pt x="153797" y="36372"/>
                  </a:lnTo>
                  <a:lnTo>
                    <a:pt x="153797" y="86309"/>
                  </a:lnTo>
                  <a:lnTo>
                    <a:pt x="153797" y="158788"/>
                  </a:lnTo>
                  <a:lnTo>
                    <a:pt x="153797" y="760196"/>
                  </a:lnTo>
                  <a:lnTo>
                    <a:pt x="93065" y="760196"/>
                  </a:lnTo>
                  <a:lnTo>
                    <a:pt x="93065" y="674446"/>
                  </a:lnTo>
                  <a:lnTo>
                    <a:pt x="153797" y="674446"/>
                  </a:lnTo>
                  <a:lnTo>
                    <a:pt x="153797" y="666064"/>
                  </a:lnTo>
                  <a:lnTo>
                    <a:pt x="93065" y="666064"/>
                  </a:lnTo>
                  <a:lnTo>
                    <a:pt x="93065" y="516178"/>
                  </a:lnTo>
                  <a:lnTo>
                    <a:pt x="153797" y="516178"/>
                  </a:lnTo>
                  <a:lnTo>
                    <a:pt x="153797" y="507796"/>
                  </a:lnTo>
                  <a:lnTo>
                    <a:pt x="93065" y="507796"/>
                  </a:lnTo>
                  <a:lnTo>
                    <a:pt x="93065" y="325437"/>
                  </a:lnTo>
                  <a:lnTo>
                    <a:pt x="153797" y="325437"/>
                  </a:lnTo>
                  <a:lnTo>
                    <a:pt x="153797" y="317055"/>
                  </a:lnTo>
                  <a:lnTo>
                    <a:pt x="93065" y="317055"/>
                  </a:lnTo>
                  <a:lnTo>
                    <a:pt x="93065" y="167170"/>
                  </a:lnTo>
                  <a:lnTo>
                    <a:pt x="153797" y="167170"/>
                  </a:lnTo>
                  <a:lnTo>
                    <a:pt x="153797" y="158788"/>
                  </a:lnTo>
                  <a:lnTo>
                    <a:pt x="93065" y="158788"/>
                  </a:lnTo>
                  <a:lnTo>
                    <a:pt x="93065" y="17970"/>
                  </a:lnTo>
                  <a:lnTo>
                    <a:pt x="112217" y="21945"/>
                  </a:lnTo>
                  <a:lnTo>
                    <a:pt x="133845" y="36931"/>
                  </a:lnTo>
                  <a:lnTo>
                    <a:pt x="148437" y="59143"/>
                  </a:lnTo>
                  <a:lnTo>
                    <a:pt x="153797" y="86309"/>
                  </a:lnTo>
                  <a:lnTo>
                    <a:pt x="153797" y="36372"/>
                  </a:lnTo>
                  <a:lnTo>
                    <a:pt x="146380" y="25311"/>
                  </a:lnTo>
                  <a:lnTo>
                    <a:pt x="133324" y="16446"/>
                  </a:lnTo>
                  <a:lnTo>
                    <a:pt x="119113" y="6794"/>
                  </a:lnTo>
                  <a:lnTo>
                    <a:pt x="86779" y="215"/>
                  </a:lnTo>
                  <a:lnTo>
                    <a:pt x="86779" y="16662"/>
                  </a:lnTo>
                  <a:lnTo>
                    <a:pt x="86779" y="158788"/>
                  </a:lnTo>
                  <a:lnTo>
                    <a:pt x="86779" y="760196"/>
                  </a:lnTo>
                  <a:lnTo>
                    <a:pt x="17729" y="760196"/>
                  </a:lnTo>
                  <a:lnTo>
                    <a:pt x="17729" y="674446"/>
                  </a:lnTo>
                  <a:lnTo>
                    <a:pt x="86779" y="674446"/>
                  </a:lnTo>
                  <a:lnTo>
                    <a:pt x="86779" y="666064"/>
                  </a:lnTo>
                  <a:lnTo>
                    <a:pt x="17729" y="666064"/>
                  </a:lnTo>
                  <a:lnTo>
                    <a:pt x="17729" y="516178"/>
                  </a:lnTo>
                  <a:lnTo>
                    <a:pt x="86779" y="516178"/>
                  </a:lnTo>
                  <a:lnTo>
                    <a:pt x="86779" y="507796"/>
                  </a:lnTo>
                  <a:lnTo>
                    <a:pt x="17729" y="507796"/>
                  </a:lnTo>
                  <a:lnTo>
                    <a:pt x="17729" y="325437"/>
                  </a:lnTo>
                  <a:lnTo>
                    <a:pt x="86779" y="325437"/>
                  </a:lnTo>
                  <a:lnTo>
                    <a:pt x="86779" y="317055"/>
                  </a:lnTo>
                  <a:lnTo>
                    <a:pt x="17729" y="317055"/>
                  </a:lnTo>
                  <a:lnTo>
                    <a:pt x="17729" y="167170"/>
                  </a:lnTo>
                  <a:lnTo>
                    <a:pt x="86779" y="167170"/>
                  </a:lnTo>
                  <a:lnTo>
                    <a:pt x="86779" y="158788"/>
                  </a:lnTo>
                  <a:lnTo>
                    <a:pt x="17729" y="158788"/>
                  </a:lnTo>
                  <a:lnTo>
                    <a:pt x="17729" y="86309"/>
                  </a:lnTo>
                  <a:lnTo>
                    <a:pt x="23088" y="59143"/>
                  </a:lnTo>
                  <a:lnTo>
                    <a:pt x="37680" y="36931"/>
                  </a:lnTo>
                  <a:lnTo>
                    <a:pt x="59309" y="21945"/>
                  </a:lnTo>
                  <a:lnTo>
                    <a:pt x="85763" y="16446"/>
                  </a:lnTo>
                  <a:lnTo>
                    <a:pt x="86779" y="16662"/>
                  </a:lnTo>
                  <a:lnTo>
                    <a:pt x="86779" y="215"/>
                  </a:lnTo>
                  <a:lnTo>
                    <a:pt x="25146" y="25311"/>
                  </a:lnTo>
                  <a:lnTo>
                    <a:pt x="0" y="86309"/>
                  </a:lnTo>
                  <a:lnTo>
                    <a:pt x="0" y="776630"/>
                  </a:lnTo>
                  <a:lnTo>
                    <a:pt x="171526" y="776630"/>
                  </a:lnTo>
                  <a:lnTo>
                    <a:pt x="171526" y="760196"/>
                  </a:lnTo>
                  <a:lnTo>
                    <a:pt x="171526" y="86309"/>
                  </a:lnTo>
                  <a:close/>
                </a:path>
              </a:pathLst>
            </a:custGeom>
            <a:solidFill>
              <a:srgbClr val="216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15280238" y="3002547"/>
              <a:ext cx="138430" cy="759460"/>
            </a:xfrm>
            <a:custGeom>
              <a:avLst/>
              <a:gdLst/>
              <a:ahLst/>
              <a:cxnLst/>
              <a:rect l="l" t="t" r="r" b="b"/>
              <a:pathLst>
                <a:path w="138430" h="759460">
                  <a:moveTo>
                    <a:pt x="69170" y="0"/>
                  </a:moveTo>
                  <a:lnTo>
                    <a:pt x="42248" y="6125"/>
                  </a:lnTo>
                  <a:lnTo>
                    <a:pt x="20261" y="22830"/>
                  </a:lnTo>
                  <a:lnTo>
                    <a:pt x="5436" y="47606"/>
                  </a:lnTo>
                  <a:lnTo>
                    <a:pt x="0" y="77945"/>
                  </a:lnTo>
                  <a:lnTo>
                    <a:pt x="0" y="758929"/>
                  </a:lnTo>
                  <a:lnTo>
                    <a:pt x="138341" y="758929"/>
                  </a:lnTo>
                  <a:lnTo>
                    <a:pt x="138341" y="77945"/>
                  </a:lnTo>
                  <a:lnTo>
                    <a:pt x="132904" y="47606"/>
                  </a:lnTo>
                  <a:lnTo>
                    <a:pt x="118080" y="22830"/>
                  </a:lnTo>
                  <a:lnTo>
                    <a:pt x="96093" y="6125"/>
                  </a:lnTo>
                  <a:lnTo>
                    <a:pt x="69170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15280233" y="2998480"/>
              <a:ext cx="129539" cy="759460"/>
            </a:xfrm>
            <a:custGeom>
              <a:avLst/>
              <a:gdLst/>
              <a:ahLst/>
              <a:cxnLst/>
              <a:rect l="l" t="t" r="r" b="b"/>
              <a:pathLst>
                <a:path w="129540" h="759460">
                  <a:moveTo>
                    <a:pt x="69170" y="0"/>
                  </a:moveTo>
                  <a:lnTo>
                    <a:pt x="42248" y="6125"/>
                  </a:lnTo>
                  <a:lnTo>
                    <a:pt x="20261" y="22830"/>
                  </a:lnTo>
                  <a:lnTo>
                    <a:pt x="5436" y="47606"/>
                  </a:lnTo>
                  <a:lnTo>
                    <a:pt x="0" y="77945"/>
                  </a:lnTo>
                  <a:lnTo>
                    <a:pt x="0" y="758929"/>
                  </a:lnTo>
                  <a:lnTo>
                    <a:pt x="17297" y="758929"/>
                  </a:lnTo>
                  <a:lnTo>
                    <a:pt x="17297" y="100583"/>
                  </a:lnTo>
                  <a:lnTo>
                    <a:pt x="22732" y="70244"/>
                  </a:lnTo>
                  <a:lnTo>
                    <a:pt x="37555" y="45468"/>
                  </a:lnTo>
                  <a:lnTo>
                    <a:pt x="59541" y="28763"/>
                  </a:lnTo>
                  <a:lnTo>
                    <a:pt x="86468" y="22638"/>
                  </a:lnTo>
                  <a:lnTo>
                    <a:pt x="98322" y="23781"/>
                  </a:lnTo>
                  <a:lnTo>
                    <a:pt x="109521" y="27082"/>
                  </a:lnTo>
                  <a:lnTo>
                    <a:pt x="119898" y="32347"/>
                  </a:lnTo>
                  <a:lnTo>
                    <a:pt x="129284" y="39380"/>
                  </a:lnTo>
                  <a:lnTo>
                    <a:pt x="118486" y="23306"/>
                  </a:lnTo>
                  <a:lnTo>
                    <a:pt x="104418" y="10871"/>
                  </a:lnTo>
                  <a:lnTo>
                    <a:pt x="87754" y="2846"/>
                  </a:lnTo>
                  <a:lnTo>
                    <a:pt x="6917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15264512" y="2989217"/>
              <a:ext cx="172085" cy="777240"/>
            </a:xfrm>
            <a:custGeom>
              <a:avLst/>
              <a:gdLst/>
              <a:ahLst/>
              <a:cxnLst/>
              <a:rect l="l" t="t" r="r" b="b"/>
              <a:pathLst>
                <a:path w="172084" h="777239">
                  <a:moveTo>
                    <a:pt x="171526" y="86309"/>
                  </a:moveTo>
                  <a:lnTo>
                    <a:pt x="164782" y="52755"/>
                  </a:lnTo>
                  <a:lnTo>
                    <a:pt x="153797" y="36372"/>
                  </a:lnTo>
                  <a:lnTo>
                    <a:pt x="153797" y="86309"/>
                  </a:lnTo>
                  <a:lnTo>
                    <a:pt x="153797" y="158788"/>
                  </a:lnTo>
                  <a:lnTo>
                    <a:pt x="153797" y="760196"/>
                  </a:lnTo>
                  <a:lnTo>
                    <a:pt x="93065" y="760196"/>
                  </a:lnTo>
                  <a:lnTo>
                    <a:pt x="93065" y="674446"/>
                  </a:lnTo>
                  <a:lnTo>
                    <a:pt x="153797" y="674446"/>
                  </a:lnTo>
                  <a:lnTo>
                    <a:pt x="153797" y="666064"/>
                  </a:lnTo>
                  <a:lnTo>
                    <a:pt x="93065" y="666064"/>
                  </a:lnTo>
                  <a:lnTo>
                    <a:pt x="93065" y="516178"/>
                  </a:lnTo>
                  <a:lnTo>
                    <a:pt x="153797" y="516178"/>
                  </a:lnTo>
                  <a:lnTo>
                    <a:pt x="153797" y="507796"/>
                  </a:lnTo>
                  <a:lnTo>
                    <a:pt x="93065" y="507796"/>
                  </a:lnTo>
                  <a:lnTo>
                    <a:pt x="93065" y="325437"/>
                  </a:lnTo>
                  <a:lnTo>
                    <a:pt x="153797" y="325437"/>
                  </a:lnTo>
                  <a:lnTo>
                    <a:pt x="153797" y="317055"/>
                  </a:lnTo>
                  <a:lnTo>
                    <a:pt x="93065" y="317055"/>
                  </a:lnTo>
                  <a:lnTo>
                    <a:pt x="93065" y="167170"/>
                  </a:lnTo>
                  <a:lnTo>
                    <a:pt x="153797" y="167170"/>
                  </a:lnTo>
                  <a:lnTo>
                    <a:pt x="153797" y="158788"/>
                  </a:lnTo>
                  <a:lnTo>
                    <a:pt x="93065" y="158788"/>
                  </a:lnTo>
                  <a:lnTo>
                    <a:pt x="93065" y="17970"/>
                  </a:lnTo>
                  <a:lnTo>
                    <a:pt x="112217" y="21945"/>
                  </a:lnTo>
                  <a:lnTo>
                    <a:pt x="133845" y="36931"/>
                  </a:lnTo>
                  <a:lnTo>
                    <a:pt x="148437" y="59143"/>
                  </a:lnTo>
                  <a:lnTo>
                    <a:pt x="153797" y="86309"/>
                  </a:lnTo>
                  <a:lnTo>
                    <a:pt x="153797" y="36372"/>
                  </a:lnTo>
                  <a:lnTo>
                    <a:pt x="146380" y="25311"/>
                  </a:lnTo>
                  <a:lnTo>
                    <a:pt x="133324" y="16446"/>
                  </a:lnTo>
                  <a:lnTo>
                    <a:pt x="119113" y="6794"/>
                  </a:lnTo>
                  <a:lnTo>
                    <a:pt x="86779" y="215"/>
                  </a:lnTo>
                  <a:lnTo>
                    <a:pt x="86779" y="16662"/>
                  </a:lnTo>
                  <a:lnTo>
                    <a:pt x="86779" y="158788"/>
                  </a:lnTo>
                  <a:lnTo>
                    <a:pt x="86779" y="760196"/>
                  </a:lnTo>
                  <a:lnTo>
                    <a:pt x="17729" y="760196"/>
                  </a:lnTo>
                  <a:lnTo>
                    <a:pt x="17729" y="674446"/>
                  </a:lnTo>
                  <a:lnTo>
                    <a:pt x="86779" y="674446"/>
                  </a:lnTo>
                  <a:lnTo>
                    <a:pt x="86779" y="666064"/>
                  </a:lnTo>
                  <a:lnTo>
                    <a:pt x="17729" y="666064"/>
                  </a:lnTo>
                  <a:lnTo>
                    <a:pt x="17729" y="516178"/>
                  </a:lnTo>
                  <a:lnTo>
                    <a:pt x="86779" y="516178"/>
                  </a:lnTo>
                  <a:lnTo>
                    <a:pt x="86779" y="507796"/>
                  </a:lnTo>
                  <a:lnTo>
                    <a:pt x="17729" y="507796"/>
                  </a:lnTo>
                  <a:lnTo>
                    <a:pt x="17729" y="325437"/>
                  </a:lnTo>
                  <a:lnTo>
                    <a:pt x="86779" y="325437"/>
                  </a:lnTo>
                  <a:lnTo>
                    <a:pt x="86779" y="317055"/>
                  </a:lnTo>
                  <a:lnTo>
                    <a:pt x="17729" y="317055"/>
                  </a:lnTo>
                  <a:lnTo>
                    <a:pt x="17729" y="167170"/>
                  </a:lnTo>
                  <a:lnTo>
                    <a:pt x="86779" y="167170"/>
                  </a:lnTo>
                  <a:lnTo>
                    <a:pt x="86779" y="158788"/>
                  </a:lnTo>
                  <a:lnTo>
                    <a:pt x="17729" y="158788"/>
                  </a:lnTo>
                  <a:lnTo>
                    <a:pt x="17729" y="86309"/>
                  </a:lnTo>
                  <a:lnTo>
                    <a:pt x="23088" y="59143"/>
                  </a:lnTo>
                  <a:lnTo>
                    <a:pt x="37680" y="36931"/>
                  </a:lnTo>
                  <a:lnTo>
                    <a:pt x="59309" y="21945"/>
                  </a:lnTo>
                  <a:lnTo>
                    <a:pt x="85763" y="16446"/>
                  </a:lnTo>
                  <a:lnTo>
                    <a:pt x="86779" y="16662"/>
                  </a:lnTo>
                  <a:lnTo>
                    <a:pt x="86779" y="215"/>
                  </a:lnTo>
                  <a:lnTo>
                    <a:pt x="25146" y="25311"/>
                  </a:lnTo>
                  <a:lnTo>
                    <a:pt x="0" y="86309"/>
                  </a:lnTo>
                  <a:lnTo>
                    <a:pt x="0" y="776630"/>
                  </a:lnTo>
                  <a:lnTo>
                    <a:pt x="171526" y="776630"/>
                  </a:lnTo>
                  <a:lnTo>
                    <a:pt x="171526" y="760196"/>
                  </a:lnTo>
                  <a:lnTo>
                    <a:pt x="171526" y="86309"/>
                  </a:lnTo>
                  <a:close/>
                </a:path>
              </a:pathLst>
            </a:custGeom>
            <a:solidFill>
              <a:srgbClr val="216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15489516" y="3002547"/>
              <a:ext cx="138430" cy="759460"/>
            </a:xfrm>
            <a:custGeom>
              <a:avLst/>
              <a:gdLst/>
              <a:ahLst/>
              <a:cxnLst/>
              <a:rect l="l" t="t" r="r" b="b"/>
              <a:pathLst>
                <a:path w="138430" h="759460">
                  <a:moveTo>
                    <a:pt x="69170" y="0"/>
                  </a:moveTo>
                  <a:lnTo>
                    <a:pt x="42248" y="6125"/>
                  </a:lnTo>
                  <a:lnTo>
                    <a:pt x="20261" y="22830"/>
                  </a:lnTo>
                  <a:lnTo>
                    <a:pt x="5436" y="47606"/>
                  </a:lnTo>
                  <a:lnTo>
                    <a:pt x="0" y="77945"/>
                  </a:lnTo>
                  <a:lnTo>
                    <a:pt x="0" y="758929"/>
                  </a:lnTo>
                  <a:lnTo>
                    <a:pt x="138341" y="758929"/>
                  </a:lnTo>
                  <a:lnTo>
                    <a:pt x="138341" y="77945"/>
                  </a:lnTo>
                  <a:lnTo>
                    <a:pt x="132906" y="47606"/>
                  </a:lnTo>
                  <a:lnTo>
                    <a:pt x="118084" y="22830"/>
                  </a:lnTo>
                  <a:lnTo>
                    <a:pt x="96097" y="6125"/>
                  </a:lnTo>
                  <a:lnTo>
                    <a:pt x="69170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15489511" y="2998480"/>
              <a:ext cx="129539" cy="759460"/>
            </a:xfrm>
            <a:custGeom>
              <a:avLst/>
              <a:gdLst/>
              <a:ahLst/>
              <a:cxnLst/>
              <a:rect l="l" t="t" r="r" b="b"/>
              <a:pathLst>
                <a:path w="129540" h="759460">
                  <a:moveTo>
                    <a:pt x="69170" y="0"/>
                  </a:moveTo>
                  <a:lnTo>
                    <a:pt x="42248" y="6125"/>
                  </a:lnTo>
                  <a:lnTo>
                    <a:pt x="20261" y="22830"/>
                  </a:lnTo>
                  <a:lnTo>
                    <a:pt x="5436" y="47606"/>
                  </a:lnTo>
                  <a:lnTo>
                    <a:pt x="0" y="77945"/>
                  </a:lnTo>
                  <a:lnTo>
                    <a:pt x="0" y="758929"/>
                  </a:lnTo>
                  <a:lnTo>
                    <a:pt x="17297" y="758929"/>
                  </a:lnTo>
                  <a:lnTo>
                    <a:pt x="17297" y="100583"/>
                  </a:lnTo>
                  <a:lnTo>
                    <a:pt x="22734" y="70244"/>
                  </a:lnTo>
                  <a:lnTo>
                    <a:pt x="37559" y="45468"/>
                  </a:lnTo>
                  <a:lnTo>
                    <a:pt x="59545" y="28763"/>
                  </a:lnTo>
                  <a:lnTo>
                    <a:pt x="86468" y="22638"/>
                  </a:lnTo>
                  <a:lnTo>
                    <a:pt x="98322" y="23781"/>
                  </a:lnTo>
                  <a:lnTo>
                    <a:pt x="109520" y="27082"/>
                  </a:lnTo>
                  <a:lnTo>
                    <a:pt x="119893" y="32347"/>
                  </a:lnTo>
                  <a:lnTo>
                    <a:pt x="129273" y="39380"/>
                  </a:lnTo>
                  <a:lnTo>
                    <a:pt x="118482" y="23306"/>
                  </a:lnTo>
                  <a:lnTo>
                    <a:pt x="104416" y="10871"/>
                  </a:lnTo>
                  <a:lnTo>
                    <a:pt x="87754" y="2846"/>
                  </a:lnTo>
                  <a:lnTo>
                    <a:pt x="6917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15473782" y="2989217"/>
              <a:ext cx="172085" cy="777240"/>
            </a:xfrm>
            <a:custGeom>
              <a:avLst/>
              <a:gdLst/>
              <a:ahLst/>
              <a:cxnLst/>
              <a:rect l="l" t="t" r="r" b="b"/>
              <a:pathLst>
                <a:path w="172084" h="777239">
                  <a:moveTo>
                    <a:pt x="171538" y="86309"/>
                  </a:moveTo>
                  <a:lnTo>
                    <a:pt x="164782" y="52755"/>
                  </a:lnTo>
                  <a:lnTo>
                    <a:pt x="153809" y="36385"/>
                  </a:lnTo>
                  <a:lnTo>
                    <a:pt x="153809" y="86309"/>
                  </a:lnTo>
                  <a:lnTo>
                    <a:pt x="153809" y="158788"/>
                  </a:lnTo>
                  <a:lnTo>
                    <a:pt x="153809" y="760196"/>
                  </a:lnTo>
                  <a:lnTo>
                    <a:pt x="93091" y="760196"/>
                  </a:lnTo>
                  <a:lnTo>
                    <a:pt x="93091" y="674446"/>
                  </a:lnTo>
                  <a:lnTo>
                    <a:pt x="153809" y="674446"/>
                  </a:lnTo>
                  <a:lnTo>
                    <a:pt x="153809" y="666064"/>
                  </a:lnTo>
                  <a:lnTo>
                    <a:pt x="93091" y="666064"/>
                  </a:lnTo>
                  <a:lnTo>
                    <a:pt x="93091" y="516178"/>
                  </a:lnTo>
                  <a:lnTo>
                    <a:pt x="153809" y="516178"/>
                  </a:lnTo>
                  <a:lnTo>
                    <a:pt x="153809" y="507796"/>
                  </a:lnTo>
                  <a:lnTo>
                    <a:pt x="93091" y="507796"/>
                  </a:lnTo>
                  <a:lnTo>
                    <a:pt x="93091" y="325437"/>
                  </a:lnTo>
                  <a:lnTo>
                    <a:pt x="153809" y="325437"/>
                  </a:lnTo>
                  <a:lnTo>
                    <a:pt x="153809" y="317055"/>
                  </a:lnTo>
                  <a:lnTo>
                    <a:pt x="93091" y="317055"/>
                  </a:lnTo>
                  <a:lnTo>
                    <a:pt x="93091" y="167170"/>
                  </a:lnTo>
                  <a:lnTo>
                    <a:pt x="153809" y="167170"/>
                  </a:lnTo>
                  <a:lnTo>
                    <a:pt x="153809" y="158788"/>
                  </a:lnTo>
                  <a:lnTo>
                    <a:pt x="93091" y="158788"/>
                  </a:lnTo>
                  <a:lnTo>
                    <a:pt x="93091" y="17970"/>
                  </a:lnTo>
                  <a:lnTo>
                    <a:pt x="112229" y="21945"/>
                  </a:lnTo>
                  <a:lnTo>
                    <a:pt x="133858" y="36931"/>
                  </a:lnTo>
                  <a:lnTo>
                    <a:pt x="148450" y="59143"/>
                  </a:lnTo>
                  <a:lnTo>
                    <a:pt x="153809" y="86309"/>
                  </a:lnTo>
                  <a:lnTo>
                    <a:pt x="153809" y="36385"/>
                  </a:lnTo>
                  <a:lnTo>
                    <a:pt x="146392" y="25311"/>
                  </a:lnTo>
                  <a:lnTo>
                    <a:pt x="133324" y="16446"/>
                  </a:lnTo>
                  <a:lnTo>
                    <a:pt x="119126" y="6794"/>
                  </a:lnTo>
                  <a:lnTo>
                    <a:pt x="86791" y="215"/>
                  </a:lnTo>
                  <a:lnTo>
                    <a:pt x="86791" y="16662"/>
                  </a:lnTo>
                  <a:lnTo>
                    <a:pt x="86791" y="158788"/>
                  </a:lnTo>
                  <a:lnTo>
                    <a:pt x="86791" y="760196"/>
                  </a:lnTo>
                  <a:lnTo>
                    <a:pt x="17741" y="760196"/>
                  </a:lnTo>
                  <a:lnTo>
                    <a:pt x="17741" y="674446"/>
                  </a:lnTo>
                  <a:lnTo>
                    <a:pt x="86791" y="674446"/>
                  </a:lnTo>
                  <a:lnTo>
                    <a:pt x="86791" y="666064"/>
                  </a:lnTo>
                  <a:lnTo>
                    <a:pt x="17741" y="666064"/>
                  </a:lnTo>
                  <a:lnTo>
                    <a:pt x="17741" y="516178"/>
                  </a:lnTo>
                  <a:lnTo>
                    <a:pt x="86791" y="516178"/>
                  </a:lnTo>
                  <a:lnTo>
                    <a:pt x="86791" y="507796"/>
                  </a:lnTo>
                  <a:lnTo>
                    <a:pt x="17741" y="507796"/>
                  </a:lnTo>
                  <a:lnTo>
                    <a:pt x="17741" y="325437"/>
                  </a:lnTo>
                  <a:lnTo>
                    <a:pt x="86791" y="325437"/>
                  </a:lnTo>
                  <a:lnTo>
                    <a:pt x="86791" y="317055"/>
                  </a:lnTo>
                  <a:lnTo>
                    <a:pt x="17741" y="317055"/>
                  </a:lnTo>
                  <a:lnTo>
                    <a:pt x="17741" y="167170"/>
                  </a:lnTo>
                  <a:lnTo>
                    <a:pt x="86791" y="167170"/>
                  </a:lnTo>
                  <a:lnTo>
                    <a:pt x="86791" y="158788"/>
                  </a:lnTo>
                  <a:lnTo>
                    <a:pt x="17741" y="158788"/>
                  </a:lnTo>
                  <a:lnTo>
                    <a:pt x="17741" y="86309"/>
                  </a:lnTo>
                  <a:lnTo>
                    <a:pt x="23101" y="59143"/>
                  </a:lnTo>
                  <a:lnTo>
                    <a:pt x="37693" y="36931"/>
                  </a:lnTo>
                  <a:lnTo>
                    <a:pt x="59321" y="21945"/>
                  </a:lnTo>
                  <a:lnTo>
                    <a:pt x="85775" y="16446"/>
                  </a:lnTo>
                  <a:lnTo>
                    <a:pt x="86791" y="16662"/>
                  </a:lnTo>
                  <a:lnTo>
                    <a:pt x="86791" y="215"/>
                  </a:lnTo>
                  <a:lnTo>
                    <a:pt x="25158" y="25311"/>
                  </a:lnTo>
                  <a:lnTo>
                    <a:pt x="0" y="86309"/>
                  </a:lnTo>
                  <a:lnTo>
                    <a:pt x="0" y="776630"/>
                  </a:lnTo>
                  <a:lnTo>
                    <a:pt x="171538" y="776630"/>
                  </a:lnTo>
                  <a:lnTo>
                    <a:pt x="171538" y="760196"/>
                  </a:lnTo>
                  <a:lnTo>
                    <a:pt x="171538" y="86309"/>
                  </a:lnTo>
                  <a:close/>
                </a:path>
              </a:pathLst>
            </a:custGeom>
            <a:solidFill>
              <a:srgbClr val="216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15878194" y="3002547"/>
              <a:ext cx="138430" cy="759460"/>
            </a:xfrm>
            <a:custGeom>
              <a:avLst/>
              <a:gdLst/>
              <a:ahLst/>
              <a:cxnLst/>
              <a:rect l="l" t="t" r="r" b="b"/>
              <a:pathLst>
                <a:path w="138430" h="759460">
                  <a:moveTo>
                    <a:pt x="69170" y="0"/>
                  </a:moveTo>
                  <a:lnTo>
                    <a:pt x="42248" y="6125"/>
                  </a:lnTo>
                  <a:lnTo>
                    <a:pt x="20261" y="22830"/>
                  </a:lnTo>
                  <a:lnTo>
                    <a:pt x="5436" y="47606"/>
                  </a:lnTo>
                  <a:lnTo>
                    <a:pt x="0" y="77945"/>
                  </a:lnTo>
                  <a:lnTo>
                    <a:pt x="0" y="758929"/>
                  </a:lnTo>
                  <a:lnTo>
                    <a:pt x="138341" y="758929"/>
                  </a:lnTo>
                  <a:lnTo>
                    <a:pt x="138341" y="77945"/>
                  </a:lnTo>
                  <a:lnTo>
                    <a:pt x="132904" y="47606"/>
                  </a:lnTo>
                  <a:lnTo>
                    <a:pt x="118080" y="22830"/>
                  </a:lnTo>
                  <a:lnTo>
                    <a:pt x="96093" y="6125"/>
                  </a:lnTo>
                  <a:lnTo>
                    <a:pt x="69170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15878195" y="2998480"/>
              <a:ext cx="129539" cy="759460"/>
            </a:xfrm>
            <a:custGeom>
              <a:avLst/>
              <a:gdLst/>
              <a:ahLst/>
              <a:cxnLst/>
              <a:rect l="l" t="t" r="r" b="b"/>
              <a:pathLst>
                <a:path w="129540" h="759460">
                  <a:moveTo>
                    <a:pt x="69170" y="0"/>
                  </a:moveTo>
                  <a:lnTo>
                    <a:pt x="42243" y="6125"/>
                  </a:lnTo>
                  <a:lnTo>
                    <a:pt x="20257" y="22830"/>
                  </a:lnTo>
                  <a:lnTo>
                    <a:pt x="5434" y="47606"/>
                  </a:lnTo>
                  <a:lnTo>
                    <a:pt x="0" y="77945"/>
                  </a:lnTo>
                  <a:lnTo>
                    <a:pt x="0" y="758929"/>
                  </a:lnTo>
                  <a:lnTo>
                    <a:pt x="17287" y="758929"/>
                  </a:lnTo>
                  <a:lnTo>
                    <a:pt x="17287" y="100583"/>
                  </a:lnTo>
                  <a:lnTo>
                    <a:pt x="22723" y="70244"/>
                  </a:lnTo>
                  <a:lnTo>
                    <a:pt x="37549" y="45468"/>
                  </a:lnTo>
                  <a:lnTo>
                    <a:pt x="59539" y="28763"/>
                  </a:lnTo>
                  <a:lnTo>
                    <a:pt x="86468" y="22638"/>
                  </a:lnTo>
                  <a:lnTo>
                    <a:pt x="98320" y="23781"/>
                  </a:lnTo>
                  <a:lnTo>
                    <a:pt x="109516" y="27082"/>
                  </a:lnTo>
                  <a:lnTo>
                    <a:pt x="119889" y="32347"/>
                  </a:lnTo>
                  <a:lnTo>
                    <a:pt x="129273" y="39380"/>
                  </a:lnTo>
                  <a:lnTo>
                    <a:pt x="118480" y="23306"/>
                  </a:lnTo>
                  <a:lnTo>
                    <a:pt x="104413" y="10871"/>
                  </a:lnTo>
                  <a:lnTo>
                    <a:pt x="87749" y="2846"/>
                  </a:lnTo>
                  <a:lnTo>
                    <a:pt x="6917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15862478" y="2989217"/>
              <a:ext cx="172085" cy="777240"/>
            </a:xfrm>
            <a:custGeom>
              <a:avLst/>
              <a:gdLst/>
              <a:ahLst/>
              <a:cxnLst/>
              <a:rect l="l" t="t" r="r" b="b"/>
              <a:pathLst>
                <a:path w="172084" h="777239">
                  <a:moveTo>
                    <a:pt x="171513" y="86309"/>
                  </a:moveTo>
                  <a:lnTo>
                    <a:pt x="164769" y="52755"/>
                  </a:lnTo>
                  <a:lnTo>
                    <a:pt x="153784" y="36372"/>
                  </a:lnTo>
                  <a:lnTo>
                    <a:pt x="153784" y="86309"/>
                  </a:lnTo>
                  <a:lnTo>
                    <a:pt x="153784" y="158788"/>
                  </a:lnTo>
                  <a:lnTo>
                    <a:pt x="153784" y="760196"/>
                  </a:lnTo>
                  <a:lnTo>
                    <a:pt x="93065" y="760196"/>
                  </a:lnTo>
                  <a:lnTo>
                    <a:pt x="93065" y="674446"/>
                  </a:lnTo>
                  <a:lnTo>
                    <a:pt x="153784" y="674446"/>
                  </a:lnTo>
                  <a:lnTo>
                    <a:pt x="153784" y="666064"/>
                  </a:lnTo>
                  <a:lnTo>
                    <a:pt x="93065" y="666064"/>
                  </a:lnTo>
                  <a:lnTo>
                    <a:pt x="93065" y="516178"/>
                  </a:lnTo>
                  <a:lnTo>
                    <a:pt x="153784" y="516178"/>
                  </a:lnTo>
                  <a:lnTo>
                    <a:pt x="153784" y="507796"/>
                  </a:lnTo>
                  <a:lnTo>
                    <a:pt x="93065" y="507796"/>
                  </a:lnTo>
                  <a:lnTo>
                    <a:pt x="93065" y="325437"/>
                  </a:lnTo>
                  <a:lnTo>
                    <a:pt x="153784" y="325437"/>
                  </a:lnTo>
                  <a:lnTo>
                    <a:pt x="153784" y="317055"/>
                  </a:lnTo>
                  <a:lnTo>
                    <a:pt x="93065" y="317055"/>
                  </a:lnTo>
                  <a:lnTo>
                    <a:pt x="93065" y="167170"/>
                  </a:lnTo>
                  <a:lnTo>
                    <a:pt x="153784" y="167170"/>
                  </a:lnTo>
                  <a:lnTo>
                    <a:pt x="153784" y="158788"/>
                  </a:lnTo>
                  <a:lnTo>
                    <a:pt x="93065" y="158788"/>
                  </a:lnTo>
                  <a:lnTo>
                    <a:pt x="93065" y="17970"/>
                  </a:lnTo>
                  <a:lnTo>
                    <a:pt x="112204" y="21945"/>
                  </a:lnTo>
                  <a:lnTo>
                    <a:pt x="133832" y="36931"/>
                  </a:lnTo>
                  <a:lnTo>
                    <a:pt x="148424" y="59143"/>
                  </a:lnTo>
                  <a:lnTo>
                    <a:pt x="153784" y="86309"/>
                  </a:lnTo>
                  <a:lnTo>
                    <a:pt x="153784" y="36372"/>
                  </a:lnTo>
                  <a:lnTo>
                    <a:pt x="146367" y="25311"/>
                  </a:lnTo>
                  <a:lnTo>
                    <a:pt x="133311" y="16446"/>
                  </a:lnTo>
                  <a:lnTo>
                    <a:pt x="119100" y="6794"/>
                  </a:lnTo>
                  <a:lnTo>
                    <a:pt x="86779" y="215"/>
                  </a:lnTo>
                  <a:lnTo>
                    <a:pt x="86779" y="16662"/>
                  </a:lnTo>
                  <a:lnTo>
                    <a:pt x="86779" y="158788"/>
                  </a:lnTo>
                  <a:lnTo>
                    <a:pt x="86779" y="760196"/>
                  </a:lnTo>
                  <a:lnTo>
                    <a:pt x="17716" y="760196"/>
                  </a:lnTo>
                  <a:lnTo>
                    <a:pt x="17716" y="674446"/>
                  </a:lnTo>
                  <a:lnTo>
                    <a:pt x="86779" y="674446"/>
                  </a:lnTo>
                  <a:lnTo>
                    <a:pt x="86779" y="666064"/>
                  </a:lnTo>
                  <a:lnTo>
                    <a:pt x="17716" y="666064"/>
                  </a:lnTo>
                  <a:lnTo>
                    <a:pt x="17716" y="516178"/>
                  </a:lnTo>
                  <a:lnTo>
                    <a:pt x="86779" y="516178"/>
                  </a:lnTo>
                  <a:lnTo>
                    <a:pt x="86779" y="507796"/>
                  </a:lnTo>
                  <a:lnTo>
                    <a:pt x="17716" y="507796"/>
                  </a:lnTo>
                  <a:lnTo>
                    <a:pt x="17716" y="325437"/>
                  </a:lnTo>
                  <a:lnTo>
                    <a:pt x="86779" y="325437"/>
                  </a:lnTo>
                  <a:lnTo>
                    <a:pt x="86779" y="317055"/>
                  </a:lnTo>
                  <a:lnTo>
                    <a:pt x="17716" y="317055"/>
                  </a:lnTo>
                  <a:lnTo>
                    <a:pt x="17716" y="167170"/>
                  </a:lnTo>
                  <a:lnTo>
                    <a:pt x="86779" y="167170"/>
                  </a:lnTo>
                  <a:lnTo>
                    <a:pt x="86779" y="158788"/>
                  </a:lnTo>
                  <a:lnTo>
                    <a:pt x="17716" y="158788"/>
                  </a:lnTo>
                  <a:lnTo>
                    <a:pt x="17716" y="86309"/>
                  </a:lnTo>
                  <a:lnTo>
                    <a:pt x="23075" y="59143"/>
                  </a:lnTo>
                  <a:lnTo>
                    <a:pt x="37668" y="36931"/>
                  </a:lnTo>
                  <a:lnTo>
                    <a:pt x="59296" y="21945"/>
                  </a:lnTo>
                  <a:lnTo>
                    <a:pt x="85750" y="16446"/>
                  </a:lnTo>
                  <a:lnTo>
                    <a:pt x="86779" y="16662"/>
                  </a:lnTo>
                  <a:lnTo>
                    <a:pt x="86779" y="215"/>
                  </a:lnTo>
                  <a:lnTo>
                    <a:pt x="25146" y="25311"/>
                  </a:lnTo>
                  <a:lnTo>
                    <a:pt x="0" y="86309"/>
                  </a:lnTo>
                  <a:lnTo>
                    <a:pt x="0" y="776630"/>
                  </a:lnTo>
                  <a:lnTo>
                    <a:pt x="171513" y="776630"/>
                  </a:lnTo>
                  <a:lnTo>
                    <a:pt x="171513" y="760196"/>
                  </a:lnTo>
                  <a:lnTo>
                    <a:pt x="171513" y="86309"/>
                  </a:lnTo>
                  <a:close/>
                </a:path>
              </a:pathLst>
            </a:custGeom>
            <a:solidFill>
              <a:srgbClr val="216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16076239" y="3002547"/>
              <a:ext cx="138430" cy="759460"/>
            </a:xfrm>
            <a:custGeom>
              <a:avLst/>
              <a:gdLst/>
              <a:ahLst/>
              <a:cxnLst/>
              <a:rect l="l" t="t" r="r" b="b"/>
              <a:pathLst>
                <a:path w="138430" h="759460">
                  <a:moveTo>
                    <a:pt x="69170" y="0"/>
                  </a:moveTo>
                  <a:lnTo>
                    <a:pt x="42248" y="6125"/>
                  </a:lnTo>
                  <a:lnTo>
                    <a:pt x="20261" y="22830"/>
                  </a:lnTo>
                  <a:lnTo>
                    <a:pt x="5436" y="47606"/>
                  </a:lnTo>
                  <a:lnTo>
                    <a:pt x="0" y="77945"/>
                  </a:lnTo>
                  <a:lnTo>
                    <a:pt x="0" y="758929"/>
                  </a:lnTo>
                  <a:lnTo>
                    <a:pt x="138341" y="758929"/>
                  </a:lnTo>
                  <a:lnTo>
                    <a:pt x="138341" y="77945"/>
                  </a:lnTo>
                  <a:lnTo>
                    <a:pt x="132904" y="47606"/>
                  </a:lnTo>
                  <a:lnTo>
                    <a:pt x="118080" y="22830"/>
                  </a:lnTo>
                  <a:lnTo>
                    <a:pt x="96093" y="6125"/>
                  </a:lnTo>
                  <a:lnTo>
                    <a:pt x="69170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16076239" y="2998480"/>
              <a:ext cx="129539" cy="759460"/>
            </a:xfrm>
            <a:custGeom>
              <a:avLst/>
              <a:gdLst/>
              <a:ahLst/>
              <a:cxnLst/>
              <a:rect l="l" t="t" r="r" b="b"/>
              <a:pathLst>
                <a:path w="129540" h="759460">
                  <a:moveTo>
                    <a:pt x="69170" y="0"/>
                  </a:moveTo>
                  <a:lnTo>
                    <a:pt x="42248" y="6125"/>
                  </a:lnTo>
                  <a:lnTo>
                    <a:pt x="20261" y="22830"/>
                  </a:lnTo>
                  <a:lnTo>
                    <a:pt x="5436" y="47606"/>
                  </a:lnTo>
                  <a:lnTo>
                    <a:pt x="0" y="77945"/>
                  </a:lnTo>
                  <a:lnTo>
                    <a:pt x="0" y="758929"/>
                  </a:lnTo>
                  <a:lnTo>
                    <a:pt x="17287" y="758929"/>
                  </a:lnTo>
                  <a:lnTo>
                    <a:pt x="17287" y="100583"/>
                  </a:lnTo>
                  <a:lnTo>
                    <a:pt x="22723" y="70244"/>
                  </a:lnTo>
                  <a:lnTo>
                    <a:pt x="37548" y="45468"/>
                  </a:lnTo>
                  <a:lnTo>
                    <a:pt x="59535" y="28763"/>
                  </a:lnTo>
                  <a:lnTo>
                    <a:pt x="86458" y="22638"/>
                  </a:lnTo>
                  <a:lnTo>
                    <a:pt x="98316" y="23781"/>
                  </a:lnTo>
                  <a:lnTo>
                    <a:pt x="109514" y="27082"/>
                  </a:lnTo>
                  <a:lnTo>
                    <a:pt x="119889" y="32347"/>
                  </a:lnTo>
                  <a:lnTo>
                    <a:pt x="129273" y="39380"/>
                  </a:lnTo>
                  <a:lnTo>
                    <a:pt x="118480" y="23306"/>
                  </a:lnTo>
                  <a:lnTo>
                    <a:pt x="104413" y="10871"/>
                  </a:lnTo>
                  <a:lnTo>
                    <a:pt x="87749" y="2846"/>
                  </a:lnTo>
                  <a:lnTo>
                    <a:pt x="6917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16060509" y="2989217"/>
              <a:ext cx="172085" cy="777240"/>
            </a:xfrm>
            <a:custGeom>
              <a:avLst/>
              <a:gdLst/>
              <a:ahLst/>
              <a:cxnLst/>
              <a:rect l="l" t="t" r="r" b="b"/>
              <a:pathLst>
                <a:path w="172084" h="777239">
                  <a:moveTo>
                    <a:pt x="171538" y="86309"/>
                  </a:moveTo>
                  <a:lnTo>
                    <a:pt x="164782" y="52755"/>
                  </a:lnTo>
                  <a:lnTo>
                    <a:pt x="153797" y="36372"/>
                  </a:lnTo>
                  <a:lnTo>
                    <a:pt x="153797" y="86309"/>
                  </a:lnTo>
                  <a:lnTo>
                    <a:pt x="153797" y="158788"/>
                  </a:lnTo>
                  <a:lnTo>
                    <a:pt x="153797" y="760196"/>
                  </a:lnTo>
                  <a:lnTo>
                    <a:pt x="93078" y="760196"/>
                  </a:lnTo>
                  <a:lnTo>
                    <a:pt x="93078" y="674446"/>
                  </a:lnTo>
                  <a:lnTo>
                    <a:pt x="153797" y="674446"/>
                  </a:lnTo>
                  <a:lnTo>
                    <a:pt x="153797" y="666064"/>
                  </a:lnTo>
                  <a:lnTo>
                    <a:pt x="93078" y="666064"/>
                  </a:lnTo>
                  <a:lnTo>
                    <a:pt x="93078" y="516178"/>
                  </a:lnTo>
                  <a:lnTo>
                    <a:pt x="153797" y="516178"/>
                  </a:lnTo>
                  <a:lnTo>
                    <a:pt x="153797" y="507796"/>
                  </a:lnTo>
                  <a:lnTo>
                    <a:pt x="93078" y="507796"/>
                  </a:lnTo>
                  <a:lnTo>
                    <a:pt x="93078" y="325437"/>
                  </a:lnTo>
                  <a:lnTo>
                    <a:pt x="153797" y="325437"/>
                  </a:lnTo>
                  <a:lnTo>
                    <a:pt x="153797" y="317055"/>
                  </a:lnTo>
                  <a:lnTo>
                    <a:pt x="93078" y="317055"/>
                  </a:lnTo>
                  <a:lnTo>
                    <a:pt x="93078" y="167170"/>
                  </a:lnTo>
                  <a:lnTo>
                    <a:pt x="153797" y="167170"/>
                  </a:lnTo>
                  <a:lnTo>
                    <a:pt x="153797" y="158788"/>
                  </a:lnTo>
                  <a:lnTo>
                    <a:pt x="93078" y="158788"/>
                  </a:lnTo>
                  <a:lnTo>
                    <a:pt x="93078" y="17970"/>
                  </a:lnTo>
                  <a:lnTo>
                    <a:pt x="112217" y="21945"/>
                  </a:lnTo>
                  <a:lnTo>
                    <a:pt x="133845" y="36931"/>
                  </a:lnTo>
                  <a:lnTo>
                    <a:pt x="148437" y="59143"/>
                  </a:lnTo>
                  <a:lnTo>
                    <a:pt x="153797" y="86309"/>
                  </a:lnTo>
                  <a:lnTo>
                    <a:pt x="153797" y="36372"/>
                  </a:lnTo>
                  <a:lnTo>
                    <a:pt x="146380" y="25311"/>
                  </a:lnTo>
                  <a:lnTo>
                    <a:pt x="133324" y="16446"/>
                  </a:lnTo>
                  <a:lnTo>
                    <a:pt x="119126" y="6794"/>
                  </a:lnTo>
                  <a:lnTo>
                    <a:pt x="86779" y="215"/>
                  </a:lnTo>
                  <a:lnTo>
                    <a:pt x="86779" y="16662"/>
                  </a:lnTo>
                  <a:lnTo>
                    <a:pt x="86779" y="158788"/>
                  </a:lnTo>
                  <a:lnTo>
                    <a:pt x="86779" y="760196"/>
                  </a:lnTo>
                  <a:lnTo>
                    <a:pt x="17741" y="760196"/>
                  </a:lnTo>
                  <a:lnTo>
                    <a:pt x="17741" y="674446"/>
                  </a:lnTo>
                  <a:lnTo>
                    <a:pt x="86779" y="674446"/>
                  </a:lnTo>
                  <a:lnTo>
                    <a:pt x="86779" y="666064"/>
                  </a:lnTo>
                  <a:lnTo>
                    <a:pt x="17741" y="666064"/>
                  </a:lnTo>
                  <a:lnTo>
                    <a:pt x="17741" y="516178"/>
                  </a:lnTo>
                  <a:lnTo>
                    <a:pt x="86779" y="516178"/>
                  </a:lnTo>
                  <a:lnTo>
                    <a:pt x="86779" y="507796"/>
                  </a:lnTo>
                  <a:lnTo>
                    <a:pt x="17741" y="507796"/>
                  </a:lnTo>
                  <a:lnTo>
                    <a:pt x="17741" y="325437"/>
                  </a:lnTo>
                  <a:lnTo>
                    <a:pt x="86779" y="325437"/>
                  </a:lnTo>
                  <a:lnTo>
                    <a:pt x="86779" y="317055"/>
                  </a:lnTo>
                  <a:lnTo>
                    <a:pt x="17741" y="317055"/>
                  </a:lnTo>
                  <a:lnTo>
                    <a:pt x="17741" y="167170"/>
                  </a:lnTo>
                  <a:lnTo>
                    <a:pt x="86779" y="167170"/>
                  </a:lnTo>
                  <a:lnTo>
                    <a:pt x="86779" y="158788"/>
                  </a:lnTo>
                  <a:lnTo>
                    <a:pt x="17741" y="158788"/>
                  </a:lnTo>
                  <a:lnTo>
                    <a:pt x="17741" y="86309"/>
                  </a:lnTo>
                  <a:lnTo>
                    <a:pt x="23088" y="59143"/>
                  </a:lnTo>
                  <a:lnTo>
                    <a:pt x="37680" y="36931"/>
                  </a:lnTo>
                  <a:lnTo>
                    <a:pt x="59309" y="21945"/>
                  </a:lnTo>
                  <a:lnTo>
                    <a:pt x="85763" y="16446"/>
                  </a:lnTo>
                  <a:lnTo>
                    <a:pt x="86779" y="16662"/>
                  </a:lnTo>
                  <a:lnTo>
                    <a:pt x="86779" y="215"/>
                  </a:lnTo>
                  <a:lnTo>
                    <a:pt x="25146" y="25311"/>
                  </a:lnTo>
                  <a:lnTo>
                    <a:pt x="0" y="86309"/>
                  </a:lnTo>
                  <a:lnTo>
                    <a:pt x="0" y="776630"/>
                  </a:lnTo>
                  <a:lnTo>
                    <a:pt x="171538" y="776630"/>
                  </a:lnTo>
                  <a:lnTo>
                    <a:pt x="171538" y="760196"/>
                  </a:lnTo>
                  <a:lnTo>
                    <a:pt x="171538" y="86309"/>
                  </a:lnTo>
                  <a:close/>
                </a:path>
              </a:pathLst>
            </a:custGeom>
            <a:solidFill>
              <a:srgbClr val="216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16410840" y="3302768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0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44009" y="88102"/>
                  </a:lnTo>
                  <a:lnTo>
                    <a:pt x="44009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16410829" y="3302771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12575" y="88102"/>
                  </a:lnTo>
                  <a:lnTo>
                    <a:pt x="12575" y="12177"/>
                  </a:lnTo>
                  <a:lnTo>
                    <a:pt x="44019" y="12177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16550292" y="3302768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44019" y="88102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16550291" y="3302771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12575" y="88102"/>
                  </a:lnTo>
                  <a:lnTo>
                    <a:pt x="12575" y="12177"/>
                  </a:lnTo>
                  <a:lnTo>
                    <a:pt x="44019" y="12177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16689753" y="3302768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44019" y="88102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16689759" y="3302771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12575" y="88102"/>
                  </a:lnTo>
                  <a:lnTo>
                    <a:pt x="12575" y="12177"/>
                  </a:lnTo>
                  <a:lnTo>
                    <a:pt x="44019" y="12177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6829215" y="3302768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44019" y="88102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16829221" y="3302771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12575" y="88102"/>
                  </a:lnTo>
                  <a:lnTo>
                    <a:pt x="12575" y="12177"/>
                  </a:lnTo>
                  <a:lnTo>
                    <a:pt x="44019" y="12177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6968687" y="3302768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44019" y="88102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16968689" y="3302771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12575" y="88102"/>
                  </a:lnTo>
                  <a:lnTo>
                    <a:pt x="12575" y="12177"/>
                  </a:lnTo>
                  <a:lnTo>
                    <a:pt x="44019" y="12177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16410840" y="3611219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0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44009" y="88102"/>
                  </a:lnTo>
                  <a:lnTo>
                    <a:pt x="44009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16410829" y="3611220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12575" y="88102"/>
                  </a:lnTo>
                  <a:lnTo>
                    <a:pt x="12575" y="12177"/>
                  </a:lnTo>
                  <a:lnTo>
                    <a:pt x="44019" y="12177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16550292" y="3611219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44019" y="88102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16550291" y="3611220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12575" y="88102"/>
                  </a:lnTo>
                  <a:lnTo>
                    <a:pt x="12575" y="12177"/>
                  </a:lnTo>
                  <a:lnTo>
                    <a:pt x="44019" y="12177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16689753" y="3611219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44019" y="88102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16689759" y="3611220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12575" y="88102"/>
                  </a:lnTo>
                  <a:lnTo>
                    <a:pt x="12575" y="12177"/>
                  </a:lnTo>
                  <a:lnTo>
                    <a:pt x="44019" y="12177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16829215" y="3611219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44019" y="88102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16829221" y="3611220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12575" y="88102"/>
                  </a:lnTo>
                  <a:lnTo>
                    <a:pt x="12575" y="12177"/>
                  </a:lnTo>
                  <a:lnTo>
                    <a:pt x="44019" y="12177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16968687" y="3611219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44019" y="88102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16968689" y="3611220"/>
              <a:ext cx="44450" cy="88265"/>
            </a:xfrm>
            <a:custGeom>
              <a:avLst/>
              <a:gdLst/>
              <a:ahLst/>
              <a:cxnLst/>
              <a:rect l="l" t="t" r="r" b="b"/>
              <a:pathLst>
                <a:path w="44450" h="88264">
                  <a:moveTo>
                    <a:pt x="44019" y="0"/>
                  </a:moveTo>
                  <a:lnTo>
                    <a:pt x="0" y="0"/>
                  </a:lnTo>
                  <a:lnTo>
                    <a:pt x="0" y="88102"/>
                  </a:lnTo>
                  <a:lnTo>
                    <a:pt x="12575" y="88102"/>
                  </a:lnTo>
                  <a:lnTo>
                    <a:pt x="12575" y="12177"/>
                  </a:lnTo>
                  <a:lnTo>
                    <a:pt x="44019" y="12177"/>
                  </a:lnTo>
                  <a:lnTo>
                    <a:pt x="4401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16354099" y="3505401"/>
              <a:ext cx="746125" cy="17780"/>
            </a:xfrm>
            <a:custGeom>
              <a:avLst/>
              <a:gdLst/>
              <a:ahLst/>
              <a:cxnLst/>
              <a:rect l="l" t="t" r="r" b="b"/>
              <a:pathLst>
                <a:path w="746125" h="17779">
                  <a:moveTo>
                    <a:pt x="745830" y="0"/>
                  </a:moveTo>
                  <a:lnTo>
                    <a:pt x="0" y="0"/>
                  </a:lnTo>
                  <a:lnTo>
                    <a:pt x="0" y="17528"/>
                  </a:lnTo>
                  <a:lnTo>
                    <a:pt x="745830" y="17528"/>
                  </a:lnTo>
                  <a:lnTo>
                    <a:pt x="745830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13936853" y="3089026"/>
              <a:ext cx="563245" cy="533400"/>
            </a:xfrm>
            <a:custGeom>
              <a:avLst/>
              <a:gdLst/>
              <a:ahLst/>
              <a:cxnLst/>
              <a:rect l="l" t="t" r="r" b="b"/>
              <a:pathLst>
                <a:path w="563244" h="533400">
                  <a:moveTo>
                    <a:pt x="165074" y="217246"/>
                  </a:moveTo>
                  <a:lnTo>
                    <a:pt x="0" y="303415"/>
                  </a:lnTo>
                  <a:lnTo>
                    <a:pt x="0" y="532955"/>
                  </a:lnTo>
                  <a:lnTo>
                    <a:pt x="165074" y="532955"/>
                  </a:lnTo>
                  <a:lnTo>
                    <a:pt x="165074" y="217246"/>
                  </a:lnTo>
                  <a:close/>
                </a:path>
                <a:path w="563244" h="533400">
                  <a:moveTo>
                    <a:pt x="369455" y="95910"/>
                  </a:moveTo>
                  <a:lnTo>
                    <a:pt x="207518" y="194945"/>
                  </a:lnTo>
                  <a:lnTo>
                    <a:pt x="207518" y="532955"/>
                  </a:lnTo>
                  <a:lnTo>
                    <a:pt x="369455" y="532955"/>
                  </a:lnTo>
                  <a:lnTo>
                    <a:pt x="369455" y="95910"/>
                  </a:lnTo>
                  <a:close/>
                </a:path>
                <a:path w="563244" h="533400">
                  <a:moveTo>
                    <a:pt x="562813" y="0"/>
                  </a:moveTo>
                  <a:lnTo>
                    <a:pt x="409270" y="77038"/>
                  </a:lnTo>
                  <a:lnTo>
                    <a:pt x="409270" y="532955"/>
                  </a:lnTo>
                  <a:lnTo>
                    <a:pt x="562813" y="532955"/>
                  </a:lnTo>
                  <a:lnTo>
                    <a:pt x="562813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13936853" y="3089026"/>
              <a:ext cx="563245" cy="533400"/>
            </a:xfrm>
            <a:custGeom>
              <a:avLst/>
              <a:gdLst/>
              <a:ahLst/>
              <a:cxnLst/>
              <a:rect l="l" t="t" r="r" b="b"/>
              <a:pathLst>
                <a:path w="563244" h="533400">
                  <a:moveTo>
                    <a:pt x="165074" y="217246"/>
                  </a:moveTo>
                  <a:lnTo>
                    <a:pt x="0" y="303415"/>
                  </a:lnTo>
                  <a:lnTo>
                    <a:pt x="0" y="532955"/>
                  </a:lnTo>
                  <a:lnTo>
                    <a:pt x="20815" y="532955"/>
                  </a:lnTo>
                  <a:lnTo>
                    <a:pt x="20815" y="332765"/>
                  </a:lnTo>
                  <a:lnTo>
                    <a:pt x="165074" y="257441"/>
                  </a:lnTo>
                  <a:lnTo>
                    <a:pt x="165074" y="217246"/>
                  </a:lnTo>
                  <a:close/>
                </a:path>
                <a:path w="563244" h="533400">
                  <a:moveTo>
                    <a:pt x="369455" y="95910"/>
                  </a:moveTo>
                  <a:lnTo>
                    <a:pt x="207518" y="194945"/>
                  </a:lnTo>
                  <a:lnTo>
                    <a:pt x="207518" y="532955"/>
                  </a:lnTo>
                  <a:lnTo>
                    <a:pt x="228333" y="532955"/>
                  </a:lnTo>
                  <a:lnTo>
                    <a:pt x="228333" y="224294"/>
                  </a:lnTo>
                  <a:lnTo>
                    <a:pt x="369455" y="137972"/>
                  </a:lnTo>
                  <a:lnTo>
                    <a:pt x="369455" y="95910"/>
                  </a:lnTo>
                  <a:close/>
                </a:path>
                <a:path w="563244" h="533400">
                  <a:moveTo>
                    <a:pt x="562825" y="0"/>
                  </a:moveTo>
                  <a:lnTo>
                    <a:pt x="409270" y="77038"/>
                  </a:lnTo>
                  <a:lnTo>
                    <a:pt x="409270" y="532955"/>
                  </a:lnTo>
                  <a:lnTo>
                    <a:pt x="430085" y="532955"/>
                  </a:lnTo>
                  <a:lnTo>
                    <a:pt x="430085" y="106387"/>
                  </a:lnTo>
                  <a:lnTo>
                    <a:pt x="562825" y="39789"/>
                  </a:lnTo>
                  <a:lnTo>
                    <a:pt x="56282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13866122" y="3686432"/>
              <a:ext cx="661035" cy="36195"/>
            </a:xfrm>
            <a:custGeom>
              <a:avLst/>
              <a:gdLst/>
              <a:ahLst/>
              <a:cxnLst/>
              <a:rect l="l" t="t" r="r" b="b"/>
              <a:pathLst>
                <a:path w="661034" h="36195">
                  <a:moveTo>
                    <a:pt x="660828" y="0"/>
                  </a:moveTo>
                  <a:lnTo>
                    <a:pt x="0" y="0"/>
                  </a:lnTo>
                  <a:lnTo>
                    <a:pt x="0" y="35632"/>
                  </a:lnTo>
                  <a:lnTo>
                    <a:pt x="660828" y="35632"/>
                  </a:lnTo>
                  <a:lnTo>
                    <a:pt x="660828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14526950" y="2837490"/>
              <a:ext cx="1827530" cy="92710"/>
            </a:xfrm>
            <a:custGeom>
              <a:avLst/>
              <a:gdLst/>
              <a:ahLst/>
              <a:cxnLst/>
              <a:rect l="l" t="t" r="r" b="b"/>
              <a:pathLst>
                <a:path w="1827530" h="92710">
                  <a:moveTo>
                    <a:pt x="1827159" y="0"/>
                  </a:moveTo>
                  <a:lnTo>
                    <a:pt x="0" y="0"/>
                  </a:lnTo>
                  <a:lnTo>
                    <a:pt x="0" y="25151"/>
                  </a:lnTo>
                  <a:lnTo>
                    <a:pt x="1827159" y="92227"/>
                  </a:lnTo>
                  <a:lnTo>
                    <a:pt x="1827159" y="0"/>
                  </a:lnTo>
                  <a:close/>
                </a:path>
              </a:pathLst>
            </a:custGeom>
            <a:solidFill>
              <a:srgbClr val="216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16524491" y="1626952"/>
              <a:ext cx="499745" cy="1231900"/>
            </a:xfrm>
            <a:custGeom>
              <a:avLst/>
              <a:gdLst/>
              <a:ahLst/>
              <a:cxnLst/>
              <a:rect l="l" t="t" r="r" b="b"/>
              <a:pathLst>
                <a:path w="499744" h="1231900">
                  <a:moveTo>
                    <a:pt x="303301" y="0"/>
                  </a:moveTo>
                  <a:lnTo>
                    <a:pt x="160083" y="0"/>
                  </a:lnTo>
                  <a:lnTo>
                    <a:pt x="160083" y="25311"/>
                  </a:lnTo>
                  <a:lnTo>
                    <a:pt x="303301" y="25311"/>
                  </a:lnTo>
                  <a:lnTo>
                    <a:pt x="303301" y="0"/>
                  </a:lnTo>
                  <a:close/>
                </a:path>
                <a:path w="499744" h="1231900">
                  <a:moveTo>
                    <a:pt x="485825" y="1078496"/>
                  </a:moveTo>
                  <a:lnTo>
                    <a:pt x="458571" y="1078496"/>
                  </a:lnTo>
                  <a:lnTo>
                    <a:pt x="382155" y="1193774"/>
                  </a:lnTo>
                  <a:lnTo>
                    <a:pt x="385013" y="1231315"/>
                  </a:lnTo>
                  <a:lnTo>
                    <a:pt x="485825" y="1078496"/>
                  </a:lnTo>
                  <a:close/>
                </a:path>
                <a:path w="499744" h="1231900">
                  <a:moveTo>
                    <a:pt x="499173" y="1006005"/>
                  </a:moveTo>
                  <a:lnTo>
                    <a:pt x="493712" y="1006005"/>
                  </a:lnTo>
                  <a:lnTo>
                    <a:pt x="493712" y="1016482"/>
                  </a:lnTo>
                  <a:lnTo>
                    <a:pt x="493712" y="1038656"/>
                  </a:lnTo>
                  <a:lnTo>
                    <a:pt x="465632" y="1038656"/>
                  </a:lnTo>
                  <a:lnTo>
                    <a:pt x="465632" y="1016482"/>
                  </a:lnTo>
                  <a:lnTo>
                    <a:pt x="493712" y="1016482"/>
                  </a:lnTo>
                  <a:lnTo>
                    <a:pt x="493712" y="1006005"/>
                  </a:lnTo>
                  <a:lnTo>
                    <a:pt x="460184" y="1006005"/>
                  </a:lnTo>
                  <a:lnTo>
                    <a:pt x="460184" y="1016482"/>
                  </a:lnTo>
                  <a:lnTo>
                    <a:pt x="460184" y="1038656"/>
                  </a:lnTo>
                  <a:lnTo>
                    <a:pt x="432269" y="1038656"/>
                  </a:lnTo>
                  <a:lnTo>
                    <a:pt x="432269" y="1016482"/>
                  </a:lnTo>
                  <a:lnTo>
                    <a:pt x="460184" y="1016482"/>
                  </a:lnTo>
                  <a:lnTo>
                    <a:pt x="460184" y="1006005"/>
                  </a:lnTo>
                  <a:lnTo>
                    <a:pt x="426821" y="1006005"/>
                  </a:lnTo>
                  <a:lnTo>
                    <a:pt x="426821" y="1016482"/>
                  </a:lnTo>
                  <a:lnTo>
                    <a:pt x="426821" y="1038656"/>
                  </a:lnTo>
                  <a:lnTo>
                    <a:pt x="404507" y="1038656"/>
                  </a:lnTo>
                  <a:lnTo>
                    <a:pt x="404507" y="1016482"/>
                  </a:lnTo>
                  <a:lnTo>
                    <a:pt x="426821" y="1016482"/>
                  </a:lnTo>
                  <a:lnTo>
                    <a:pt x="426821" y="1006005"/>
                  </a:lnTo>
                  <a:lnTo>
                    <a:pt x="399046" y="1006005"/>
                  </a:lnTo>
                  <a:lnTo>
                    <a:pt x="399046" y="1016482"/>
                  </a:lnTo>
                  <a:lnTo>
                    <a:pt x="399046" y="1038656"/>
                  </a:lnTo>
                  <a:lnTo>
                    <a:pt x="100139" y="1038656"/>
                  </a:lnTo>
                  <a:lnTo>
                    <a:pt x="100139" y="1016482"/>
                  </a:lnTo>
                  <a:lnTo>
                    <a:pt x="399046" y="1016482"/>
                  </a:lnTo>
                  <a:lnTo>
                    <a:pt x="399046" y="1006005"/>
                  </a:lnTo>
                  <a:lnTo>
                    <a:pt x="94691" y="1006005"/>
                  </a:lnTo>
                  <a:lnTo>
                    <a:pt x="94691" y="1016482"/>
                  </a:lnTo>
                  <a:lnTo>
                    <a:pt x="94691" y="1038656"/>
                  </a:lnTo>
                  <a:lnTo>
                    <a:pt x="66598" y="1038656"/>
                  </a:lnTo>
                  <a:lnTo>
                    <a:pt x="66598" y="1016482"/>
                  </a:lnTo>
                  <a:lnTo>
                    <a:pt x="94691" y="1016482"/>
                  </a:lnTo>
                  <a:lnTo>
                    <a:pt x="94691" y="1006005"/>
                  </a:lnTo>
                  <a:lnTo>
                    <a:pt x="61150" y="1006005"/>
                  </a:lnTo>
                  <a:lnTo>
                    <a:pt x="61150" y="1016482"/>
                  </a:lnTo>
                  <a:lnTo>
                    <a:pt x="61150" y="1038656"/>
                  </a:lnTo>
                  <a:lnTo>
                    <a:pt x="33235" y="1038656"/>
                  </a:lnTo>
                  <a:lnTo>
                    <a:pt x="33235" y="1016482"/>
                  </a:lnTo>
                  <a:lnTo>
                    <a:pt x="61150" y="1016482"/>
                  </a:lnTo>
                  <a:lnTo>
                    <a:pt x="61150" y="1006005"/>
                  </a:lnTo>
                  <a:lnTo>
                    <a:pt x="27787" y="1006005"/>
                  </a:lnTo>
                  <a:lnTo>
                    <a:pt x="27787" y="1016482"/>
                  </a:lnTo>
                  <a:lnTo>
                    <a:pt x="27787" y="1038656"/>
                  </a:lnTo>
                  <a:lnTo>
                    <a:pt x="5461" y="1038656"/>
                  </a:lnTo>
                  <a:lnTo>
                    <a:pt x="5461" y="1016482"/>
                  </a:lnTo>
                  <a:lnTo>
                    <a:pt x="27787" y="1016482"/>
                  </a:lnTo>
                  <a:lnTo>
                    <a:pt x="27787" y="1006005"/>
                  </a:lnTo>
                  <a:lnTo>
                    <a:pt x="0" y="1006005"/>
                  </a:lnTo>
                  <a:lnTo>
                    <a:pt x="0" y="1009662"/>
                  </a:lnTo>
                  <a:lnTo>
                    <a:pt x="0" y="1016482"/>
                  </a:lnTo>
                  <a:lnTo>
                    <a:pt x="0" y="1038656"/>
                  </a:lnTo>
                  <a:lnTo>
                    <a:pt x="0" y="1078484"/>
                  </a:lnTo>
                  <a:lnTo>
                    <a:pt x="16294" y="1078484"/>
                  </a:lnTo>
                  <a:lnTo>
                    <a:pt x="106108" y="1231315"/>
                  </a:lnTo>
                  <a:lnTo>
                    <a:pt x="107886" y="1198930"/>
                  </a:lnTo>
                  <a:lnTo>
                    <a:pt x="40398" y="1078484"/>
                  </a:lnTo>
                  <a:lnTo>
                    <a:pt x="499173" y="1078484"/>
                  </a:lnTo>
                  <a:lnTo>
                    <a:pt x="499173" y="1045476"/>
                  </a:lnTo>
                  <a:lnTo>
                    <a:pt x="499173" y="1038656"/>
                  </a:lnTo>
                  <a:lnTo>
                    <a:pt x="499173" y="1016482"/>
                  </a:lnTo>
                  <a:lnTo>
                    <a:pt x="499173" y="1006005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14862768" y="2243390"/>
              <a:ext cx="659130" cy="414020"/>
            </a:xfrm>
            <a:custGeom>
              <a:avLst/>
              <a:gdLst/>
              <a:ahLst/>
              <a:cxnLst/>
              <a:rect l="l" t="t" r="r" b="b"/>
              <a:pathLst>
                <a:path w="659130" h="414019">
                  <a:moveTo>
                    <a:pt x="226015" y="0"/>
                  </a:moveTo>
                  <a:lnTo>
                    <a:pt x="149743" y="357"/>
                  </a:lnTo>
                  <a:lnTo>
                    <a:pt x="100322" y="1555"/>
                  </a:lnTo>
                  <a:lnTo>
                    <a:pt x="57312" y="4972"/>
                  </a:lnTo>
                  <a:lnTo>
                    <a:pt x="8756" y="45206"/>
                  </a:lnTo>
                  <a:lnTo>
                    <a:pt x="0" y="91756"/>
                  </a:lnTo>
                  <a:lnTo>
                    <a:pt x="1916" y="270420"/>
                  </a:lnTo>
                  <a:lnTo>
                    <a:pt x="41852" y="269949"/>
                  </a:lnTo>
                  <a:lnTo>
                    <a:pt x="39925" y="90729"/>
                  </a:lnTo>
                  <a:lnTo>
                    <a:pt x="39994" y="83389"/>
                  </a:lnTo>
                  <a:lnTo>
                    <a:pt x="62699" y="46595"/>
                  </a:lnTo>
                  <a:lnTo>
                    <a:pt x="109833" y="42977"/>
                  </a:lnTo>
                  <a:lnTo>
                    <a:pt x="152372" y="42143"/>
                  </a:lnTo>
                  <a:lnTo>
                    <a:pt x="204386" y="41859"/>
                  </a:lnTo>
                  <a:lnTo>
                    <a:pt x="263498" y="42048"/>
                  </a:lnTo>
                  <a:lnTo>
                    <a:pt x="327329" y="42634"/>
                  </a:lnTo>
                  <a:lnTo>
                    <a:pt x="393501" y="43543"/>
                  </a:lnTo>
                  <a:lnTo>
                    <a:pt x="459635" y="44698"/>
                  </a:lnTo>
                  <a:lnTo>
                    <a:pt x="582275" y="47443"/>
                  </a:lnTo>
                  <a:lnTo>
                    <a:pt x="591112" y="47359"/>
                  </a:lnTo>
                  <a:lnTo>
                    <a:pt x="611309" y="100903"/>
                  </a:lnTo>
                  <a:lnTo>
                    <a:pt x="612937" y="154843"/>
                  </a:lnTo>
                  <a:lnTo>
                    <a:pt x="614623" y="221024"/>
                  </a:lnTo>
                  <a:lnTo>
                    <a:pt x="618839" y="413610"/>
                  </a:lnTo>
                  <a:lnTo>
                    <a:pt x="658775" y="412741"/>
                  </a:lnTo>
                  <a:lnTo>
                    <a:pt x="656060" y="284382"/>
                  </a:lnTo>
                  <a:lnTo>
                    <a:pt x="652794" y="151034"/>
                  </a:lnTo>
                  <a:lnTo>
                    <a:pt x="651163" y="97791"/>
                  </a:lnTo>
                  <a:lnTo>
                    <a:pt x="641477" y="37144"/>
                  </a:lnTo>
                  <a:lnTo>
                    <a:pt x="603468" y="8309"/>
                  </a:lnTo>
                  <a:lnTo>
                    <a:pt x="406594" y="1905"/>
                  </a:lnTo>
                  <a:lnTo>
                    <a:pt x="335319" y="858"/>
                  </a:lnTo>
                  <a:lnTo>
                    <a:pt x="226015" y="0"/>
                  </a:lnTo>
                  <a:close/>
                </a:path>
              </a:pathLst>
            </a:custGeom>
            <a:solidFill>
              <a:srgbClr val="C4DE9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7" name="object 367" descr=""/>
          <p:cNvSpPr/>
          <p:nvPr/>
        </p:nvSpPr>
        <p:spPr>
          <a:xfrm>
            <a:off x="5587976" y="6738894"/>
            <a:ext cx="215265" cy="11430"/>
          </a:xfrm>
          <a:custGeom>
            <a:avLst/>
            <a:gdLst/>
            <a:ahLst/>
            <a:cxnLst/>
            <a:rect l="l" t="t" r="r" b="b"/>
            <a:pathLst>
              <a:path w="215264" h="11429">
                <a:moveTo>
                  <a:pt x="214935" y="0"/>
                </a:moveTo>
                <a:lnTo>
                  <a:pt x="0" y="0"/>
                </a:lnTo>
                <a:lnTo>
                  <a:pt x="0" y="10879"/>
                </a:lnTo>
                <a:lnTo>
                  <a:pt x="214935" y="10879"/>
                </a:lnTo>
                <a:lnTo>
                  <a:pt x="214935" y="0"/>
                </a:lnTo>
                <a:close/>
              </a:path>
            </a:pathLst>
          </a:custGeom>
          <a:solidFill>
            <a:srgbClr val="9AC7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8" name="object 368" descr=""/>
          <p:cNvSpPr/>
          <p:nvPr/>
        </p:nvSpPr>
        <p:spPr>
          <a:xfrm>
            <a:off x="4387949" y="4193128"/>
            <a:ext cx="199390" cy="60960"/>
          </a:xfrm>
          <a:custGeom>
            <a:avLst/>
            <a:gdLst/>
            <a:ahLst/>
            <a:cxnLst/>
            <a:rect l="l" t="t" r="r" b="b"/>
            <a:pathLst>
              <a:path w="199389" h="60960">
                <a:moveTo>
                  <a:pt x="199187" y="0"/>
                </a:moveTo>
                <a:lnTo>
                  <a:pt x="0" y="0"/>
                </a:lnTo>
                <a:lnTo>
                  <a:pt x="0" y="60511"/>
                </a:lnTo>
                <a:lnTo>
                  <a:pt x="199187" y="60511"/>
                </a:lnTo>
                <a:lnTo>
                  <a:pt x="199187" y="0"/>
                </a:lnTo>
                <a:close/>
              </a:path>
            </a:pathLst>
          </a:custGeom>
          <a:solidFill>
            <a:srgbClr val="9AC74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9" name="object 369" descr=""/>
          <p:cNvGrpSpPr/>
          <p:nvPr/>
        </p:nvGrpSpPr>
        <p:grpSpPr>
          <a:xfrm>
            <a:off x="3607826" y="4753357"/>
            <a:ext cx="889000" cy="1530350"/>
            <a:chOff x="3607826" y="4753357"/>
            <a:chExt cx="889000" cy="1530350"/>
          </a:xfrm>
        </p:grpSpPr>
        <p:pic>
          <p:nvPicPr>
            <p:cNvPr id="370" name="object 37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21847" y="4753357"/>
              <a:ext cx="105800" cy="200475"/>
            </a:xfrm>
            <a:prstGeom prst="rect">
              <a:avLst/>
            </a:prstGeom>
          </p:spPr>
        </p:pic>
        <p:sp>
          <p:nvSpPr>
            <p:cNvPr id="371" name="object 371" descr=""/>
            <p:cNvSpPr/>
            <p:nvPr/>
          </p:nvSpPr>
          <p:spPr>
            <a:xfrm>
              <a:off x="3753184" y="4960791"/>
              <a:ext cx="42545" cy="848360"/>
            </a:xfrm>
            <a:custGeom>
              <a:avLst/>
              <a:gdLst/>
              <a:ahLst/>
              <a:cxnLst/>
              <a:rect l="l" t="t" r="r" b="b"/>
              <a:pathLst>
                <a:path w="42545" h="848360">
                  <a:moveTo>
                    <a:pt x="0" y="848005"/>
                  </a:moveTo>
                  <a:lnTo>
                    <a:pt x="42250" y="848005"/>
                  </a:lnTo>
                  <a:lnTo>
                    <a:pt x="42250" y="0"/>
                  </a:lnTo>
                  <a:lnTo>
                    <a:pt x="0" y="0"/>
                  </a:lnTo>
                  <a:lnTo>
                    <a:pt x="0" y="848005"/>
                  </a:lnTo>
                  <a:close/>
                </a:path>
              </a:pathLst>
            </a:custGeom>
            <a:solidFill>
              <a:srgbClr val="C4DE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3607816" y="5436774"/>
              <a:ext cx="889000" cy="847090"/>
            </a:xfrm>
            <a:custGeom>
              <a:avLst/>
              <a:gdLst/>
              <a:ahLst/>
              <a:cxnLst/>
              <a:rect l="l" t="t" r="r" b="b"/>
              <a:pathLst>
                <a:path w="889000" h="847089">
                  <a:moveTo>
                    <a:pt x="888974" y="372021"/>
                  </a:moveTo>
                  <a:lnTo>
                    <a:pt x="886002" y="328637"/>
                  </a:lnTo>
                  <a:lnTo>
                    <a:pt x="877316" y="286715"/>
                  </a:lnTo>
                  <a:lnTo>
                    <a:pt x="863244" y="246557"/>
                  </a:lnTo>
                  <a:lnTo>
                    <a:pt x="844118" y="208419"/>
                  </a:lnTo>
                  <a:lnTo>
                    <a:pt x="820267" y="172580"/>
                  </a:lnTo>
                  <a:lnTo>
                    <a:pt x="792022" y="139344"/>
                  </a:lnTo>
                  <a:lnTo>
                    <a:pt x="759714" y="108966"/>
                  </a:lnTo>
                  <a:lnTo>
                    <a:pt x="723671" y="81724"/>
                  </a:lnTo>
                  <a:lnTo>
                    <a:pt x="684237" y="57924"/>
                  </a:lnTo>
                  <a:lnTo>
                    <a:pt x="641731" y="37807"/>
                  </a:lnTo>
                  <a:lnTo>
                    <a:pt x="596480" y="21691"/>
                  </a:lnTo>
                  <a:lnTo>
                    <a:pt x="548830" y="9829"/>
                  </a:lnTo>
                  <a:lnTo>
                    <a:pt x="499110" y="2501"/>
                  </a:lnTo>
                  <a:lnTo>
                    <a:pt x="447636" y="0"/>
                  </a:lnTo>
                  <a:lnTo>
                    <a:pt x="443725" y="127"/>
                  </a:lnTo>
                  <a:lnTo>
                    <a:pt x="441325" y="0"/>
                  </a:lnTo>
                  <a:lnTo>
                    <a:pt x="431126" y="508"/>
                  </a:lnTo>
                  <a:lnTo>
                    <a:pt x="415912" y="952"/>
                  </a:lnTo>
                  <a:lnTo>
                    <a:pt x="409028" y="1574"/>
                  </a:lnTo>
                  <a:lnTo>
                    <a:pt x="340131" y="9817"/>
                  </a:lnTo>
                  <a:lnTo>
                    <a:pt x="292493" y="21678"/>
                  </a:lnTo>
                  <a:lnTo>
                    <a:pt x="247243" y="37807"/>
                  </a:lnTo>
                  <a:lnTo>
                    <a:pt x="204736" y="57912"/>
                  </a:lnTo>
                  <a:lnTo>
                    <a:pt x="165303" y="81724"/>
                  </a:lnTo>
                  <a:lnTo>
                    <a:pt x="129260" y="108966"/>
                  </a:lnTo>
                  <a:lnTo>
                    <a:pt x="96951" y="139344"/>
                  </a:lnTo>
                  <a:lnTo>
                    <a:pt x="68707" y="172593"/>
                  </a:lnTo>
                  <a:lnTo>
                    <a:pt x="44856" y="208419"/>
                  </a:lnTo>
                  <a:lnTo>
                    <a:pt x="25730" y="246557"/>
                  </a:lnTo>
                  <a:lnTo>
                    <a:pt x="11658" y="286727"/>
                  </a:lnTo>
                  <a:lnTo>
                    <a:pt x="2971" y="328637"/>
                  </a:lnTo>
                  <a:lnTo>
                    <a:pt x="0" y="372021"/>
                  </a:lnTo>
                  <a:lnTo>
                    <a:pt x="0" y="846861"/>
                  </a:lnTo>
                  <a:lnTo>
                    <a:pt x="882675" y="846861"/>
                  </a:lnTo>
                  <a:lnTo>
                    <a:pt x="888974" y="846848"/>
                  </a:lnTo>
                  <a:lnTo>
                    <a:pt x="888974" y="372021"/>
                  </a:lnTo>
                  <a:close/>
                </a:path>
              </a:pathLst>
            </a:custGeom>
            <a:solidFill>
              <a:srgbClr val="DDECC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3" name="object 373" descr=""/>
          <p:cNvSpPr/>
          <p:nvPr/>
        </p:nvSpPr>
        <p:spPr>
          <a:xfrm>
            <a:off x="4685469" y="4571326"/>
            <a:ext cx="282575" cy="33020"/>
          </a:xfrm>
          <a:custGeom>
            <a:avLst/>
            <a:gdLst/>
            <a:ahLst/>
            <a:cxnLst/>
            <a:rect l="l" t="t" r="r" b="b"/>
            <a:pathLst>
              <a:path w="282575" h="33020">
                <a:moveTo>
                  <a:pt x="282389" y="0"/>
                </a:moveTo>
                <a:lnTo>
                  <a:pt x="0" y="0"/>
                </a:lnTo>
                <a:lnTo>
                  <a:pt x="0" y="32773"/>
                </a:lnTo>
                <a:lnTo>
                  <a:pt x="282389" y="32773"/>
                </a:lnTo>
                <a:lnTo>
                  <a:pt x="282389" y="0"/>
                </a:lnTo>
                <a:close/>
              </a:path>
            </a:pathLst>
          </a:custGeom>
          <a:solidFill>
            <a:srgbClr val="E8EE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4" name="object 374" descr=""/>
          <p:cNvSpPr/>
          <p:nvPr/>
        </p:nvSpPr>
        <p:spPr>
          <a:xfrm>
            <a:off x="4687103" y="4904144"/>
            <a:ext cx="282575" cy="33020"/>
          </a:xfrm>
          <a:custGeom>
            <a:avLst/>
            <a:gdLst/>
            <a:ahLst/>
            <a:cxnLst/>
            <a:rect l="l" t="t" r="r" b="b"/>
            <a:pathLst>
              <a:path w="282575" h="33020">
                <a:moveTo>
                  <a:pt x="282389" y="0"/>
                </a:moveTo>
                <a:lnTo>
                  <a:pt x="0" y="0"/>
                </a:lnTo>
                <a:lnTo>
                  <a:pt x="0" y="32773"/>
                </a:lnTo>
                <a:lnTo>
                  <a:pt x="282389" y="32773"/>
                </a:lnTo>
                <a:lnTo>
                  <a:pt x="282389" y="0"/>
                </a:lnTo>
                <a:close/>
              </a:path>
            </a:pathLst>
          </a:custGeom>
          <a:solidFill>
            <a:srgbClr val="E8EE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5" name="object 375" descr=""/>
          <p:cNvSpPr/>
          <p:nvPr/>
        </p:nvSpPr>
        <p:spPr>
          <a:xfrm>
            <a:off x="4687103" y="5554658"/>
            <a:ext cx="282575" cy="33020"/>
          </a:xfrm>
          <a:custGeom>
            <a:avLst/>
            <a:gdLst/>
            <a:ahLst/>
            <a:cxnLst/>
            <a:rect l="l" t="t" r="r" b="b"/>
            <a:pathLst>
              <a:path w="282575" h="33020">
                <a:moveTo>
                  <a:pt x="282389" y="0"/>
                </a:moveTo>
                <a:lnTo>
                  <a:pt x="0" y="0"/>
                </a:lnTo>
                <a:lnTo>
                  <a:pt x="0" y="32773"/>
                </a:lnTo>
                <a:lnTo>
                  <a:pt x="282389" y="32773"/>
                </a:lnTo>
                <a:lnTo>
                  <a:pt x="282389" y="0"/>
                </a:lnTo>
                <a:close/>
              </a:path>
            </a:pathLst>
          </a:custGeom>
          <a:solidFill>
            <a:srgbClr val="E8EEA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6" name="object 376" descr=""/>
          <p:cNvGrpSpPr/>
          <p:nvPr/>
        </p:nvGrpSpPr>
        <p:grpSpPr>
          <a:xfrm>
            <a:off x="4079911" y="4193128"/>
            <a:ext cx="1741170" cy="2557145"/>
            <a:chOff x="4079911" y="4193128"/>
            <a:chExt cx="1741170" cy="2557145"/>
          </a:xfrm>
        </p:grpSpPr>
        <p:sp>
          <p:nvSpPr>
            <p:cNvPr id="377" name="object 377" descr=""/>
            <p:cNvSpPr/>
            <p:nvPr/>
          </p:nvSpPr>
          <p:spPr>
            <a:xfrm>
              <a:off x="4685469" y="5950510"/>
              <a:ext cx="282575" cy="33020"/>
            </a:xfrm>
            <a:custGeom>
              <a:avLst/>
              <a:gdLst/>
              <a:ahLst/>
              <a:cxnLst/>
              <a:rect l="l" t="t" r="r" b="b"/>
              <a:pathLst>
                <a:path w="282575" h="33020">
                  <a:moveTo>
                    <a:pt x="282389" y="0"/>
                  </a:moveTo>
                  <a:lnTo>
                    <a:pt x="0" y="0"/>
                  </a:lnTo>
                  <a:lnTo>
                    <a:pt x="0" y="32773"/>
                  </a:lnTo>
                  <a:lnTo>
                    <a:pt x="282389" y="32773"/>
                  </a:lnTo>
                  <a:lnTo>
                    <a:pt x="282389" y="0"/>
                  </a:lnTo>
                  <a:close/>
                </a:path>
              </a:pathLst>
            </a:custGeom>
            <a:solidFill>
              <a:srgbClr val="E8EE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4079911" y="5157217"/>
              <a:ext cx="1223645" cy="917575"/>
            </a:xfrm>
            <a:custGeom>
              <a:avLst/>
              <a:gdLst/>
              <a:ahLst/>
              <a:cxnLst/>
              <a:rect l="l" t="t" r="r" b="b"/>
              <a:pathLst>
                <a:path w="1223645" h="917575">
                  <a:moveTo>
                    <a:pt x="1223281" y="0"/>
                  </a:moveTo>
                  <a:lnTo>
                    <a:pt x="221050" y="0"/>
                  </a:lnTo>
                  <a:lnTo>
                    <a:pt x="193145" y="2567"/>
                  </a:lnTo>
                  <a:lnTo>
                    <a:pt x="124813" y="26730"/>
                  </a:lnTo>
                  <a:lnTo>
                    <a:pt x="89348" y="50736"/>
                  </a:lnTo>
                  <a:lnTo>
                    <a:pt x="56325" y="84302"/>
                  </a:lnTo>
                  <a:lnTo>
                    <a:pt x="28225" y="128634"/>
                  </a:lnTo>
                  <a:lnTo>
                    <a:pt x="7528" y="184936"/>
                  </a:lnTo>
                  <a:lnTo>
                    <a:pt x="1768" y="242802"/>
                  </a:lnTo>
                  <a:lnTo>
                    <a:pt x="449" y="288594"/>
                  </a:lnTo>
                  <a:lnTo>
                    <a:pt x="0" y="342952"/>
                  </a:lnTo>
                  <a:lnTo>
                    <a:pt x="293" y="403875"/>
                  </a:lnTo>
                  <a:lnTo>
                    <a:pt x="1201" y="469359"/>
                  </a:lnTo>
                  <a:lnTo>
                    <a:pt x="2596" y="537399"/>
                  </a:lnTo>
                  <a:lnTo>
                    <a:pt x="4351" y="605993"/>
                  </a:lnTo>
                  <a:lnTo>
                    <a:pt x="6338" y="673138"/>
                  </a:lnTo>
                  <a:lnTo>
                    <a:pt x="10498" y="795062"/>
                  </a:lnTo>
                  <a:lnTo>
                    <a:pt x="15287" y="916987"/>
                  </a:lnTo>
                  <a:lnTo>
                    <a:pt x="101567" y="913354"/>
                  </a:lnTo>
                  <a:lnTo>
                    <a:pt x="99176" y="854440"/>
                  </a:lnTo>
                  <a:lnTo>
                    <a:pt x="94636" y="728963"/>
                  </a:lnTo>
                  <a:lnTo>
                    <a:pt x="90732" y="600279"/>
                  </a:lnTo>
                  <a:lnTo>
                    <a:pt x="89136" y="537358"/>
                  </a:lnTo>
                  <a:lnTo>
                    <a:pt x="87841" y="476781"/>
                  </a:lnTo>
                  <a:lnTo>
                    <a:pt x="86893" y="419598"/>
                  </a:lnTo>
                  <a:lnTo>
                    <a:pt x="86341" y="366858"/>
                  </a:lnTo>
                  <a:lnTo>
                    <a:pt x="86230" y="319609"/>
                  </a:lnTo>
                  <a:lnTo>
                    <a:pt x="86608" y="278901"/>
                  </a:lnTo>
                  <a:lnTo>
                    <a:pt x="89020" y="221300"/>
                  </a:lnTo>
                  <a:lnTo>
                    <a:pt x="122560" y="139330"/>
                  </a:lnTo>
                  <a:lnTo>
                    <a:pt x="163528" y="103458"/>
                  </a:lnTo>
                  <a:lnTo>
                    <a:pt x="200783" y="89075"/>
                  </a:lnTo>
                  <a:lnTo>
                    <a:pt x="221050" y="86363"/>
                  </a:lnTo>
                  <a:lnTo>
                    <a:pt x="1223281" y="86363"/>
                  </a:lnTo>
                  <a:lnTo>
                    <a:pt x="1223281" y="0"/>
                  </a:lnTo>
                  <a:close/>
                </a:path>
              </a:pathLst>
            </a:custGeom>
            <a:solidFill>
              <a:srgbClr val="9AC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4715762" y="4420043"/>
              <a:ext cx="174625" cy="1866264"/>
            </a:xfrm>
            <a:custGeom>
              <a:avLst/>
              <a:gdLst/>
              <a:ahLst/>
              <a:cxnLst/>
              <a:rect l="l" t="t" r="r" b="b"/>
              <a:pathLst>
                <a:path w="174625" h="1866264">
                  <a:moveTo>
                    <a:pt x="0" y="1865796"/>
                  </a:moveTo>
                  <a:lnTo>
                    <a:pt x="174036" y="1865796"/>
                  </a:lnTo>
                  <a:lnTo>
                    <a:pt x="174036" y="0"/>
                  </a:lnTo>
                  <a:lnTo>
                    <a:pt x="0" y="0"/>
                  </a:lnTo>
                  <a:lnTo>
                    <a:pt x="0" y="1865796"/>
                  </a:lnTo>
                  <a:close/>
                </a:path>
              </a:pathLst>
            </a:custGeom>
            <a:solidFill>
              <a:srgbClr val="E8EE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4889798" y="4420043"/>
              <a:ext cx="51435" cy="1866264"/>
            </a:xfrm>
            <a:custGeom>
              <a:avLst/>
              <a:gdLst/>
              <a:ahLst/>
              <a:cxnLst/>
              <a:rect l="l" t="t" r="r" b="b"/>
              <a:pathLst>
                <a:path w="51435" h="1866264">
                  <a:moveTo>
                    <a:pt x="51045" y="0"/>
                  </a:moveTo>
                  <a:lnTo>
                    <a:pt x="0" y="0"/>
                  </a:lnTo>
                  <a:lnTo>
                    <a:pt x="0" y="1865796"/>
                  </a:lnTo>
                  <a:lnTo>
                    <a:pt x="51045" y="1865796"/>
                  </a:lnTo>
                  <a:lnTo>
                    <a:pt x="51045" y="0"/>
                  </a:lnTo>
                  <a:close/>
                </a:path>
              </a:pathLst>
            </a:custGeom>
            <a:solidFill>
              <a:srgbClr val="DFE7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4408546" y="4193128"/>
              <a:ext cx="161290" cy="2224405"/>
            </a:xfrm>
            <a:custGeom>
              <a:avLst/>
              <a:gdLst/>
              <a:ahLst/>
              <a:cxnLst/>
              <a:rect l="l" t="t" r="r" b="b"/>
              <a:pathLst>
                <a:path w="161289" h="2224404">
                  <a:moveTo>
                    <a:pt x="160885" y="0"/>
                  </a:moveTo>
                  <a:lnTo>
                    <a:pt x="0" y="0"/>
                  </a:lnTo>
                  <a:lnTo>
                    <a:pt x="0" y="2223827"/>
                  </a:lnTo>
                  <a:lnTo>
                    <a:pt x="160885" y="2223827"/>
                  </a:lnTo>
                  <a:lnTo>
                    <a:pt x="160885" y="0"/>
                  </a:lnTo>
                  <a:close/>
                </a:path>
              </a:pathLst>
            </a:custGeom>
            <a:solidFill>
              <a:srgbClr val="C4DE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5150472" y="4722615"/>
              <a:ext cx="670560" cy="2027555"/>
            </a:xfrm>
            <a:custGeom>
              <a:avLst/>
              <a:gdLst/>
              <a:ahLst/>
              <a:cxnLst/>
              <a:rect l="l" t="t" r="r" b="b"/>
              <a:pathLst>
                <a:path w="670560" h="2027554">
                  <a:moveTo>
                    <a:pt x="670013" y="670090"/>
                  </a:moveTo>
                  <a:lnTo>
                    <a:pt x="667918" y="665632"/>
                  </a:lnTo>
                  <a:lnTo>
                    <a:pt x="665403" y="665632"/>
                  </a:lnTo>
                  <a:lnTo>
                    <a:pt x="665403" y="674954"/>
                  </a:lnTo>
                  <a:lnTo>
                    <a:pt x="665403" y="714692"/>
                  </a:lnTo>
                  <a:lnTo>
                    <a:pt x="636778" y="714692"/>
                  </a:lnTo>
                  <a:lnTo>
                    <a:pt x="665403" y="674954"/>
                  </a:lnTo>
                  <a:lnTo>
                    <a:pt x="665403" y="665632"/>
                  </a:lnTo>
                  <a:lnTo>
                    <a:pt x="663308" y="665632"/>
                  </a:lnTo>
                  <a:lnTo>
                    <a:pt x="663308" y="670090"/>
                  </a:lnTo>
                  <a:lnTo>
                    <a:pt x="634847" y="709599"/>
                  </a:lnTo>
                  <a:lnTo>
                    <a:pt x="634847" y="1658658"/>
                  </a:lnTo>
                  <a:lnTo>
                    <a:pt x="512229" y="1658658"/>
                  </a:lnTo>
                  <a:lnTo>
                    <a:pt x="492696" y="1355229"/>
                  </a:lnTo>
                  <a:lnTo>
                    <a:pt x="634847" y="1355229"/>
                  </a:lnTo>
                  <a:lnTo>
                    <a:pt x="634847" y="1344345"/>
                  </a:lnTo>
                  <a:lnTo>
                    <a:pt x="491998" y="1344345"/>
                  </a:lnTo>
                  <a:lnTo>
                    <a:pt x="474992" y="1080058"/>
                  </a:lnTo>
                  <a:lnTo>
                    <a:pt x="634847" y="1080058"/>
                  </a:lnTo>
                  <a:lnTo>
                    <a:pt x="634847" y="1069187"/>
                  </a:lnTo>
                  <a:lnTo>
                    <a:pt x="474294" y="1069187"/>
                  </a:lnTo>
                  <a:lnTo>
                    <a:pt x="463257" y="897763"/>
                  </a:lnTo>
                  <a:lnTo>
                    <a:pt x="634847" y="897763"/>
                  </a:lnTo>
                  <a:lnTo>
                    <a:pt x="634847" y="886879"/>
                  </a:lnTo>
                  <a:lnTo>
                    <a:pt x="462546" y="886879"/>
                  </a:lnTo>
                  <a:lnTo>
                    <a:pt x="454482" y="761568"/>
                  </a:lnTo>
                  <a:lnTo>
                    <a:pt x="634847" y="761568"/>
                  </a:lnTo>
                  <a:lnTo>
                    <a:pt x="634847" y="709599"/>
                  </a:lnTo>
                  <a:lnTo>
                    <a:pt x="631228" y="714616"/>
                  </a:lnTo>
                  <a:lnTo>
                    <a:pt x="625767" y="706551"/>
                  </a:lnTo>
                  <a:lnTo>
                    <a:pt x="625767" y="714692"/>
                  </a:lnTo>
                  <a:lnTo>
                    <a:pt x="568198" y="714692"/>
                  </a:lnTo>
                  <a:lnTo>
                    <a:pt x="570865" y="710717"/>
                  </a:lnTo>
                  <a:lnTo>
                    <a:pt x="596811" y="671944"/>
                  </a:lnTo>
                  <a:lnTo>
                    <a:pt x="625767" y="714692"/>
                  </a:lnTo>
                  <a:lnTo>
                    <a:pt x="625767" y="706551"/>
                  </a:lnTo>
                  <a:lnTo>
                    <a:pt x="602335" y="671944"/>
                  </a:lnTo>
                  <a:lnTo>
                    <a:pt x="601078" y="670090"/>
                  </a:lnTo>
                  <a:lnTo>
                    <a:pt x="663308" y="670090"/>
                  </a:lnTo>
                  <a:lnTo>
                    <a:pt x="663308" y="665632"/>
                  </a:lnTo>
                  <a:lnTo>
                    <a:pt x="592569" y="665632"/>
                  </a:lnTo>
                  <a:lnTo>
                    <a:pt x="592569" y="670090"/>
                  </a:lnTo>
                  <a:lnTo>
                    <a:pt x="565365" y="710717"/>
                  </a:lnTo>
                  <a:lnTo>
                    <a:pt x="562635" y="706970"/>
                  </a:lnTo>
                  <a:lnTo>
                    <a:pt x="562635" y="714692"/>
                  </a:lnTo>
                  <a:lnTo>
                    <a:pt x="504469" y="714692"/>
                  </a:lnTo>
                  <a:lnTo>
                    <a:pt x="507377" y="710907"/>
                  </a:lnTo>
                  <a:lnTo>
                    <a:pt x="534276" y="675754"/>
                  </a:lnTo>
                  <a:lnTo>
                    <a:pt x="562635" y="714692"/>
                  </a:lnTo>
                  <a:lnTo>
                    <a:pt x="562635" y="706970"/>
                  </a:lnTo>
                  <a:lnTo>
                    <a:pt x="539915" y="675754"/>
                  </a:lnTo>
                  <a:lnTo>
                    <a:pt x="536016" y="670407"/>
                  </a:lnTo>
                  <a:lnTo>
                    <a:pt x="535825" y="670229"/>
                  </a:lnTo>
                  <a:lnTo>
                    <a:pt x="535609" y="670090"/>
                  </a:lnTo>
                  <a:lnTo>
                    <a:pt x="592569" y="670090"/>
                  </a:lnTo>
                  <a:lnTo>
                    <a:pt x="592569" y="665632"/>
                  </a:lnTo>
                  <a:lnTo>
                    <a:pt x="533044" y="665632"/>
                  </a:lnTo>
                  <a:lnTo>
                    <a:pt x="533044" y="670090"/>
                  </a:lnTo>
                  <a:lnTo>
                    <a:pt x="532815" y="670242"/>
                  </a:lnTo>
                  <a:lnTo>
                    <a:pt x="532625" y="670433"/>
                  </a:lnTo>
                  <a:lnTo>
                    <a:pt x="501650" y="710907"/>
                  </a:lnTo>
                  <a:lnTo>
                    <a:pt x="498792" y="707047"/>
                  </a:lnTo>
                  <a:lnTo>
                    <a:pt x="498792" y="714692"/>
                  </a:lnTo>
                  <a:lnTo>
                    <a:pt x="451472" y="714692"/>
                  </a:lnTo>
                  <a:lnTo>
                    <a:pt x="450024" y="692150"/>
                  </a:lnTo>
                  <a:lnTo>
                    <a:pt x="466966" y="671563"/>
                  </a:lnTo>
                  <a:lnTo>
                    <a:pt x="498792" y="714692"/>
                  </a:lnTo>
                  <a:lnTo>
                    <a:pt x="498792" y="707047"/>
                  </a:lnTo>
                  <a:lnTo>
                    <a:pt x="472617" y="671563"/>
                  </a:lnTo>
                  <a:lnTo>
                    <a:pt x="471538" y="670090"/>
                  </a:lnTo>
                  <a:lnTo>
                    <a:pt x="533044" y="670090"/>
                  </a:lnTo>
                  <a:lnTo>
                    <a:pt x="533044" y="665632"/>
                  </a:lnTo>
                  <a:lnTo>
                    <a:pt x="462280" y="665632"/>
                  </a:lnTo>
                  <a:lnTo>
                    <a:pt x="462280" y="670090"/>
                  </a:lnTo>
                  <a:lnTo>
                    <a:pt x="449592" y="685507"/>
                  </a:lnTo>
                  <a:lnTo>
                    <a:pt x="448602" y="670090"/>
                  </a:lnTo>
                  <a:lnTo>
                    <a:pt x="462280" y="670090"/>
                  </a:lnTo>
                  <a:lnTo>
                    <a:pt x="462280" y="665632"/>
                  </a:lnTo>
                  <a:lnTo>
                    <a:pt x="448310" y="665632"/>
                  </a:lnTo>
                  <a:lnTo>
                    <a:pt x="405472" y="0"/>
                  </a:lnTo>
                  <a:lnTo>
                    <a:pt x="115303" y="0"/>
                  </a:lnTo>
                  <a:lnTo>
                    <a:pt x="0" y="2027161"/>
                  </a:lnTo>
                  <a:lnTo>
                    <a:pt x="535965" y="2027161"/>
                  </a:lnTo>
                  <a:lnTo>
                    <a:pt x="512927" y="1669529"/>
                  </a:lnTo>
                  <a:lnTo>
                    <a:pt x="634847" y="1669529"/>
                  </a:lnTo>
                  <a:lnTo>
                    <a:pt x="634847" y="2027161"/>
                  </a:lnTo>
                  <a:lnTo>
                    <a:pt x="670013" y="2027161"/>
                  </a:lnTo>
                  <a:lnTo>
                    <a:pt x="670013" y="761568"/>
                  </a:lnTo>
                  <a:lnTo>
                    <a:pt x="670013" y="722147"/>
                  </a:lnTo>
                  <a:lnTo>
                    <a:pt x="670013" y="714692"/>
                  </a:lnTo>
                  <a:lnTo>
                    <a:pt x="670013" y="674954"/>
                  </a:lnTo>
                  <a:lnTo>
                    <a:pt x="670013" y="670090"/>
                  </a:lnTo>
                  <a:close/>
                </a:path>
              </a:pathLst>
            </a:custGeom>
            <a:solidFill>
              <a:srgbClr val="9AC74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3" name="object 383" descr=""/>
          <p:cNvSpPr/>
          <p:nvPr/>
        </p:nvSpPr>
        <p:spPr>
          <a:xfrm>
            <a:off x="3384031" y="5695850"/>
            <a:ext cx="270510" cy="893444"/>
          </a:xfrm>
          <a:custGeom>
            <a:avLst/>
            <a:gdLst/>
            <a:ahLst/>
            <a:cxnLst/>
            <a:rect l="l" t="t" r="r" b="b"/>
            <a:pathLst>
              <a:path w="270510" h="893445">
                <a:moveTo>
                  <a:pt x="135105" y="0"/>
                </a:moveTo>
                <a:lnTo>
                  <a:pt x="82835" y="5576"/>
                </a:lnTo>
                <a:lnTo>
                  <a:pt x="40064" y="20796"/>
                </a:lnTo>
                <a:lnTo>
                  <a:pt x="41" y="71097"/>
                </a:lnTo>
                <a:lnTo>
                  <a:pt x="0" y="893187"/>
                </a:lnTo>
                <a:lnTo>
                  <a:pt x="270211" y="893187"/>
                </a:lnTo>
                <a:lnTo>
                  <a:pt x="270169" y="71097"/>
                </a:lnTo>
                <a:lnTo>
                  <a:pt x="230147" y="20796"/>
                </a:lnTo>
                <a:lnTo>
                  <a:pt x="187375" y="5576"/>
                </a:lnTo>
                <a:lnTo>
                  <a:pt x="135105" y="0"/>
                </a:lnTo>
                <a:close/>
              </a:path>
            </a:pathLst>
          </a:custGeom>
          <a:solidFill>
            <a:srgbClr val="E8EEA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84" name="object 384" descr=""/>
          <p:cNvGrpSpPr/>
          <p:nvPr/>
        </p:nvGrpSpPr>
        <p:grpSpPr>
          <a:xfrm>
            <a:off x="2817160" y="5612219"/>
            <a:ext cx="2576830" cy="1137920"/>
            <a:chOff x="2817160" y="5612219"/>
            <a:chExt cx="2576830" cy="1137920"/>
          </a:xfrm>
        </p:grpSpPr>
        <p:sp>
          <p:nvSpPr>
            <p:cNvPr id="385" name="object 385" descr=""/>
            <p:cNvSpPr/>
            <p:nvPr/>
          </p:nvSpPr>
          <p:spPr>
            <a:xfrm>
              <a:off x="2944609" y="5612224"/>
              <a:ext cx="601980" cy="977265"/>
            </a:xfrm>
            <a:custGeom>
              <a:avLst/>
              <a:gdLst/>
              <a:ahLst/>
              <a:cxnLst/>
              <a:rect l="l" t="t" r="r" b="b"/>
              <a:pathLst>
                <a:path w="601979" h="977265">
                  <a:moveTo>
                    <a:pt x="601840" y="247446"/>
                  </a:moveTo>
                  <a:lnTo>
                    <a:pt x="599160" y="150228"/>
                  </a:lnTo>
                  <a:lnTo>
                    <a:pt x="596925" y="81661"/>
                  </a:lnTo>
                  <a:lnTo>
                    <a:pt x="594893" y="39446"/>
                  </a:lnTo>
                  <a:lnTo>
                    <a:pt x="559460" y="4953"/>
                  </a:lnTo>
                  <a:lnTo>
                    <a:pt x="480936" y="2184"/>
                  </a:lnTo>
                  <a:lnTo>
                    <a:pt x="353987" y="482"/>
                  </a:lnTo>
                  <a:lnTo>
                    <a:pt x="238137" y="0"/>
                  </a:lnTo>
                  <a:lnTo>
                    <a:pt x="173901" y="901"/>
                  </a:lnTo>
                  <a:lnTo>
                    <a:pt x="115951" y="13246"/>
                  </a:lnTo>
                  <a:lnTo>
                    <a:pt x="97028" y="54991"/>
                  </a:lnTo>
                  <a:lnTo>
                    <a:pt x="97472" y="87655"/>
                  </a:lnTo>
                  <a:lnTo>
                    <a:pt x="82842" y="89204"/>
                  </a:lnTo>
                  <a:lnTo>
                    <a:pt x="40068" y="104432"/>
                  </a:lnTo>
                  <a:lnTo>
                    <a:pt x="11036" y="127025"/>
                  </a:lnTo>
                  <a:lnTo>
                    <a:pt x="38" y="154724"/>
                  </a:lnTo>
                  <a:lnTo>
                    <a:pt x="0" y="976820"/>
                  </a:lnTo>
                  <a:lnTo>
                    <a:pt x="270205" y="976820"/>
                  </a:lnTo>
                  <a:lnTo>
                    <a:pt x="270167" y="154724"/>
                  </a:lnTo>
                  <a:lnTo>
                    <a:pt x="230149" y="104432"/>
                  </a:lnTo>
                  <a:lnTo>
                    <a:pt x="187375" y="89204"/>
                  </a:lnTo>
                  <a:lnTo>
                    <a:pt x="135115" y="83629"/>
                  </a:lnTo>
                  <a:lnTo>
                    <a:pt x="128117" y="84378"/>
                  </a:lnTo>
                  <a:lnTo>
                    <a:pt x="127685" y="49974"/>
                  </a:lnTo>
                  <a:lnTo>
                    <a:pt x="162610" y="26352"/>
                  </a:lnTo>
                  <a:lnTo>
                    <a:pt x="243116" y="25082"/>
                  </a:lnTo>
                  <a:lnTo>
                    <a:pt x="298958" y="25184"/>
                  </a:lnTo>
                  <a:lnTo>
                    <a:pt x="360438" y="25654"/>
                  </a:lnTo>
                  <a:lnTo>
                    <a:pt x="424027" y="26403"/>
                  </a:lnTo>
                  <a:lnTo>
                    <a:pt x="543217" y="28422"/>
                  </a:lnTo>
                  <a:lnTo>
                    <a:pt x="549986" y="28371"/>
                  </a:lnTo>
                  <a:lnTo>
                    <a:pt x="566381" y="83820"/>
                  </a:lnTo>
                  <a:lnTo>
                    <a:pt x="568629" y="153276"/>
                  </a:lnTo>
                  <a:lnTo>
                    <a:pt x="571233" y="247980"/>
                  </a:lnTo>
                  <a:lnTo>
                    <a:pt x="601840" y="247446"/>
                  </a:lnTo>
                  <a:close/>
                </a:path>
              </a:pathLst>
            </a:custGeom>
            <a:solidFill>
              <a:srgbClr val="E8EE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2817160" y="6023628"/>
              <a:ext cx="2576830" cy="726440"/>
            </a:xfrm>
            <a:custGeom>
              <a:avLst/>
              <a:gdLst/>
              <a:ahLst/>
              <a:cxnLst/>
              <a:rect l="l" t="t" r="r" b="b"/>
              <a:pathLst>
                <a:path w="2576829" h="726440">
                  <a:moveTo>
                    <a:pt x="2576811" y="0"/>
                  </a:moveTo>
                  <a:lnTo>
                    <a:pt x="0" y="0"/>
                  </a:lnTo>
                  <a:lnTo>
                    <a:pt x="0" y="726145"/>
                  </a:lnTo>
                  <a:lnTo>
                    <a:pt x="2576811" y="726145"/>
                  </a:lnTo>
                  <a:lnTo>
                    <a:pt x="2576811" y="0"/>
                  </a:lnTo>
                  <a:close/>
                </a:path>
              </a:pathLst>
            </a:custGeom>
            <a:solidFill>
              <a:srgbClr val="AFD26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7" name="object 387" descr=""/>
          <p:cNvSpPr/>
          <p:nvPr/>
        </p:nvSpPr>
        <p:spPr>
          <a:xfrm>
            <a:off x="4686496" y="5184020"/>
            <a:ext cx="282575" cy="33020"/>
          </a:xfrm>
          <a:custGeom>
            <a:avLst/>
            <a:gdLst/>
            <a:ahLst/>
            <a:cxnLst/>
            <a:rect l="l" t="t" r="r" b="b"/>
            <a:pathLst>
              <a:path w="282575" h="33020">
                <a:moveTo>
                  <a:pt x="282389" y="0"/>
                </a:moveTo>
                <a:lnTo>
                  <a:pt x="0" y="0"/>
                </a:lnTo>
                <a:lnTo>
                  <a:pt x="0" y="32773"/>
                </a:lnTo>
                <a:lnTo>
                  <a:pt x="282389" y="32773"/>
                </a:lnTo>
                <a:lnTo>
                  <a:pt x="282389" y="0"/>
                </a:lnTo>
                <a:close/>
              </a:path>
            </a:pathLst>
          </a:custGeom>
          <a:solidFill>
            <a:srgbClr val="E8EE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8" name="object 388" descr=""/>
          <p:cNvSpPr/>
          <p:nvPr/>
        </p:nvSpPr>
        <p:spPr>
          <a:xfrm>
            <a:off x="4389395" y="4587713"/>
            <a:ext cx="199390" cy="16510"/>
          </a:xfrm>
          <a:custGeom>
            <a:avLst/>
            <a:gdLst/>
            <a:ahLst/>
            <a:cxnLst/>
            <a:rect l="l" t="t" r="r" b="b"/>
            <a:pathLst>
              <a:path w="199389" h="16510">
                <a:moveTo>
                  <a:pt x="199187" y="0"/>
                </a:moveTo>
                <a:lnTo>
                  <a:pt x="0" y="0"/>
                </a:lnTo>
                <a:lnTo>
                  <a:pt x="0" y="16386"/>
                </a:lnTo>
                <a:lnTo>
                  <a:pt x="199187" y="16386"/>
                </a:lnTo>
                <a:lnTo>
                  <a:pt x="199187" y="0"/>
                </a:lnTo>
                <a:close/>
              </a:path>
            </a:pathLst>
          </a:custGeom>
          <a:solidFill>
            <a:srgbClr val="9AC7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9" name="object 389" descr=""/>
          <p:cNvSpPr/>
          <p:nvPr/>
        </p:nvSpPr>
        <p:spPr>
          <a:xfrm>
            <a:off x="4390473" y="5174240"/>
            <a:ext cx="199390" cy="16510"/>
          </a:xfrm>
          <a:custGeom>
            <a:avLst/>
            <a:gdLst/>
            <a:ahLst/>
            <a:cxnLst/>
            <a:rect l="l" t="t" r="r" b="b"/>
            <a:pathLst>
              <a:path w="199389" h="16510">
                <a:moveTo>
                  <a:pt x="199187" y="0"/>
                </a:moveTo>
                <a:lnTo>
                  <a:pt x="0" y="0"/>
                </a:lnTo>
                <a:lnTo>
                  <a:pt x="0" y="16386"/>
                </a:lnTo>
                <a:lnTo>
                  <a:pt x="199187" y="16386"/>
                </a:lnTo>
                <a:lnTo>
                  <a:pt x="199187" y="0"/>
                </a:lnTo>
                <a:close/>
              </a:path>
            </a:pathLst>
          </a:custGeom>
          <a:solidFill>
            <a:srgbClr val="9AC7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0" name="object 390" descr=""/>
          <p:cNvSpPr/>
          <p:nvPr/>
        </p:nvSpPr>
        <p:spPr>
          <a:xfrm>
            <a:off x="4389395" y="5744421"/>
            <a:ext cx="199390" cy="16510"/>
          </a:xfrm>
          <a:custGeom>
            <a:avLst/>
            <a:gdLst/>
            <a:ahLst/>
            <a:cxnLst/>
            <a:rect l="l" t="t" r="r" b="b"/>
            <a:pathLst>
              <a:path w="199389" h="16510">
                <a:moveTo>
                  <a:pt x="199187" y="0"/>
                </a:moveTo>
                <a:lnTo>
                  <a:pt x="0" y="0"/>
                </a:lnTo>
                <a:lnTo>
                  <a:pt x="0" y="16386"/>
                </a:lnTo>
                <a:lnTo>
                  <a:pt x="199187" y="16386"/>
                </a:lnTo>
                <a:lnTo>
                  <a:pt x="199187" y="0"/>
                </a:lnTo>
                <a:close/>
              </a:path>
            </a:pathLst>
          </a:custGeom>
          <a:solidFill>
            <a:srgbClr val="9AC7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1" name="object 391" descr=""/>
          <p:cNvSpPr/>
          <p:nvPr/>
        </p:nvSpPr>
        <p:spPr>
          <a:xfrm>
            <a:off x="4715759" y="4604103"/>
            <a:ext cx="225425" cy="46355"/>
          </a:xfrm>
          <a:custGeom>
            <a:avLst/>
            <a:gdLst/>
            <a:ahLst/>
            <a:cxnLst/>
            <a:rect l="l" t="t" r="r" b="b"/>
            <a:pathLst>
              <a:path w="225425" h="46354">
                <a:moveTo>
                  <a:pt x="225082" y="0"/>
                </a:moveTo>
                <a:lnTo>
                  <a:pt x="0" y="0"/>
                </a:lnTo>
                <a:lnTo>
                  <a:pt x="225082" y="46208"/>
                </a:lnTo>
                <a:lnTo>
                  <a:pt x="225082" y="0"/>
                </a:lnTo>
                <a:close/>
              </a:path>
            </a:pathLst>
          </a:custGeom>
          <a:solidFill>
            <a:srgbClr val="DFE7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2" name="object 392" descr=""/>
          <p:cNvSpPr/>
          <p:nvPr/>
        </p:nvSpPr>
        <p:spPr>
          <a:xfrm>
            <a:off x="4715759" y="4936921"/>
            <a:ext cx="225425" cy="48260"/>
          </a:xfrm>
          <a:custGeom>
            <a:avLst/>
            <a:gdLst/>
            <a:ahLst/>
            <a:cxnLst/>
            <a:rect l="l" t="t" r="r" b="b"/>
            <a:pathLst>
              <a:path w="225425" h="48260">
                <a:moveTo>
                  <a:pt x="225082" y="0"/>
                </a:moveTo>
                <a:lnTo>
                  <a:pt x="0" y="0"/>
                </a:lnTo>
                <a:lnTo>
                  <a:pt x="225082" y="47747"/>
                </a:lnTo>
                <a:lnTo>
                  <a:pt x="225082" y="0"/>
                </a:lnTo>
                <a:close/>
              </a:path>
            </a:pathLst>
          </a:custGeom>
          <a:solidFill>
            <a:srgbClr val="DFE7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3" name="object 393" descr=""/>
          <p:cNvSpPr/>
          <p:nvPr/>
        </p:nvSpPr>
        <p:spPr>
          <a:xfrm>
            <a:off x="4715759" y="5216788"/>
            <a:ext cx="225425" cy="59055"/>
          </a:xfrm>
          <a:custGeom>
            <a:avLst/>
            <a:gdLst/>
            <a:ahLst/>
            <a:cxnLst/>
            <a:rect l="l" t="t" r="r" b="b"/>
            <a:pathLst>
              <a:path w="225425" h="59054">
                <a:moveTo>
                  <a:pt x="225082" y="0"/>
                </a:moveTo>
                <a:lnTo>
                  <a:pt x="0" y="0"/>
                </a:lnTo>
                <a:lnTo>
                  <a:pt x="225082" y="58982"/>
                </a:lnTo>
                <a:lnTo>
                  <a:pt x="225082" y="0"/>
                </a:lnTo>
                <a:close/>
              </a:path>
            </a:pathLst>
          </a:custGeom>
          <a:solidFill>
            <a:srgbClr val="DFE7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4" name="object 394" descr=""/>
          <p:cNvSpPr/>
          <p:nvPr/>
        </p:nvSpPr>
        <p:spPr>
          <a:xfrm>
            <a:off x="4715759" y="5587181"/>
            <a:ext cx="225425" cy="49530"/>
          </a:xfrm>
          <a:custGeom>
            <a:avLst/>
            <a:gdLst/>
            <a:ahLst/>
            <a:cxnLst/>
            <a:rect l="l" t="t" r="r" b="b"/>
            <a:pathLst>
              <a:path w="225425" h="49529">
                <a:moveTo>
                  <a:pt x="36635" y="0"/>
                </a:moveTo>
                <a:lnTo>
                  <a:pt x="0" y="247"/>
                </a:lnTo>
                <a:lnTo>
                  <a:pt x="225082" y="49219"/>
                </a:lnTo>
                <a:lnTo>
                  <a:pt x="225082" y="247"/>
                </a:lnTo>
                <a:lnTo>
                  <a:pt x="36635" y="0"/>
                </a:lnTo>
                <a:close/>
              </a:path>
            </a:pathLst>
          </a:custGeom>
          <a:solidFill>
            <a:srgbClr val="DFE7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5" name="object 395" descr=""/>
          <p:cNvSpPr/>
          <p:nvPr/>
        </p:nvSpPr>
        <p:spPr>
          <a:xfrm>
            <a:off x="4715759" y="5983279"/>
            <a:ext cx="225425" cy="40640"/>
          </a:xfrm>
          <a:custGeom>
            <a:avLst/>
            <a:gdLst/>
            <a:ahLst/>
            <a:cxnLst/>
            <a:rect l="l" t="t" r="r" b="b"/>
            <a:pathLst>
              <a:path w="225425" h="40639">
                <a:moveTo>
                  <a:pt x="225082" y="0"/>
                </a:moveTo>
                <a:lnTo>
                  <a:pt x="0" y="0"/>
                </a:lnTo>
                <a:lnTo>
                  <a:pt x="225082" y="40344"/>
                </a:lnTo>
                <a:lnTo>
                  <a:pt x="225082" y="0"/>
                </a:lnTo>
                <a:close/>
              </a:path>
            </a:pathLst>
          </a:custGeom>
          <a:solidFill>
            <a:srgbClr val="DFE7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6" name="object 396" descr=""/>
          <p:cNvSpPr/>
          <p:nvPr/>
        </p:nvSpPr>
        <p:spPr>
          <a:xfrm>
            <a:off x="3754285" y="4861312"/>
            <a:ext cx="36830" cy="92710"/>
          </a:xfrm>
          <a:custGeom>
            <a:avLst/>
            <a:gdLst/>
            <a:ahLst/>
            <a:cxnLst/>
            <a:rect l="l" t="t" r="r" b="b"/>
            <a:pathLst>
              <a:path w="36829" h="92710">
                <a:moveTo>
                  <a:pt x="21475" y="1841"/>
                </a:moveTo>
                <a:lnTo>
                  <a:pt x="21297" y="0"/>
                </a:lnTo>
                <a:lnTo>
                  <a:pt x="21005" y="1854"/>
                </a:lnTo>
                <a:lnTo>
                  <a:pt x="21069" y="3683"/>
                </a:lnTo>
                <a:lnTo>
                  <a:pt x="21336" y="5499"/>
                </a:lnTo>
                <a:lnTo>
                  <a:pt x="21463" y="3670"/>
                </a:lnTo>
                <a:lnTo>
                  <a:pt x="21475" y="1841"/>
                </a:lnTo>
                <a:close/>
              </a:path>
              <a:path w="36829" h="92710">
                <a:moveTo>
                  <a:pt x="36296" y="56654"/>
                </a:moveTo>
                <a:lnTo>
                  <a:pt x="33947" y="38709"/>
                </a:lnTo>
                <a:lnTo>
                  <a:pt x="27889" y="21691"/>
                </a:lnTo>
                <a:lnTo>
                  <a:pt x="25336" y="16484"/>
                </a:lnTo>
                <a:lnTo>
                  <a:pt x="22212" y="11099"/>
                </a:lnTo>
                <a:lnTo>
                  <a:pt x="21348" y="5499"/>
                </a:lnTo>
                <a:lnTo>
                  <a:pt x="6007" y="45288"/>
                </a:lnTo>
                <a:lnTo>
                  <a:pt x="2908" y="52717"/>
                </a:lnTo>
                <a:lnTo>
                  <a:pt x="698" y="60439"/>
                </a:lnTo>
                <a:lnTo>
                  <a:pt x="0" y="68935"/>
                </a:lnTo>
                <a:lnTo>
                  <a:pt x="1219" y="77876"/>
                </a:lnTo>
                <a:lnTo>
                  <a:pt x="4406" y="86106"/>
                </a:lnTo>
                <a:lnTo>
                  <a:pt x="9613" y="92532"/>
                </a:lnTo>
                <a:lnTo>
                  <a:pt x="30911" y="92532"/>
                </a:lnTo>
                <a:lnTo>
                  <a:pt x="35204" y="74841"/>
                </a:lnTo>
                <a:lnTo>
                  <a:pt x="36296" y="56654"/>
                </a:lnTo>
                <a:close/>
              </a:path>
            </a:pathLst>
          </a:custGeom>
          <a:solidFill>
            <a:srgbClr val="8BCDA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7" name="object 397" descr=""/>
          <p:cNvGrpSpPr/>
          <p:nvPr/>
        </p:nvGrpSpPr>
        <p:grpSpPr>
          <a:xfrm>
            <a:off x="2896022" y="6084689"/>
            <a:ext cx="457200" cy="339090"/>
            <a:chOff x="2896022" y="6084689"/>
            <a:chExt cx="457200" cy="339090"/>
          </a:xfrm>
        </p:grpSpPr>
        <p:sp>
          <p:nvSpPr>
            <p:cNvPr id="398" name="object 398" descr=""/>
            <p:cNvSpPr/>
            <p:nvPr/>
          </p:nvSpPr>
          <p:spPr>
            <a:xfrm>
              <a:off x="2896027" y="6084799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80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2896019" y="6084690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80" h="147320">
                  <a:moveTo>
                    <a:pt x="8084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44" y="147320"/>
                  </a:lnTo>
                  <a:lnTo>
                    <a:pt x="15544" y="20320"/>
                  </a:lnTo>
                  <a:lnTo>
                    <a:pt x="80848" y="20320"/>
                  </a:lnTo>
                  <a:lnTo>
                    <a:pt x="8084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3021290" y="6084799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80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3021292" y="6084690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80" h="147320">
                  <a:moveTo>
                    <a:pt x="8084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44" y="147320"/>
                  </a:lnTo>
                  <a:lnTo>
                    <a:pt x="15544" y="20320"/>
                  </a:lnTo>
                  <a:lnTo>
                    <a:pt x="80848" y="20320"/>
                  </a:lnTo>
                  <a:lnTo>
                    <a:pt x="8084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3146563" y="6084799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80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3146564" y="6084690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80" h="147320">
                  <a:moveTo>
                    <a:pt x="8084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44" y="147320"/>
                  </a:lnTo>
                  <a:lnTo>
                    <a:pt x="15544" y="20320"/>
                  </a:lnTo>
                  <a:lnTo>
                    <a:pt x="80848" y="20320"/>
                  </a:lnTo>
                  <a:lnTo>
                    <a:pt x="8084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3271837" y="6084799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 descr=""/>
            <p:cNvSpPr/>
            <p:nvPr/>
          </p:nvSpPr>
          <p:spPr>
            <a:xfrm>
              <a:off x="3271837" y="6084690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4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44" y="147320"/>
                  </a:lnTo>
                  <a:lnTo>
                    <a:pt x="15544" y="20320"/>
                  </a:lnTo>
                  <a:lnTo>
                    <a:pt x="80848" y="20320"/>
                  </a:lnTo>
                  <a:lnTo>
                    <a:pt x="8084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2896027" y="6276154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80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 descr=""/>
            <p:cNvSpPr/>
            <p:nvPr/>
          </p:nvSpPr>
          <p:spPr>
            <a:xfrm>
              <a:off x="2896019" y="6276054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80" h="147320">
                  <a:moveTo>
                    <a:pt x="8084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44" y="147320"/>
                  </a:lnTo>
                  <a:lnTo>
                    <a:pt x="15544" y="20320"/>
                  </a:lnTo>
                  <a:lnTo>
                    <a:pt x="80848" y="20320"/>
                  </a:lnTo>
                  <a:lnTo>
                    <a:pt x="8084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3021290" y="6276154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80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3021292" y="6276054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80" h="147320">
                  <a:moveTo>
                    <a:pt x="8084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44" y="147320"/>
                  </a:lnTo>
                  <a:lnTo>
                    <a:pt x="15544" y="20320"/>
                  </a:lnTo>
                  <a:lnTo>
                    <a:pt x="80848" y="20320"/>
                  </a:lnTo>
                  <a:lnTo>
                    <a:pt x="8084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 descr=""/>
            <p:cNvSpPr/>
            <p:nvPr/>
          </p:nvSpPr>
          <p:spPr>
            <a:xfrm>
              <a:off x="3146563" y="6276154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80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3146564" y="6276054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80" h="147320">
                  <a:moveTo>
                    <a:pt x="8084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44" y="147320"/>
                  </a:lnTo>
                  <a:lnTo>
                    <a:pt x="15544" y="20320"/>
                  </a:lnTo>
                  <a:lnTo>
                    <a:pt x="80848" y="20320"/>
                  </a:lnTo>
                  <a:lnTo>
                    <a:pt x="8084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3271837" y="6276154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3271837" y="6276054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4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44" y="147320"/>
                  </a:lnTo>
                  <a:lnTo>
                    <a:pt x="15544" y="20320"/>
                  </a:lnTo>
                  <a:lnTo>
                    <a:pt x="80848" y="20320"/>
                  </a:lnTo>
                  <a:lnTo>
                    <a:pt x="8084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4" name="object 414" descr=""/>
          <p:cNvGrpSpPr/>
          <p:nvPr/>
        </p:nvGrpSpPr>
        <p:grpSpPr>
          <a:xfrm>
            <a:off x="2896022" y="6470096"/>
            <a:ext cx="457200" cy="147955"/>
            <a:chOff x="2896022" y="6470096"/>
            <a:chExt cx="457200" cy="147955"/>
          </a:xfrm>
        </p:grpSpPr>
        <p:sp>
          <p:nvSpPr>
            <p:cNvPr id="415" name="object 415" descr=""/>
            <p:cNvSpPr/>
            <p:nvPr/>
          </p:nvSpPr>
          <p:spPr>
            <a:xfrm>
              <a:off x="2896027" y="6470211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80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 descr=""/>
            <p:cNvSpPr/>
            <p:nvPr/>
          </p:nvSpPr>
          <p:spPr>
            <a:xfrm>
              <a:off x="2896019" y="6470097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80" h="147320">
                  <a:moveTo>
                    <a:pt x="8084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44" y="147320"/>
                  </a:lnTo>
                  <a:lnTo>
                    <a:pt x="15544" y="20320"/>
                  </a:lnTo>
                  <a:lnTo>
                    <a:pt x="80848" y="20320"/>
                  </a:lnTo>
                  <a:lnTo>
                    <a:pt x="8084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3021290" y="6470211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80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3021292" y="6470097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80" h="147320">
                  <a:moveTo>
                    <a:pt x="8084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44" y="147320"/>
                  </a:lnTo>
                  <a:lnTo>
                    <a:pt x="15544" y="20320"/>
                  </a:lnTo>
                  <a:lnTo>
                    <a:pt x="80848" y="20320"/>
                  </a:lnTo>
                  <a:lnTo>
                    <a:pt x="8084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3146563" y="6470211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80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3146564" y="6470097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80" h="147320">
                  <a:moveTo>
                    <a:pt x="8084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44" y="147320"/>
                  </a:lnTo>
                  <a:lnTo>
                    <a:pt x="15544" y="20320"/>
                  </a:lnTo>
                  <a:lnTo>
                    <a:pt x="80848" y="20320"/>
                  </a:lnTo>
                  <a:lnTo>
                    <a:pt x="8084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3271837" y="6470211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 descr=""/>
            <p:cNvSpPr/>
            <p:nvPr/>
          </p:nvSpPr>
          <p:spPr>
            <a:xfrm>
              <a:off x="3271837" y="6470097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4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44" y="147320"/>
                  </a:lnTo>
                  <a:lnTo>
                    <a:pt x="15544" y="20320"/>
                  </a:lnTo>
                  <a:lnTo>
                    <a:pt x="80848" y="20320"/>
                  </a:lnTo>
                  <a:lnTo>
                    <a:pt x="8084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3" name="object 423" descr=""/>
          <p:cNvGrpSpPr/>
          <p:nvPr/>
        </p:nvGrpSpPr>
        <p:grpSpPr>
          <a:xfrm>
            <a:off x="3833388" y="6084689"/>
            <a:ext cx="457200" cy="339090"/>
            <a:chOff x="3833388" y="6084689"/>
            <a:chExt cx="457200" cy="339090"/>
          </a:xfrm>
        </p:grpSpPr>
        <p:sp>
          <p:nvSpPr>
            <p:cNvPr id="424" name="object 424" descr=""/>
            <p:cNvSpPr/>
            <p:nvPr/>
          </p:nvSpPr>
          <p:spPr>
            <a:xfrm>
              <a:off x="3833390" y="6084799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 descr=""/>
            <p:cNvSpPr/>
            <p:nvPr/>
          </p:nvSpPr>
          <p:spPr>
            <a:xfrm>
              <a:off x="3833380" y="6084690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 descr=""/>
            <p:cNvSpPr/>
            <p:nvPr/>
          </p:nvSpPr>
          <p:spPr>
            <a:xfrm>
              <a:off x="3958664" y="6084799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3958653" y="6084690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4083938" y="6084799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 descr=""/>
            <p:cNvSpPr/>
            <p:nvPr/>
          </p:nvSpPr>
          <p:spPr>
            <a:xfrm>
              <a:off x="4083926" y="6084690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 descr=""/>
            <p:cNvSpPr/>
            <p:nvPr/>
          </p:nvSpPr>
          <p:spPr>
            <a:xfrm>
              <a:off x="4209211" y="6084799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 descr=""/>
            <p:cNvSpPr/>
            <p:nvPr/>
          </p:nvSpPr>
          <p:spPr>
            <a:xfrm>
              <a:off x="4209199" y="6084690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44" y="147320"/>
                  </a:lnTo>
                  <a:lnTo>
                    <a:pt x="15544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 descr=""/>
            <p:cNvSpPr/>
            <p:nvPr/>
          </p:nvSpPr>
          <p:spPr>
            <a:xfrm>
              <a:off x="3833390" y="6276154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 descr=""/>
            <p:cNvSpPr/>
            <p:nvPr/>
          </p:nvSpPr>
          <p:spPr>
            <a:xfrm>
              <a:off x="3833380" y="6276054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 descr=""/>
            <p:cNvSpPr/>
            <p:nvPr/>
          </p:nvSpPr>
          <p:spPr>
            <a:xfrm>
              <a:off x="3958664" y="6276154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 descr=""/>
            <p:cNvSpPr/>
            <p:nvPr/>
          </p:nvSpPr>
          <p:spPr>
            <a:xfrm>
              <a:off x="3958653" y="6276054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 descr=""/>
            <p:cNvSpPr/>
            <p:nvPr/>
          </p:nvSpPr>
          <p:spPr>
            <a:xfrm>
              <a:off x="4083938" y="6276154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 descr=""/>
            <p:cNvSpPr/>
            <p:nvPr/>
          </p:nvSpPr>
          <p:spPr>
            <a:xfrm>
              <a:off x="4083926" y="6276054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 descr=""/>
            <p:cNvSpPr/>
            <p:nvPr/>
          </p:nvSpPr>
          <p:spPr>
            <a:xfrm>
              <a:off x="4209211" y="6276154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 descr=""/>
            <p:cNvSpPr/>
            <p:nvPr/>
          </p:nvSpPr>
          <p:spPr>
            <a:xfrm>
              <a:off x="4209199" y="6276054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44" y="147320"/>
                  </a:lnTo>
                  <a:lnTo>
                    <a:pt x="15544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0" name="object 440" descr=""/>
          <p:cNvGrpSpPr/>
          <p:nvPr/>
        </p:nvGrpSpPr>
        <p:grpSpPr>
          <a:xfrm>
            <a:off x="3833388" y="6470096"/>
            <a:ext cx="457200" cy="147955"/>
            <a:chOff x="3833388" y="6470096"/>
            <a:chExt cx="457200" cy="147955"/>
          </a:xfrm>
        </p:grpSpPr>
        <p:sp>
          <p:nvSpPr>
            <p:cNvPr id="441" name="object 441" descr=""/>
            <p:cNvSpPr/>
            <p:nvPr/>
          </p:nvSpPr>
          <p:spPr>
            <a:xfrm>
              <a:off x="3833390" y="6470211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 descr=""/>
            <p:cNvSpPr/>
            <p:nvPr/>
          </p:nvSpPr>
          <p:spPr>
            <a:xfrm>
              <a:off x="3833380" y="6470097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 descr=""/>
            <p:cNvSpPr/>
            <p:nvPr/>
          </p:nvSpPr>
          <p:spPr>
            <a:xfrm>
              <a:off x="3958664" y="6470211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 descr=""/>
            <p:cNvSpPr/>
            <p:nvPr/>
          </p:nvSpPr>
          <p:spPr>
            <a:xfrm>
              <a:off x="3958653" y="6470097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 descr=""/>
            <p:cNvSpPr/>
            <p:nvPr/>
          </p:nvSpPr>
          <p:spPr>
            <a:xfrm>
              <a:off x="4083938" y="6470211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 descr=""/>
            <p:cNvSpPr/>
            <p:nvPr/>
          </p:nvSpPr>
          <p:spPr>
            <a:xfrm>
              <a:off x="4083926" y="6470097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 descr=""/>
            <p:cNvSpPr/>
            <p:nvPr/>
          </p:nvSpPr>
          <p:spPr>
            <a:xfrm>
              <a:off x="4209211" y="6470211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 descr=""/>
            <p:cNvSpPr/>
            <p:nvPr/>
          </p:nvSpPr>
          <p:spPr>
            <a:xfrm>
              <a:off x="4209199" y="6470097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44" y="147320"/>
                  </a:lnTo>
                  <a:lnTo>
                    <a:pt x="15544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9" name="object 449" descr=""/>
          <p:cNvGrpSpPr/>
          <p:nvPr/>
        </p:nvGrpSpPr>
        <p:grpSpPr>
          <a:xfrm>
            <a:off x="4769708" y="6084689"/>
            <a:ext cx="457200" cy="339090"/>
            <a:chOff x="4769708" y="6084689"/>
            <a:chExt cx="457200" cy="339090"/>
          </a:xfrm>
        </p:grpSpPr>
        <p:sp>
          <p:nvSpPr>
            <p:cNvPr id="450" name="object 450" descr=""/>
            <p:cNvSpPr/>
            <p:nvPr/>
          </p:nvSpPr>
          <p:spPr>
            <a:xfrm>
              <a:off x="4769708" y="6084799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 descr=""/>
            <p:cNvSpPr/>
            <p:nvPr/>
          </p:nvSpPr>
          <p:spPr>
            <a:xfrm>
              <a:off x="4769701" y="6084690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 descr=""/>
            <p:cNvSpPr/>
            <p:nvPr/>
          </p:nvSpPr>
          <p:spPr>
            <a:xfrm>
              <a:off x="4894981" y="6084799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 descr=""/>
            <p:cNvSpPr/>
            <p:nvPr/>
          </p:nvSpPr>
          <p:spPr>
            <a:xfrm>
              <a:off x="4894973" y="6084690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 descr=""/>
            <p:cNvSpPr/>
            <p:nvPr/>
          </p:nvSpPr>
          <p:spPr>
            <a:xfrm>
              <a:off x="5020255" y="6084799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 descr=""/>
            <p:cNvSpPr/>
            <p:nvPr/>
          </p:nvSpPr>
          <p:spPr>
            <a:xfrm>
              <a:off x="5020246" y="6084690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 descr=""/>
            <p:cNvSpPr/>
            <p:nvPr/>
          </p:nvSpPr>
          <p:spPr>
            <a:xfrm>
              <a:off x="5145529" y="6084799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 descr=""/>
            <p:cNvSpPr/>
            <p:nvPr/>
          </p:nvSpPr>
          <p:spPr>
            <a:xfrm>
              <a:off x="5145519" y="6084690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 descr=""/>
            <p:cNvSpPr/>
            <p:nvPr/>
          </p:nvSpPr>
          <p:spPr>
            <a:xfrm>
              <a:off x="4769708" y="6276154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 descr=""/>
            <p:cNvSpPr/>
            <p:nvPr/>
          </p:nvSpPr>
          <p:spPr>
            <a:xfrm>
              <a:off x="4769701" y="6276054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 descr=""/>
            <p:cNvSpPr/>
            <p:nvPr/>
          </p:nvSpPr>
          <p:spPr>
            <a:xfrm>
              <a:off x="4894981" y="6276154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 descr=""/>
            <p:cNvSpPr/>
            <p:nvPr/>
          </p:nvSpPr>
          <p:spPr>
            <a:xfrm>
              <a:off x="4894973" y="6276054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 descr=""/>
            <p:cNvSpPr/>
            <p:nvPr/>
          </p:nvSpPr>
          <p:spPr>
            <a:xfrm>
              <a:off x="5020255" y="6276154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 descr=""/>
            <p:cNvSpPr/>
            <p:nvPr/>
          </p:nvSpPr>
          <p:spPr>
            <a:xfrm>
              <a:off x="5020246" y="6276054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 descr=""/>
            <p:cNvSpPr/>
            <p:nvPr/>
          </p:nvSpPr>
          <p:spPr>
            <a:xfrm>
              <a:off x="5145529" y="6276154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 descr=""/>
            <p:cNvSpPr/>
            <p:nvPr/>
          </p:nvSpPr>
          <p:spPr>
            <a:xfrm>
              <a:off x="5145519" y="6276054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6" name="object 466" descr=""/>
          <p:cNvGrpSpPr/>
          <p:nvPr/>
        </p:nvGrpSpPr>
        <p:grpSpPr>
          <a:xfrm>
            <a:off x="4769708" y="6470096"/>
            <a:ext cx="457200" cy="147955"/>
            <a:chOff x="4769708" y="6470096"/>
            <a:chExt cx="457200" cy="147955"/>
          </a:xfrm>
        </p:grpSpPr>
        <p:sp>
          <p:nvSpPr>
            <p:cNvPr id="467" name="object 467" descr=""/>
            <p:cNvSpPr/>
            <p:nvPr/>
          </p:nvSpPr>
          <p:spPr>
            <a:xfrm>
              <a:off x="4769708" y="6470211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 descr=""/>
            <p:cNvSpPr/>
            <p:nvPr/>
          </p:nvSpPr>
          <p:spPr>
            <a:xfrm>
              <a:off x="4769701" y="6470097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 descr=""/>
            <p:cNvSpPr/>
            <p:nvPr/>
          </p:nvSpPr>
          <p:spPr>
            <a:xfrm>
              <a:off x="4894981" y="6470211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 descr=""/>
            <p:cNvSpPr/>
            <p:nvPr/>
          </p:nvSpPr>
          <p:spPr>
            <a:xfrm>
              <a:off x="4894973" y="6470097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 descr=""/>
            <p:cNvSpPr/>
            <p:nvPr/>
          </p:nvSpPr>
          <p:spPr>
            <a:xfrm>
              <a:off x="5020255" y="6470211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 descr=""/>
            <p:cNvSpPr/>
            <p:nvPr/>
          </p:nvSpPr>
          <p:spPr>
            <a:xfrm>
              <a:off x="5020246" y="6470097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 descr=""/>
            <p:cNvSpPr/>
            <p:nvPr/>
          </p:nvSpPr>
          <p:spPr>
            <a:xfrm>
              <a:off x="5145529" y="6470211"/>
              <a:ext cx="81280" cy="147955"/>
            </a:xfrm>
            <a:custGeom>
              <a:avLst/>
              <a:gdLst/>
              <a:ahLst/>
              <a:cxnLst/>
              <a:rect l="l" t="t" r="r" b="b"/>
              <a:pathLst>
                <a:path w="81279" h="147954">
                  <a:moveTo>
                    <a:pt x="80856" y="0"/>
                  </a:moveTo>
                  <a:lnTo>
                    <a:pt x="0" y="0"/>
                  </a:lnTo>
                  <a:lnTo>
                    <a:pt x="0" y="147471"/>
                  </a:lnTo>
                  <a:lnTo>
                    <a:pt x="80856" y="147471"/>
                  </a:lnTo>
                  <a:lnTo>
                    <a:pt x="8085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 descr=""/>
            <p:cNvSpPr/>
            <p:nvPr/>
          </p:nvSpPr>
          <p:spPr>
            <a:xfrm>
              <a:off x="5145519" y="6470097"/>
              <a:ext cx="81280" cy="147320"/>
            </a:xfrm>
            <a:custGeom>
              <a:avLst/>
              <a:gdLst/>
              <a:ahLst/>
              <a:cxnLst/>
              <a:rect l="l" t="t" r="r" b="b"/>
              <a:pathLst>
                <a:path w="81279" h="147320">
                  <a:moveTo>
                    <a:pt x="8086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147320"/>
                  </a:lnTo>
                  <a:lnTo>
                    <a:pt x="15557" y="147320"/>
                  </a:lnTo>
                  <a:lnTo>
                    <a:pt x="15557" y="20320"/>
                  </a:lnTo>
                  <a:lnTo>
                    <a:pt x="80860" y="20320"/>
                  </a:lnTo>
                  <a:lnTo>
                    <a:pt x="808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5" name="object 475" descr=""/>
          <p:cNvSpPr/>
          <p:nvPr/>
        </p:nvSpPr>
        <p:spPr>
          <a:xfrm>
            <a:off x="5475059" y="4722605"/>
            <a:ext cx="213995" cy="2027555"/>
          </a:xfrm>
          <a:custGeom>
            <a:avLst/>
            <a:gdLst/>
            <a:ahLst/>
            <a:cxnLst/>
            <a:rect l="l" t="t" r="r" b="b"/>
            <a:pathLst>
              <a:path w="213995" h="2027554">
                <a:moveTo>
                  <a:pt x="83201" y="0"/>
                </a:moveTo>
                <a:lnTo>
                  <a:pt x="0" y="0"/>
                </a:lnTo>
                <a:lnTo>
                  <a:pt x="130498" y="2027163"/>
                </a:lnTo>
                <a:lnTo>
                  <a:pt x="213700" y="2027163"/>
                </a:lnTo>
                <a:lnTo>
                  <a:pt x="83201" y="0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76" name="object 47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41813" y="5524137"/>
            <a:ext cx="239021" cy="228848"/>
          </a:xfrm>
          <a:prstGeom prst="rect">
            <a:avLst/>
          </a:prstGeom>
        </p:spPr>
      </p:pic>
      <p:sp>
        <p:nvSpPr>
          <p:cNvPr id="477" name="object 477" descr=""/>
          <p:cNvSpPr/>
          <p:nvPr/>
        </p:nvSpPr>
        <p:spPr>
          <a:xfrm>
            <a:off x="16273975" y="9133705"/>
            <a:ext cx="199390" cy="41910"/>
          </a:xfrm>
          <a:custGeom>
            <a:avLst/>
            <a:gdLst/>
            <a:ahLst/>
            <a:cxnLst/>
            <a:rect l="l" t="t" r="r" b="b"/>
            <a:pathLst>
              <a:path w="199390" h="41909">
                <a:moveTo>
                  <a:pt x="198988" y="6732"/>
                </a:moveTo>
                <a:lnTo>
                  <a:pt x="195669" y="6732"/>
                </a:lnTo>
                <a:lnTo>
                  <a:pt x="195669" y="40763"/>
                </a:lnTo>
                <a:lnTo>
                  <a:pt x="196412" y="41485"/>
                </a:lnTo>
                <a:lnTo>
                  <a:pt x="198245" y="41485"/>
                </a:lnTo>
                <a:lnTo>
                  <a:pt x="198988" y="40763"/>
                </a:lnTo>
                <a:lnTo>
                  <a:pt x="198988" y="6732"/>
                </a:lnTo>
                <a:close/>
              </a:path>
              <a:path w="199390" h="41909">
                <a:moveTo>
                  <a:pt x="150170" y="4565"/>
                </a:moveTo>
                <a:lnTo>
                  <a:pt x="146194" y="4565"/>
                </a:lnTo>
                <a:lnTo>
                  <a:pt x="169890" y="39538"/>
                </a:lnTo>
                <a:lnTo>
                  <a:pt x="170403" y="39810"/>
                </a:lnTo>
                <a:lnTo>
                  <a:pt x="171534" y="39831"/>
                </a:lnTo>
                <a:lnTo>
                  <a:pt x="172026" y="39569"/>
                </a:lnTo>
                <a:lnTo>
                  <a:pt x="175072" y="35339"/>
                </a:lnTo>
                <a:lnTo>
                  <a:pt x="171020" y="35339"/>
                </a:lnTo>
                <a:lnTo>
                  <a:pt x="150170" y="4565"/>
                </a:lnTo>
                <a:close/>
              </a:path>
              <a:path w="199390" h="41909">
                <a:moveTo>
                  <a:pt x="197480" y="0"/>
                </a:moveTo>
                <a:lnTo>
                  <a:pt x="146194" y="0"/>
                </a:lnTo>
                <a:lnTo>
                  <a:pt x="1130" y="10"/>
                </a:lnTo>
                <a:lnTo>
                  <a:pt x="575" y="324"/>
                </a:lnTo>
                <a:lnTo>
                  <a:pt x="20" y="1277"/>
                </a:lnTo>
                <a:lnTo>
                  <a:pt x="0" y="1947"/>
                </a:lnTo>
                <a:lnTo>
                  <a:pt x="22533" y="38082"/>
                </a:lnTo>
                <a:lnTo>
                  <a:pt x="23025" y="38365"/>
                </a:lnTo>
                <a:lnTo>
                  <a:pt x="24124" y="38428"/>
                </a:lnTo>
                <a:lnTo>
                  <a:pt x="24627" y="38208"/>
                </a:lnTo>
                <a:lnTo>
                  <a:pt x="28101" y="33988"/>
                </a:lnTo>
                <a:lnTo>
                  <a:pt x="23852" y="33988"/>
                </a:lnTo>
                <a:lnTo>
                  <a:pt x="4670" y="3225"/>
                </a:lnTo>
                <a:lnTo>
                  <a:pt x="198988" y="3225"/>
                </a:lnTo>
                <a:lnTo>
                  <a:pt x="198904" y="1068"/>
                </a:lnTo>
                <a:lnTo>
                  <a:pt x="198695" y="680"/>
                </a:lnTo>
                <a:lnTo>
                  <a:pt x="198548" y="502"/>
                </a:lnTo>
                <a:lnTo>
                  <a:pt x="198203" y="240"/>
                </a:lnTo>
                <a:lnTo>
                  <a:pt x="198014" y="136"/>
                </a:lnTo>
                <a:lnTo>
                  <a:pt x="197480" y="0"/>
                </a:lnTo>
                <a:close/>
              </a:path>
              <a:path w="199390" h="41909">
                <a:moveTo>
                  <a:pt x="56631" y="4282"/>
                </a:moveTo>
                <a:lnTo>
                  <a:pt x="52553" y="4282"/>
                </a:lnTo>
                <a:lnTo>
                  <a:pt x="76477" y="36710"/>
                </a:lnTo>
                <a:lnTo>
                  <a:pt x="77002" y="36993"/>
                </a:lnTo>
                <a:lnTo>
                  <a:pt x="78070" y="36983"/>
                </a:lnTo>
                <a:lnTo>
                  <a:pt x="78563" y="36763"/>
                </a:lnTo>
                <a:lnTo>
                  <a:pt x="81703" y="32658"/>
                </a:lnTo>
                <a:lnTo>
                  <a:pt x="77568" y="32658"/>
                </a:lnTo>
                <a:lnTo>
                  <a:pt x="56631" y="4282"/>
                </a:lnTo>
                <a:close/>
              </a:path>
              <a:path w="199390" h="41909">
                <a:moveTo>
                  <a:pt x="105164" y="7308"/>
                </a:moveTo>
                <a:lnTo>
                  <a:pt x="101096" y="7308"/>
                </a:lnTo>
                <a:lnTo>
                  <a:pt x="122561" y="36763"/>
                </a:lnTo>
                <a:lnTo>
                  <a:pt x="123011" y="36993"/>
                </a:lnTo>
                <a:lnTo>
                  <a:pt x="124153" y="36983"/>
                </a:lnTo>
                <a:lnTo>
                  <a:pt x="124666" y="36710"/>
                </a:lnTo>
                <a:lnTo>
                  <a:pt x="127471" y="32522"/>
                </a:lnTo>
                <a:lnTo>
                  <a:pt x="123525" y="32522"/>
                </a:lnTo>
                <a:lnTo>
                  <a:pt x="105164" y="7308"/>
                </a:lnTo>
                <a:close/>
              </a:path>
              <a:path w="199390" h="41909">
                <a:moveTo>
                  <a:pt x="198988" y="3225"/>
                </a:moveTo>
                <a:lnTo>
                  <a:pt x="194140" y="3225"/>
                </a:lnTo>
                <a:lnTo>
                  <a:pt x="171020" y="35339"/>
                </a:lnTo>
                <a:lnTo>
                  <a:pt x="175072" y="35339"/>
                </a:lnTo>
                <a:lnTo>
                  <a:pt x="195669" y="6732"/>
                </a:lnTo>
                <a:lnTo>
                  <a:pt x="198988" y="6732"/>
                </a:lnTo>
                <a:lnTo>
                  <a:pt x="198988" y="3225"/>
                </a:lnTo>
                <a:close/>
              </a:path>
              <a:path w="199390" h="41909">
                <a:moveTo>
                  <a:pt x="55851" y="3225"/>
                </a:moveTo>
                <a:lnTo>
                  <a:pt x="49181" y="3225"/>
                </a:lnTo>
                <a:lnTo>
                  <a:pt x="23852" y="33988"/>
                </a:lnTo>
                <a:lnTo>
                  <a:pt x="28101" y="33988"/>
                </a:lnTo>
                <a:lnTo>
                  <a:pt x="52553" y="4282"/>
                </a:lnTo>
                <a:lnTo>
                  <a:pt x="56631" y="4282"/>
                </a:lnTo>
                <a:lnTo>
                  <a:pt x="55851" y="3225"/>
                </a:lnTo>
                <a:close/>
              </a:path>
              <a:path w="199390" h="41909">
                <a:moveTo>
                  <a:pt x="102059" y="3225"/>
                </a:moveTo>
                <a:lnTo>
                  <a:pt x="100206" y="3225"/>
                </a:lnTo>
                <a:lnTo>
                  <a:pt x="100049" y="3329"/>
                </a:lnTo>
                <a:lnTo>
                  <a:pt x="99897" y="3476"/>
                </a:lnTo>
                <a:lnTo>
                  <a:pt x="77568" y="32658"/>
                </a:lnTo>
                <a:lnTo>
                  <a:pt x="81703" y="32658"/>
                </a:lnTo>
                <a:lnTo>
                  <a:pt x="101096" y="7308"/>
                </a:lnTo>
                <a:lnTo>
                  <a:pt x="105164" y="7308"/>
                </a:lnTo>
                <a:lnTo>
                  <a:pt x="102352" y="3455"/>
                </a:lnTo>
                <a:lnTo>
                  <a:pt x="102059" y="3225"/>
                </a:lnTo>
                <a:close/>
              </a:path>
              <a:path w="199390" h="41909">
                <a:moveTo>
                  <a:pt x="149262" y="3225"/>
                </a:moveTo>
                <a:lnTo>
                  <a:pt x="143137" y="3225"/>
                </a:lnTo>
                <a:lnTo>
                  <a:pt x="123525" y="32522"/>
                </a:lnTo>
                <a:lnTo>
                  <a:pt x="127471" y="32522"/>
                </a:lnTo>
                <a:lnTo>
                  <a:pt x="146194" y="4565"/>
                </a:lnTo>
                <a:lnTo>
                  <a:pt x="150170" y="4565"/>
                </a:lnTo>
                <a:lnTo>
                  <a:pt x="149262" y="3225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8" name="object 478" descr=""/>
          <p:cNvSpPr/>
          <p:nvPr/>
        </p:nvSpPr>
        <p:spPr>
          <a:xfrm>
            <a:off x="16246457" y="9424749"/>
            <a:ext cx="207010" cy="8255"/>
          </a:xfrm>
          <a:custGeom>
            <a:avLst/>
            <a:gdLst/>
            <a:ahLst/>
            <a:cxnLst/>
            <a:rect l="l" t="t" r="r" b="b"/>
            <a:pathLst>
              <a:path w="207009" h="8254">
                <a:moveTo>
                  <a:pt x="206548" y="0"/>
                </a:moveTo>
                <a:lnTo>
                  <a:pt x="0" y="0"/>
                </a:lnTo>
                <a:lnTo>
                  <a:pt x="0" y="7842"/>
                </a:lnTo>
                <a:lnTo>
                  <a:pt x="206548" y="7842"/>
                </a:lnTo>
                <a:lnTo>
                  <a:pt x="206548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9" name="object 479" descr=""/>
          <p:cNvSpPr/>
          <p:nvPr/>
        </p:nvSpPr>
        <p:spPr>
          <a:xfrm>
            <a:off x="16246457" y="9623183"/>
            <a:ext cx="207010" cy="8255"/>
          </a:xfrm>
          <a:custGeom>
            <a:avLst/>
            <a:gdLst/>
            <a:ahLst/>
            <a:cxnLst/>
            <a:rect l="l" t="t" r="r" b="b"/>
            <a:pathLst>
              <a:path w="207009" h="8254">
                <a:moveTo>
                  <a:pt x="206548" y="0"/>
                </a:moveTo>
                <a:lnTo>
                  <a:pt x="0" y="0"/>
                </a:lnTo>
                <a:lnTo>
                  <a:pt x="0" y="7842"/>
                </a:lnTo>
                <a:lnTo>
                  <a:pt x="206548" y="7842"/>
                </a:lnTo>
                <a:lnTo>
                  <a:pt x="206548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0" name="object 480" descr=""/>
          <p:cNvSpPr/>
          <p:nvPr/>
        </p:nvSpPr>
        <p:spPr>
          <a:xfrm>
            <a:off x="16246457" y="9849846"/>
            <a:ext cx="207010" cy="8255"/>
          </a:xfrm>
          <a:custGeom>
            <a:avLst/>
            <a:gdLst/>
            <a:ahLst/>
            <a:cxnLst/>
            <a:rect l="l" t="t" r="r" b="b"/>
            <a:pathLst>
              <a:path w="207009" h="8254">
                <a:moveTo>
                  <a:pt x="206548" y="0"/>
                </a:moveTo>
                <a:lnTo>
                  <a:pt x="0" y="0"/>
                </a:lnTo>
                <a:lnTo>
                  <a:pt x="0" y="7853"/>
                </a:lnTo>
                <a:lnTo>
                  <a:pt x="206548" y="7853"/>
                </a:lnTo>
                <a:lnTo>
                  <a:pt x="206548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1" name="object 481" descr=""/>
          <p:cNvSpPr/>
          <p:nvPr/>
        </p:nvSpPr>
        <p:spPr>
          <a:xfrm>
            <a:off x="16253735" y="10107765"/>
            <a:ext cx="207010" cy="8255"/>
          </a:xfrm>
          <a:custGeom>
            <a:avLst/>
            <a:gdLst/>
            <a:ahLst/>
            <a:cxnLst/>
            <a:rect l="l" t="t" r="r" b="b"/>
            <a:pathLst>
              <a:path w="207009" h="8254">
                <a:moveTo>
                  <a:pt x="206548" y="0"/>
                </a:moveTo>
                <a:lnTo>
                  <a:pt x="0" y="0"/>
                </a:lnTo>
                <a:lnTo>
                  <a:pt x="0" y="7853"/>
                </a:lnTo>
                <a:lnTo>
                  <a:pt x="206548" y="7853"/>
                </a:lnTo>
                <a:lnTo>
                  <a:pt x="206548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2" name="object 482" descr=""/>
          <p:cNvSpPr/>
          <p:nvPr/>
        </p:nvSpPr>
        <p:spPr>
          <a:xfrm>
            <a:off x="16246450" y="9169101"/>
            <a:ext cx="226695" cy="946785"/>
          </a:xfrm>
          <a:custGeom>
            <a:avLst/>
            <a:gdLst/>
            <a:ahLst/>
            <a:cxnLst/>
            <a:rect l="l" t="t" r="r" b="b"/>
            <a:pathLst>
              <a:path w="226694" h="946784">
                <a:moveTo>
                  <a:pt x="226504" y="0"/>
                </a:moveTo>
                <a:lnTo>
                  <a:pt x="201142" y="0"/>
                </a:lnTo>
                <a:lnTo>
                  <a:pt x="38862" y="0"/>
                </a:lnTo>
                <a:lnTo>
                  <a:pt x="38862" y="33807"/>
                </a:lnTo>
                <a:lnTo>
                  <a:pt x="201142" y="33807"/>
                </a:lnTo>
                <a:lnTo>
                  <a:pt x="201142" y="124167"/>
                </a:lnTo>
                <a:lnTo>
                  <a:pt x="0" y="124167"/>
                </a:lnTo>
                <a:lnTo>
                  <a:pt x="0" y="132029"/>
                </a:lnTo>
                <a:lnTo>
                  <a:pt x="201142" y="132029"/>
                </a:lnTo>
                <a:lnTo>
                  <a:pt x="201142" y="946518"/>
                </a:lnTo>
                <a:lnTo>
                  <a:pt x="226504" y="946518"/>
                </a:lnTo>
                <a:lnTo>
                  <a:pt x="226504" y="33807"/>
                </a:lnTo>
                <a:lnTo>
                  <a:pt x="226504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83" name="object 483" descr=""/>
          <p:cNvGrpSpPr/>
          <p:nvPr/>
        </p:nvGrpSpPr>
        <p:grpSpPr>
          <a:xfrm>
            <a:off x="14883117" y="8583085"/>
            <a:ext cx="624840" cy="1104900"/>
            <a:chOff x="14883117" y="8583085"/>
            <a:chExt cx="624840" cy="1104900"/>
          </a:xfrm>
        </p:grpSpPr>
        <p:sp>
          <p:nvSpPr>
            <p:cNvPr id="484" name="object 484" descr=""/>
            <p:cNvSpPr/>
            <p:nvPr/>
          </p:nvSpPr>
          <p:spPr>
            <a:xfrm>
              <a:off x="14921459" y="8583085"/>
              <a:ext cx="549275" cy="1104900"/>
            </a:xfrm>
            <a:custGeom>
              <a:avLst/>
              <a:gdLst/>
              <a:ahLst/>
              <a:cxnLst/>
              <a:rect l="l" t="t" r="r" b="b"/>
              <a:pathLst>
                <a:path w="549275" h="1104900">
                  <a:moveTo>
                    <a:pt x="289373" y="0"/>
                  </a:moveTo>
                  <a:lnTo>
                    <a:pt x="215059" y="5796"/>
                  </a:lnTo>
                  <a:lnTo>
                    <a:pt x="153367" y="21455"/>
                  </a:lnTo>
                  <a:lnTo>
                    <a:pt x="103436" y="44382"/>
                  </a:lnTo>
                  <a:lnTo>
                    <a:pt x="64406" y="71984"/>
                  </a:lnTo>
                  <a:lnTo>
                    <a:pt x="35416" y="101666"/>
                  </a:lnTo>
                  <a:lnTo>
                    <a:pt x="4115" y="156894"/>
                  </a:lnTo>
                  <a:lnTo>
                    <a:pt x="0" y="1104615"/>
                  </a:lnTo>
                  <a:lnTo>
                    <a:pt x="548674" y="1104615"/>
                  </a:lnTo>
                  <a:lnTo>
                    <a:pt x="548601" y="177251"/>
                  </a:lnTo>
                  <a:lnTo>
                    <a:pt x="533968" y="130834"/>
                  </a:lnTo>
                  <a:lnTo>
                    <a:pt x="489155" y="71984"/>
                  </a:lnTo>
                  <a:lnTo>
                    <a:pt x="453898" y="44382"/>
                  </a:lnTo>
                  <a:lnTo>
                    <a:pt x="409258" y="21455"/>
                  </a:lnTo>
                  <a:lnTo>
                    <a:pt x="354620" y="5796"/>
                  </a:lnTo>
                  <a:lnTo>
                    <a:pt x="289373" y="0"/>
                  </a:lnTo>
                  <a:close/>
                </a:path>
              </a:pathLst>
            </a:custGeom>
            <a:solidFill>
              <a:srgbClr val="AFD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 descr=""/>
            <p:cNvSpPr/>
            <p:nvPr/>
          </p:nvSpPr>
          <p:spPr>
            <a:xfrm>
              <a:off x="14883117" y="8851468"/>
              <a:ext cx="624840" cy="34290"/>
            </a:xfrm>
            <a:custGeom>
              <a:avLst/>
              <a:gdLst/>
              <a:ahLst/>
              <a:cxnLst/>
              <a:rect l="l" t="t" r="r" b="b"/>
              <a:pathLst>
                <a:path w="624840" h="34290">
                  <a:moveTo>
                    <a:pt x="624713" y="0"/>
                  </a:moveTo>
                  <a:lnTo>
                    <a:pt x="0" y="0"/>
                  </a:lnTo>
                  <a:lnTo>
                    <a:pt x="0" y="34114"/>
                  </a:lnTo>
                  <a:lnTo>
                    <a:pt x="624713" y="34114"/>
                  </a:lnTo>
                  <a:lnTo>
                    <a:pt x="624713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 descr=""/>
            <p:cNvSpPr/>
            <p:nvPr/>
          </p:nvSpPr>
          <p:spPr>
            <a:xfrm>
              <a:off x="14921463" y="8885584"/>
              <a:ext cx="549275" cy="257175"/>
            </a:xfrm>
            <a:custGeom>
              <a:avLst/>
              <a:gdLst/>
              <a:ahLst/>
              <a:cxnLst/>
              <a:rect l="l" t="t" r="r" b="b"/>
              <a:pathLst>
                <a:path w="549275" h="257175">
                  <a:moveTo>
                    <a:pt x="548674" y="0"/>
                  </a:moveTo>
                  <a:lnTo>
                    <a:pt x="0" y="0"/>
                  </a:lnTo>
                  <a:lnTo>
                    <a:pt x="116646" y="19890"/>
                  </a:lnTo>
                  <a:lnTo>
                    <a:pt x="191005" y="36891"/>
                  </a:lnTo>
                  <a:lnTo>
                    <a:pt x="255009" y="60335"/>
                  </a:lnTo>
                  <a:lnTo>
                    <a:pt x="340586" y="99557"/>
                  </a:lnTo>
                  <a:lnTo>
                    <a:pt x="439688" y="155404"/>
                  </a:lnTo>
                  <a:lnTo>
                    <a:pt x="503819" y="206060"/>
                  </a:lnTo>
                  <a:lnTo>
                    <a:pt x="538356" y="242829"/>
                  </a:lnTo>
                  <a:lnTo>
                    <a:pt x="548674" y="257018"/>
                  </a:lnTo>
                  <a:lnTo>
                    <a:pt x="548674" y="0"/>
                  </a:lnTo>
                  <a:close/>
                </a:path>
              </a:pathLst>
            </a:custGeom>
            <a:solidFill>
              <a:srgbClr val="9AC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 descr=""/>
            <p:cNvSpPr/>
            <p:nvPr/>
          </p:nvSpPr>
          <p:spPr>
            <a:xfrm>
              <a:off x="14972577" y="8780214"/>
              <a:ext cx="457834" cy="52069"/>
            </a:xfrm>
            <a:custGeom>
              <a:avLst/>
              <a:gdLst/>
              <a:ahLst/>
              <a:cxnLst/>
              <a:rect l="l" t="t" r="r" b="b"/>
              <a:pathLst>
                <a:path w="457834" h="52070">
                  <a:moveTo>
                    <a:pt x="30327" y="0"/>
                  </a:moveTo>
                  <a:lnTo>
                    <a:pt x="0" y="0"/>
                  </a:lnTo>
                  <a:lnTo>
                    <a:pt x="0" y="51549"/>
                  </a:lnTo>
                  <a:lnTo>
                    <a:pt x="30327" y="51549"/>
                  </a:lnTo>
                  <a:lnTo>
                    <a:pt x="30327" y="0"/>
                  </a:lnTo>
                  <a:close/>
                </a:path>
                <a:path w="457834" h="52070">
                  <a:moveTo>
                    <a:pt x="253212" y="0"/>
                  </a:moveTo>
                  <a:lnTo>
                    <a:pt x="222897" y="0"/>
                  </a:lnTo>
                  <a:lnTo>
                    <a:pt x="222897" y="51549"/>
                  </a:lnTo>
                  <a:lnTo>
                    <a:pt x="253212" y="51549"/>
                  </a:lnTo>
                  <a:lnTo>
                    <a:pt x="253212" y="0"/>
                  </a:lnTo>
                  <a:close/>
                </a:path>
                <a:path w="457834" h="52070">
                  <a:moveTo>
                    <a:pt x="457250" y="0"/>
                  </a:moveTo>
                  <a:lnTo>
                    <a:pt x="426923" y="0"/>
                  </a:lnTo>
                  <a:lnTo>
                    <a:pt x="426923" y="51549"/>
                  </a:lnTo>
                  <a:lnTo>
                    <a:pt x="457250" y="51549"/>
                  </a:lnTo>
                  <a:lnTo>
                    <a:pt x="457250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8" name="object 488" descr=""/>
          <p:cNvGrpSpPr/>
          <p:nvPr/>
        </p:nvGrpSpPr>
        <p:grpSpPr>
          <a:xfrm>
            <a:off x="15699731" y="8590292"/>
            <a:ext cx="624840" cy="1527810"/>
            <a:chOff x="15699731" y="8590292"/>
            <a:chExt cx="624840" cy="1527810"/>
          </a:xfrm>
        </p:grpSpPr>
        <p:sp>
          <p:nvSpPr>
            <p:cNvPr id="489" name="object 489" descr=""/>
            <p:cNvSpPr/>
            <p:nvPr/>
          </p:nvSpPr>
          <p:spPr>
            <a:xfrm>
              <a:off x="15738076" y="8590292"/>
              <a:ext cx="549275" cy="1527810"/>
            </a:xfrm>
            <a:custGeom>
              <a:avLst/>
              <a:gdLst/>
              <a:ahLst/>
              <a:cxnLst/>
              <a:rect l="l" t="t" r="r" b="b"/>
              <a:pathLst>
                <a:path w="549275" h="1527809">
                  <a:moveTo>
                    <a:pt x="289373" y="0"/>
                  </a:moveTo>
                  <a:lnTo>
                    <a:pt x="222677" y="6384"/>
                  </a:lnTo>
                  <a:lnTo>
                    <a:pt x="166030" y="23857"/>
                  </a:lnTo>
                  <a:lnTo>
                    <a:pt x="118826" y="49901"/>
                  </a:lnTo>
                  <a:lnTo>
                    <a:pt x="80461" y="81996"/>
                  </a:lnTo>
                  <a:lnTo>
                    <a:pt x="50331" y="117623"/>
                  </a:lnTo>
                  <a:lnTo>
                    <a:pt x="27832" y="154263"/>
                  </a:lnTo>
                  <a:lnTo>
                    <a:pt x="12359" y="189397"/>
                  </a:lnTo>
                  <a:lnTo>
                    <a:pt x="73" y="245071"/>
                  </a:lnTo>
                  <a:lnTo>
                    <a:pt x="0" y="1527283"/>
                  </a:lnTo>
                  <a:lnTo>
                    <a:pt x="548674" y="1527283"/>
                  </a:lnTo>
                  <a:lnTo>
                    <a:pt x="548601" y="245071"/>
                  </a:lnTo>
                  <a:lnTo>
                    <a:pt x="536990" y="189397"/>
                  </a:lnTo>
                  <a:lnTo>
                    <a:pt x="501968" y="117623"/>
                  </a:lnTo>
                  <a:lnTo>
                    <a:pt x="474601" y="81996"/>
                  </a:lnTo>
                  <a:lnTo>
                    <a:pt x="440089" y="49901"/>
                  </a:lnTo>
                  <a:lnTo>
                    <a:pt x="398001" y="23857"/>
                  </a:lnTo>
                  <a:lnTo>
                    <a:pt x="347906" y="6384"/>
                  </a:lnTo>
                  <a:lnTo>
                    <a:pt x="289373" y="0"/>
                  </a:lnTo>
                  <a:close/>
                </a:path>
              </a:pathLst>
            </a:custGeom>
            <a:solidFill>
              <a:srgbClr val="AFD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 descr=""/>
            <p:cNvSpPr/>
            <p:nvPr/>
          </p:nvSpPr>
          <p:spPr>
            <a:xfrm>
              <a:off x="15699731" y="8858673"/>
              <a:ext cx="624840" cy="34290"/>
            </a:xfrm>
            <a:custGeom>
              <a:avLst/>
              <a:gdLst/>
              <a:ahLst/>
              <a:cxnLst/>
              <a:rect l="l" t="t" r="r" b="b"/>
              <a:pathLst>
                <a:path w="624840" h="34290">
                  <a:moveTo>
                    <a:pt x="624713" y="0"/>
                  </a:moveTo>
                  <a:lnTo>
                    <a:pt x="0" y="0"/>
                  </a:lnTo>
                  <a:lnTo>
                    <a:pt x="0" y="34114"/>
                  </a:lnTo>
                  <a:lnTo>
                    <a:pt x="624713" y="34114"/>
                  </a:lnTo>
                  <a:lnTo>
                    <a:pt x="624713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 descr=""/>
            <p:cNvSpPr/>
            <p:nvPr/>
          </p:nvSpPr>
          <p:spPr>
            <a:xfrm>
              <a:off x="15738077" y="8892787"/>
              <a:ext cx="549275" cy="257175"/>
            </a:xfrm>
            <a:custGeom>
              <a:avLst/>
              <a:gdLst/>
              <a:ahLst/>
              <a:cxnLst/>
              <a:rect l="l" t="t" r="r" b="b"/>
              <a:pathLst>
                <a:path w="549275" h="257175">
                  <a:moveTo>
                    <a:pt x="548674" y="0"/>
                  </a:moveTo>
                  <a:lnTo>
                    <a:pt x="0" y="0"/>
                  </a:lnTo>
                  <a:lnTo>
                    <a:pt x="116646" y="19890"/>
                  </a:lnTo>
                  <a:lnTo>
                    <a:pt x="191005" y="36891"/>
                  </a:lnTo>
                  <a:lnTo>
                    <a:pt x="255009" y="60335"/>
                  </a:lnTo>
                  <a:lnTo>
                    <a:pt x="340586" y="99557"/>
                  </a:lnTo>
                  <a:lnTo>
                    <a:pt x="439688" y="155404"/>
                  </a:lnTo>
                  <a:lnTo>
                    <a:pt x="503819" y="206060"/>
                  </a:lnTo>
                  <a:lnTo>
                    <a:pt x="538356" y="242829"/>
                  </a:lnTo>
                  <a:lnTo>
                    <a:pt x="548674" y="257018"/>
                  </a:lnTo>
                  <a:lnTo>
                    <a:pt x="548674" y="0"/>
                  </a:lnTo>
                  <a:close/>
                </a:path>
              </a:pathLst>
            </a:custGeom>
            <a:solidFill>
              <a:srgbClr val="9AC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 descr=""/>
            <p:cNvSpPr/>
            <p:nvPr/>
          </p:nvSpPr>
          <p:spPr>
            <a:xfrm>
              <a:off x="15789187" y="8787415"/>
              <a:ext cx="457834" cy="52069"/>
            </a:xfrm>
            <a:custGeom>
              <a:avLst/>
              <a:gdLst/>
              <a:ahLst/>
              <a:cxnLst/>
              <a:rect l="l" t="t" r="r" b="b"/>
              <a:pathLst>
                <a:path w="457834" h="52070">
                  <a:moveTo>
                    <a:pt x="30327" y="0"/>
                  </a:moveTo>
                  <a:lnTo>
                    <a:pt x="0" y="0"/>
                  </a:lnTo>
                  <a:lnTo>
                    <a:pt x="0" y="51549"/>
                  </a:lnTo>
                  <a:lnTo>
                    <a:pt x="30327" y="51549"/>
                  </a:lnTo>
                  <a:lnTo>
                    <a:pt x="30327" y="0"/>
                  </a:lnTo>
                  <a:close/>
                </a:path>
                <a:path w="457834" h="52070">
                  <a:moveTo>
                    <a:pt x="253225" y="0"/>
                  </a:moveTo>
                  <a:lnTo>
                    <a:pt x="222910" y="0"/>
                  </a:lnTo>
                  <a:lnTo>
                    <a:pt x="222910" y="51549"/>
                  </a:lnTo>
                  <a:lnTo>
                    <a:pt x="253225" y="51549"/>
                  </a:lnTo>
                  <a:lnTo>
                    <a:pt x="253225" y="0"/>
                  </a:lnTo>
                  <a:close/>
                </a:path>
                <a:path w="457834" h="52070">
                  <a:moveTo>
                    <a:pt x="457263" y="0"/>
                  </a:moveTo>
                  <a:lnTo>
                    <a:pt x="426948" y="0"/>
                  </a:lnTo>
                  <a:lnTo>
                    <a:pt x="426948" y="51549"/>
                  </a:lnTo>
                  <a:lnTo>
                    <a:pt x="457263" y="51549"/>
                  </a:lnTo>
                  <a:lnTo>
                    <a:pt x="457263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3" name="object 493" descr=""/>
          <p:cNvGrpSpPr/>
          <p:nvPr/>
        </p:nvGrpSpPr>
        <p:grpSpPr>
          <a:xfrm>
            <a:off x="16475216" y="8583091"/>
            <a:ext cx="624840" cy="1534795"/>
            <a:chOff x="16475216" y="8583091"/>
            <a:chExt cx="624840" cy="1534795"/>
          </a:xfrm>
        </p:grpSpPr>
        <p:sp>
          <p:nvSpPr>
            <p:cNvPr id="494" name="object 494" descr=""/>
            <p:cNvSpPr/>
            <p:nvPr/>
          </p:nvSpPr>
          <p:spPr>
            <a:xfrm>
              <a:off x="16513562" y="8583091"/>
              <a:ext cx="549275" cy="1534795"/>
            </a:xfrm>
            <a:custGeom>
              <a:avLst/>
              <a:gdLst/>
              <a:ahLst/>
              <a:cxnLst/>
              <a:rect l="l" t="t" r="r" b="b"/>
              <a:pathLst>
                <a:path w="549275" h="1534795">
                  <a:moveTo>
                    <a:pt x="289373" y="0"/>
                  </a:moveTo>
                  <a:lnTo>
                    <a:pt x="222677" y="6414"/>
                  </a:lnTo>
                  <a:lnTo>
                    <a:pt x="166030" y="23970"/>
                  </a:lnTo>
                  <a:lnTo>
                    <a:pt x="118826" y="50137"/>
                  </a:lnTo>
                  <a:lnTo>
                    <a:pt x="80462" y="82383"/>
                  </a:lnTo>
                  <a:lnTo>
                    <a:pt x="50333" y="118178"/>
                  </a:lnTo>
                  <a:lnTo>
                    <a:pt x="27835" y="154990"/>
                  </a:lnTo>
                  <a:lnTo>
                    <a:pt x="12364" y="190289"/>
                  </a:lnTo>
                  <a:lnTo>
                    <a:pt x="83" y="246222"/>
                  </a:lnTo>
                  <a:lnTo>
                    <a:pt x="0" y="1534476"/>
                  </a:lnTo>
                  <a:lnTo>
                    <a:pt x="548674" y="1534476"/>
                  </a:lnTo>
                  <a:lnTo>
                    <a:pt x="548601" y="246222"/>
                  </a:lnTo>
                  <a:lnTo>
                    <a:pt x="536993" y="190289"/>
                  </a:lnTo>
                  <a:lnTo>
                    <a:pt x="522623" y="154990"/>
                  </a:lnTo>
                  <a:lnTo>
                    <a:pt x="501969" y="118178"/>
                  </a:lnTo>
                  <a:lnTo>
                    <a:pt x="474600" y="82383"/>
                  </a:lnTo>
                  <a:lnTo>
                    <a:pt x="440087" y="50137"/>
                  </a:lnTo>
                  <a:lnTo>
                    <a:pt x="397998" y="23970"/>
                  </a:lnTo>
                  <a:lnTo>
                    <a:pt x="347903" y="6414"/>
                  </a:lnTo>
                  <a:lnTo>
                    <a:pt x="289373" y="0"/>
                  </a:lnTo>
                  <a:close/>
                </a:path>
              </a:pathLst>
            </a:custGeom>
            <a:solidFill>
              <a:srgbClr val="AFD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 descr=""/>
            <p:cNvSpPr/>
            <p:nvPr/>
          </p:nvSpPr>
          <p:spPr>
            <a:xfrm>
              <a:off x="16475216" y="8851468"/>
              <a:ext cx="624840" cy="34290"/>
            </a:xfrm>
            <a:custGeom>
              <a:avLst/>
              <a:gdLst/>
              <a:ahLst/>
              <a:cxnLst/>
              <a:rect l="l" t="t" r="r" b="b"/>
              <a:pathLst>
                <a:path w="624840" h="34290">
                  <a:moveTo>
                    <a:pt x="624713" y="0"/>
                  </a:moveTo>
                  <a:lnTo>
                    <a:pt x="0" y="0"/>
                  </a:lnTo>
                  <a:lnTo>
                    <a:pt x="0" y="34114"/>
                  </a:lnTo>
                  <a:lnTo>
                    <a:pt x="624713" y="34114"/>
                  </a:lnTo>
                  <a:lnTo>
                    <a:pt x="624713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 descr=""/>
            <p:cNvSpPr/>
            <p:nvPr/>
          </p:nvSpPr>
          <p:spPr>
            <a:xfrm>
              <a:off x="16513566" y="8885583"/>
              <a:ext cx="549275" cy="257175"/>
            </a:xfrm>
            <a:custGeom>
              <a:avLst/>
              <a:gdLst/>
              <a:ahLst/>
              <a:cxnLst/>
              <a:rect l="l" t="t" r="r" b="b"/>
              <a:pathLst>
                <a:path w="549275" h="257175">
                  <a:moveTo>
                    <a:pt x="548674" y="0"/>
                  </a:moveTo>
                  <a:lnTo>
                    <a:pt x="0" y="0"/>
                  </a:lnTo>
                  <a:lnTo>
                    <a:pt x="116640" y="19890"/>
                  </a:lnTo>
                  <a:lnTo>
                    <a:pt x="190998" y="36891"/>
                  </a:lnTo>
                  <a:lnTo>
                    <a:pt x="255003" y="60335"/>
                  </a:lnTo>
                  <a:lnTo>
                    <a:pt x="340586" y="99557"/>
                  </a:lnTo>
                  <a:lnTo>
                    <a:pt x="439688" y="155404"/>
                  </a:lnTo>
                  <a:lnTo>
                    <a:pt x="503819" y="206060"/>
                  </a:lnTo>
                  <a:lnTo>
                    <a:pt x="538356" y="242829"/>
                  </a:lnTo>
                  <a:lnTo>
                    <a:pt x="548674" y="257018"/>
                  </a:lnTo>
                  <a:lnTo>
                    <a:pt x="548674" y="0"/>
                  </a:lnTo>
                  <a:close/>
                </a:path>
              </a:pathLst>
            </a:custGeom>
            <a:solidFill>
              <a:srgbClr val="9AC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 descr=""/>
            <p:cNvSpPr/>
            <p:nvPr/>
          </p:nvSpPr>
          <p:spPr>
            <a:xfrm>
              <a:off x="16564687" y="8780214"/>
              <a:ext cx="457834" cy="52069"/>
            </a:xfrm>
            <a:custGeom>
              <a:avLst/>
              <a:gdLst/>
              <a:ahLst/>
              <a:cxnLst/>
              <a:rect l="l" t="t" r="r" b="b"/>
              <a:pathLst>
                <a:path w="457834" h="52070">
                  <a:moveTo>
                    <a:pt x="30314" y="0"/>
                  </a:moveTo>
                  <a:lnTo>
                    <a:pt x="0" y="0"/>
                  </a:lnTo>
                  <a:lnTo>
                    <a:pt x="0" y="51549"/>
                  </a:lnTo>
                  <a:lnTo>
                    <a:pt x="30314" y="51549"/>
                  </a:lnTo>
                  <a:lnTo>
                    <a:pt x="30314" y="0"/>
                  </a:lnTo>
                  <a:close/>
                </a:path>
                <a:path w="457834" h="52070">
                  <a:moveTo>
                    <a:pt x="253212" y="0"/>
                  </a:moveTo>
                  <a:lnTo>
                    <a:pt x="222885" y="0"/>
                  </a:lnTo>
                  <a:lnTo>
                    <a:pt x="222885" y="51549"/>
                  </a:lnTo>
                  <a:lnTo>
                    <a:pt x="253212" y="51549"/>
                  </a:lnTo>
                  <a:lnTo>
                    <a:pt x="253212" y="0"/>
                  </a:lnTo>
                  <a:close/>
                </a:path>
                <a:path w="457834" h="52070">
                  <a:moveTo>
                    <a:pt x="457250" y="0"/>
                  </a:moveTo>
                  <a:lnTo>
                    <a:pt x="426923" y="0"/>
                  </a:lnTo>
                  <a:lnTo>
                    <a:pt x="426923" y="51549"/>
                  </a:lnTo>
                  <a:lnTo>
                    <a:pt x="457250" y="51549"/>
                  </a:lnTo>
                  <a:lnTo>
                    <a:pt x="457250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8" name="object 498" descr=""/>
          <p:cNvSpPr/>
          <p:nvPr/>
        </p:nvSpPr>
        <p:spPr>
          <a:xfrm>
            <a:off x="15399509" y="9583833"/>
            <a:ext cx="733425" cy="534035"/>
          </a:xfrm>
          <a:custGeom>
            <a:avLst/>
            <a:gdLst/>
            <a:ahLst/>
            <a:cxnLst/>
            <a:rect l="l" t="t" r="r" b="b"/>
            <a:pathLst>
              <a:path w="733425" h="534034">
                <a:moveTo>
                  <a:pt x="733024" y="0"/>
                </a:moveTo>
                <a:lnTo>
                  <a:pt x="0" y="0"/>
                </a:lnTo>
                <a:lnTo>
                  <a:pt x="0" y="533732"/>
                </a:lnTo>
                <a:lnTo>
                  <a:pt x="733024" y="533732"/>
                </a:lnTo>
                <a:lnTo>
                  <a:pt x="733024" y="0"/>
                </a:lnTo>
                <a:close/>
              </a:path>
            </a:pathLst>
          </a:custGeom>
          <a:solidFill>
            <a:srgbClr val="447A8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99" name="object 499" descr=""/>
          <p:cNvGrpSpPr/>
          <p:nvPr/>
        </p:nvGrpSpPr>
        <p:grpSpPr>
          <a:xfrm>
            <a:off x="13293030" y="7794363"/>
            <a:ext cx="2279015" cy="2323465"/>
            <a:chOff x="13293030" y="7794363"/>
            <a:chExt cx="2279015" cy="2323465"/>
          </a:xfrm>
        </p:grpSpPr>
        <p:sp>
          <p:nvSpPr>
            <p:cNvPr id="500" name="object 500" descr=""/>
            <p:cNvSpPr/>
            <p:nvPr/>
          </p:nvSpPr>
          <p:spPr>
            <a:xfrm>
              <a:off x="13293027" y="8643740"/>
              <a:ext cx="2106930" cy="1473835"/>
            </a:xfrm>
            <a:custGeom>
              <a:avLst/>
              <a:gdLst/>
              <a:ahLst/>
              <a:cxnLst/>
              <a:rect l="l" t="t" r="r" b="b"/>
              <a:pathLst>
                <a:path w="2106930" h="1473834">
                  <a:moveTo>
                    <a:pt x="2106472" y="612584"/>
                  </a:moveTo>
                  <a:lnTo>
                    <a:pt x="550646" y="612584"/>
                  </a:lnTo>
                  <a:lnTo>
                    <a:pt x="550646" y="0"/>
                  </a:lnTo>
                  <a:lnTo>
                    <a:pt x="0" y="0"/>
                  </a:lnTo>
                  <a:lnTo>
                    <a:pt x="0" y="1473835"/>
                  </a:lnTo>
                  <a:lnTo>
                    <a:pt x="550646" y="1473835"/>
                  </a:lnTo>
                  <a:lnTo>
                    <a:pt x="2106472" y="1473835"/>
                  </a:lnTo>
                  <a:lnTo>
                    <a:pt x="2106472" y="612584"/>
                  </a:lnTo>
                  <a:close/>
                </a:path>
              </a:pathLst>
            </a:custGeom>
            <a:solidFill>
              <a:srgbClr val="90CF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 descr=""/>
            <p:cNvSpPr/>
            <p:nvPr/>
          </p:nvSpPr>
          <p:spPr>
            <a:xfrm>
              <a:off x="13982705" y="9489281"/>
              <a:ext cx="113030" cy="337820"/>
            </a:xfrm>
            <a:custGeom>
              <a:avLst/>
              <a:gdLst/>
              <a:ahLst/>
              <a:cxnLst/>
              <a:rect l="l" t="t" r="r" b="b"/>
              <a:pathLst>
                <a:path w="113030" h="337820">
                  <a:moveTo>
                    <a:pt x="112677" y="0"/>
                  </a:moveTo>
                  <a:lnTo>
                    <a:pt x="0" y="0"/>
                  </a:lnTo>
                  <a:lnTo>
                    <a:pt x="0" y="337717"/>
                  </a:lnTo>
                  <a:lnTo>
                    <a:pt x="112677" y="337717"/>
                  </a:lnTo>
                  <a:lnTo>
                    <a:pt x="11267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2" name="object 50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979815" y="9486106"/>
              <a:ext cx="118457" cy="344169"/>
            </a:xfrm>
            <a:prstGeom prst="rect">
              <a:avLst/>
            </a:prstGeom>
          </p:spPr>
        </p:pic>
        <p:sp>
          <p:nvSpPr>
            <p:cNvPr id="503" name="object 503" descr=""/>
            <p:cNvSpPr/>
            <p:nvPr/>
          </p:nvSpPr>
          <p:spPr>
            <a:xfrm>
              <a:off x="14273283" y="9489281"/>
              <a:ext cx="113030" cy="337820"/>
            </a:xfrm>
            <a:custGeom>
              <a:avLst/>
              <a:gdLst/>
              <a:ahLst/>
              <a:cxnLst/>
              <a:rect l="l" t="t" r="r" b="b"/>
              <a:pathLst>
                <a:path w="113030" h="337820">
                  <a:moveTo>
                    <a:pt x="112677" y="0"/>
                  </a:moveTo>
                  <a:lnTo>
                    <a:pt x="0" y="0"/>
                  </a:lnTo>
                  <a:lnTo>
                    <a:pt x="0" y="337717"/>
                  </a:lnTo>
                  <a:lnTo>
                    <a:pt x="112677" y="337717"/>
                  </a:lnTo>
                  <a:lnTo>
                    <a:pt x="11267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4" name="object 50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270393" y="9486106"/>
              <a:ext cx="118467" cy="344169"/>
            </a:xfrm>
            <a:prstGeom prst="rect">
              <a:avLst/>
            </a:prstGeom>
          </p:spPr>
        </p:pic>
        <p:sp>
          <p:nvSpPr>
            <p:cNvPr id="505" name="object 505" descr=""/>
            <p:cNvSpPr/>
            <p:nvPr/>
          </p:nvSpPr>
          <p:spPr>
            <a:xfrm>
              <a:off x="14563871" y="9489281"/>
              <a:ext cx="113030" cy="337820"/>
            </a:xfrm>
            <a:custGeom>
              <a:avLst/>
              <a:gdLst/>
              <a:ahLst/>
              <a:cxnLst/>
              <a:rect l="l" t="t" r="r" b="b"/>
              <a:pathLst>
                <a:path w="113030" h="337820">
                  <a:moveTo>
                    <a:pt x="112666" y="0"/>
                  </a:moveTo>
                  <a:lnTo>
                    <a:pt x="0" y="0"/>
                  </a:lnTo>
                  <a:lnTo>
                    <a:pt x="0" y="337717"/>
                  </a:lnTo>
                  <a:lnTo>
                    <a:pt x="112666" y="337717"/>
                  </a:lnTo>
                  <a:lnTo>
                    <a:pt x="11266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6" name="object 50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560970" y="9486106"/>
              <a:ext cx="118467" cy="344169"/>
            </a:xfrm>
            <a:prstGeom prst="rect">
              <a:avLst/>
            </a:prstGeom>
          </p:spPr>
        </p:pic>
        <p:sp>
          <p:nvSpPr>
            <p:cNvPr id="507" name="object 507" descr=""/>
            <p:cNvSpPr/>
            <p:nvPr/>
          </p:nvSpPr>
          <p:spPr>
            <a:xfrm>
              <a:off x="14854438" y="9489281"/>
              <a:ext cx="113030" cy="337820"/>
            </a:xfrm>
            <a:custGeom>
              <a:avLst/>
              <a:gdLst/>
              <a:ahLst/>
              <a:cxnLst/>
              <a:rect l="l" t="t" r="r" b="b"/>
              <a:pathLst>
                <a:path w="113030" h="337820">
                  <a:moveTo>
                    <a:pt x="112677" y="0"/>
                  </a:moveTo>
                  <a:lnTo>
                    <a:pt x="0" y="0"/>
                  </a:lnTo>
                  <a:lnTo>
                    <a:pt x="0" y="337717"/>
                  </a:lnTo>
                  <a:lnTo>
                    <a:pt x="112677" y="337717"/>
                  </a:lnTo>
                  <a:lnTo>
                    <a:pt x="112677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8" name="object 50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851548" y="9486106"/>
              <a:ext cx="118467" cy="344169"/>
            </a:xfrm>
            <a:prstGeom prst="rect">
              <a:avLst/>
            </a:prstGeom>
          </p:spPr>
        </p:pic>
        <p:sp>
          <p:nvSpPr>
            <p:cNvPr id="509" name="object 509" descr=""/>
            <p:cNvSpPr/>
            <p:nvPr/>
          </p:nvSpPr>
          <p:spPr>
            <a:xfrm>
              <a:off x="15145036" y="9489281"/>
              <a:ext cx="113030" cy="337820"/>
            </a:xfrm>
            <a:custGeom>
              <a:avLst/>
              <a:gdLst/>
              <a:ahLst/>
              <a:cxnLst/>
              <a:rect l="l" t="t" r="r" b="b"/>
              <a:pathLst>
                <a:path w="113030" h="337820">
                  <a:moveTo>
                    <a:pt x="112666" y="0"/>
                  </a:moveTo>
                  <a:lnTo>
                    <a:pt x="0" y="0"/>
                  </a:lnTo>
                  <a:lnTo>
                    <a:pt x="0" y="337717"/>
                  </a:lnTo>
                  <a:lnTo>
                    <a:pt x="112666" y="337717"/>
                  </a:lnTo>
                  <a:lnTo>
                    <a:pt x="11266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0" name="object 51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142136" y="9486106"/>
              <a:ext cx="118467" cy="344169"/>
            </a:xfrm>
            <a:prstGeom prst="rect">
              <a:avLst/>
            </a:prstGeom>
          </p:spPr>
        </p:pic>
        <p:sp>
          <p:nvSpPr>
            <p:cNvPr id="511" name="object 511" descr=""/>
            <p:cNvSpPr/>
            <p:nvPr/>
          </p:nvSpPr>
          <p:spPr>
            <a:xfrm>
              <a:off x="14135519" y="7794363"/>
              <a:ext cx="386715" cy="1462405"/>
            </a:xfrm>
            <a:custGeom>
              <a:avLst/>
              <a:gdLst/>
              <a:ahLst/>
              <a:cxnLst/>
              <a:rect l="l" t="t" r="r" b="b"/>
              <a:pathLst>
                <a:path w="386715" h="1462404">
                  <a:moveTo>
                    <a:pt x="292409" y="0"/>
                  </a:moveTo>
                  <a:lnTo>
                    <a:pt x="83159" y="0"/>
                  </a:lnTo>
                  <a:lnTo>
                    <a:pt x="0" y="1461955"/>
                  </a:lnTo>
                  <a:lnTo>
                    <a:pt x="386532" y="1461955"/>
                  </a:lnTo>
                  <a:lnTo>
                    <a:pt x="292409" y="0"/>
                  </a:lnTo>
                  <a:close/>
                </a:path>
              </a:pathLst>
            </a:custGeom>
            <a:solidFill>
              <a:srgbClr val="9AC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 descr=""/>
            <p:cNvSpPr/>
            <p:nvPr/>
          </p:nvSpPr>
          <p:spPr>
            <a:xfrm>
              <a:off x="14369599" y="7794367"/>
              <a:ext cx="154305" cy="1462405"/>
            </a:xfrm>
            <a:custGeom>
              <a:avLst/>
              <a:gdLst/>
              <a:ahLst/>
              <a:cxnLst/>
              <a:rect l="l" t="t" r="r" b="b"/>
              <a:pathLst>
                <a:path w="154305" h="1462404">
                  <a:moveTo>
                    <a:pt x="60008" y="0"/>
                  </a:moveTo>
                  <a:lnTo>
                    <a:pt x="0" y="0"/>
                  </a:lnTo>
                  <a:lnTo>
                    <a:pt x="94122" y="1461955"/>
                  </a:lnTo>
                  <a:lnTo>
                    <a:pt x="154120" y="1461955"/>
                  </a:lnTo>
                  <a:lnTo>
                    <a:pt x="6000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 descr=""/>
            <p:cNvSpPr/>
            <p:nvPr/>
          </p:nvSpPr>
          <p:spPr>
            <a:xfrm>
              <a:off x="13843683" y="9414017"/>
              <a:ext cx="1556385" cy="36830"/>
            </a:xfrm>
            <a:custGeom>
              <a:avLst/>
              <a:gdLst/>
              <a:ahLst/>
              <a:cxnLst/>
              <a:rect l="l" t="t" r="r" b="b"/>
              <a:pathLst>
                <a:path w="1556384" h="36829">
                  <a:moveTo>
                    <a:pt x="1555826" y="0"/>
                  </a:moveTo>
                  <a:lnTo>
                    <a:pt x="0" y="0"/>
                  </a:lnTo>
                  <a:lnTo>
                    <a:pt x="0" y="36386"/>
                  </a:lnTo>
                  <a:lnTo>
                    <a:pt x="1555826" y="36386"/>
                  </a:lnTo>
                  <a:lnTo>
                    <a:pt x="1555826" y="0"/>
                  </a:lnTo>
                  <a:close/>
                </a:path>
              </a:pathLst>
            </a:custGeom>
            <a:solidFill>
              <a:srgbClr val="447A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 descr=""/>
            <p:cNvSpPr/>
            <p:nvPr/>
          </p:nvSpPr>
          <p:spPr>
            <a:xfrm>
              <a:off x="13366827" y="8706859"/>
              <a:ext cx="170180" cy="1222375"/>
            </a:xfrm>
            <a:custGeom>
              <a:avLst/>
              <a:gdLst/>
              <a:ahLst/>
              <a:cxnLst/>
              <a:rect l="l" t="t" r="r" b="b"/>
              <a:pathLst>
                <a:path w="170180" h="1222375">
                  <a:moveTo>
                    <a:pt x="54597" y="958024"/>
                  </a:moveTo>
                  <a:lnTo>
                    <a:pt x="0" y="958024"/>
                  </a:lnTo>
                  <a:lnTo>
                    <a:pt x="0" y="1222235"/>
                  </a:lnTo>
                  <a:lnTo>
                    <a:pt x="54597" y="1222235"/>
                  </a:lnTo>
                  <a:lnTo>
                    <a:pt x="54597" y="958024"/>
                  </a:lnTo>
                  <a:close/>
                </a:path>
                <a:path w="170180" h="1222375">
                  <a:moveTo>
                    <a:pt x="54597" y="461137"/>
                  </a:moveTo>
                  <a:lnTo>
                    <a:pt x="0" y="461137"/>
                  </a:lnTo>
                  <a:lnTo>
                    <a:pt x="0" y="725347"/>
                  </a:lnTo>
                  <a:lnTo>
                    <a:pt x="54597" y="725347"/>
                  </a:lnTo>
                  <a:lnTo>
                    <a:pt x="54597" y="461137"/>
                  </a:lnTo>
                  <a:close/>
                </a:path>
                <a:path w="170180" h="1222375">
                  <a:moveTo>
                    <a:pt x="54597" y="0"/>
                  </a:moveTo>
                  <a:lnTo>
                    <a:pt x="0" y="0"/>
                  </a:lnTo>
                  <a:lnTo>
                    <a:pt x="0" y="264210"/>
                  </a:lnTo>
                  <a:lnTo>
                    <a:pt x="54597" y="264210"/>
                  </a:lnTo>
                  <a:lnTo>
                    <a:pt x="54597" y="0"/>
                  </a:lnTo>
                  <a:close/>
                </a:path>
                <a:path w="170180" h="1222375">
                  <a:moveTo>
                    <a:pt x="169824" y="958024"/>
                  </a:moveTo>
                  <a:lnTo>
                    <a:pt x="115239" y="958024"/>
                  </a:lnTo>
                  <a:lnTo>
                    <a:pt x="115239" y="1222235"/>
                  </a:lnTo>
                  <a:lnTo>
                    <a:pt x="169824" y="1222235"/>
                  </a:lnTo>
                  <a:lnTo>
                    <a:pt x="169824" y="958024"/>
                  </a:lnTo>
                  <a:close/>
                </a:path>
                <a:path w="170180" h="1222375">
                  <a:moveTo>
                    <a:pt x="169824" y="461137"/>
                  </a:moveTo>
                  <a:lnTo>
                    <a:pt x="115239" y="461137"/>
                  </a:lnTo>
                  <a:lnTo>
                    <a:pt x="115239" y="725347"/>
                  </a:lnTo>
                  <a:lnTo>
                    <a:pt x="169824" y="725347"/>
                  </a:lnTo>
                  <a:lnTo>
                    <a:pt x="169824" y="461137"/>
                  </a:lnTo>
                  <a:close/>
                </a:path>
                <a:path w="170180" h="1222375">
                  <a:moveTo>
                    <a:pt x="169824" y="0"/>
                  </a:moveTo>
                  <a:lnTo>
                    <a:pt x="115239" y="0"/>
                  </a:lnTo>
                  <a:lnTo>
                    <a:pt x="115239" y="264210"/>
                  </a:lnTo>
                  <a:lnTo>
                    <a:pt x="169824" y="264210"/>
                  </a:lnTo>
                  <a:lnTo>
                    <a:pt x="16982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 descr=""/>
            <p:cNvSpPr/>
            <p:nvPr/>
          </p:nvSpPr>
          <p:spPr>
            <a:xfrm>
              <a:off x="15399512" y="9583837"/>
              <a:ext cx="172085" cy="534035"/>
            </a:xfrm>
            <a:custGeom>
              <a:avLst/>
              <a:gdLst/>
              <a:ahLst/>
              <a:cxnLst/>
              <a:rect l="l" t="t" r="r" b="b"/>
              <a:pathLst>
                <a:path w="172084" h="534034">
                  <a:moveTo>
                    <a:pt x="0" y="0"/>
                  </a:moveTo>
                  <a:lnTo>
                    <a:pt x="0" y="533732"/>
                  </a:lnTo>
                  <a:lnTo>
                    <a:pt x="172005" y="533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6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 descr=""/>
            <p:cNvSpPr/>
            <p:nvPr/>
          </p:nvSpPr>
          <p:spPr>
            <a:xfrm>
              <a:off x="15470136" y="9644868"/>
              <a:ext cx="62230" cy="62230"/>
            </a:xfrm>
            <a:custGeom>
              <a:avLst/>
              <a:gdLst/>
              <a:ahLst/>
              <a:cxnLst/>
              <a:rect l="l" t="t" r="r" b="b"/>
              <a:pathLst>
                <a:path w="62230" h="62229">
                  <a:moveTo>
                    <a:pt x="62060" y="0"/>
                  </a:moveTo>
                  <a:lnTo>
                    <a:pt x="0" y="0"/>
                  </a:lnTo>
                  <a:lnTo>
                    <a:pt x="0" y="62060"/>
                  </a:lnTo>
                  <a:lnTo>
                    <a:pt x="62060" y="62060"/>
                  </a:lnTo>
                  <a:lnTo>
                    <a:pt x="62060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7" name="object 517" descr=""/>
          <p:cNvSpPr/>
          <p:nvPr/>
        </p:nvSpPr>
        <p:spPr>
          <a:xfrm>
            <a:off x="15649303" y="9644868"/>
            <a:ext cx="62230" cy="62230"/>
          </a:xfrm>
          <a:custGeom>
            <a:avLst/>
            <a:gdLst/>
            <a:ahLst/>
            <a:cxnLst/>
            <a:rect l="l" t="t" r="r" b="b"/>
            <a:pathLst>
              <a:path w="62230" h="62229">
                <a:moveTo>
                  <a:pt x="62060" y="0"/>
                </a:moveTo>
                <a:lnTo>
                  <a:pt x="0" y="0"/>
                </a:lnTo>
                <a:lnTo>
                  <a:pt x="0" y="62060"/>
                </a:lnTo>
                <a:lnTo>
                  <a:pt x="62060" y="62060"/>
                </a:lnTo>
                <a:lnTo>
                  <a:pt x="62060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8" name="object 518" descr=""/>
          <p:cNvSpPr/>
          <p:nvPr/>
        </p:nvSpPr>
        <p:spPr>
          <a:xfrm>
            <a:off x="15828481" y="9644868"/>
            <a:ext cx="62230" cy="62230"/>
          </a:xfrm>
          <a:custGeom>
            <a:avLst/>
            <a:gdLst/>
            <a:ahLst/>
            <a:cxnLst/>
            <a:rect l="l" t="t" r="r" b="b"/>
            <a:pathLst>
              <a:path w="62230" h="62229">
                <a:moveTo>
                  <a:pt x="62060" y="0"/>
                </a:moveTo>
                <a:lnTo>
                  <a:pt x="0" y="0"/>
                </a:lnTo>
                <a:lnTo>
                  <a:pt x="0" y="62060"/>
                </a:lnTo>
                <a:lnTo>
                  <a:pt x="62060" y="62060"/>
                </a:lnTo>
                <a:lnTo>
                  <a:pt x="62060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9" name="object 519" descr=""/>
          <p:cNvSpPr/>
          <p:nvPr/>
        </p:nvSpPr>
        <p:spPr>
          <a:xfrm>
            <a:off x="16007658" y="9644868"/>
            <a:ext cx="62230" cy="62230"/>
          </a:xfrm>
          <a:custGeom>
            <a:avLst/>
            <a:gdLst/>
            <a:ahLst/>
            <a:cxnLst/>
            <a:rect l="l" t="t" r="r" b="b"/>
            <a:pathLst>
              <a:path w="62230" h="62229">
                <a:moveTo>
                  <a:pt x="62060" y="0"/>
                </a:moveTo>
                <a:lnTo>
                  <a:pt x="0" y="0"/>
                </a:lnTo>
                <a:lnTo>
                  <a:pt x="0" y="62060"/>
                </a:lnTo>
                <a:lnTo>
                  <a:pt x="62060" y="62060"/>
                </a:lnTo>
                <a:lnTo>
                  <a:pt x="62060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0" name="object 520" descr=""/>
          <p:cNvSpPr/>
          <p:nvPr/>
        </p:nvSpPr>
        <p:spPr>
          <a:xfrm>
            <a:off x="15466240" y="9850705"/>
            <a:ext cx="62230" cy="62230"/>
          </a:xfrm>
          <a:custGeom>
            <a:avLst/>
            <a:gdLst/>
            <a:ahLst/>
            <a:cxnLst/>
            <a:rect l="l" t="t" r="r" b="b"/>
            <a:pathLst>
              <a:path w="62230" h="62229">
                <a:moveTo>
                  <a:pt x="62060" y="0"/>
                </a:moveTo>
                <a:lnTo>
                  <a:pt x="0" y="0"/>
                </a:lnTo>
                <a:lnTo>
                  <a:pt x="0" y="62060"/>
                </a:lnTo>
                <a:lnTo>
                  <a:pt x="62060" y="62060"/>
                </a:lnTo>
                <a:lnTo>
                  <a:pt x="62060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1" name="object 521" descr=""/>
          <p:cNvSpPr/>
          <p:nvPr/>
        </p:nvSpPr>
        <p:spPr>
          <a:xfrm>
            <a:off x="15645407" y="9850705"/>
            <a:ext cx="62230" cy="62230"/>
          </a:xfrm>
          <a:custGeom>
            <a:avLst/>
            <a:gdLst/>
            <a:ahLst/>
            <a:cxnLst/>
            <a:rect l="l" t="t" r="r" b="b"/>
            <a:pathLst>
              <a:path w="62230" h="62229">
                <a:moveTo>
                  <a:pt x="62060" y="0"/>
                </a:moveTo>
                <a:lnTo>
                  <a:pt x="0" y="0"/>
                </a:lnTo>
                <a:lnTo>
                  <a:pt x="0" y="62060"/>
                </a:lnTo>
                <a:lnTo>
                  <a:pt x="62060" y="62060"/>
                </a:lnTo>
                <a:lnTo>
                  <a:pt x="62060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2" name="object 522" descr=""/>
          <p:cNvSpPr/>
          <p:nvPr/>
        </p:nvSpPr>
        <p:spPr>
          <a:xfrm>
            <a:off x="15824586" y="9850705"/>
            <a:ext cx="62230" cy="62230"/>
          </a:xfrm>
          <a:custGeom>
            <a:avLst/>
            <a:gdLst/>
            <a:ahLst/>
            <a:cxnLst/>
            <a:rect l="l" t="t" r="r" b="b"/>
            <a:pathLst>
              <a:path w="62230" h="62229">
                <a:moveTo>
                  <a:pt x="62060" y="0"/>
                </a:moveTo>
                <a:lnTo>
                  <a:pt x="0" y="0"/>
                </a:lnTo>
                <a:lnTo>
                  <a:pt x="0" y="62060"/>
                </a:lnTo>
                <a:lnTo>
                  <a:pt x="62060" y="62060"/>
                </a:lnTo>
                <a:lnTo>
                  <a:pt x="62060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3" name="object 523" descr=""/>
          <p:cNvSpPr/>
          <p:nvPr/>
        </p:nvSpPr>
        <p:spPr>
          <a:xfrm>
            <a:off x="16003764" y="9850705"/>
            <a:ext cx="62230" cy="62230"/>
          </a:xfrm>
          <a:custGeom>
            <a:avLst/>
            <a:gdLst/>
            <a:ahLst/>
            <a:cxnLst/>
            <a:rect l="l" t="t" r="r" b="b"/>
            <a:pathLst>
              <a:path w="62230" h="62229">
                <a:moveTo>
                  <a:pt x="62060" y="0"/>
                </a:moveTo>
                <a:lnTo>
                  <a:pt x="0" y="0"/>
                </a:lnTo>
                <a:lnTo>
                  <a:pt x="0" y="62060"/>
                </a:lnTo>
                <a:lnTo>
                  <a:pt x="62060" y="62060"/>
                </a:lnTo>
                <a:lnTo>
                  <a:pt x="62060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4" name="object 524" descr=""/>
          <p:cNvSpPr/>
          <p:nvPr/>
        </p:nvSpPr>
        <p:spPr>
          <a:xfrm>
            <a:off x="13843685" y="9256319"/>
            <a:ext cx="131445" cy="861694"/>
          </a:xfrm>
          <a:custGeom>
            <a:avLst/>
            <a:gdLst/>
            <a:ahLst/>
            <a:cxnLst/>
            <a:rect l="l" t="t" r="r" b="b"/>
            <a:pathLst>
              <a:path w="131444" h="861695">
                <a:moveTo>
                  <a:pt x="0" y="0"/>
                </a:moveTo>
                <a:lnTo>
                  <a:pt x="0" y="861251"/>
                </a:lnTo>
                <a:lnTo>
                  <a:pt x="131179" y="861251"/>
                </a:lnTo>
                <a:lnTo>
                  <a:pt x="0" y="0"/>
                </a:lnTo>
                <a:close/>
              </a:path>
            </a:pathLst>
          </a:custGeom>
          <a:solidFill>
            <a:srgbClr val="1399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5" name="object 525" descr=""/>
          <p:cNvSpPr/>
          <p:nvPr/>
        </p:nvSpPr>
        <p:spPr>
          <a:xfrm>
            <a:off x="13674641" y="8643736"/>
            <a:ext cx="45720" cy="1473835"/>
          </a:xfrm>
          <a:custGeom>
            <a:avLst/>
            <a:gdLst/>
            <a:ahLst/>
            <a:cxnLst/>
            <a:rect l="l" t="t" r="r" b="b"/>
            <a:pathLst>
              <a:path w="45719" h="1473834">
                <a:moveTo>
                  <a:pt x="45485" y="0"/>
                </a:moveTo>
                <a:lnTo>
                  <a:pt x="0" y="0"/>
                </a:lnTo>
                <a:lnTo>
                  <a:pt x="0" y="1473829"/>
                </a:lnTo>
                <a:lnTo>
                  <a:pt x="45485" y="1473829"/>
                </a:lnTo>
                <a:lnTo>
                  <a:pt x="45485" y="0"/>
                </a:lnTo>
                <a:close/>
              </a:path>
            </a:pathLst>
          </a:custGeom>
          <a:solidFill>
            <a:srgbClr val="AFD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6" name="object 526" descr=""/>
          <p:cNvSpPr/>
          <p:nvPr/>
        </p:nvSpPr>
        <p:spPr>
          <a:xfrm>
            <a:off x="16513559" y="9850705"/>
            <a:ext cx="549275" cy="42545"/>
          </a:xfrm>
          <a:custGeom>
            <a:avLst/>
            <a:gdLst/>
            <a:ahLst/>
            <a:cxnLst/>
            <a:rect l="l" t="t" r="r" b="b"/>
            <a:pathLst>
              <a:path w="549275" h="42545">
                <a:moveTo>
                  <a:pt x="548674" y="0"/>
                </a:moveTo>
                <a:lnTo>
                  <a:pt x="0" y="0"/>
                </a:lnTo>
                <a:lnTo>
                  <a:pt x="0" y="42459"/>
                </a:lnTo>
                <a:lnTo>
                  <a:pt x="548674" y="42459"/>
                </a:lnTo>
                <a:lnTo>
                  <a:pt x="548674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7" name="object 527" descr=""/>
          <p:cNvSpPr/>
          <p:nvPr/>
        </p:nvSpPr>
        <p:spPr>
          <a:xfrm>
            <a:off x="16132534" y="9850705"/>
            <a:ext cx="155575" cy="42545"/>
          </a:xfrm>
          <a:custGeom>
            <a:avLst/>
            <a:gdLst/>
            <a:ahLst/>
            <a:cxnLst/>
            <a:rect l="l" t="t" r="r" b="b"/>
            <a:pathLst>
              <a:path w="155575" h="42545">
                <a:moveTo>
                  <a:pt x="155063" y="0"/>
                </a:moveTo>
                <a:lnTo>
                  <a:pt x="0" y="0"/>
                </a:lnTo>
                <a:lnTo>
                  <a:pt x="0" y="42459"/>
                </a:lnTo>
                <a:lnTo>
                  <a:pt x="155063" y="42459"/>
                </a:lnTo>
                <a:lnTo>
                  <a:pt x="155063" y="0"/>
                </a:lnTo>
                <a:close/>
              </a:path>
            </a:pathLst>
          </a:custGeom>
          <a:solidFill>
            <a:srgbClr val="78CA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8" name="object 528" descr=""/>
          <p:cNvSpPr/>
          <p:nvPr/>
        </p:nvSpPr>
        <p:spPr>
          <a:xfrm>
            <a:off x="14172741" y="7766570"/>
            <a:ext cx="298450" cy="150495"/>
          </a:xfrm>
          <a:custGeom>
            <a:avLst/>
            <a:gdLst/>
            <a:ahLst/>
            <a:cxnLst/>
            <a:rect l="l" t="t" r="r" b="b"/>
            <a:pathLst>
              <a:path w="298450" h="150495">
                <a:moveTo>
                  <a:pt x="297949" y="0"/>
                </a:moveTo>
                <a:lnTo>
                  <a:pt x="0" y="0"/>
                </a:lnTo>
                <a:lnTo>
                  <a:pt x="0" y="150110"/>
                </a:lnTo>
                <a:lnTo>
                  <a:pt x="297949" y="150110"/>
                </a:lnTo>
                <a:lnTo>
                  <a:pt x="297949" y="0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9" name="object 529" descr=""/>
          <p:cNvSpPr/>
          <p:nvPr/>
        </p:nvSpPr>
        <p:spPr>
          <a:xfrm>
            <a:off x="14124973" y="8114548"/>
            <a:ext cx="397510" cy="22860"/>
          </a:xfrm>
          <a:custGeom>
            <a:avLst/>
            <a:gdLst/>
            <a:ahLst/>
            <a:cxnLst/>
            <a:rect l="l" t="t" r="r" b="b"/>
            <a:pathLst>
              <a:path w="397509" h="22859">
                <a:moveTo>
                  <a:pt x="397076" y="0"/>
                </a:moveTo>
                <a:lnTo>
                  <a:pt x="0" y="0"/>
                </a:lnTo>
                <a:lnTo>
                  <a:pt x="0" y="22742"/>
                </a:lnTo>
                <a:lnTo>
                  <a:pt x="397076" y="22742"/>
                </a:lnTo>
                <a:lnTo>
                  <a:pt x="397076" y="0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0" name="object 530" descr=""/>
          <p:cNvSpPr/>
          <p:nvPr/>
        </p:nvSpPr>
        <p:spPr>
          <a:xfrm>
            <a:off x="14259115" y="6964267"/>
            <a:ext cx="1995805" cy="752475"/>
          </a:xfrm>
          <a:custGeom>
            <a:avLst/>
            <a:gdLst/>
            <a:ahLst/>
            <a:cxnLst/>
            <a:rect l="l" t="t" r="r" b="b"/>
            <a:pathLst>
              <a:path w="1995805" h="752475">
                <a:moveTo>
                  <a:pt x="1657236" y="0"/>
                </a:moveTo>
                <a:lnTo>
                  <a:pt x="1607758" y="3426"/>
                </a:lnTo>
                <a:lnTo>
                  <a:pt x="1562621" y="11361"/>
                </a:lnTo>
                <a:lnTo>
                  <a:pt x="1513946" y="26335"/>
                </a:lnTo>
                <a:lnTo>
                  <a:pt x="1467131" y="46235"/>
                </a:lnTo>
                <a:lnTo>
                  <a:pt x="1421623" y="69592"/>
                </a:lnTo>
                <a:lnTo>
                  <a:pt x="1376866" y="94937"/>
                </a:lnTo>
                <a:lnTo>
                  <a:pt x="1332307" y="120801"/>
                </a:lnTo>
                <a:lnTo>
                  <a:pt x="1287394" y="145713"/>
                </a:lnTo>
                <a:lnTo>
                  <a:pt x="1242637" y="167968"/>
                </a:lnTo>
                <a:lnTo>
                  <a:pt x="1196827" y="187959"/>
                </a:lnTo>
                <a:lnTo>
                  <a:pt x="1150082" y="205657"/>
                </a:lnTo>
                <a:lnTo>
                  <a:pt x="1102522" y="221033"/>
                </a:lnTo>
                <a:lnTo>
                  <a:pt x="1054263" y="234060"/>
                </a:lnTo>
                <a:lnTo>
                  <a:pt x="1005425" y="244707"/>
                </a:lnTo>
                <a:lnTo>
                  <a:pt x="956126" y="252947"/>
                </a:lnTo>
                <a:lnTo>
                  <a:pt x="906484" y="258751"/>
                </a:lnTo>
                <a:lnTo>
                  <a:pt x="856617" y="262090"/>
                </a:lnTo>
                <a:lnTo>
                  <a:pt x="806644" y="262935"/>
                </a:lnTo>
                <a:lnTo>
                  <a:pt x="758357" y="261541"/>
                </a:lnTo>
                <a:lnTo>
                  <a:pt x="709758" y="258591"/>
                </a:lnTo>
                <a:lnTo>
                  <a:pt x="660980" y="254736"/>
                </a:lnTo>
                <a:lnTo>
                  <a:pt x="612161" y="250627"/>
                </a:lnTo>
                <a:lnTo>
                  <a:pt x="563434" y="246917"/>
                </a:lnTo>
                <a:lnTo>
                  <a:pt x="514937" y="244257"/>
                </a:lnTo>
                <a:lnTo>
                  <a:pt x="466803" y="243299"/>
                </a:lnTo>
                <a:lnTo>
                  <a:pt x="419169" y="244695"/>
                </a:lnTo>
                <a:lnTo>
                  <a:pt x="372170" y="249096"/>
                </a:lnTo>
                <a:lnTo>
                  <a:pt x="325941" y="257155"/>
                </a:lnTo>
                <a:lnTo>
                  <a:pt x="280618" y="269522"/>
                </a:lnTo>
                <a:lnTo>
                  <a:pt x="236337" y="286850"/>
                </a:lnTo>
                <a:lnTo>
                  <a:pt x="194833" y="309338"/>
                </a:lnTo>
                <a:lnTo>
                  <a:pt x="156675" y="336919"/>
                </a:lnTo>
                <a:lnTo>
                  <a:pt x="122155" y="368968"/>
                </a:lnTo>
                <a:lnTo>
                  <a:pt x="91566" y="404862"/>
                </a:lnTo>
                <a:lnTo>
                  <a:pt x="65200" y="443976"/>
                </a:lnTo>
                <a:lnTo>
                  <a:pt x="38246" y="495476"/>
                </a:lnTo>
                <a:lnTo>
                  <a:pt x="21761" y="535136"/>
                </a:lnTo>
                <a:lnTo>
                  <a:pt x="7863" y="580048"/>
                </a:lnTo>
                <a:lnTo>
                  <a:pt x="0" y="627195"/>
                </a:lnTo>
                <a:lnTo>
                  <a:pt x="1615" y="673561"/>
                </a:lnTo>
                <a:lnTo>
                  <a:pt x="16155" y="716129"/>
                </a:lnTo>
                <a:lnTo>
                  <a:pt x="47065" y="751883"/>
                </a:lnTo>
                <a:lnTo>
                  <a:pt x="54868" y="745522"/>
                </a:lnTo>
                <a:lnTo>
                  <a:pt x="63878" y="718240"/>
                </a:lnTo>
                <a:lnTo>
                  <a:pt x="78492" y="677985"/>
                </a:lnTo>
                <a:lnTo>
                  <a:pt x="103104" y="632704"/>
                </a:lnTo>
                <a:lnTo>
                  <a:pt x="142111" y="590344"/>
                </a:lnTo>
                <a:lnTo>
                  <a:pt x="199908" y="558852"/>
                </a:lnTo>
                <a:lnTo>
                  <a:pt x="247859" y="548105"/>
                </a:lnTo>
                <a:lnTo>
                  <a:pt x="296735" y="546135"/>
                </a:lnTo>
                <a:lnTo>
                  <a:pt x="346197" y="549901"/>
                </a:lnTo>
                <a:lnTo>
                  <a:pt x="395907" y="556359"/>
                </a:lnTo>
                <a:lnTo>
                  <a:pt x="445526" y="562465"/>
                </a:lnTo>
                <a:lnTo>
                  <a:pt x="494716" y="565177"/>
                </a:lnTo>
                <a:lnTo>
                  <a:pt x="555097" y="560095"/>
                </a:lnTo>
                <a:lnTo>
                  <a:pt x="609049" y="547227"/>
                </a:lnTo>
                <a:lnTo>
                  <a:pt x="658130" y="530143"/>
                </a:lnTo>
                <a:lnTo>
                  <a:pt x="703895" y="512410"/>
                </a:lnTo>
                <a:lnTo>
                  <a:pt x="747900" y="497597"/>
                </a:lnTo>
                <a:lnTo>
                  <a:pt x="791702" y="489273"/>
                </a:lnTo>
                <a:lnTo>
                  <a:pt x="858468" y="485773"/>
                </a:lnTo>
                <a:lnTo>
                  <a:pt x="915844" y="487364"/>
                </a:lnTo>
                <a:lnTo>
                  <a:pt x="965371" y="493181"/>
                </a:lnTo>
                <a:lnTo>
                  <a:pt x="1008591" y="502364"/>
                </a:lnTo>
                <a:lnTo>
                  <a:pt x="1047044" y="514050"/>
                </a:lnTo>
                <a:lnTo>
                  <a:pt x="1149214" y="555503"/>
                </a:lnTo>
                <a:lnTo>
                  <a:pt x="1184012" y="568578"/>
                </a:lnTo>
                <a:lnTo>
                  <a:pt x="1221747" y="579844"/>
                </a:lnTo>
                <a:lnTo>
                  <a:pt x="1263963" y="588439"/>
                </a:lnTo>
                <a:lnTo>
                  <a:pt x="1312199" y="593501"/>
                </a:lnTo>
                <a:lnTo>
                  <a:pt x="1386735" y="593580"/>
                </a:lnTo>
                <a:lnTo>
                  <a:pt x="1448688" y="585458"/>
                </a:lnTo>
                <a:lnTo>
                  <a:pt x="1499531" y="570776"/>
                </a:lnTo>
                <a:lnTo>
                  <a:pt x="1540739" y="551178"/>
                </a:lnTo>
                <a:lnTo>
                  <a:pt x="1573786" y="528304"/>
                </a:lnTo>
                <a:lnTo>
                  <a:pt x="1621296" y="479304"/>
                </a:lnTo>
                <a:lnTo>
                  <a:pt x="1638707" y="456461"/>
                </a:lnTo>
                <a:lnTo>
                  <a:pt x="1653855" y="436912"/>
                </a:lnTo>
                <a:lnTo>
                  <a:pt x="1668213" y="422301"/>
                </a:lnTo>
                <a:lnTo>
                  <a:pt x="1683257" y="414269"/>
                </a:lnTo>
                <a:lnTo>
                  <a:pt x="1700460" y="414459"/>
                </a:lnTo>
                <a:lnTo>
                  <a:pt x="1752662" y="421889"/>
                </a:lnTo>
                <a:lnTo>
                  <a:pt x="1803596" y="418505"/>
                </a:lnTo>
                <a:lnTo>
                  <a:pt x="1851661" y="406282"/>
                </a:lnTo>
                <a:lnTo>
                  <a:pt x="1895256" y="387197"/>
                </a:lnTo>
                <a:lnTo>
                  <a:pt x="1932779" y="363224"/>
                </a:lnTo>
                <a:lnTo>
                  <a:pt x="1962628" y="336340"/>
                </a:lnTo>
                <a:lnTo>
                  <a:pt x="1992901" y="281740"/>
                </a:lnTo>
                <a:lnTo>
                  <a:pt x="1995241" y="243585"/>
                </a:lnTo>
                <a:lnTo>
                  <a:pt x="1991124" y="203734"/>
                </a:lnTo>
                <a:lnTo>
                  <a:pt x="1979907" y="163701"/>
                </a:lnTo>
                <a:lnTo>
                  <a:pt x="1960948" y="125001"/>
                </a:lnTo>
                <a:lnTo>
                  <a:pt x="1933602" y="89148"/>
                </a:lnTo>
                <a:lnTo>
                  <a:pt x="1897226" y="57657"/>
                </a:lnTo>
                <a:lnTo>
                  <a:pt x="1851178" y="32041"/>
                </a:lnTo>
                <a:lnTo>
                  <a:pt x="1808026" y="17102"/>
                </a:lnTo>
                <a:lnTo>
                  <a:pt x="1759739" y="6804"/>
                </a:lnTo>
                <a:lnTo>
                  <a:pt x="1708686" y="1114"/>
                </a:lnTo>
                <a:lnTo>
                  <a:pt x="1657236" y="0"/>
                </a:lnTo>
                <a:close/>
              </a:path>
            </a:pathLst>
          </a:custGeom>
          <a:solidFill>
            <a:srgbClr val="EFF6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1" name="object 531" descr=""/>
          <p:cNvSpPr/>
          <p:nvPr/>
        </p:nvSpPr>
        <p:spPr>
          <a:xfrm>
            <a:off x="3442873" y="2194305"/>
            <a:ext cx="199390" cy="956310"/>
          </a:xfrm>
          <a:custGeom>
            <a:avLst/>
            <a:gdLst/>
            <a:ahLst/>
            <a:cxnLst/>
            <a:rect l="l" t="t" r="r" b="b"/>
            <a:pathLst>
              <a:path w="199389" h="956310">
                <a:moveTo>
                  <a:pt x="156414" y="0"/>
                </a:moveTo>
                <a:lnTo>
                  <a:pt x="49705" y="0"/>
                </a:lnTo>
                <a:lnTo>
                  <a:pt x="0" y="956159"/>
                </a:lnTo>
                <a:lnTo>
                  <a:pt x="198925" y="956159"/>
                </a:lnTo>
                <a:lnTo>
                  <a:pt x="156414" y="0"/>
                </a:lnTo>
                <a:close/>
              </a:path>
            </a:pathLst>
          </a:custGeom>
          <a:solidFill>
            <a:srgbClr val="AFD26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32" name="object 532" descr=""/>
          <p:cNvGrpSpPr/>
          <p:nvPr/>
        </p:nvGrpSpPr>
        <p:grpSpPr>
          <a:xfrm>
            <a:off x="5171873" y="2556571"/>
            <a:ext cx="911860" cy="403860"/>
            <a:chOff x="5171873" y="2556571"/>
            <a:chExt cx="911860" cy="403860"/>
          </a:xfrm>
        </p:grpSpPr>
        <p:sp>
          <p:nvSpPr>
            <p:cNvPr id="533" name="object 533" descr=""/>
            <p:cNvSpPr/>
            <p:nvPr/>
          </p:nvSpPr>
          <p:spPr>
            <a:xfrm>
              <a:off x="5171871" y="2556579"/>
              <a:ext cx="911860" cy="403860"/>
            </a:xfrm>
            <a:custGeom>
              <a:avLst/>
              <a:gdLst/>
              <a:ahLst/>
              <a:cxnLst/>
              <a:rect l="l" t="t" r="r" b="b"/>
              <a:pathLst>
                <a:path w="911860" h="403860">
                  <a:moveTo>
                    <a:pt x="911517" y="0"/>
                  </a:moveTo>
                  <a:lnTo>
                    <a:pt x="0" y="0"/>
                  </a:lnTo>
                  <a:lnTo>
                    <a:pt x="0" y="115811"/>
                  </a:lnTo>
                  <a:lnTo>
                    <a:pt x="0" y="403771"/>
                  </a:lnTo>
                  <a:lnTo>
                    <a:pt x="911517" y="403771"/>
                  </a:lnTo>
                  <a:lnTo>
                    <a:pt x="911517" y="115811"/>
                  </a:lnTo>
                  <a:lnTo>
                    <a:pt x="911517" y="0"/>
                  </a:lnTo>
                  <a:close/>
                </a:path>
              </a:pathLst>
            </a:custGeom>
            <a:solidFill>
              <a:srgbClr val="DDEC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 descr=""/>
            <p:cNvSpPr/>
            <p:nvPr/>
          </p:nvSpPr>
          <p:spPr>
            <a:xfrm>
              <a:off x="5378640" y="2672390"/>
              <a:ext cx="704850" cy="164465"/>
            </a:xfrm>
            <a:custGeom>
              <a:avLst/>
              <a:gdLst/>
              <a:ahLst/>
              <a:cxnLst/>
              <a:rect l="l" t="t" r="r" b="b"/>
              <a:pathLst>
                <a:path w="704850" h="164464">
                  <a:moveTo>
                    <a:pt x="704748" y="143979"/>
                  </a:moveTo>
                  <a:lnTo>
                    <a:pt x="0" y="143979"/>
                  </a:lnTo>
                  <a:lnTo>
                    <a:pt x="0" y="164172"/>
                  </a:lnTo>
                  <a:lnTo>
                    <a:pt x="704748" y="164172"/>
                  </a:lnTo>
                  <a:lnTo>
                    <a:pt x="704748" y="143979"/>
                  </a:lnTo>
                  <a:close/>
                </a:path>
                <a:path w="704850" h="164464">
                  <a:moveTo>
                    <a:pt x="704748" y="0"/>
                  </a:moveTo>
                  <a:lnTo>
                    <a:pt x="0" y="0"/>
                  </a:lnTo>
                  <a:lnTo>
                    <a:pt x="0" y="20180"/>
                  </a:lnTo>
                  <a:lnTo>
                    <a:pt x="704748" y="20180"/>
                  </a:lnTo>
                  <a:lnTo>
                    <a:pt x="704748" y="0"/>
                  </a:lnTo>
                  <a:close/>
                </a:path>
              </a:pathLst>
            </a:custGeom>
            <a:solidFill>
              <a:srgbClr val="9AC74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5" name="object 535" descr=""/>
          <p:cNvGrpSpPr/>
          <p:nvPr/>
        </p:nvGrpSpPr>
        <p:grpSpPr>
          <a:xfrm>
            <a:off x="2511787" y="1275559"/>
            <a:ext cx="3901440" cy="2576830"/>
            <a:chOff x="2511787" y="1275559"/>
            <a:chExt cx="3901440" cy="2576830"/>
          </a:xfrm>
        </p:grpSpPr>
        <p:sp>
          <p:nvSpPr>
            <p:cNvPr id="536" name="object 536" descr=""/>
            <p:cNvSpPr/>
            <p:nvPr/>
          </p:nvSpPr>
          <p:spPr>
            <a:xfrm>
              <a:off x="2977762" y="2887441"/>
              <a:ext cx="1935480" cy="965200"/>
            </a:xfrm>
            <a:custGeom>
              <a:avLst/>
              <a:gdLst/>
              <a:ahLst/>
              <a:cxnLst/>
              <a:rect l="l" t="t" r="r" b="b"/>
              <a:pathLst>
                <a:path w="1935479" h="965200">
                  <a:moveTo>
                    <a:pt x="0" y="964577"/>
                  </a:moveTo>
                  <a:lnTo>
                    <a:pt x="1934904" y="964577"/>
                  </a:lnTo>
                  <a:lnTo>
                    <a:pt x="1934904" y="0"/>
                  </a:lnTo>
                  <a:lnTo>
                    <a:pt x="0" y="0"/>
                  </a:lnTo>
                  <a:lnTo>
                    <a:pt x="0" y="964577"/>
                  </a:lnTo>
                  <a:close/>
                </a:path>
              </a:pathLst>
            </a:custGeom>
            <a:solidFill>
              <a:srgbClr val="90CF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 descr=""/>
            <p:cNvSpPr/>
            <p:nvPr/>
          </p:nvSpPr>
          <p:spPr>
            <a:xfrm>
              <a:off x="2511780" y="2672390"/>
              <a:ext cx="3901440" cy="1179830"/>
            </a:xfrm>
            <a:custGeom>
              <a:avLst/>
              <a:gdLst/>
              <a:ahLst/>
              <a:cxnLst/>
              <a:rect l="l" t="t" r="r" b="b"/>
              <a:pathLst>
                <a:path w="3901440" h="1179829">
                  <a:moveTo>
                    <a:pt x="465975" y="0"/>
                  </a:moveTo>
                  <a:lnTo>
                    <a:pt x="0" y="0"/>
                  </a:lnTo>
                  <a:lnTo>
                    <a:pt x="0" y="1179639"/>
                  </a:lnTo>
                  <a:lnTo>
                    <a:pt x="465975" y="1179639"/>
                  </a:lnTo>
                  <a:lnTo>
                    <a:pt x="465975" y="0"/>
                  </a:lnTo>
                  <a:close/>
                </a:path>
                <a:path w="3901440" h="1179829">
                  <a:moveTo>
                    <a:pt x="3901186" y="534708"/>
                  </a:moveTo>
                  <a:lnTo>
                    <a:pt x="2866860" y="534708"/>
                  </a:lnTo>
                  <a:lnTo>
                    <a:pt x="2866860" y="0"/>
                  </a:lnTo>
                  <a:lnTo>
                    <a:pt x="2400884" y="0"/>
                  </a:lnTo>
                  <a:lnTo>
                    <a:pt x="2400884" y="1179639"/>
                  </a:lnTo>
                  <a:lnTo>
                    <a:pt x="2866860" y="1179639"/>
                  </a:lnTo>
                  <a:lnTo>
                    <a:pt x="3901186" y="1179639"/>
                  </a:lnTo>
                  <a:lnTo>
                    <a:pt x="3901186" y="534708"/>
                  </a:lnTo>
                  <a:close/>
                </a:path>
              </a:pathLst>
            </a:custGeom>
            <a:solidFill>
              <a:srgbClr val="447A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 descr=""/>
            <p:cNvSpPr/>
            <p:nvPr/>
          </p:nvSpPr>
          <p:spPr>
            <a:xfrm>
              <a:off x="5378631" y="2960360"/>
              <a:ext cx="517525" cy="247015"/>
            </a:xfrm>
            <a:custGeom>
              <a:avLst/>
              <a:gdLst/>
              <a:ahLst/>
              <a:cxnLst/>
              <a:rect l="l" t="t" r="r" b="b"/>
              <a:pathLst>
                <a:path w="517525" h="247014">
                  <a:moveTo>
                    <a:pt x="517167" y="0"/>
                  </a:moveTo>
                  <a:lnTo>
                    <a:pt x="0" y="0"/>
                  </a:lnTo>
                  <a:lnTo>
                    <a:pt x="0" y="246746"/>
                  </a:lnTo>
                  <a:lnTo>
                    <a:pt x="517167" y="246746"/>
                  </a:lnTo>
                  <a:lnTo>
                    <a:pt x="517167" y="0"/>
                  </a:lnTo>
                  <a:close/>
                </a:path>
              </a:pathLst>
            </a:custGeom>
            <a:solidFill>
              <a:srgbClr val="AFD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 descr=""/>
            <p:cNvSpPr/>
            <p:nvPr/>
          </p:nvSpPr>
          <p:spPr>
            <a:xfrm>
              <a:off x="5378639" y="3207101"/>
              <a:ext cx="167005" cy="645160"/>
            </a:xfrm>
            <a:custGeom>
              <a:avLst/>
              <a:gdLst/>
              <a:ahLst/>
              <a:cxnLst/>
              <a:rect l="l" t="t" r="r" b="b"/>
              <a:pathLst>
                <a:path w="167004" h="645160">
                  <a:moveTo>
                    <a:pt x="0" y="0"/>
                  </a:moveTo>
                  <a:lnTo>
                    <a:pt x="0" y="644922"/>
                  </a:lnTo>
                  <a:lnTo>
                    <a:pt x="166392" y="6449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6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 descr=""/>
            <p:cNvSpPr/>
            <p:nvPr/>
          </p:nvSpPr>
          <p:spPr>
            <a:xfrm>
              <a:off x="5378639" y="2960350"/>
              <a:ext cx="517525" cy="247015"/>
            </a:xfrm>
            <a:custGeom>
              <a:avLst/>
              <a:gdLst/>
              <a:ahLst/>
              <a:cxnLst/>
              <a:rect l="l" t="t" r="r" b="b"/>
              <a:pathLst>
                <a:path w="517525" h="247014">
                  <a:moveTo>
                    <a:pt x="517167" y="0"/>
                  </a:moveTo>
                  <a:lnTo>
                    <a:pt x="0" y="0"/>
                  </a:lnTo>
                  <a:lnTo>
                    <a:pt x="0" y="246746"/>
                  </a:lnTo>
                  <a:lnTo>
                    <a:pt x="106803" y="246746"/>
                  </a:lnTo>
                  <a:lnTo>
                    <a:pt x="83191" y="72908"/>
                  </a:lnTo>
                  <a:lnTo>
                    <a:pt x="517167" y="72908"/>
                  </a:lnTo>
                  <a:lnTo>
                    <a:pt x="517167" y="0"/>
                  </a:lnTo>
                  <a:close/>
                </a:path>
              </a:pathLst>
            </a:custGeom>
            <a:solidFill>
              <a:srgbClr val="9AC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 descr=""/>
            <p:cNvSpPr/>
            <p:nvPr/>
          </p:nvSpPr>
          <p:spPr>
            <a:xfrm>
              <a:off x="3137014" y="3050001"/>
              <a:ext cx="274955" cy="640080"/>
            </a:xfrm>
            <a:custGeom>
              <a:avLst/>
              <a:gdLst/>
              <a:ahLst/>
              <a:cxnLst/>
              <a:rect l="l" t="t" r="r" b="b"/>
              <a:pathLst>
                <a:path w="274954" h="640079">
                  <a:moveTo>
                    <a:pt x="274368" y="0"/>
                  </a:moveTo>
                  <a:lnTo>
                    <a:pt x="0" y="0"/>
                  </a:lnTo>
                  <a:lnTo>
                    <a:pt x="0" y="639456"/>
                  </a:lnTo>
                  <a:lnTo>
                    <a:pt x="274368" y="639456"/>
                  </a:lnTo>
                  <a:lnTo>
                    <a:pt x="27436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 descr=""/>
            <p:cNvSpPr/>
            <p:nvPr/>
          </p:nvSpPr>
          <p:spPr>
            <a:xfrm>
              <a:off x="3129953" y="3044665"/>
              <a:ext cx="288925" cy="650240"/>
            </a:xfrm>
            <a:custGeom>
              <a:avLst/>
              <a:gdLst/>
              <a:ahLst/>
              <a:cxnLst/>
              <a:rect l="l" t="t" r="r" b="b"/>
              <a:pathLst>
                <a:path w="288925" h="650239">
                  <a:moveTo>
                    <a:pt x="288480" y="10756"/>
                  </a:moveTo>
                  <a:lnTo>
                    <a:pt x="274370" y="10756"/>
                  </a:lnTo>
                  <a:lnTo>
                    <a:pt x="274370" y="140779"/>
                  </a:lnTo>
                  <a:lnTo>
                    <a:pt x="288480" y="140779"/>
                  </a:lnTo>
                  <a:lnTo>
                    <a:pt x="288480" y="10756"/>
                  </a:lnTo>
                  <a:close/>
                </a:path>
                <a:path w="288925" h="650239">
                  <a:moveTo>
                    <a:pt x="28848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140970"/>
                  </a:lnTo>
                  <a:lnTo>
                    <a:pt x="0" y="650240"/>
                  </a:lnTo>
                  <a:lnTo>
                    <a:pt x="288480" y="650240"/>
                  </a:lnTo>
                  <a:lnTo>
                    <a:pt x="288480" y="151587"/>
                  </a:lnTo>
                  <a:lnTo>
                    <a:pt x="274370" y="151587"/>
                  </a:lnTo>
                  <a:lnTo>
                    <a:pt x="274370" y="638810"/>
                  </a:lnTo>
                  <a:lnTo>
                    <a:pt x="14097" y="638810"/>
                  </a:lnTo>
                  <a:lnTo>
                    <a:pt x="14097" y="509270"/>
                  </a:lnTo>
                  <a:lnTo>
                    <a:pt x="274370" y="509270"/>
                  </a:lnTo>
                  <a:lnTo>
                    <a:pt x="274370" y="497840"/>
                  </a:lnTo>
                  <a:lnTo>
                    <a:pt x="14097" y="497840"/>
                  </a:lnTo>
                  <a:lnTo>
                    <a:pt x="14097" y="311150"/>
                  </a:lnTo>
                  <a:lnTo>
                    <a:pt x="274370" y="311150"/>
                  </a:lnTo>
                  <a:lnTo>
                    <a:pt x="274370" y="299720"/>
                  </a:lnTo>
                  <a:lnTo>
                    <a:pt x="14097" y="299720"/>
                  </a:lnTo>
                  <a:lnTo>
                    <a:pt x="14097" y="151130"/>
                  </a:lnTo>
                  <a:lnTo>
                    <a:pt x="288480" y="151130"/>
                  </a:lnTo>
                  <a:lnTo>
                    <a:pt x="288480" y="140970"/>
                  </a:lnTo>
                  <a:lnTo>
                    <a:pt x="14097" y="140970"/>
                  </a:lnTo>
                  <a:lnTo>
                    <a:pt x="14097" y="10160"/>
                  </a:lnTo>
                  <a:lnTo>
                    <a:pt x="288480" y="10160"/>
                  </a:lnTo>
                  <a:lnTo>
                    <a:pt x="288480" y="0"/>
                  </a:lnTo>
                  <a:close/>
                </a:path>
              </a:pathLst>
            </a:custGeom>
            <a:solidFill>
              <a:srgbClr val="AFD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 descr=""/>
            <p:cNvSpPr/>
            <p:nvPr/>
          </p:nvSpPr>
          <p:spPr>
            <a:xfrm>
              <a:off x="3144062" y="3055422"/>
              <a:ext cx="260350" cy="577215"/>
            </a:xfrm>
            <a:custGeom>
              <a:avLst/>
              <a:gdLst/>
              <a:ahLst/>
              <a:cxnLst/>
              <a:rect l="l" t="t" r="r" b="b"/>
              <a:pathLst>
                <a:path w="260350" h="577214">
                  <a:moveTo>
                    <a:pt x="260261" y="236156"/>
                  </a:moveTo>
                  <a:lnTo>
                    <a:pt x="130124" y="342099"/>
                  </a:lnTo>
                  <a:lnTo>
                    <a:pt x="40665" y="415734"/>
                  </a:lnTo>
                  <a:lnTo>
                    <a:pt x="0" y="450888"/>
                  </a:lnTo>
                  <a:lnTo>
                    <a:pt x="0" y="577202"/>
                  </a:lnTo>
                  <a:lnTo>
                    <a:pt x="260261" y="325831"/>
                  </a:lnTo>
                  <a:lnTo>
                    <a:pt x="260261" y="236156"/>
                  </a:lnTo>
                  <a:close/>
                </a:path>
                <a:path w="260350" h="577214">
                  <a:moveTo>
                    <a:pt x="260261" y="0"/>
                  </a:moveTo>
                  <a:lnTo>
                    <a:pt x="206349" y="0"/>
                  </a:lnTo>
                  <a:lnTo>
                    <a:pt x="0" y="215011"/>
                  </a:lnTo>
                  <a:lnTo>
                    <a:pt x="0" y="348576"/>
                  </a:lnTo>
                  <a:lnTo>
                    <a:pt x="260261" y="0"/>
                  </a:lnTo>
                  <a:close/>
                </a:path>
              </a:pathLst>
            </a:custGeom>
            <a:solidFill>
              <a:srgbClr val="FFFFFF">
                <a:alpha val="1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 descr=""/>
            <p:cNvSpPr/>
            <p:nvPr/>
          </p:nvSpPr>
          <p:spPr>
            <a:xfrm>
              <a:off x="3565587" y="3050001"/>
              <a:ext cx="274955" cy="640080"/>
            </a:xfrm>
            <a:custGeom>
              <a:avLst/>
              <a:gdLst/>
              <a:ahLst/>
              <a:cxnLst/>
              <a:rect l="l" t="t" r="r" b="b"/>
              <a:pathLst>
                <a:path w="274954" h="640079">
                  <a:moveTo>
                    <a:pt x="274368" y="0"/>
                  </a:moveTo>
                  <a:lnTo>
                    <a:pt x="0" y="0"/>
                  </a:lnTo>
                  <a:lnTo>
                    <a:pt x="0" y="639456"/>
                  </a:lnTo>
                  <a:lnTo>
                    <a:pt x="274368" y="639456"/>
                  </a:lnTo>
                  <a:lnTo>
                    <a:pt x="27436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 descr=""/>
            <p:cNvSpPr/>
            <p:nvPr/>
          </p:nvSpPr>
          <p:spPr>
            <a:xfrm>
              <a:off x="3558527" y="3044665"/>
              <a:ext cx="288925" cy="650240"/>
            </a:xfrm>
            <a:custGeom>
              <a:avLst/>
              <a:gdLst/>
              <a:ahLst/>
              <a:cxnLst/>
              <a:rect l="l" t="t" r="r" b="b"/>
              <a:pathLst>
                <a:path w="288925" h="650239">
                  <a:moveTo>
                    <a:pt x="288480" y="10756"/>
                  </a:moveTo>
                  <a:lnTo>
                    <a:pt x="274370" y="10756"/>
                  </a:lnTo>
                  <a:lnTo>
                    <a:pt x="274370" y="140779"/>
                  </a:lnTo>
                  <a:lnTo>
                    <a:pt x="288480" y="140779"/>
                  </a:lnTo>
                  <a:lnTo>
                    <a:pt x="288480" y="10756"/>
                  </a:lnTo>
                  <a:close/>
                </a:path>
                <a:path w="288925" h="650239">
                  <a:moveTo>
                    <a:pt x="28848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140970"/>
                  </a:lnTo>
                  <a:lnTo>
                    <a:pt x="0" y="650240"/>
                  </a:lnTo>
                  <a:lnTo>
                    <a:pt x="288480" y="650240"/>
                  </a:lnTo>
                  <a:lnTo>
                    <a:pt x="288480" y="151587"/>
                  </a:lnTo>
                  <a:lnTo>
                    <a:pt x="274370" y="151587"/>
                  </a:lnTo>
                  <a:lnTo>
                    <a:pt x="274370" y="638810"/>
                  </a:lnTo>
                  <a:lnTo>
                    <a:pt x="14109" y="638810"/>
                  </a:lnTo>
                  <a:lnTo>
                    <a:pt x="14109" y="509270"/>
                  </a:lnTo>
                  <a:lnTo>
                    <a:pt x="274370" y="509270"/>
                  </a:lnTo>
                  <a:lnTo>
                    <a:pt x="274370" y="497840"/>
                  </a:lnTo>
                  <a:lnTo>
                    <a:pt x="14097" y="497840"/>
                  </a:lnTo>
                  <a:lnTo>
                    <a:pt x="14097" y="311150"/>
                  </a:lnTo>
                  <a:lnTo>
                    <a:pt x="274370" y="311150"/>
                  </a:lnTo>
                  <a:lnTo>
                    <a:pt x="274370" y="299720"/>
                  </a:lnTo>
                  <a:lnTo>
                    <a:pt x="14109" y="299720"/>
                  </a:lnTo>
                  <a:lnTo>
                    <a:pt x="14109" y="151130"/>
                  </a:lnTo>
                  <a:lnTo>
                    <a:pt x="288480" y="151130"/>
                  </a:lnTo>
                  <a:lnTo>
                    <a:pt x="288480" y="140970"/>
                  </a:lnTo>
                  <a:lnTo>
                    <a:pt x="14109" y="140970"/>
                  </a:lnTo>
                  <a:lnTo>
                    <a:pt x="14109" y="10160"/>
                  </a:lnTo>
                  <a:lnTo>
                    <a:pt x="288480" y="10160"/>
                  </a:lnTo>
                  <a:lnTo>
                    <a:pt x="288480" y="0"/>
                  </a:lnTo>
                  <a:close/>
                </a:path>
              </a:pathLst>
            </a:custGeom>
            <a:solidFill>
              <a:srgbClr val="AFD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 descr=""/>
            <p:cNvSpPr/>
            <p:nvPr/>
          </p:nvSpPr>
          <p:spPr>
            <a:xfrm>
              <a:off x="3572637" y="3055422"/>
              <a:ext cx="260350" cy="577215"/>
            </a:xfrm>
            <a:custGeom>
              <a:avLst/>
              <a:gdLst/>
              <a:ahLst/>
              <a:cxnLst/>
              <a:rect l="l" t="t" r="r" b="b"/>
              <a:pathLst>
                <a:path w="260350" h="577214">
                  <a:moveTo>
                    <a:pt x="260261" y="236156"/>
                  </a:moveTo>
                  <a:lnTo>
                    <a:pt x="130136" y="342099"/>
                  </a:lnTo>
                  <a:lnTo>
                    <a:pt x="40665" y="415734"/>
                  </a:lnTo>
                  <a:lnTo>
                    <a:pt x="0" y="450888"/>
                  </a:lnTo>
                  <a:lnTo>
                    <a:pt x="0" y="577202"/>
                  </a:lnTo>
                  <a:lnTo>
                    <a:pt x="260261" y="325831"/>
                  </a:lnTo>
                  <a:lnTo>
                    <a:pt x="260261" y="236156"/>
                  </a:lnTo>
                  <a:close/>
                </a:path>
                <a:path w="260350" h="577214">
                  <a:moveTo>
                    <a:pt x="260261" y="0"/>
                  </a:moveTo>
                  <a:lnTo>
                    <a:pt x="206336" y="0"/>
                  </a:lnTo>
                  <a:lnTo>
                    <a:pt x="0" y="215011"/>
                  </a:lnTo>
                  <a:lnTo>
                    <a:pt x="0" y="348576"/>
                  </a:lnTo>
                  <a:lnTo>
                    <a:pt x="260261" y="0"/>
                  </a:lnTo>
                  <a:close/>
                </a:path>
              </a:pathLst>
            </a:custGeom>
            <a:solidFill>
              <a:srgbClr val="FFFFFF">
                <a:alpha val="1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 descr=""/>
            <p:cNvSpPr/>
            <p:nvPr/>
          </p:nvSpPr>
          <p:spPr>
            <a:xfrm>
              <a:off x="3994171" y="3050001"/>
              <a:ext cx="274955" cy="640080"/>
            </a:xfrm>
            <a:custGeom>
              <a:avLst/>
              <a:gdLst/>
              <a:ahLst/>
              <a:cxnLst/>
              <a:rect l="l" t="t" r="r" b="b"/>
              <a:pathLst>
                <a:path w="274954" h="640079">
                  <a:moveTo>
                    <a:pt x="274368" y="0"/>
                  </a:moveTo>
                  <a:lnTo>
                    <a:pt x="0" y="0"/>
                  </a:lnTo>
                  <a:lnTo>
                    <a:pt x="0" y="639456"/>
                  </a:lnTo>
                  <a:lnTo>
                    <a:pt x="274368" y="639456"/>
                  </a:lnTo>
                  <a:lnTo>
                    <a:pt x="27436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 descr=""/>
            <p:cNvSpPr/>
            <p:nvPr/>
          </p:nvSpPr>
          <p:spPr>
            <a:xfrm>
              <a:off x="3987114" y="3044665"/>
              <a:ext cx="288925" cy="650240"/>
            </a:xfrm>
            <a:custGeom>
              <a:avLst/>
              <a:gdLst/>
              <a:ahLst/>
              <a:cxnLst/>
              <a:rect l="l" t="t" r="r" b="b"/>
              <a:pathLst>
                <a:path w="288925" h="650239">
                  <a:moveTo>
                    <a:pt x="288467" y="10756"/>
                  </a:moveTo>
                  <a:lnTo>
                    <a:pt x="274358" y="10756"/>
                  </a:lnTo>
                  <a:lnTo>
                    <a:pt x="274358" y="140779"/>
                  </a:lnTo>
                  <a:lnTo>
                    <a:pt x="288467" y="140779"/>
                  </a:lnTo>
                  <a:lnTo>
                    <a:pt x="288467" y="10756"/>
                  </a:lnTo>
                  <a:close/>
                </a:path>
                <a:path w="288925" h="650239">
                  <a:moveTo>
                    <a:pt x="288467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140970"/>
                  </a:lnTo>
                  <a:lnTo>
                    <a:pt x="0" y="650240"/>
                  </a:lnTo>
                  <a:lnTo>
                    <a:pt x="288467" y="650240"/>
                  </a:lnTo>
                  <a:lnTo>
                    <a:pt x="288467" y="151587"/>
                  </a:lnTo>
                  <a:lnTo>
                    <a:pt x="274358" y="151587"/>
                  </a:lnTo>
                  <a:lnTo>
                    <a:pt x="274358" y="638810"/>
                  </a:lnTo>
                  <a:lnTo>
                    <a:pt x="14097" y="638810"/>
                  </a:lnTo>
                  <a:lnTo>
                    <a:pt x="14097" y="509270"/>
                  </a:lnTo>
                  <a:lnTo>
                    <a:pt x="274358" y="509270"/>
                  </a:lnTo>
                  <a:lnTo>
                    <a:pt x="274358" y="497840"/>
                  </a:lnTo>
                  <a:lnTo>
                    <a:pt x="14097" y="497840"/>
                  </a:lnTo>
                  <a:lnTo>
                    <a:pt x="14097" y="311150"/>
                  </a:lnTo>
                  <a:lnTo>
                    <a:pt x="274358" y="311150"/>
                  </a:lnTo>
                  <a:lnTo>
                    <a:pt x="274358" y="299720"/>
                  </a:lnTo>
                  <a:lnTo>
                    <a:pt x="14097" y="299720"/>
                  </a:lnTo>
                  <a:lnTo>
                    <a:pt x="14097" y="151130"/>
                  </a:lnTo>
                  <a:lnTo>
                    <a:pt x="288467" y="151130"/>
                  </a:lnTo>
                  <a:lnTo>
                    <a:pt x="288467" y="140970"/>
                  </a:lnTo>
                  <a:lnTo>
                    <a:pt x="14097" y="140970"/>
                  </a:lnTo>
                  <a:lnTo>
                    <a:pt x="14097" y="10160"/>
                  </a:lnTo>
                  <a:lnTo>
                    <a:pt x="288467" y="10160"/>
                  </a:lnTo>
                  <a:lnTo>
                    <a:pt x="288467" y="0"/>
                  </a:lnTo>
                  <a:close/>
                </a:path>
              </a:pathLst>
            </a:custGeom>
            <a:solidFill>
              <a:srgbClr val="AFD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 descr=""/>
            <p:cNvSpPr/>
            <p:nvPr/>
          </p:nvSpPr>
          <p:spPr>
            <a:xfrm>
              <a:off x="4001211" y="3055422"/>
              <a:ext cx="260350" cy="577215"/>
            </a:xfrm>
            <a:custGeom>
              <a:avLst/>
              <a:gdLst/>
              <a:ahLst/>
              <a:cxnLst/>
              <a:rect l="l" t="t" r="r" b="b"/>
              <a:pathLst>
                <a:path w="260350" h="577214">
                  <a:moveTo>
                    <a:pt x="260261" y="236156"/>
                  </a:moveTo>
                  <a:lnTo>
                    <a:pt x="130136" y="342099"/>
                  </a:lnTo>
                  <a:lnTo>
                    <a:pt x="40665" y="415734"/>
                  </a:lnTo>
                  <a:lnTo>
                    <a:pt x="0" y="450888"/>
                  </a:lnTo>
                  <a:lnTo>
                    <a:pt x="0" y="577202"/>
                  </a:lnTo>
                  <a:lnTo>
                    <a:pt x="260261" y="325831"/>
                  </a:lnTo>
                  <a:lnTo>
                    <a:pt x="260261" y="236156"/>
                  </a:lnTo>
                  <a:close/>
                </a:path>
                <a:path w="260350" h="577214">
                  <a:moveTo>
                    <a:pt x="260261" y="0"/>
                  </a:moveTo>
                  <a:lnTo>
                    <a:pt x="206336" y="0"/>
                  </a:lnTo>
                  <a:lnTo>
                    <a:pt x="0" y="215011"/>
                  </a:lnTo>
                  <a:lnTo>
                    <a:pt x="0" y="348576"/>
                  </a:lnTo>
                  <a:lnTo>
                    <a:pt x="260261" y="0"/>
                  </a:lnTo>
                  <a:close/>
                </a:path>
              </a:pathLst>
            </a:custGeom>
            <a:solidFill>
              <a:srgbClr val="FFFFFF">
                <a:alpha val="1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 descr=""/>
            <p:cNvSpPr/>
            <p:nvPr/>
          </p:nvSpPr>
          <p:spPr>
            <a:xfrm>
              <a:off x="4422744" y="3050001"/>
              <a:ext cx="274955" cy="640080"/>
            </a:xfrm>
            <a:custGeom>
              <a:avLst/>
              <a:gdLst/>
              <a:ahLst/>
              <a:cxnLst/>
              <a:rect l="l" t="t" r="r" b="b"/>
              <a:pathLst>
                <a:path w="274954" h="640079">
                  <a:moveTo>
                    <a:pt x="274368" y="0"/>
                  </a:moveTo>
                  <a:lnTo>
                    <a:pt x="0" y="0"/>
                  </a:lnTo>
                  <a:lnTo>
                    <a:pt x="0" y="639456"/>
                  </a:lnTo>
                  <a:lnTo>
                    <a:pt x="274368" y="639456"/>
                  </a:lnTo>
                  <a:lnTo>
                    <a:pt x="27436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 descr=""/>
            <p:cNvSpPr/>
            <p:nvPr/>
          </p:nvSpPr>
          <p:spPr>
            <a:xfrm>
              <a:off x="4415675" y="3044665"/>
              <a:ext cx="288925" cy="650240"/>
            </a:xfrm>
            <a:custGeom>
              <a:avLst/>
              <a:gdLst/>
              <a:ahLst/>
              <a:cxnLst/>
              <a:rect l="l" t="t" r="r" b="b"/>
              <a:pathLst>
                <a:path w="288925" h="650239">
                  <a:moveTo>
                    <a:pt x="288493" y="10756"/>
                  </a:moveTo>
                  <a:lnTo>
                    <a:pt x="274383" y="10756"/>
                  </a:lnTo>
                  <a:lnTo>
                    <a:pt x="274383" y="140779"/>
                  </a:lnTo>
                  <a:lnTo>
                    <a:pt x="288493" y="140779"/>
                  </a:lnTo>
                  <a:lnTo>
                    <a:pt x="288493" y="10756"/>
                  </a:lnTo>
                  <a:close/>
                </a:path>
                <a:path w="288925" h="650239">
                  <a:moveTo>
                    <a:pt x="288493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140970"/>
                  </a:lnTo>
                  <a:lnTo>
                    <a:pt x="0" y="650240"/>
                  </a:lnTo>
                  <a:lnTo>
                    <a:pt x="288493" y="650240"/>
                  </a:lnTo>
                  <a:lnTo>
                    <a:pt x="288493" y="151587"/>
                  </a:lnTo>
                  <a:lnTo>
                    <a:pt x="274383" y="151587"/>
                  </a:lnTo>
                  <a:lnTo>
                    <a:pt x="274383" y="299720"/>
                  </a:lnTo>
                  <a:lnTo>
                    <a:pt x="274383" y="509270"/>
                  </a:lnTo>
                  <a:lnTo>
                    <a:pt x="274383" y="638810"/>
                  </a:lnTo>
                  <a:lnTo>
                    <a:pt x="14122" y="638810"/>
                  </a:lnTo>
                  <a:lnTo>
                    <a:pt x="14122" y="509270"/>
                  </a:lnTo>
                  <a:lnTo>
                    <a:pt x="274383" y="509270"/>
                  </a:lnTo>
                  <a:lnTo>
                    <a:pt x="274383" y="299720"/>
                  </a:lnTo>
                  <a:lnTo>
                    <a:pt x="274370" y="311150"/>
                  </a:lnTo>
                  <a:lnTo>
                    <a:pt x="274370" y="497840"/>
                  </a:lnTo>
                  <a:lnTo>
                    <a:pt x="14109" y="497840"/>
                  </a:lnTo>
                  <a:lnTo>
                    <a:pt x="14109" y="311150"/>
                  </a:lnTo>
                  <a:lnTo>
                    <a:pt x="274370" y="311150"/>
                  </a:lnTo>
                  <a:lnTo>
                    <a:pt x="274370" y="299720"/>
                  </a:lnTo>
                  <a:lnTo>
                    <a:pt x="14122" y="299720"/>
                  </a:lnTo>
                  <a:lnTo>
                    <a:pt x="14122" y="151130"/>
                  </a:lnTo>
                  <a:lnTo>
                    <a:pt x="288493" y="151130"/>
                  </a:lnTo>
                  <a:lnTo>
                    <a:pt x="288493" y="140970"/>
                  </a:lnTo>
                  <a:lnTo>
                    <a:pt x="14122" y="140970"/>
                  </a:lnTo>
                  <a:lnTo>
                    <a:pt x="14122" y="10160"/>
                  </a:lnTo>
                  <a:lnTo>
                    <a:pt x="288493" y="10160"/>
                  </a:lnTo>
                  <a:lnTo>
                    <a:pt x="288493" y="0"/>
                  </a:lnTo>
                  <a:close/>
                </a:path>
              </a:pathLst>
            </a:custGeom>
            <a:solidFill>
              <a:srgbClr val="AFD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 descr=""/>
            <p:cNvSpPr/>
            <p:nvPr/>
          </p:nvSpPr>
          <p:spPr>
            <a:xfrm>
              <a:off x="4429798" y="3055422"/>
              <a:ext cx="260350" cy="577215"/>
            </a:xfrm>
            <a:custGeom>
              <a:avLst/>
              <a:gdLst/>
              <a:ahLst/>
              <a:cxnLst/>
              <a:rect l="l" t="t" r="r" b="b"/>
              <a:pathLst>
                <a:path w="260350" h="577214">
                  <a:moveTo>
                    <a:pt x="260261" y="236156"/>
                  </a:moveTo>
                  <a:lnTo>
                    <a:pt x="130124" y="342099"/>
                  </a:lnTo>
                  <a:lnTo>
                    <a:pt x="40665" y="415734"/>
                  </a:lnTo>
                  <a:lnTo>
                    <a:pt x="0" y="450888"/>
                  </a:lnTo>
                  <a:lnTo>
                    <a:pt x="0" y="577202"/>
                  </a:lnTo>
                  <a:lnTo>
                    <a:pt x="260261" y="325831"/>
                  </a:lnTo>
                  <a:lnTo>
                    <a:pt x="260261" y="236156"/>
                  </a:lnTo>
                  <a:close/>
                </a:path>
                <a:path w="260350" h="577214">
                  <a:moveTo>
                    <a:pt x="260261" y="0"/>
                  </a:moveTo>
                  <a:lnTo>
                    <a:pt x="206336" y="0"/>
                  </a:lnTo>
                  <a:lnTo>
                    <a:pt x="0" y="215011"/>
                  </a:lnTo>
                  <a:lnTo>
                    <a:pt x="0" y="348576"/>
                  </a:lnTo>
                  <a:lnTo>
                    <a:pt x="260261" y="0"/>
                  </a:lnTo>
                  <a:close/>
                </a:path>
              </a:pathLst>
            </a:custGeom>
            <a:solidFill>
              <a:srgbClr val="FFFFFF">
                <a:alpha val="1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 descr=""/>
            <p:cNvSpPr/>
            <p:nvPr/>
          </p:nvSpPr>
          <p:spPr>
            <a:xfrm>
              <a:off x="2977756" y="2887452"/>
              <a:ext cx="1935480" cy="965200"/>
            </a:xfrm>
            <a:custGeom>
              <a:avLst/>
              <a:gdLst/>
              <a:ahLst/>
              <a:cxnLst/>
              <a:rect l="l" t="t" r="r" b="b"/>
              <a:pathLst>
                <a:path w="1935479" h="965200">
                  <a:moveTo>
                    <a:pt x="1934908" y="72898"/>
                  </a:moveTo>
                  <a:lnTo>
                    <a:pt x="11468" y="72898"/>
                  </a:lnTo>
                  <a:lnTo>
                    <a:pt x="0" y="0"/>
                  </a:lnTo>
                  <a:lnTo>
                    <a:pt x="0" y="72898"/>
                  </a:lnTo>
                  <a:lnTo>
                    <a:pt x="0" y="100939"/>
                  </a:lnTo>
                  <a:lnTo>
                    <a:pt x="0" y="964577"/>
                  </a:lnTo>
                  <a:lnTo>
                    <a:pt x="163779" y="964577"/>
                  </a:lnTo>
                  <a:lnTo>
                    <a:pt x="138188" y="817803"/>
                  </a:lnTo>
                  <a:lnTo>
                    <a:pt x="81889" y="492798"/>
                  </a:lnTo>
                  <a:lnTo>
                    <a:pt x="25590" y="162547"/>
                  </a:lnTo>
                  <a:lnTo>
                    <a:pt x="15887" y="100939"/>
                  </a:lnTo>
                  <a:lnTo>
                    <a:pt x="1934908" y="100939"/>
                  </a:lnTo>
                  <a:lnTo>
                    <a:pt x="1934908" y="72898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 descr=""/>
            <p:cNvSpPr/>
            <p:nvPr/>
          </p:nvSpPr>
          <p:spPr>
            <a:xfrm>
              <a:off x="5483299" y="3442146"/>
              <a:ext cx="255904" cy="80645"/>
            </a:xfrm>
            <a:custGeom>
              <a:avLst/>
              <a:gdLst/>
              <a:ahLst/>
              <a:cxnLst/>
              <a:rect l="l" t="t" r="r" b="b"/>
              <a:pathLst>
                <a:path w="255904" h="80645">
                  <a:moveTo>
                    <a:pt x="255280" y="0"/>
                  </a:moveTo>
                  <a:lnTo>
                    <a:pt x="0" y="0"/>
                  </a:lnTo>
                  <a:lnTo>
                    <a:pt x="0" y="80405"/>
                  </a:lnTo>
                  <a:lnTo>
                    <a:pt x="255280" y="80405"/>
                  </a:lnTo>
                  <a:lnTo>
                    <a:pt x="255280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 descr=""/>
            <p:cNvSpPr/>
            <p:nvPr/>
          </p:nvSpPr>
          <p:spPr>
            <a:xfrm>
              <a:off x="5482044" y="3442214"/>
              <a:ext cx="255904" cy="80010"/>
            </a:xfrm>
            <a:custGeom>
              <a:avLst/>
              <a:gdLst/>
              <a:ahLst/>
              <a:cxnLst/>
              <a:rect l="l" t="t" r="r" b="b"/>
              <a:pathLst>
                <a:path w="255904" h="80010">
                  <a:moveTo>
                    <a:pt x="255295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80010"/>
                  </a:lnTo>
                  <a:lnTo>
                    <a:pt x="20447" y="80010"/>
                  </a:lnTo>
                  <a:lnTo>
                    <a:pt x="20447" y="21590"/>
                  </a:lnTo>
                  <a:lnTo>
                    <a:pt x="255295" y="21590"/>
                  </a:lnTo>
                  <a:lnTo>
                    <a:pt x="25529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 descr=""/>
            <p:cNvSpPr/>
            <p:nvPr/>
          </p:nvSpPr>
          <p:spPr>
            <a:xfrm>
              <a:off x="5809969" y="3442146"/>
              <a:ext cx="255904" cy="80645"/>
            </a:xfrm>
            <a:custGeom>
              <a:avLst/>
              <a:gdLst/>
              <a:ahLst/>
              <a:cxnLst/>
              <a:rect l="l" t="t" r="r" b="b"/>
              <a:pathLst>
                <a:path w="255904" h="80645">
                  <a:moveTo>
                    <a:pt x="255280" y="0"/>
                  </a:moveTo>
                  <a:lnTo>
                    <a:pt x="0" y="0"/>
                  </a:lnTo>
                  <a:lnTo>
                    <a:pt x="0" y="80405"/>
                  </a:lnTo>
                  <a:lnTo>
                    <a:pt x="255280" y="80405"/>
                  </a:lnTo>
                  <a:lnTo>
                    <a:pt x="255280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 descr=""/>
            <p:cNvSpPr/>
            <p:nvPr/>
          </p:nvSpPr>
          <p:spPr>
            <a:xfrm>
              <a:off x="5808713" y="3442214"/>
              <a:ext cx="255904" cy="80010"/>
            </a:xfrm>
            <a:custGeom>
              <a:avLst/>
              <a:gdLst/>
              <a:ahLst/>
              <a:cxnLst/>
              <a:rect l="l" t="t" r="r" b="b"/>
              <a:pathLst>
                <a:path w="255904" h="80010">
                  <a:moveTo>
                    <a:pt x="255295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80010"/>
                  </a:lnTo>
                  <a:lnTo>
                    <a:pt x="20447" y="80010"/>
                  </a:lnTo>
                  <a:lnTo>
                    <a:pt x="20447" y="21590"/>
                  </a:lnTo>
                  <a:lnTo>
                    <a:pt x="255295" y="21590"/>
                  </a:lnTo>
                  <a:lnTo>
                    <a:pt x="25529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 descr=""/>
            <p:cNvSpPr/>
            <p:nvPr/>
          </p:nvSpPr>
          <p:spPr>
            <a:xfrm>
              <a:off x="6131017" y="3442146"/>
              <a:ext cx="255904" cy="80645"/>
            </a:xfrm>
            <a:custGeom>
              <a:avLst/>
              <a:gdLst/>
              <a:ahLst/>
              <a:cxnLst/>
              <a:rect l="l" t="t" r="r" b="b"/>
              <a:pathLst>
                <a:path w="255904" h="80645">
                  <a:moveTo>
                    <a:pt x="255280" y="0"/>
                  </a:moveTo>
                  <a:lnTo>
                    <a:pt x="0" y="0"/>
                  </a:lnTo>
                  <a:lnTo>
                    <a:pt x="0" y="80405"/>
                  </a:lnTo>
                  <a:lnTo>
                    <a:pt x="255280" y="80405"/>
                  </a:lnTo>
                  <a:lnTo>
                    <a:pt x="255280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 descr=""/>
            <p:cNvSpPr/>
            <p:nvPr/>
          </p:nvSpPr>
          <p:spPr>
            <a:xfrm>
              <a:off x="6129769" y="3442214"/>
              <a:ext cx="255904" cy="80010"/>
            </a:xfrm>
            <a:custGeom>
              <a:avLst/>
              <a:gdLst/>
              <a:ahLst/>
              <a:cxnLst/>
              <a:rect l="l" t="t" r="r" b="b"/>
              <a:pathLst>
                <a:path w="255904" h="80010">
                  <a:moveTo>
                    <a:pt x="255295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80010"/>
                  </a:lnTo>
                  <a:lnTo>
                    <a:pt x="20447" y="80010"/>
                  </a:lnTo>
                  <a:lnTo>
                    <a:pt x="20447" y="21590"/>
                  </a:lnTo>
                  <a:lnTo>
                    <a:pt x="255295" y="21590"/>
                  </a:lnTo>
                  <a:lnTo>
                    <a:pt x="25529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 descr=""/>
            <p:cNvSpPr/>
            <p:nvPr/>
          </p:nvSpPr>
          <p:spPr>
            <a:xfrm>
              <a:off x="2582581" y="2758460"/>
              <a:ext cx="112395" cy="205104"/>
            </a:xfrm>
            <a:custGeom>
              <a:avLst/>
              <a:gdLst/>
              <a:ahLst/>
              <a:cxnLst/>
              <a:rect l="l" t="t" r="r" b="b"/>
              <a:pathLst>
                <a:path w="112394" h="205105">
                  <a:moveTo>
                    <a:pt x="112174" y="0"/>
                  </a:moveTo>
                  <a:lnTo>
                    <a:pt x="0" y="0"/>
                  </a:lnTo>
                  <a:lnTo>
                    <a:pt x="0" y="204601"/>
                  </a:lnTo>
                  <a:lnTo>
                    <a:pt x="112174" y="204601"/>
                  </a:lnTo>
                  <a:lnTo>
                    <a:pt x="1121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 descr=""/>
            <p:cNvSpPr/>
            <p:nvPr/>
          </p:nvSpPr>
          <p:spPr>
            <a:xfrm>
              <a:off x="2582583" y="2758572"/>
              <a:ext cx="112395" cy="204470"/>
            </a:xfrm>
            <a:custGeom>
              <a:avLst/>
              <a:gdLst/>
              <a:ahLst/>
              <a:cxnLst/>
              <a:rect l="l" t="t" r="r" b="b"/>
              <a:pathLst>
                <a:path w="112394" h="204469">
                  <a:moveTo>
                    <a:pt x="112166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204470"/>
                  </a:lnTo>
                  <a:lnTo>
                    <a:pt x="21564" y="204470"/>
                  </a:lnTo>
                  <a:lnTo>
                    <a:pt x="21564" y="27940"/>
                  </a:lnTo>
                  <a:lnTo>
                    <a:pt x="112166" y="27940"/>
                  </a:lnTo>
                  <a:lnTo>
                    <a:pt x="11216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 descr=""/>
            <p:cNvSpPr/>
            <p:nvPr/>
          </p:nvSpPr>
          <p:spPr>
            <a:xfrm>
              <a:off x="2780166" y="2758460"/>
              <a:ext cx="112395" cy="205104"/>
            </a:xfrm>
            <a:custGeom>
              <a:avLst/>
              <a:gdLst/>
              <a:ahLst/>
              <a:cxnLst/>
              <a:rect l="l" t="t" r="r" b="b"/>
              <a:pathLst>
                <a:path w="112394" h="205105">
                  <a:moveTo>
                    <a:pt x="112174" y="0"/>
                  </a:moveTo>
                  <a:lnTo>
                    <a:pt x="0" y="0"/>
                  </a:lnTo>
                  <a:lnTo>
                    <a:pt x="0" y="204601"/>
                  </a:lnTo>
                  <a:lnTo>
                    <a:pt x="112174" y="204601"/>
                  </a:lnTo>
                  <a:lnTo>
                    <a:pt x="1121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 descr=""/>
            <p:cNvSpPr/>
            <p:nvPr/>
          </p:nvSpPr>
          <p:spPr>
            <a:xfrm>
              <a:off x="2780169" y="2758572"/>
              <a:ext cx="112395" cy="204470"/>
            </a:xfrm>
            <a:custGeom>
              <a:avLst/>
              <a:gdLst/>
              <a:ahLst/>
              <a:cxnLst/>
              <a:rect l="l" t="t" r="r" b="b"/>
              <a:pathLst>
                <a:path w="112394" h="204469">
                  <a:moveTo>
                    <a:pt x="112166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204470"/>
                  </a:lnTo>
                  <a:lnTo>
                    <a:pt x="21564" y="204470"/>
                  </a:lnTo>
                  <a:lnTo>
                    <a:pt x="21564" y="27940"/>
                  </a:lnTo>
                  <a:lnTo>
                    <a:pt x="112166" y="27940"/>
                  </a:lnTo>
                  <a:lnTo>
                    <a:pt x="11216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 descr=""/>
            <p:cNvSpPr/>
            <p:nvPr/>
          </p:nvSpPr>
          <p:spPr>
            <a:xfrm>
              <a:off x="2589889" y="3093947"/>
              <a:ext cx="112395" cy="205104"/>
            </a:xfrm>
            <a:custGeom>
              <a:avLst/>
              <a:gdLst/>
              <a:ahLst/>
              <a:cxnLst/>
              <a:rect l="l" t="t" r="r" b="b"/>
              <a:pathLst>
                <a:path w="112394" h="205104">
                  <a:moveTo>
                    <a:pt x="112174" y="0"/>
                  </a:moveTo>
                  <a:lnTo>
                    <a:pt x="0" y="0"/>
                  </a:lnTo>
                  <a:lnTo>
                    <a:pt x="0" y="204601"/>
                  </a:lnTo>
                  <a:lnTo>
                    <a:pt x="112174" y="204601"/>
                  </a:lnTo>
                  <a:lnTo>
                    <a:pt x="1121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 descr=""/>
            <p:cNvSpPr/>
            <p:nvPr/>
          </p:nvSpPr>
          <p:spPr>
            <a:xfrm>
              <a:off x="2589885" y="3094068"/>
              <a:ext cx="112395" cy="204470"/>
            </a:xfrm>
            <a:custGeom>
              <a:avLst/>
              <a:gdLst/>
              <a:ahLst/>
              <a:cxnLst/>
              <a:rect l="l" t="t" r="r" b="b"/>
              <a:pathLst>
                <a:path w="112394" h="204470">
                  <a:moveTo>
                    <a:pt x="112179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204470"/>
                  </a:lnTo>
                  <a:lnTo>
                    <a:pt x="21577" y="204470"/>
                  </a:lnTo>
                  <a:lnTo>
                    <a:pt x="21577" y="27940"/>
                  </a:lnTo>
                  <a:lnTo>
                    <a:pt x="112179" y="27940"/>
                  </a:lnTo>
                  <a:lnTo>
                    <a:pt x="11217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 descr=""/>
            <p:cNvSpPr/>
            <p:nvPr/>
          </p:nvSpPr>
          <p:spPr>
            <a:xfrm>
              <a:off x="2787485" y="3093947"/>
              <a:ext cx="112395" cy="205104"/>
            </a:xfrm>
            <a:custGeom>
              <a:avLst/>
              <a:gdLst/>
              <a:ahLst/>
              <a:cxnLst/>
              <a:rect l="l" t="t" r="r" b="b"/>
              <a:pathLst>
                <a:path w="112394" h="205104">
                  <a:moveTo>
                    <a:pt x="112174" y="0"/>
                  </a:moveTo>
                  <a:lnTo>
                    <a:pt x="0" y="0"/>
                  </a:lnTo>
                  <a:lnTo>
                    <a:pt x="0" y="204601"/>
                  </a:lnTo>
                  <a:lnTo>
                    <a:pt x="112174" y="204601"/>
                  </a:lnTo>
                  <a:lnTo>
                    <a:pt x="1121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 descr=""/>
            <p:cNvSpPr/>
            <p:nvPr/>
          </p:nvSpPr>
          <p:spPr>
            <a:xfrm>
              <a:off x="2787472" y="3094068"/>
              <a:ext cx="112395" cy="204470"/>
            </a:xfrm>
            <a:custGeom>
              <a:avLst/>
              <a:gdLst/>
              <a:ahLst/>
              <a:cxnLst/>
              <a:rect l="l" t="t" r="r" b="b"/>
              <a:pathLst>
                <a:path w="112394" h="204470">
                  <a:moveTo>
                    <a:pt x="112179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204470"/>
                  </a:lnTo>
                  <a:lnTo>
                    <a:pt x="21577" y="204470"/>
                  </a:lnTo>
                  <a:lnTo>
                    <a:pt x="21577" y="27940"/>
                  </a:lnTo>
                  <a:lnTo>
                    <a:pt x="112179" y="27940"/>
                  </a:lnTo>
                  <a:lnTo>
                    <a:pt x="11217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 descr=""/>
            <p:cNvSpPr/>
            <p:nvPr/>
          </p:nvSpPr>
          <p:spPr>
            <a:xfrm>
              <a:off x="2589889" y="3403990"/>
              <a:ext cx="112395" cy="205104"/>
            </a:xfrm>
            <a:custGeom>
              <a:avLst/>
              <a:gdLst/>
              <a:ahLst/>
              <a:cxnLst/>
              <a:rect l="l" t="t" r="r" b="b"/>
              <a:pathLst>
                <a:path w="112394" h="205104">
                  <a:moveTo>
                    <a:pt x="112174" y="0"/>
                  </a:moveTo>
                  <a:lnTo>
                    <a:pt x="0" y="0"/>
                  </a:lnTo>
                  <a:lnTo>
                    <a:pt x="0" y="204601"/>
                  </a:lnTo>
                  <a:lnTo>
                    <a:pt x="112174" y="204601"/>
                  </a:lnTo>
                  <a:lnTo>
                    <a:pt x="1121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 descr=""/>
            <p:cNvSpPr/>
            <p:nvPr/>
          </p:nvSpPr>
          <p:spPr>
            <a:xfrm>
              <a:off x="2589885" y="3404101"/>
              <a:ext cx="112395" cy="204470"/>
            </a:xfrm>
            <a:custGeom>
              <a:avLst/>
              <a:gdLst/>
              <a:ahLst/>
              <a:cxnLst/>
              <a:rect l="l" t="t" r="r" b="b"/>
              <a:pathLst>
                <a:path w="112394" h="204470">
                  <a:moveTo>
                    <a:pt x="112179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204470"/>
                  </a:lnTo>
                  <a:lnTo>
                    <a:pt x="21577" y="204470"/>
                  </a:lnTo>
                  <a:lnTo>
                    <a:pt x="21577" y="27940"/>
                  </a:lnTo>
                  <a:lnTo>
                    <a:pt x="112179" y="27940"/>
                  </a:lnTo>
                  <a:lnTo>
                    <a:pt x="11217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 descr=""/>
            <p:cNvSpPr/>
            <p:nvPr/>
          </p:nvSpPr>
          <p:spPr>
            <a:xfrm>
              <a:off x="2787485" y="3403990"/>
              <a:ext cx="112395" cy="205104"/>
            </a:xfrm>
            <a:custGeom>
              <a:avLst/>
              <a:gdLst/>
              <a:ahLst/>
              <a:cxnLst/>
              <a:rect l="l" t="t" r="r" b="b"/>
              <a:pathLst>
                <a:path w="112394" h="205104">
                  <a:moveTo>
                    <a:pt x="112174" y="0"/>
                  </a:moveTo>
                  <a:lnTo>
                    <a:pt x="0" y="0"/>
                  </a:lnTo>
                  <a:lnTo>
                    <a:pt x="0" y="204601"/>
                  </a:lnTo>
                  <a:lnTo>
                    <a:pt x="112174" y="204601"/>
                  </a:lnTo>
                  <a:lnTo>
                    <a:pt x="1121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 descr=""/>
            <p:cNvSpPr/>
            <p:nvPr/>
          </p:nvSpPr>
          <p:spPr>
            <a:xfrm>
              <a:off x="2787472" y="3404101"/>
              <a:ext cx="112395" cy="204470"/>
            </a:xfrm>
            <a:custGeom>
              <a:avLst/>
              <a:gdLst/>
              <a:ahLst/>
              <a:cxnLst/>
              <a:rect l="l" t="t" r="r" b="b"/>
              <a:pathLst>
                <a:path w="112394" h="204470">
                  <a:moveTo>
                    <a:pt x="112179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204470"/>
                  </a:lnTo>
                  <a:lnTo>
                    <a:pt x="21577" y="204470"/>
                  </a:lnTo>
                  <a:lnTo>
                    <a:pt x="21577" y="27940"/>
                  </a:lnTo>
                  <a:lnTo>
                    <a:pt x="112179" y="27940"/>
                  </a:lnTo>
                  <a:lnTo>
                    <a:pt x="11217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 descr=""/>
            <p:cNvSpPr/>
            <p:nvPr/>
          </p:nvSpPr>
          <p:spPr>
            <a:xfrm>
              <a:off x="4996162" y="2760366"/>
              <a:ext cx="112395" cy="205104"/>
            </a:xfrm>
            <a:custGeom>
              <a:avLst/>
              <a:gdLst/>
              <a:ahLst/>
              <a:cxnLst/>
              <a:rect l="l" t="t" r="r" b="b"/>
              <a:pathLst>
                <a:path w="112395" h="205105">
                  <a:moveTo>
                    <a:pt x="112174" y="0"/>
                  </a:moveTo>
                  <a:lnTo>
                    <a:pt x="0" y="0"/>
                  </a:lnTo>
                  <a:lnTo>
                    <a:pt x="0" y="204601"/>
                  </a:lnTo>
                  <a:lnTo>
                    <a:pt x="112174" y="204601"/>
                  </a:lnTo>
                  <a:lnTo>
                    <a:pt x="1121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 descr=""/>
            <p:cNvSpPr/>
            <p:nvPr/>
          </p:nvSpPr>
          <p:spPr>
            <a:xfrm>
              <a:off x="4996154" y="2760478"/>
              <a:ext cx="112395" cy="204470"/>
            </a:xfrm>
            <a:custGeom>
              <a:avLst/>
              <a:gdLst/>
              <a:ahLst/>
              <a:cxnLst/>
              <a:rect l="l" t="t" r="r" b="b"/>
              <a:pathLst>
                <a:path w="112395" h="204469">
                  <a:moveTo>
                    <a:pt x="112179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204470"/>
                  </a:lnTo>
                  <a:lnTo>
                    <a:pt x="21577" y="204470"/>
                  </a:lnTo>
                  <a:lnTo>
                    <a:pt x="21577" y="27940"/>
                  </a:lnTo>
                  <a:lnTo>
                    <a:pt x="112179" y="27940"/>
                  </a:lnTo>
                  <a:lnTo>
                    <a:pt x="11217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 descr=""/>
            <p:cNvSpPr/>
            <p:nvPr/>
          </p:nvSpPr>
          <p:spPr>
            <a:xfrm>
              <a:off x="5193747" y="2760366"/>
              <a:ext cx="112395" cy="205104"/>
            </a:xfrm>
            <a:custGeom>
              <a:avLst/>
              <a:gdLst/>
              <a:ahLst/>
              <a:cxnLst/>
              <a:rect l="l" t="t" r="r" b="b"/>
              <a:pathLst>
                <a:path w="112395" h="205105">
                  <a:moveTo>
                    <a:pt x="112174" y="0"/>
                  </a:moveTo>
                  <a:lnTo>
                    <a:pt x="0" y="0"/>
                  </a:lnTo>
                  <a:lnTo>
                    <a:pt x="0" y="204601"/>
                  </a:lnTo>
                  <a:lnTo>
                    <a:pt x="112174" y="204601"/>
                  </a:lnTo>
                  <a:lnTo>
                    <a:pt x="1121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 descr=""/>
            <p:cNvSpPr/>
            <p:nvPr/>
          </p:nvSpPr>
          <p:spPr>
            <a:xfrm>
              <a:off x="5193741" y="2760478"/>
              <a:ext cx="112395" cy="204470"/>
            </a:xfrm>
            <a:custGeom>
              <a:avLst/>
              <a:gdLst/>
              <a:ahLst/>
              <a:cxnLst/>
              <a:rect l="l" t="t" r="r" b="b"/>
              <a:pathLst>
                <a:path w="112395" h="204469">
                  <a:moveTo>
                    <a:pt x="112179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204470"/>
                  </a:lnTo>
                  <a:lnTo>
                    <a:pt x="21577" y="204470"/>
                  </a:lnTo>
                  <a:lnTo>
                    <a:pt x="21577" y="27940"/>
                  </a:lnTo>
                  <a:lnTo>
                    <a:pt x="112179" y="27940"/>
                  </a:lnTo>
                  <a:lnTo>
                    <a:pt x="11217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 descr=""/>
            <p:cNvSpPr/>
            <p:nvPr/>
          </p:nvSpPr>
          <p:spPr>
            <a:xfrm>
              <a:off x="5003470" y="3095853"/>
              <a:ext cx="112395" cy="205104"/>
            </a:xfrm>
            <a:custGeom>
              <a:avLst/>
              <a:gdLst/>
              <a:ahLst/>
              <a:cxnLst/>
              <a:rect l="l" t="t" r="r" b="b"/>
              <a:pathLst>
                <a:path w="112395" h="205104">
                  <a:moveTo>
                    <a:pt x="112174" y="0"/>
                  </a:moveTo>
                  <a:lnTo>
                    <a:pt x="0" y="0"/>
                  </a:lnTo>
                  <a:lnTo>
                    <a:pt x="0" y="204601"/>
                  </a:lnTo>
                  <a:lnTo>
                    <a:pt x="112174" y="204601"/>
                  </a:lnTo>
                  <a:lnTo>
                    <a:pt x="1121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 descr=""/>
            <p:cNvSpPr/>
            <p:nvPr/>
          </p:nvSpPr>
          <p:spPr>
            <a:xfrm>
              <a:off x="5003469" y="3095973"/>
              <a:ext cx="112395" cy="204470"/>
            </a:xfrm>
            <a:custGeom>
              <a:avLst/>
              <a:gdLst/>
              <a:ahLst/>
              <a:cxnLst/>
              <a:rect l="l" t="t" r="r" b="b"/>
              <a:pathLst>
                <a:path w="112395" h="204470">
                  <a:moveTo>
                    <a:pt x="112179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204470"/>
                  </a:lnTo>
                  <a:lnTo>
                    <a:pt x="21564" y="204470"/>
                  </a:lnTo>
                  <a:lnTo>
                    <a:pt x="21564" y="27940"/>
                  </a:lnTo>
                  <a:lnTo>
                    <a:pt x="112179" y="27940"/>
                  </a:lnTo>
                  <a:lnTo>
                    <a:pt x="11217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 descr=""/>
            <p:cNvSpPr/>
            <p:nvPr/>
          </p:nvSpPr>
          <p:spPr>
            <a:xfrm>
              <a:off x="5201066" y="3095853"/>
              <a:ext cx="112395" cy="205104"/>
            </a:xfrm>
            <a:custGeom>
              <a:avLst/>
              <a:gdLst/>
              <a:ahLst/>
              <a:cxnLst/>
              <a:rect l="l" t="t" r="r" b="b"/>
              <a:pathLst>
                <a:path w="112395" h="205104">
                  <a:moveTo>
                    <a:pt x="112174" y="0"/>
                  </a:moveTo>
                  <a:lnTo>
                    <a:pt x="0" y="0"/>
                  </a:lnTo>
                  <a:lnTo>
                    <a:pt x="0" y="204601"/>
                  </a:lnTo>
                  <a:lnTo>
                    <a:pt x="112174" y="204601"/>
                  </a:lnTo>
                  <a:lnTo>
                    <a:pt x="1121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 descr=""/>
            <p:cNvSpPr/>
            <p:nvPr/>
          </p:nvSpPr>
          <p:spPr>
            <a:xfrm>
              <a:off x="5201056" y="3095973"/>
              <a:ext cx="112395" cy="204470"/>
            </a:xfrm>
            <a:custGeom>
              <a:avLst/>
              <a:gdLst/>
              <a:ahLst/>
              <a:cxnLst/>
              <a:rect l="l" t="t" r="r" b="b"/>
              <a:pathLst>
                <a:path w="112395" h="204470">
                  <a:moveTo>
                    <a:pt x="112179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204470"/>
                  </a:lnTo>
                  <a:lnTo>
                    <a:pt x="21577" y="204470"/>
                  </a:lnTo>
                  <a:lnTo>
                    <a:pt x="21577" y="27940"/>
                  </a:lnTo>
                  <a:lnTo>
                    <a:pt x="112179" y="27940"/>
                  </a:lnTo>
                  <a:lnTo>
                    <a:pt x="11217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 descr=""/>
            <p:cNvSpPr/>
            <p:nvPr/>
          </p:nvSpPr>
          <p:spPr>
            <a:xfrm>
              <a:off x="5003470" y="3405896"/>
              <a:ext cx="112395" cy="205104"/>
            </a:xfrm>
            <a:custGeom>
              <a:avLst/>
              <a:gdLst/>
              <a:ahLst/>
              <a:cxnLst/>
              <a:rect l="l" t="t" r="r" b="b"/>
              <a:pathLst>
                <a:path w="112395" h="205104">
                  <a:moveTo>
                    <a:pt x="112174" y="0"/>
                  </a:moveTo>
                  <a:lnTo>
                    <a:pt x="0" y="0"/>
                  </a:lnTo>
                  <a:lnTo>
                    <a:pt x="0" y="204601"/>
                  </a:lnTo>
                  <a:lnTo>
                    <a:pt x="112174" y="204601"/>
                  </a:lnTo>
                  <a:lnTo>
                    <a:pt x="1121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 descr=""/>
            <p:cNvSpPr/>
            <p:nvPr/>
          </p:nvSpPr>
          <p:spPr>
            <a:xfrm>
              <a:off x="5003469" y="3406018"/>
              <a:ext cx="112395" cy="204470"/>
            </a:xfrm>
            <a:custGeom>
              <a:avLst/>
              <a:gdLst/>
              <a:ahLst/>
              <a:cxnLst/>
              <a:rect l="l" t="t" r="r" b="b"/>
              <a:pathLst>
                <a:path w="112395" h="204470">
                  <a:moveTo>
                    <a:pt x="112179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204470"/>
                  </a:lnTo>
                  <a:lnTo>
                    <a:pt x="21564" y="204470"/>
                  </a:lnTo>
                  <a:lnTo>
                    <a:pt x="21564" y="27940"/>
                  </a:lnTo>
                  <a:lnTo>
                    <a:pt x="112179" y="27940"/>
                  </a:lnTo>
                  <a:lnTo>
                    <a:pt x="11217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 descr=""/>
            <p:cNvSpPr/>
            <p:nvPr/>
          </p:nvSpPr>
          <p:spPr>
            <a:xfrm>
              <a:off x="5201066" y="3405896"/>
              <a:ext cx="112395" cy="205104"/>
            </a:xfrm>
            <a:custGeom>
              <a:avLst/>
              <a:gdLst/>
              <a:ahLst/>
              <a:cxnLst/>
              <a:rect l="l" t="t" r="r" b="b"/>
              <a:pathLst>
                <a:path w="112395" h="205104">
                  <a:moveTo>
                    <a:pt x="112174" y="0"/>
                  </a:moveTo>
                  <a:lnTo>
                    <a:pt x="0" y="0"/>
                  </a:lnTo>
                  <a:lnTo>
                    <a:pt x="0" y="204601"/>
                  </a:lnTo>
                  <a:lnTo>
                    <a:pt x="112174" y="204601"/>
                  </a:lnTo>
                  <a:lnTo>
                    <a:pt x="112174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 descr=""/>
            <p:cNvSpPr/>
            <p:nvPr/>
          </p:nvSpPr>
          <p:spPr>
            <a:xfrm>
              <a:off x="5201056" y="3406018"/>
              <a:ext cx="112395" cy="204470"/>
            </a:xfrm>
            <a:custGeom>
              <a:avLst/>
              <a:gdLst/>
              <a:ahLst/>
              <a:cxnLst/>
              <a:rect l="l" t="t" r="r" b="b"/>
              <a:pathLst>
                <a:path w="112395" h="204470">
                  <a:moveTo>
                    <a:pt x="112179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204470"/>
                  </a:lnTo>
                  <a:lnTo>
                    <a:pt x="21577" y="204470"/>
                  </a:lnTo>
                  <a:lnTo>
                    <a:pt x="21577" y="27940"/>
                  </a:lnTo>
                  <a:lnTo>
                    <a:pt x="112179" y="27940"/>
                  </a:lnTo>
                  <a:lnTo>
                    <a:pt x="11217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 descr=""/>
            <p:cNvSpPr/>
            <p:nvPr/>
          </p:nvSpPr>
          <p:spPr>
            <a:xfrm>
              <a:off x="3095032" y="1931286"/>
              <a:ext cx="243204" cy="956310"/>
            </a:xfrm>
            <a:custGeom>
              <a:avLst/>
              <a:gdLst/>
              <a:ahLst/>
              <a:cxnLst/>
              <a:rect l="l" t="t" r="r" b="b"/>
              <a:pathLst>
                <a:path w="243204" h="956310">
                  <a:moveTo>
                    <a:pt x="190999" y="0"/>
                  </a:moveTo>
                  <a:lnTo>
                    <a:pt x="60699" y="0"/>
                  </a:lnTo>
                  <a:lnTo>
                    <a:pt x="0" y="956159"/>
                  </a:lnTo>
                  <a:lnTo>
                    <a:pt x="242914" y="956159"/>
                  </a:lnTo>
                  <a:lnTo>
                    <a:pt x="190999" y="0"/>
                  </a:lnTo>
                  <a:close/>
                </a:path>
              </a:pathLst>
            </a:custGeom>
            <a:solidFill>
              <a:srgbClr val="AFD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 descr=""/>
            <p:cNvSpPr/>
            <p:nvPr/>
          </p:nvSpPr>
          <p:spPr>
            <a:xfrm>
              <a:off x="3134868" y="1931282"/>
              <a:ext cx="488315" cy="307975"/>
            </a:xfrm>
            <a:custGeom>
              <a:avLst/>
              <a:gdLst/>
              <a:ahLst/>
              <a:cxnLst/>
              <a:rect l="l" t="t" r="r" b="b"/>
              <a:pathLst>
                <a:path w="488314" h="307975">
                  <a:moveTo>
                    <a:pt x="174929" y="0"/>
                  </a:moveTo>
                  <a:lnTo>
                    <a:pt x="0" y="0"/>
                  </a:lnTo>
                  <a:lnTo>
                    <a:pt x="0" y="44361"/>
                  </a:lnTo>
                  <a:lnTo>
                    <a:pt x="174929" y="44361"/>
                  </a:lnTo>
                  <a:lnTo>
                    <a:pt x="174929" y="0"/>
                  </a:lnTo>
                  <a:close/>
                </a:path>
                <a:path w="488314" h="307975">
                  <a:moveTo>
                    <a:pt x="487959" y="263017"/>
                  </a:moveTo>
                  <a:lnTo>
                    <a:pt x="334162" y="263017"/>
                  </a:lnTo>
                  <a:lnTo>
                    <a:pt x="334162" y="307378"/>
                  </a:lnTo>
                  <a:lnTo>
                    <a:pt x="487959" y="307378"/>
                  </a:lnTo>
                  <a:lnTo>
                    <a:pt x="487959" y="263017"/>
                  </a:lnTo>
                  <a:close/>
                </a:path>
              </a:pathLst>
            </a:custGeom>
            <a:solidFill>
              <a:srgbClr val="9AC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 descr=""/>
            <p:cNvSpPr/>
            <p:nvPr/>
          </p:nvSpPr>
          <p:spPr>
            <a:xfrm>
              <a:off x="3179330" y="1275568"/>
              <a:ext cx="1433830" cy="877569"/>
            </a:xfrm>
            <a:custGeom>
              <a:avLst/>
              <a:gdLst/>
              <a:ahLst/>
              <a:cxnLst/>
              <a:rect l="l" t="t" r="r" b="b"/>
              <a:pathLst>
                <a:path w="1433829" h="877569">
                  <a:moveTo>
                    <a:pt x="1059688" y="132651"/>
                  </a:moveTo>
                  <a:lnTo>
                    <a:pt x="1036751" y="72656"/>
                  </a:lnTo>
                  <a:lnTo>
                    <a:pt x="987501" y="29400"/>
                  </a:lnTo>
                  <a:lnTo>
                    <a:pt x="926261" y="7251"/>
                  </a:lnTo>
                  <a:lnTo>
                    <a:pt x="860856" y="25"/>
                  </a:lnTo>
                  <a:lnTo>
                    <a:pt x="827087" y="0"/>
                  </a:lnTo>
                  <a:lnTo>
                    <a:pt x="793419" y="2527"/>
                  </a:lnTo>
                  <a:lnTo>
                    <a:pt x="727989" y="17640"/>
                  </a:lnTo>
                  <a:lnTo>
                    <a:pt x="686422" y="36703"/>
                  </a:lnTo>
                  <a:lnTo>
                    <a:pt x="647534" y="60934"/>
                  </a:lnTo>
                  <a:lnTo>
                    <a:pt x="610095" y="88049"/>
                  </a:lnTo>
                  <a:lnTo>
                    <a:pt x="572884" y="115722"/>
                  </a:lnTo>
                  <a:lnTo>
                    <a:pt x="534695" y="141668"/>
                  </a:lnTo>
                  <a:lnTo>
                    <a:pt x="494309" y="163601"/>
                  </a:lnTo>
                  <a:lnTo>
                    <a:pt x="447014" y="180987"/>
                  </a:lnTo>
                  <a:lnTo>
                    <a:pt x="397878" y="192760"/>
                  </a:lnTo>
                  <a:lnTo>
                    <a:pt x="347776" y="201587"/>
                  </a:lnTo>
                  <a:lnTo>
                    <a:pt x="297535" y="210121"/>
                  </a:lnTo>
                  <a:lnTo>
                    <a:pt x="248031" y="221043"/>
                  </a:lnTo>
                  <a:lnTo>
                    <a:pt x="200101" y="236982"/>
                  </a:lnTo>
                  <a:lnTo>
                    <a:pt x="159207" y="257543"/>
                  </a:lnTo>
                  <a:lnTo>
                    <a:pt x="121691" y="283794"/>
                  </a:lnTo>
                  <a:lnTo>
                    <a:pt x="88265" y="315087"/>
                  </a:lnTo>
                  <a:lnTo>
                    <a:pt x="59601" y="350786"/>
                  </a:lnTo>
                  <a:lnTo>
                    <a:pt x="36410" y="390258"/>
                  </a:lnTo>
                  <a:lnTo>
                    <a:pt x="10007" y="470623"/>
                  </a:lnTo>
                  <a:lnTo>
                    <a:pt x="0" y="524141"/>
                  </a:lnTo>
                  <a:lnTo>
                    <a:pt x="292" y="569760"/>
                  </a:lnTo>
                  <a:lnTo>
                    <a:pt x="17018" y="594868"/>
                  </a:lnTo>
                  <a:lnTo>
                    <a:pt x="22567" y="575221"/>
                  </a:lnTo>
                  <a:lnTo>
                    <a:pt x="24777" y="552132"/>
                  </a:lnTo>
                  <a:lnTo>
                    <a:pt x="26339" y="528281"/>
                  </a:lnTo>
                  <a:lnTo>
                    <a:pt x="29895" y="506298"/>
                  </a:lnTo>
                  <a:lnTo>
                    <a:pt x="45275" y="463486"/>
                  </a:lnTo>
                  <a:lnTo>
                    <a:pt x="67487" y="423786"/>
                  </a:lnTo>
                  <a:lnTo>
                    <a:pt x="98983" y="385432"/>
                  </a:lnTo>
                  <a:lnTo>
                    <a:pt x="136817" y="353314"/>
                  </a:lnTo>
                  <a:lnTo>
                    <a:pt x="179730" y="328345"/>
                  </a:lnTo>
                  <a:lnTo>
                    <a:pt x="226402" y="311467"/>
                  </a:lnTo>
                  <a:lnTo>
                    <a:pt x="277812" y="302501"/>
                  </a:lnTo>
                  <a:lnTo>
                    <a:pt x="330111" y="299402"/>
                  </a:lnTo>
                  <a:lnTo>
                    <a:pt x="382765" y="298157"/>
                  </a:lnTo>
                  <a:lnTo>
                    <a:pt x="435203" y="294792"/>
                  </a:lnTo>
                  <a:lnTo>
                    <a:pt x="488315" y="286296"/>
                  </a:lnTo>
                  <a:lnTo>
                    <a:pt x="541045" y="275107"/>
                  </a:lnTo>
                  <a:lnTo>
                    <a:pt x="593839" y="264972"/>
                  </a:lnTo>
                  <a:lnTo>
                    <a:pt x="647166" y="259626"/>
                  </a:lnTo>
                  <a:lnTo>
                    <a:pt x="688213" y="260553"/>
                  </a:lnTo>
                  <a:lnTo>
                    <a:pt x="729119" y="264744"/>
                  </a:lnTo>
                  <a:lnTo>
                    <a:pt x="769962" y="270446"/>
                  </a:lnTo>
                  <a:lnTo>
                    <a:pt x="810818" y="275907"/>
                  </a:lnTo>
                  <a:lnTo>
                    <a:pt x="852081" y="279323"/>
                  </a:lnTo>
                  <a:lnTo>
                    <a:pt x="893432" y="278968"/>
                  </a:lnTo>
                  <a:lnTo>
                    <a:pt x="933958" y="273215"/>
                  </a:lnTo>
                  <a:lnTo>
                    <a:pt x="972718" y="260438"/>
                  </a:lnTo>
                  <a:lnTo>
                    <a:pt x="1007999" y="238696"/>
                  </a:lnTo>
                  <a:lnTo>
                    <a:pt x="1036472" y="208661"/>
                  </a:lnTo>
                  <a:lnTo>
                    <a:pt x="1054798" y="172554"/>
                  </a:lnTo>
                  <a:lnTo>
                    <a:pt x="1059688" y="132651"/>
                  </a:lnTo>
                  <a:close/>
                </a:path>
                <a:path w="1433829" h="877569">
                  <a:moveTo>
                    <a:pt x="1433233" y="530275"/>
                  </a:moveTo>
                  <a:lnTo>
                    <a:pt x="1420456" y="482815"/>
                  </a:lnTo>
                  <a:lnTo>
                    <a:pt x="1391475" y="442468"/>
                  </a:lnTo>
                  <a:lnTo>
                    <a:pt x="1351356" y="410324"/>
                  </a:lnTo>
                  <a:lnTo>
                    <a:pt x="1305179" y="387464"/>
                  </a:lnTo>
                  <a:lnTo>
                    <a:pt x="1252893" y="372529"/>
                  </a:lnTo>
                  <a:lnTo>
                    <a:pt x="1198918" y="366026"/>
                  </a:lnTo>
                  <a:lnTo>
                    <a:pt x="1144549" y="367919"/>
                  </a:lnTo>
                  <a:lnTo>
                    <a:pt x="1091145" y="378155"/>
                  </a:lnTo>
                  <a:lnTo>
                    <a:pt x="1040028" y="396684"/>
                  </a:lnTo>
                  <a:lnTo>
                    <a:pt x="994079" y="421335"/>
                  </a:lnTo>
                  <a:lnTo>
                    <a:pt x="905941" y="477697"/>
                  </a:lnTo>
                  <a:lnTo>
                    <a:pt x="860044" y="502462"/>
                  </a:lnTo>
                  <a:lnTo>
                    <a:pt x="821334" y="517728"/>
                  </a:lnTo>
                  <a:lnTo>
                    <a:pt x="781227" y="528904"/>
                  </a:lnTo>
                  <a:lnTo>
                    <a:pt x="740181" y="536549"/>
                  </a:lnTo>
                  <a:lnTo>
                    <a:pt x="698690" y="541235"/>
                  </a:lnTo>
                  <a:lnTo>
                    <a:pt x="626529" y="545782"/>
                  </a:lnTo>
                  <a:lnTo>
                    <a:pt x="590677" y="549452"/>
                  </a:lnTo>
                  <a:lnTo>
                    <a:pt x="505155" y="574294"/>
                  </a:lnTo>
                  <a:lnTo>
                    <a:pt x="459384" y="601713"/>
                  </a:lnTo>
                  <a:lnTo>
                    <a:pt x="419620" y="637298"/>
                  </a:lnTo>
                  <a:lnTo>
                    <a:pt x="387451" y="679856"/>
                  </a:lnTo>
                  <a:lnTo>
                    <a:pt x="365340" y="724916"/>
                  </a:lnTo>
                  <a:lnTo>
                    <a:pt x="350532" y="775652"/>
                  </a:lnTo>
                  <a:lnTo>
                    <a:pt x="345719" y="827836"/>
                  </a:lnTo>
                  <a:lnTo>
                    <a:pt x="353555" y="877252"/>
                  </a:lnTo>
                  <a:lnTo>
                    <a:pt x="356450" y="848029"/>
                  </a:lnTo>
                  <a:lnTo>
                    <a:pt x="361111" y="818984"/>
                  </a:lnTo>
                  <a:lnTo>
                    <a:pt x="388442" y="768146"/>
                  </a:lnTo>
                  <a:lnTo>
                    <a:pt x="432536" y="743877"/>
                  </a:lnTo>
                  <a:lnTo>
                    <a:pt x="457149" y="735723"/>
                  </a:lnTo>
                  <a:lnTo>
                    <a:pt x="481304" y="726643"/>
                  </a:lnTo>
                  <a:lnTo>
                    <a:pt x="504012" y="714552"/>
                  </a:lnTo>
                  <a:lnTo>
                    <a:pt x="525564" y="700366"/>
                  </a:lnTo>
                  <a:lnTo>
                    <a:pt x="546874" y="685673"/>
                  </a:lnTo>
                  <a:lnTo>
                    <a:pt x="568845" y="672109"/>
                  </a:lnTo>
                  <a:lnTo>
                    <a:pt x="618032" y="652335"/>
                  </a:lnTo>
                  <a:lnTo>
                    <a:pt x="670483" y="643572"/>
                  </a:lnTo>
                  <a:lnTo>
                    <a:pt x="724306" y="644067"/>
                  </a:lnTo>
                  <a:lnTo>
                    <a:pt x="777595" y="652106"/>
                  </a:lnTo>
                  <a:lnTo>
                    <a:pt x="829322" y="665670"/>
                  </a:lnTo>
                  <a:lnTo>
                    <a:pt x="880097" y="682637"/>
                  </a:lnTo>
                  <a:lnTo>
                    <a:pt x="930478" y="701040"/>
                  </a:lnTo>
                  <a:lnTo>
                    <a:pt x="981011" y="718959"/>
                  </a:lnTo>
                  <a:lnTo>
                    <a:pt x="1032548" y="734453"/>
                  </a:lnTo>
                  <a:lnTo>
                    <a:pt x="1085176" y="745515"/>
                  </a:lnTo>
                  <a:lnTo>
                    <a:pt x="1138301" y="750100"/>
                  </a:lnTo>
                  <a:lnTo>
                    <a:pt x="1191361" y="746137"/>
                  </a:lnTo>
                  <a:lnTo>
                    <a:pt x="1256182" y="727379"/>
                  </a:lnTo>
                  <a:lnTo>
                    <a:pt x="1316723" y="696963"/>
                  </a:lnTo>
                  <a:lnTo>
                    <a:pt x="1361401" y="665543"/>
                  </a:lnTo>
                  <a:lnTo>
                    <a:pt x="1399565" y="626656"/>
                  </a:lnTo>
                  <a:lnTo>
                    <a:pt x="1425422" y="581253"/>
                  </a:lnTo>
                  <a:lnTo>
                    <a:pt x="1433233" y="530275"/>
                  </a:lnTo>
                  <a:close/>
                </a:path>
              </a:pathLst>
            </a:custGeom>
            <a:solidFill>
              <a:srgbClr val="EFF6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7" name="object 587" descr=""/>
          <p:cNvGrpSpPr/>
          <p:nvPr/>
        </p:nvGrpSpPr>
        <p:grpSpPr>
          <a:xfrm>
            <a:off x="8612114" y="8741068"/>
            <a:ext cx="1042669" cy="1327785"/>
            <a:chOff x="8612114" y="8741068"/>
            <a:chExt cx="1042669" cy="1327785"/>
          </a:xfrm>
        </p:grpSpPr>
        <p:sp>
          <p:nvSpPr>
            <p:cNvPr id="588" name="object 588" descr=""/>
            <p:cNvSpPr/>
            <p:nvPr/>
          </p:nvSpPr>
          <p:spPr>
            <a:xfrm>
              <a:off x="8612114" y="8741068"/>
              <a:ext cx="1042669" cy="1322705"/>
            </a:xfrm>
            <a:custGeom>
              <a:avLst/>
              <a:gdLst/>
              <a:ahLst/>
              <a:cxnLst/>
              <a:rect l="l" t="t" r="r" b="b"/>
              <a:pathLst>
                <a:path w="1042670" h="1322704">
                  <a:moveTo>
                    <a:pt x="901323" y="0"/>
                  </a:moveTo>
                  <a:lnTo>
                    <a:pt x="141021" y="0"/>
                  </a:lnTo>
                  <a:lnTo>
                    <a:pt x="194784" y="106806"/>
                  </a:lnTo>
                  <a:lnTo>
                    <a:pt x="221851" y="182296"/>
                  </a:lnTo>
                  <a:lnTo>
                    <a:pt x="230456" y="262371"/>
                  </a:lnTo>
                  <a:lnTo>
                    <a:pt x="228830" y="382930"/>
                  </a:lnTo>
                  <a:lnTo>
                    <a:pt x="191251" y="599706"/>
                  </a:lnTo>
                  <a:lnTo>
                    <a:pt x="112793" y="914952"/>
                  </a:lnTo>
                  <a:lnTo>
                    <a:pt x="35146" y="1199109"/>
                  </a:lnTo>
                  <a:lnTo>
                    <a:pt x="0" y="1322619"/>
                  </a:lnTo>
                  <a:lnTo>
                    <a:pt x="1042355" y="1322619"/>
                  </a:lnTo>
                  <a:lnTo>
                    <a:pt x="912495" y="872628"/>
                  </a:lnTo>
                  <a:lnTo>
                    <a:pt x="845370" y="624746"/>
                  </a:lnTo>
                  <a:lnTo>
                    <a:pt x="819528" y="490879"/>
                  </a:lnTo>
                  <a:lnTo>
                    <a:pt x="813514" y="382930"/>
                  </a:lnTo>
                  <a:lnTo>
                    <a:pt x="824990" y="237166"/>
                  </a:lnTo>
                  <a:lnTo>
                    <a:pt x="855424" y="115081"/>
                  </a:lnTo>
                  <a:lnTo>
                    <a:pt x="886855" y="31189"/>
                  </a:lnTo>
                  <a:lnTo>
                    <a:pt x="901323" y="0"/>
                  </a:lnTo>
                  <a:close/>
                </a:path>
              </a:pathLst>
            </a:custGeom>
            <a:solidFill>
              <a:srgbClr val="D7E2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 descr=""/>
            <p:cNvSpPr/>
            <p:nvPr/>
          </p:nvSpPr>
          <p:spPr>
            <a:xfrm>
              <a:off x="8612111" y="8745784"/>
              <a:ext cx="1042669" cy="1322705"/>
            </a:xfrm>
            <a:custGeom>
              <a:avLst/>
              <a:gdLst/>
              <a:ahLst/>
              <a:cxnLst/>
              <a:rect l="l" t="t" r="r" b="b"/>
              <a:pathLst>
                <a:path w="1042670" h="1322704">
                  <a:moveTo>
                    <a:pt x="819899" y="270129"/>
                  </a:moveTo>
                  <a:lnTo>
                    <a:pt x="222453" y="270129"/>
                  </a:lnTo>
                  <a:lnTo>
                    <a:pt x="224586" y="287553"/>
                  </a:lnTo>
                  <a:lnTo>
                    <a:pt x="226339" y="305257"/>
                  </a:lnTo>
                  <a:lnTo>
                    <a:pt x="227685" y="323215"/>
                  </a:lnTo>
                  <a:lnTo>
                    <a:pt x="228587" y="341388"/>
                  </a:lnTo>
                  <a:lnTo>
                    <a:pt x="813752" y="341388"/>
                  </a:lnTo>
                  <a:lnTo>
                    <a:pt x="814654" y="323215"/>
                  </a:lnTo>
                  <a:lnTo>
                    <a:pt x="816000" y="305257"/>
                  </a:lnTo>
                  <a:lnTo>
                    <a:pt x="817753" y="287553"/>
                  </a:lnTo>
                  <a:lnTo>
                    <a:pt x="819899" y="270129"/>
                  </a:lnTo>
                  <a:close/>
                </a:path>
                <a:path w="1042670" h="1322704">
                  <a:moveTo>
                    <a:pt x="849617" y="133794"/>
                  </a:moveTo>
                  <a:lnTo>
                    <a:pt x="192722" y="133794"/>
                  </a:lnTo>
                  <a:lnTo>
                    <a:pt x="197586" y="150571"/>
                  </a:lnTo>
                  <a:lnTo>
                    <a:pt x="202298" y="168059"/>
                  </a:lnTo>
                  <a:lnTo>
                    <a:pt x="206819" y="186245"/>
                  </a:lnTo>
                  <a:lnTo>
                    <a:pt x="211074" y="205041"/>
                  </a:lnTo>
                  <a:lnTo>
                    <a:pt x="831278" y="205041"/>
                  </a:lnTo>
                  <a:lnTo>
                    <a:pt x="835533" y="186245"/>
                  </a:lnTo>
                  <a:lnTo>
                    <a:pt x="840041" y="168059"/>
                  </a:lnTo>
                  <a:lnTo>
                    <a:pt x="844753" y="150571"/>
                  </a:lnTo>
                  <a:lnTo>
                    <a:pt x="849617" y="133794"/>
                  </a:lnTo>
                  <a:close/>
                </a:path>
                <a:path w="1042670" h="1322704">
                  <a:moveTo>
                    <a:pt x="901319" y="0"/>
                  </a:moveTo>
                  <a:lnTo>
                    <a:pt x="141020" y="0"/>
                  </a:lnTo>
                  <a:lnTo>
                    <a:pt x="148996" y="15544"/>
                  </a:lnTo>
                  <a:lnTo>
                    <a:pt x="154749" y="27876"/>
                  </a:lnTo>
                  <a:lnTo>
                    <a:pt x="161048" y="43459"/>
                  </a:lnTo>
                  <a:lnTo>
                    <a:pt x="170688" y="68707"/>
                  </a:lnTo>
                  <a:lnTo>
                    <a:pt x="871664" y="68707"/>
                  </a:lnTo>
                  <a:lnTo>
                    <a:pt x="883183" y="39839"/>
                  </a:lnTo>
                  <a:lnTo>
                    <a:pt x="892606" y="18237"/>
                  </a:lnTo>
                  <a:lnTo>
                    <a:pt x="901319" y="0"/>
                  </a:lnTo>
                  <a:close/>
                </a:path>
                <a:path w="1042670" h="1322704">
                  <a:moveTo>
                    <a:pt x="1042352" y="1322628"/>
                  </a:moveTo>
                  <a:lnTo>
                    <a:pt x="922718" y="908164"/>
                  </a:lnTo>
                  <a:lnTo>
                    <a:pt x="859167" y="674573"/>
                  </a:lnTo>
                  <a:lnTo>
                    <a:pt x="830414" y="535978"/>
                  </a:lnTo>
                  <a:lnTo>
                    <a:pt x="815149" y="406463"/>
                  </a:lnTo>
                  <a:lnTo>
                    <a:pt x="227190" y="406463"/>
                  </a:lnTo>
                  <a:lnTo>
                    <a:pt x="182905" y="636016"/>
                  </a:lnTo>
                  <a:lnTo>
                    <a:pt x="105791" y="941336"/>
                  </a:lnTo>
                  <a:lnTo>
                    <a:pt x="32562" y="1208278"/>
                  </a:lnTo>
                  <a:lnTo>
                    <a:pt x="0" y="1322628"/>
                  </a:lnTo>
                  <a:lnTo>
                    <a:pt x="1042352" y="1322628"/>
                  </a:lnTo>
                  <a:close/>
                </a:path>
              </a:pathLst>
            </a:custGeom>
            <a:solidFill>
              <a:srgbClr val="7DCDB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0" name="object 590" descr=""/>
          <p:cNvGrpSpPr/>
          <p:nvPr/>
        </p:nvGrpSpPr>
        <p:grpSpPr>
          <a:xfrm>
            <a:off x="8593403" y="7815110"/>
            <a:ext cx="3088640" cy="2302510"/>
            <a:chOff x="8593403" y="7815110"/>
            <a:chExt cx="3088640" cy="2302510"/>
          </a:xfrm>
        </p:grpSpPr>
        <p:sp>
          <p:nvSpPr>
            <p:cNvPr id="591" name="object 591" descr=""/>
            <p:cNvSpPr/>
            <p:nvPr/>
          </p:nvSpPr>
          <p:spPr>
            <a:xfrm>
              <a:off x="11088317" y="7815113"/>
              <a:ext cx="436880" cy="1689735"/>
            </a:xfrm>
            <a:custGeom>
              <a:avLst/>
              <a:gdLst/>
              <a:ahLst/>
              <a:cxnLst/>
              <a:rect l="l" t="t" r="r" b="b"/>
              <a:pathLst>
                <a:path w="436879" h="1689734">
                  <a:moveTo>
                    <a:pt x="359685" y="0"/>
                  </a:moveTo>
                  <a:lnTo>
                    <a:pt x="86426" y="0"/>
                  </a:lnTo>
                  <a:lnTo>
                    <a:pt x="0" y="1390962"/>
                  </a:lnTo>
                  <a:lnTo>
                    <a:pt x="436258" y="1689257"/>
                  </a:lnTo>
                  <a:lnTo>
                    <a:pt x="359685" y="0"/>
                  </a:lnTo>
                  <a:close/>
                </a:path>
              </a:pathLst>
            </a:custGeom>
            <a:solidFill>
              <a:srgbClr val="DDEC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 descr=""/>
            <p:cNvSpPr/>
            <p:nvPr/>
          </p:nvSpPr>
          <p:spPr>
            <a:xfrm>
              <a:off x="11381801" y="7815110"/>
              <a:ext cx="142875" cy="1689735"/>
            </a:xfrm>
            <a:custGeom>
              <a:avLst/>
              <a:gdLst/>
              <a:ahLst/>
              <a:cxnLst/>
              <a:rect l="l" t="t" r="r" b="b"/>
              <a:pathLst>
                <a:path w="142875" h="1689734">
                  <a:moveTo>
                    <a:pt x="66207" y="0"/>
                  </a:moveTo>
                  <a:lnTo>
                    <a:pt x="0" y="0"/>
                  </a:lnTo>
                  <a:lnTo>
                    <a:pt x="0" y="1598464"/>
                  </a:lnTo>
                  <a:lnTo>
                    <a:pt x="142770" y="1689257"/>
                  </a:lnTo>
                  <a:lnTo>
                    <a:pt x="66207" y="0"/>
                  </a:lnTo>
                  <a:close/>
                </a:path>
              </a:pathLst>
            </a:custGeom>
            <a:solidFill>
              <a:srgbClr val="AFD26F">
                <a:alpha val="6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 descr=""/>
            <p:cNvSpPr/>
            <p:nvPr/>
          </p:nvSpPr>
          <p:spPr>
            <a:xfrm>
              <a:off x="11096790" y="8006390"/>
              <a:ext cx="408305" cy="1063625"/>
            </a:xfrm>
            <a:custGeom>
              <a:avLst/>
              <a:gdLst/>
              <a:ahLst/>
              <a:cxnLst/>
              <a:rect l="l" t="t" r="r" b="b"/>
              <a:pathLst>
                <a:path w="408304" h="1063625">
                  <a:moveTo>
                    <a:pt x="367690" y="172199"/>
                  </a:moveTo>
                  <a:lnTo>
                    <a:pt x="359879" y="0"/>
                  </a:lnTo>
                  <a:lnTo>
                    <a:pt x="66078" y="0"/>
                  </a:lnTo>
                  <a:lnTo>
                    <a:pt x="55359" y="172199"/>
                  </a:lnTo>
                  <a:lnTo>
                    <a:pt x="367690" y="172199"/>
                  </a:lnTo>
                  <a:close/>
                </a:path>
                <a:path w="408304" h="1063625">
                  <a:moveTo>
                    <a:pt x="387883" y="617689"/>
                  </a:moveTo>
                  <a:lnTo>
                    <a:pt x="380072" y="445490"/>
                  </a:lnTo>
                  <a:lnTo>
                    <a:pt x="38379" y="445490"/>
                  </a:lnTo>
                  <a:lnTo>
                    <a:pt x="27686" y="617689"/>
                  </a:lnTo>
                  <a:lnTo>
                    <a:pt x="387883" y="617689"/>
                  </a:lnTo>
                  <a:close/>
                </a:path>
                <a:path w="408304" h="1063625">
                  <a:moveTo>
                    <a:pt x="408076" y="1063193"/>
                  </a:moveTo>
                  <a:lnTo>
                    <a:pt x="400265" y="890981"/>
                  </a:lnTo>
                  <a:lnTo>
                    <a:pt x="10706" y="890981"/>
                  </a:lnTo>
                  <a:lnTo>
                    <a:pt x="0" y="1063193"/>
                  </a:lnTo>
                  <a:lnTo>
                    <a:pt x="408076" y="1063193"/>
                  </a:lnTo>
                  <a:close/>
                </a:path>
              </a:pathLst>
            </a:custGeom>
            <a:solidFill>
              <a:srgbClr val="D7E2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 descr=""/>
            <p:cNvSpPr/>
            <p:nvPr/>
          </p:nvSpPr>
          <p:spPr>
            <a:xfrm>
              <a:off x="11381791" y="8006390"/>
              <a:ext cx="123189" cy="1063625"/>
            </a:xfrm>
            <a:custGeom>
              <a:avLst/>
              <a:gdLst/>
              <a:ahLst/>
              <a:cxnLst/>
              <a:rect l="l" t="t" r="r" b="b"/>
              <a:pathLst>
                <a:path w="123190" h="1063625">
                  <a:moveTo>
                    <a:pt x="82677" y="172199"/>
                  </a:moveTo>
                  <a:lnTo>
                    <a:pt x="74879" y="0"/>
                  </a:lnTo>
                  <a:lnTo>
                    <a:pt x="0" y="0"/>
                  </a:lnTo>
                  <a:lnTo>
                    <a:pt x="0" y="172199"/>
                  </a:lnTo>
                  <a:lnTo>
                    <a:pt x="82677" y="172199"/>
                  </a:lnTo>
                  <a:close/>
                </a:path>
                <a:path w="123190" h="1063625">
                  <a:moveTo>
                    <a:pt x="102882" y="617689"/>
                  </a:moveTo>
                  <a:lnTo>
                    <a:pt x="95072" y="445490"/>
                  </a:lnTo>
                  <a:lnTo>
                    <a:pt x="0" y="445490"/>
                  </a:lnTo>
                  <a:lnTo>
                    <a:pt x="0" y="617689"/>
                  </a:lnTo>
                  <a:lnTo>
                    <a:pt x="102882" y="617689"/>
                  </a:lnTo>
                  <a:close/>
                </a:path>
                <a:path w="123190" h="1063625">
                  <a:moveTo>
                    <a:pt x="123063" y="1063180"/>
                  </a:moveTo>
                  <a:lnTo>
                    <a:pt x="115265" y="890981"/>
                  </a:lnTo>
                  <a:lnTo>
                    <a:pt x="0" y="890981"/>
                  </a:lnTo>
                  <a:lnTo>
                    <a:pt x="0" y="1061402"/>
                  </a:lnTo>
                  <a:lnTo>
                    <a:pt x="123063" y="1063180"/>
                  </a:lnTo>
                  <a:close/>
                </a:path>
              </a:pathLst>
            </a:custGeom>
            <a:solidFill>
              <a:srgbClr val="CCD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 descr=""/>
            <p:cNvSpPr/>
            <p:nvPr/>
          </p:nvSpPr>
          <p:spPr>
            <a:xfrm>
              <a:off x="10059939" y="8978641"/>
              <a:ext cx="1621790" cy="1139190"/>
            </a:xfrm>
            <a:custGeom>
              <a:avLst/>
              <a:gdLst/>
              <a:ahLst/>
              <a:cxnLst/>
              <a:rect l="l" t="t" r="r" b="b"/>
              <a:pathLst>
                <a:path w="1621790" h="1139190">
                  <a:moveTo>
                    <a:pt x="0" y="0"/>
                  </a:moveTo>
                  <a:lnTo>
                    <a:pt x="0" y="1138928"/>
                  </a:lnTo>
                  <a:lnTo>
                    <a:pt x="1617018" y="1128080"/>
                  </a:lnTo>
                  <a:lnTo>
                    <a:pt x="1621751" y="600201"/>
                  </a:lnTo>
                  <a:lnTo>
                    <a:pt x="1505835" y="411680"/>
                  </a:lnTo>
                  <a:lnTo>
                    <a:pt x="1407529" y="301933"/>
                  </a:lnTo>
                  <a:lnTo>
                    <a:pt x="1273131" y="228742"/>
                  </a:lnTo>
                  <a:lnTo>
                    <a:pt x="1048941" y="149890"/>
                  </a:lnTo>
                  <a:lnTo>
                    <a:pt x="695524" y="63235"/>
                  </a:lnTo>
                  <a:lnTo>
                    <a:pt x="356008" y="18736"/>
                  </a:lnTo>
                  <a:lnTo>
                    <a:pt x="100723" y="2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E2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 descr=""/>
            <p:cNvSpPr/>
            <p:nvPr/>
          </p:nvSpPr>
          <p:spPr>
            <a:xfrm>
              <a:off x="9250705" y="9336601"/>
              <a:ext cx="809625" cy="781050"/>
            </a:xfrm>
            <a:custGeom>
              <a:avLst/>
              <a:gdLst/>
              <a:ahLst/>
              <a:cxnLst/>
              <a:rect l="l" t="t" r="r" b="b"/>
              <a:pathLst>
                <a:path w="809625" h="781050">
                  <a:moveTo>
                    <a:pt x="809218" y="0"/>
                  </a:moveTo>
                  <a:lnTo>
                    <a:pt x="453847" y="0"/>
                  </a:lnTo>
                  <a:lnTo>
                    <a:pt x="453847" y="564032"/>
                  </a:lnTo>
                  <a:lnTo>
                    <a:pt x="0" y="564032"/>
                  </a:lnTo>
                  <a:lnTo>
                    <a:pt x="0" y="780973"/>
                  </a:lnTo>
                  <a:lnTo>
                    <a:pt x="453847" y="780973"/>
                  </a:lnTo>
                  <a:lnTo>
                    <a:pt x="809218" y="780986"/>
                  </a:lnTo>
                  <a:lnTo>
                    <a:pt x="809218" y="0"/>
                  </a:lnTo>
                  <a:close/>
                </a:path>
              </a:pathLst>
            </a:custGeom>
            <a:solidFill>
              <a:srgbClr val="CEDB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 descr=""/>
            <p:cNvSpPr/>
            <p:nvPr/>
          </p:nvSpPr>
          <p:spPr>
            <a:xfrm>
              <a:off x="8593392" y="9202819"/>
              <a:ext cx="657860" cy="915035"/>
            </a:xfrm>
            <a:custGeom>
              <a:avLst/>
              <a:gdLst/>
              <a:ahLst/>
              <a:cxnLst/>
              <a:rect l="l" t="t" r="r" b="b"/>
              <a:pathLst>
                <a:path w="657859" h="915034">
                  <a:moveTo>
                    <a:pt x="657301" y="408571"/>
                  </a:moveTo>
                  <a:lnTo>
                    <a:pt x="0" y="408571"/>
                  </a:lnTo>
                  <a:lnTo>
                    <a:pt x="0" y="914768"/>
                  </a:lnTo>
                  <a:lnTo>
                    <a:pt x="657301" y="914768"/>
                  </a:lnTo>
                  <a:lnTo>
                    <a:pt x="657301" y="408571"/>
                  </a:lnTo>
                  <a:close/>
                </a:path>
                <a:path w="657859" h="915034">
                  <a:moveTo>
                    <a:pt x="657313" y="0"/>
                  </a:moveTo>
                  <a:lnTo>
                    <a:pt x="537743" y="2095"/>
                  </a:lnTo>
                  <a:lnTo>
                    <a:pt x="455447" y="16725"/>
                  </a:lnTo>
                  <a:lnTo>
                    <a:pt x="372249" y="56438"/>
                  </a:lnTo>
                  <a:lnTo>
                    <a:pt x="249961" y="133781"/>
                  </a:lnTo>
                  <a:lnTo>
                    <a:pt x="138226" y="223901"/>
                  </a:lnTo>
                  <a:lnTo>
                    <a:pt x="60375" y="313105"/>
                  </a:lnTo>
                  <a:lnTo>
                    <a:pt x="14833" y="381355"/>
                  </a:lnTo>
                  <a:lnTo>
                    <a:pt x="12" y="408559"/>
                  </a:lnTo>
                  <a:lnTo>
                    <a:pt x="657313" y="408559"/>
                  </a:lnTo>
                  <a:lnTo>
                    <a:pt x="657313" y="0"/>
                  </a:lnTo>
                  <a:close/>
                </a:path>
              </a:pathLst>
            </a:custGeom>
            <a:solidFill>
              <a:srgbClr val="D7E2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 descr=""/>
            <p:cNvSpPr/>
            <p:nvPr/>
          </p:nvSpPr>
          <p:spPr>
            <a:xfrm>
              <a:off x="8593392" y="9578841"/>
              <a:ext cx="3088640" cy="539115"/>
            </a:xfrm>
            <a:custGeom>
              <a:avLst/>
              <a:gdLst/>
              <a:ahLst/>
              <a:cxnLst/>
              <a:rect l="l" t="t" r="r" b="b"/>
              <a:pathLst>
                <a:path w="3088640" h="539115">
                  <a:moveTo>
                    <a:pt x="388835" y="243306"/>
                  </a:moveTo>
                  <a:lnTo>
                    <a:pt x="115138" y="243306"/>
                  </a:lnTo>
                  <a:lnTo>
                    <a:pt x="115138" y="538734"/>
                  </a:lnTo>
                  <a:lnTo>
                    <a:pt x="388835" y="538734"/>
                  </a:lnTo>
                  <a:lnTo>
                    <a:pt x="388835" y="243306"/>
                  </a:lnTo>
                  <a:close/>
                </a:path>
                <a:path w="3088640" h="539115">
                  <a:moveTo>
                    <a:pt x="658190" y="33464"/>
                  </a:moveTo>
                  <a:lnTo>
                    <a:pt x="0" y="33464"/>
                  </a:lnTo>
                  <a:lnTo>
                    <a:pt x="0" y="66014"/>
                  </a:lnTo>
                  <a:lnTo>
                    <a:pt x="658190" y="66014"/>
                  </a:lnTo>
                  <a:lnTo>
                    <a:pt x="658190" y="33464"/>
                  </a:lnTo>
                  <a:close/>
                </a:path>
                <a:path w="3088640" h="539115">
                  <a:moveTo>
                    <a:pt x="3088284" y="0"/>
                  </a:moveTo>
                  <a:lnTo>
                    <a:pt x="1467269" y="0"/>
                  </a:lnTo>
                  <a:lnTo>
                    <a:pt x="1467269" y="32550"/>
                  </a:lnTo>
                  <a:lnTo>
                    <a:pt x="3088284" y="32550"/>
                  </a:lnTo>
                  <a:lnTo>
                    <a:pt x="3088284" y="0"/>
                  </a:lnTo>
                  <a:close/>
                </a:path>
              </a:pathLst>
            </a:custGeom>
            <a:solidFill>
              <a:srgbClr val="7DC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 descr=""/>
            <p:cNvSpPr/>
            <p:nvPr/>
          </p:nvSpPr>
          <p:spPr>
            <a:xfrm>
              <a:off x="10151219" y="9673904"/>
              <a:ext cx="305435" cy="96520"/>
            </a:xfrm>
            <a:custGeom>
              <a:avLst/>
              <a:gdLst/>
              <a:ahLst/>
              <a:cxnLst/>
              <a:rect l="l" t="t" r="r" b="b"/>
              <a:pathLst>
                <a:path w="305434" h="96520">
                  <a:moveTo>
                    <a:pt x="304849" y="0"/>
                  </a:moveTo>
                  <a:lnTo>
                    <a:pt x="0" y="0"/>
                  </a:lnTo>
                  <a:lnTo>
                    <a:pt x="0" y="96018"/>
                  </a:lnTo>
                  <a:lnTo>
                    <a:pt x="304849" y="96018"/>
                  </a:lnTo>
                  <a:lnTo>
                    <a:pt x="304849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 descr=""/>
            <p:cNvSpPr/>
            <p:nvPr/>
          </p:nvSpPr>
          <p:spPr>
            <a:xfrm>
              <a:off x="10149726" y="9674358"/>
              <a:ext cx="305435" cy="95250"/>
            </a:xfrm>
            <a:custGeom>
              <a:avLst/>
              <a:gdLst/>
              <a:ahLst/>
              <a:cxnLst/>
              <a:rect l="l" t="t" r="r" b="b"/>
              <a:pathLst>
                <a:path w="305434" h="95250">
                  <a:moveTo>
                    <a:pt x="304863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95250"/>
                  </a:lnTo>
                  <a:lnTo>
                    <a:pt x="24422" y="95250"/>
                  </a:lnTo>
                  <a:lnTo>
                    <a:pt x="24422" y="25400"/>
                  </a:lnTo>
                  <a:lnTo>
                    <a:pt x="304863" y="25400"/>
                  </a:lnTo>
                  <a:lnTo>
                    <a:pt x="304863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 descr=""/>
            <p:cNvSpPr/>
            <p:nvPr/>
          </p:nvSpPr>
          <p:spPr>
            <a:xfrm>
              <a:off x="10540642" y="9673904"/>
              <a:ext cx="305435" cy="96520"/>
            </a:xfrm>
            <a:custGeom>
              <a:avLst/>
              <a:gdLst/>
              <a:ahLst/>
              <a:cxnLst/>
              <a:rect l="l" t="t" r="r" b="b"/>
              <a:pathLst>
                <a:path w="305434" h="96520">
                  <a:moveTo>
                    <a:pt x="304849" y="0"/>
                  </a:moveTo>
                  <a:lnTo>
                    <a:pt x="0" y="0"/>
                  </a:lnTo>
                  <a:lnTo>
                    <a:pt x="0" y="96018"/>
                  </a:lnTo>
                  <a:lnTo>
                    <a:pt x="304849" y="96018"/>
                  </a:lnTo>
                  <a:lnTo>
                    <a:pt x="304849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 descr=""/>
            <p:cNvSpPr/>
            <p:nvPr/>
          </p:nvSpPr>
          <p:spPr>
            <a:xfrm>
              <a:off x="10539159" y="9674358"/>
              <a:ext cx="305435" cy="95250"/>
            </a:xfrm>
            <a:custGeom>
              <a:avLst/>
              <a:gdLst/>
              <a:ahLst/>
              <a:cxnLst/>
              <a:rect l="l" t="t" r="r" b="b"/>
              <a:pathLst>
                <a:path w="305434" h="95250">
                  <a:moveTo>
                    <a:pt x="30485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95250"/>
                  </a:lnTo>
                  <a:lnTo>
                    <a:pt x="24409" y="95250"/>
                  </a:lnTo>
                  <a:lnTo>
                    <a:pt x="24409" y="25400"/>
                  </a:lnTo>
                  <a:lnTo>
                    <a:pt x="304850" y="25400"/>
                  </a:lnTo>
                  <a:lnTo>
                    <a:pt x="30485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 descr=""/>
            <p:cNvSpPr/>
            <p:nvPr/>
          </p:nvSpPr>
          <p:spPr>
            <a:xfrm>
              <a:off x="10928808" y="9673904"/>
              <a:ext cx="305435" cy="96520"/>
            </a:xfrm>
            <a:custGeom>
              <a:avLst/>
              <a:gdLst/>
              <a:ahLst/>
              <a:cxnLst/>
              <a:rect l="l" t="t" r="r" b="b"/>
              <a:pathLst>
                <a:path w="305434" h="96520">
                  <a:moveTo>
                    <a:pt x="304849" y="0"/>
                  </a:moveTo>
                  <a:lnTo>
                    <a:pt x="0" y="0"/>
                  </a:lnTo>
                  <a:lnTo>
                    <a:pt x="0" y="96018"/>
                  </a:lnTo>
                  <a:lnTo>
                    <a:pt x="304849" y="96018"/>
                  </a:lnTo>
                  <a:lnTo>
                    <a:pt x="304849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 descr=""/>
            <p:cNvSpPr/>
            <p:nvPr/>
          </p:nvSpPr>
          <p:spPr>
            <a:xfrm>
              <a:off x="10927321" y="9674358"/>
              <a:ext cx="305435" cy="95250"/>
            </a:xfrm>
            <a:custGeom>
              <a:avLst/>
              <a:gdLst/>
              <a:ahLst/>
              <a:cxnLst/>
              <a:rect l="l" t="t" r="r" b="b"/>
              <a:pathLst>
                <a:path w="305434" h="95250">
                  <a:moveTo>
                    <a:pt x="30485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95250"/>
                  </a:lnTo>
                  <a:lnTo>
                    <a:pt x="24409" y="95250"/>
                  </a:lnTo>
                  <a:lnTo>
                    <a:pt x="24409" y="25400"/>
                  </a:lnTo>
                  <a:lnTo>
                    <a:pt x="304850" y="25400"/>
                  </a:lnTo>
                  <a:lnTo>
                    <a:pt x="30485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 descr=""/>
            <p:cNvSpPr/>
            <p:nvPr/>
          </p:nvSpPr>
          <p:spPr>
            <a:xfrm>
              <a:off x="11333571" y="9673904"/>
              <a:ext cx="305435" cy="96520"/>
            </a:xfrm>
            <a:custGeom>
              <a:avLst/>
              <a:gdLst/>
              <a:ahLst/>
              <a:cxnLst/>
              <a:rect l="l" t="t" r="r" b="b"/>
              <a:pathLst>
                <a:path w="305434" h="96520">
                  <a:moveTo>
                    <a:pt x="304859" y="0"/>
                  </a:moveTo>
                  <a:lnTo>
                    <a:pt x="0" y="0"/>
                  </a:lnTo>
                  <a:lnTo>
                    <a:pt x="0" y="96018"/>
                  </a:lnTo>
                  <a:lnTo>
                    <a:pt x="304859" y="96018"/>
                  </a:lnTo>
                  <a:lnTo>
                    <a:pt x="304859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 descr=""/>
            <p:cNvSpPr/>
            <p:nvPr/>
          </p:nvSpPr>
          <p:spPr>
            <a:xfrm>
              <a:off x="11332083" y="9674358"/>
              <a:ext cx="305435" cy="95250"/>
            </a:xfrm>
            <a:custGeom>
              <a:avLst/>
              <a:gdLst/>
              <a:ahLst/>
              <a:cxnLst/>
              <a:rect l="l" t="t" r="r" b="b"/>
              <a:pathLst>
                <a:path w="305434" h="95250">
                  <a:moveTo>
                    <a:pt x="304863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95250"/>
                  </a:lnTo>
                  <a:lnTo>
                    <a:pt x="24422" y="95250"/>
                  </a:lnTo>
                  <a:lnTo>
                    <a:pt x="24422" y="25400"/>
                  </a:lnTo>
                  <a:lnTo>
                    <a:pt x="304863" y="25400"/>
                  </a:lnTo>
                  <a:lnTo>
                    <a:pt x="304863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 descr=""/>
            <p:cNvSpPr/>
            <p:nvPr/>
          </p:nvSpPr>
          <p:spPr>
            <a:xfrm>
              <a:off x="9753598" y="9387651"/>
              <a:ext cx="88265" cy="160655"/>
            </a:xfrm>
            <a:custGeom>
              <a:avLst/>
              <a:gdLst/>
              <a:ahLst/>
              <a:cxnLst/>
              <a:rect l="l" t="t" r="r" b="b"/>
              <a:pathLst>
                <a:path w="88265" h="160654">
                  <a:moveTo>
                    <a:pt x="87976" y="0"/>
                  </a:moveTo>
                  <a:lnTo>
                    <a:pt x="0" y="0"/>
                  </a:lnTo>
                  <a:lnTo>
                    <a:pt x="0" y="160455"/>
                  </a:lnTo>
                  <a:lnTo>
                    <a:pt x="87976" y="160455"/>
                  </a:lnTo>
                  <a:lnTo>
                    <a:pt x="8797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 descr=""/>
            <p:cNvSpPr/>
            <p:nvPr/>
          </p:nvSpPr>
          <p:spPr>
            <a:xfrm>
              <a:off x="9753600" y="9388061"/>
              <a:ext cx="88265" cy="160020"/>
            </a:xfrm>
            <a:custGeom>
              <a:avLst/>
              <a:gdLst/>
              <a:ahLst/>
              <a:cxnLst/>
              <a:rect l="l" t="t" r="r" b="b"/>
              <a:pathLst>
                <a:path w="88265" h="160020">
                  <a:moveTo>
                    <a:pt x="8797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60020"/>
                  </a:lnTo>
                  <a:lnTo>
                    <a:pt x="16916" y="160020"/>
                  </a:lnTo>
                  <a:lnTo>
                    <a:pt x="16916" y="21590"/>
                  </a:lnTo>
                  <a:lnTo>
                    <a:pt x="87972" y="21590"/>
                  </a:lnTo>
                  <a:lnTo>
                    <a:pt x="8797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 descr=""/>
            <p:cNvSpPr/>
            <p:nvPr/>
          </p:nvSpPr>
          <p:spPr>
            <a:xfrm>
              <a:off x="9919781" y="9387651"/>
              <a:ext cx="88265" cy="160655"/>
            </a:xfrm>
            <a:custGeom>
              <a:avLst/>
              <a:gdLst/>
              <a:ahLst/>
              <a:cxnLst/>
              <a:rect l="l" t="t" r="r" b="b"/>
              <a:pathLst>
                <a:path w="88265" h="160654">
                  <a:moveTo>
                    <a:pt x="87976" y="0"/>
                  </a:moveTo>
                  <a:lnTo>
                    <a:pt x="0" y="0"/>
                  </a:lnTo>
                  <a:lnTo>
                    <a:pt x="0" y="160455"/>
                  </a:lnTo>
                  <a:lnTo>
                    <a:pt x="87976" y="160455"/>
                  </a:lnTo>
                  <a:lnTo>
                    <a:pt x="8797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 descr=""/>
            <p:cNvSpPr/>
            <p:nvPr/>
          </p:nvSpPr>
          <p:spPr>
            <a:xfrm>
              <a:off x="9919780" y="9388061"/>
              <a:ext cx="88265" cy="160020"/>
            </a:xfrm>
            <a:custGeom>
              <a:avLst/>
              <a:gdLst/>
              <a:ahLst/>
              <a:cxnLst/>
              <a:rect l="l" t="t" r="r" b="b"/>
              <a:pathLst>
                <a:path w="88265" h="160020">
                  <a:moveTo>
                    <a:pt x="8797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60020"/>
                  </a:lnTo>
                  <a:lnTo>
                    <a:pt x="16916" y="160020"/>
                  </a:lnTo>
                  <a:lnTo>
                    <a:pt x="16916" y="21590"/>
                  </a:lnTo>
                  <a:lnTo>
                    <a:pt x="87972" y="21590"/>
                  </a:lnTo>
                  <a:lnTo>
                    <a:pt x="8797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 descr=""/>
            <p:cNvSpPr/>
            <p:nvPr/>
          </p:nvSpPr>
          <p:spPr>
            <a:xfrm>
              <a:off x="9755179" y="9612314"/>
              <a:ext cx="88265" cy="160655"/>
            </a:xfrm>
            <a:custGeom>
              <a:avLst/>
              <a:gdLst/>
              <a:ahLst/>
              <a:cxnLst/>
              <a:rect l="l" t="t" r="r" b="b"/>
              <a:pathLst>
                <a:path w="88265" h="160654">
                  <a:moveTo>
                    <a:pt x="87976" y="0"/>
                  </a:moveTo>
                  <a:lnTo>
                    <a:pt x="0" y="0"/>
                  </a:lnTo>
                  <a:lnTo>
                    <a:pt x="0" y="160455"/>
                  </a:lnTo>
                  <a:lnTo>
                    <a:pt x="87976" y="160455"/>
                  </a:lnTo>
                  <a:lnTo>
                    <a:pt x="8797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 descr=""/>
            <p:cNvSpPr/>
            <p:nvPr/>
          </p:nvSpPr>
          <p:spPr>
            <a:xfrm>
              <a:off x="9755175" y="9612712"/>
              <a:ext cx="88265" cy="160020"/>
            </a:xfrm>
            <a:custGeom>
              <a:avLst/>
              <a:gdLst/>
              <a:ahLst/>
              <a:cxnLst/>
              <a:rect l="l" t="t" r="r" b="b"/>
              <a:pathLst>
                <a:path w="88265" h="160020">
                  <a:moveTo>
                    <a:pt x="8797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60020"/>
                  </a:lnTo>
                  <a:lnTo>
                    <a:pt x="16916" y="160020"/>
                  </a:lnTo>
                  <a:lnTo>
                    <a:pt x="16916" y="21590"/>
                  </a:lnTo>
                  <a:lnTo>
                    <a:pt x="87972" y="21590"/>
                  </a:lnTo>
                  <a:lnTo>
                    <a:pt x="8797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 descr=""/>
            <p:cNvSpPr/>
            <p:nvPr/>
          </p:nvSpPr>
          <p:spPr>
            <a:xfrm>
              <a:off x="9921352" y="9612314"/>
              <a:ext cx="88265" cy="160655"/>
            </a:xfrm>
            <a:custGeom>
              <a:avLst/>
              <a:gdLst/>
              <a:ahLst/>
              <a:cxnLst/>
              <a:rect l="l" t="t" r="r" b="b"/>
              <a:pathLst>
                <a:path w="88265" h="160654">
                  <a:moveTo>
                    <a:pt x="87976" y="0"/>
                  </a:moveTo>
                  <a:lnTo>
                    <a:pt x="0" y="0"/>
                  </a:lnTo>
                  <a:lnTo>
                    <a:pt x="0" y="160455"/>
                  </a:lnTo>
                  <a:lnTo>
                    <a:pt x="87976" y="160455"/>
                  </a:lnTo>
                  <a:lnTo>
                    <a:pt x="8797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 descr=""/>
            <p:cNvSpPr/>
            <p:nvPr/>
          </p:nvSpPr>
          <p:spPr>
            <a:xfrm>
              <a:off x="9921354" y="9612712"/>
              <a:ext cx="88265" cy="160020"/>
            </a:xfrm>
            <a:custGeom>
              <a:avLst/>
              <a:gdLst/>
              <a:ahLst/>
              <a:cxnLst/>
              <a:rect l="l" t="t" r="r" b="b"/>
              <a:pathLst>
                <a:path w="88265" h="160020">
                  <a:moveTo>
                    <a:pt x="8797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60020"/>
                  </a:lnTo>
                  <a:lnTo>
                    <a:pt x="16916" y="160020"/>
                  </a:lnTo>
                  <a:lnTo>
                    <a:pt x="16916" y="21590"/>
                  </a:lnTo>
                  <a:lnTo>
                    <a:pt x="87972" y="21590"/>
                  </a:lnTo>
                  <a:lnTo>
                    <a:pt x="8797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 descr=""/>
            <p:cNvSpPr/>
            <p:nvPr/>
          </p:nvSpPr>
          <p:spPr>
            <a:xfrm>
              <a:off x="9755179" y="9836967"/>
              <a:ext cx="88265" cy="160655"/>
            </a:xfrm>
            <a:custGeom>
              <a:avLst/>
              <a:gdLst/>
              <a:ahLst/>
              <a:cxnLst/>
              <a:rect l="l" t="t" r="r" b="b"/>
              <a:pathLst>
                <a:path w="88265" h="160654">
                  <a:moveTo>
                    <a:pt x="87976" y="0"/>
                  </a:moveTo>
                  <a:lnTo>
                    <a:pt x="0" y="0"/>
                  </a:lnTo>
                  <a:lnTo>
                    <a:pt x="0" y="160455"/>
                  </a:lnTo>
                  <a:lnTo>
                    <a:pt x="87976" y="160455"/>
                  </a:lnTo>
                  <a:lnTo>
                    <a:pt x="8797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 descr=""/>
            <p:cNvSpPr/>
            <p:nvPr/>
          </p:nvSpPr>
          <p:spPr>
            <a:xfrm>
              <a:off x="9755175" y="9837375"/>
              <a:ext cx="88265" cy="160020"/>
            </a:xfrm>
            <a:custGeom>
              <a:avLst/>
              <a:gdLst/>
              <a:ahLst/>
              <a:cxnLst/>
              <a:rect l="l" t="t" r="r" b="b"/>
              <a:pathLst>
                <a:path w="88265" h="160020">
                  <a:moveTo>
                    <a:pt x="8797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60020"/>
                  </a:lnTo>
                  <a:lnTo>
                    <a:pt x="16916" y="160020"/>
                  </a:lnTo>
                  <a:lnTo>
                    <a:pt x="16916" y="21590"/>
                  </a:lnTo>
                  <a:lnTo>
                    <a:pt x="87972" y="21590"/>
                  </a:lnTo>
                  <a:lnTo>
                    <a:pt x="8797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 descr=""/>
            <p:cNvSpPr/>
            <p:nvPr/>
          </p:nvSpPr>
          <p:spPr>
            <a:xfrm>
              <a:off x="9921352" y="9836967"/>
              <a:ext cx="88265" cy="160655"/>
            </a:xfrm>
            <a:custGeom>
              <a:avLst/>
              <a:gdLst/>
              <a:ahLst/>
              <a:cxnLst/>
              <a:rect l="l" t="t" r="r" b="b"/>
              <a:pathLst>
                <a:path w="88265" h="160654">
                  <a:moveTo>
                    <a:pt x="87976" y="0"/>
                  </a:moveTo>
                  <a:lnTo>
                    <a:pt x="0" y="0"/>
                  </a:lnTo>
                  <a:lnTo>
                    <a:pt x="0" y="160455"/>
                  </a:lnTo>
                  <a:lnTo>
                    <a:pt x="87976" y="160455"/>
                  </a:lnTo>
                  <a:lnTo>
                    <a:pt x="87976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 descr=""/>
            <p:cNvSpPr/>
            <p:nvPr/>
          </p:nvSpPr>
          <p:spPr>
            <a:xfrm>
              <a:off x="9921354" y="9837375"/>
              <a:ext cx="88265" cy="160020"/>
            </a:xfrm>
            <a:custGeom>
              <a:avLst/>
              <a:gdLst/>
              <a:ahLst/>
              <a:cxnLst/>
              <a:rect l="l" t="t" r="r" b="b"/>
              <a:pathLst>
                <a:path w="88265" h="160020">
                  <a:moveTo>
                    <a:pt x="8797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60020"/>
                  </a:lnTo>
                  <a:lnTo>
                    <a:pt x="16916" y="160020"/>
                  </a:lnTo>
                  <a:lnTo>
                    <a:pt x="16916" y="21590"/>
                  </a:lnTo>
                  <a:lnTo>
                    <a:pt x="87972" y="21590"/>
                  </a:lnTo>
                  <a:lnTo>
                    <a:pt x="8797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9" name="object 619" descr=""/>
          <p:cNvSpPr/>
          <p:nvPr/>
        </p:nvSpPr>
        <p:spPr>
          <a:xfrm>
            <a:off x="11254254" y="7115854"/>
            <a:ext cx="2144395" cy="615315"/>
          </a:xfrm>
          <a:custGeom>
            <a:avLst/>
            <a:gdLst/>
            <a:ahLst/>
            <a:cxnLst/>
            <a:rect l="l" t="t" r="r" b="b"/>
            <a:pathLst>
              <a:path w="2144394" h="615315">
                <a:moveTo>
                  <a:pt x="1806070" y="0"/>
                </a:moveTo>
                <a:lnTo>
                  <a:pt x="1758634" y="565"/>
                </a:lnTo>
                <a:lnTo>
                  <a:pt x="1711143" y="5117"/>
                </a:lnTo>
                <a:lnTo>
                  <a:pt x="1663764" y="13137"/>
                </a:lnTo>
                <a:lnTo>
                  <a:pt x="1616663" y="24103"/>
                </a:lnTo>
                <a:lnTo>
                  <a:pt x="1570006" y="37495"/>
                </a:lnTo>
                <a:lnTo>
                  <a:pt x="1523960" y="52795"/>
                </a:lnTo>
                <a:lnTo>
                  <a:pt x="1478690" y="69482"/>
                </a:lnTo>
                <a:lnTo>
                  <a:pt x="1433922" y="87071"/>
                </a:lnTo>
                <a:lnTo>
                  <a:pt x="1344423" y="123050"/>
                </a:lnTo>
                <a:lnTo>
                  <a:pt x="1299480" y="140437"/>
                </a:lnTo>
                <a:lnTo>
                  <a:pt x="1254269" y="156752"/>
                </a:lnTo>
                <a:lnTo>
                  <a:pt x="1208683" y="171494"/>
                </a:lnTo>
                <a:lnTo>
                  <a:pt x="1162618" y="184161"/>
                </a:lnTo>
                <a:lnTo>
                  <a:pt x="1115968" y="194249"/>
                </a:lnTo>
                <a:lnTo>
                  <a:pt x="1068629" y="201258"/>
                </a:lnTo>
                <a:lnTo>
                  <a:pt x="1020085" y="204858"/>
                </a:lnTo>
                <a:lnTo>
                  <a:pt x="971312" y="205271"/>
                </a:lnTo>
                <a:lnTo>
                  <a:pt x="922366" y="203052"/>
                </a:lnTo>
                <a:lnTo>
                  <a:pt x="873304" y="198757"/>
                </a:lnTo>
                <a:lnTo>
                  <a:pt x="824181" y="192944"/>
                </a:lnTo>
                <a:lnTo>
                  <a:pt x="775055" y="186168"/>
                </a:lnTo>
                <a:lnTo>
                  <a:pt x="677018" y="171952"/>
                </a:lnTo>
                <a:lnTo>
                  <a:pt x="628219" y="165624"/>
                </a:lnTo>
                <a:lnTo>
                  <a:pt x="579642" y="160559"/>
                </a:lnTo>
                <a:lnTo>
                  <a:pt x="531343" y="157313"/>
                </a:lnTo>
                <a:lnTo>
                  <a:pt x="483379" y="156441"/>
                </a:lnTo>
                <a:lnTo>
                  <a:pt x="435805" y="158500"/>
                </a:lnTo>
                <a:lnTo>
                  <a:pt x="388679" y="164046"/>
                </a:lnTo>
                <a:lnTo>
                  <a:pt x="342056" y="173635"/>
                </a:lnTo>
                <a:lnTo>
                  <a:pt x="295993" y="187824"/>
                </a:lnTo>
                <a:lnTo>
                  <a:pt x="256125" y="205069"/>
                </a:lnTo>
                <a:lnTo>
                  <a:pt x="217102" y="227256"/>
                </a:lnTo>
                <a:lnTo>
                  <a:pt x="179505" y="253898"/>
                </a:lnTo>
                <a:lnTo>
                  <a:pt x="143918" y="284503"/>
                </a:lnTo>
                <a:lnTo>
                  <a:pt x="110923" y="318582"/>
                </a:lnTo>
                <a:lnTo>
                  <a:pt x="81102" y="355645"/>
                </a:lnTo>
                <a:lnTo>
                  <a:pt x="55037" y="395203"/>
                </a:lnTo>
                <a:lnTo>
                  <a:pt x="33313" y="436765"/>
                </a:lnTo>
                <a:lnTo>
                  <a:pt x="16510" y="479843"/>
                </a:lnTo>
                <a:lnTo>
                  <a:pt x="5211" y="523945"/>
                </a:lnTo>
                <a:lnTo>
                  <a:pt x="0" y="568583"/>
                </a:lnTo>
                <a:lnTo>
                  <a:pt x="1457" y="613267"/>
                </a:lnTo>
                <a:lnTo>
                  <a:pt x="5007" y="615298"/>
                </a:lnTo>
                <a:lnTo>
                  <a:pt x="8588" y="615319"/>
                </a:lnTo>
                <a:lnTo>
                  <a:pt x="12169" y="613350"/>
                </a:lnTo>
                <a:lnTo>
                  <a:pt x="24358" y="569625"/>
                </a:lnTo>
                <a:lnTo>
                  <a:pt x="41784" y="529041"/>
                </a:lnTo>
                <a:lnTo>
                  <a:pt x="65101" y="492238"/>
                </a:lnTo>
                <a:lnTo>
                  <a:pt x="94961" y="459854"/>
                </a:lnTo>
                <a:lnTo>
                  <a:pt x="132019" y="432529"/>
                </a:lnTo>
                <a:lnTo>
                  <a:pt x="173944" y="411221"/>
                </a:lnTo>
                <a:lnTo>
                  <a:pt x="218114" y="395425"/>
                </a:lnTo>
                <a:lnTo>
                  <a:pt x="263956" y="384077"/>
                </a:lnTo>
                <a:lnTo>
                  <a:pt x="310896" y="376113"/>
                </a:lnTo>
                <a:lnTo>
                  <a:pt x="358362" y="370469"/>
                </a:lnTo>
                <a:lnTo>
                  <a:pt x="405780" y="366080"/>
                </a:lnTo>
                <a:lnTo>
                  <a:pt x="456225" y="361756"/>
                </a:lnTo>
                <a:lnTo>
                  <a:pt x="506872" y="357709"/>
                </a:lnTo>
                <a:lnTo>
                  <a:pt x="557649" y="354184"/>
                </a:lnTo>
                <a:lnTo>
                  <a:pt x="608480" y="351427"/>
                </a:lnTo>
                <a:lnTo>
                  <a:pt x="659292" y="349681"/>
                </a:lnTo>
                <a:lnTo>
                  <a:pt x="710010" y="349192"/>
                </a:lnTo>
                <a:lnTo>
                  <a:pt x="760560" y="350206"/>
                </a:lnTo>
                <a:lnTo>
                  <a:pt x="810868" y="352967"/>
                </a:lnTo>
                <a:lnTo>
                  <a:pt x="860860" y="357720"/>
                </a:lnTo>
                <a:lnTo>
                  <a:pt x="910461" y="364710"/>
                </a:lnTo>
                <a:lnTo>
                  <a:pt x="959597" y="374183"/>
                </a:lnTo>
                <a:lnTo>
                  <a:pt x="1008195" y="386383"/>
                </a:lnTo>
                <a:lnTo>
                  <a:pt x="1056179" y="401556"/>
                </a:lnTo>
                <a:lnTo>
                  <a:pt x="1103094" y="419595"/>
                </a:lnTo>
                <a:lnTo>
                  <a:pt x="1149149" y="439750"/>
                </a:lnTo>
                <a:lnTo>
                  <a:pt x="1194722" y="461105"/>
                </a:lnTo>
                <a:lnTo>
                  <a:pt x="1240188" y="482744"/>
                </a:lnTo>
                <a:lnTo>
                  <a:pt x="1285924" y="503750"/>
                </a:lnTo>
                <a:lnTo>
                  <a:pt x="1332307" y="523207"/>
                </a:lnTo>
                <a:lnTo>
                  <a:pt x="1380242" y="540523"/>
                </a:lnTo>
                <a:lnTo>
                  <a:pt x="1429041" y="555216"/>
                </a:lnTo>
                <a:lnTo>
                  <a:pt x="1478561" y="567268"/>
                </a:lnTo>
                <a:lnTo>
                  <a:pt x="1528655" y="576659"/>
                </a:lnTo>
                <a:lnTo>
                  <a:pt x="1579179" y="583369"/>
                </a:lnTo>
                <a:lnTo>
                  <a:pt x="1629987" y="587379"/>
                </a:lnTo>
                <a:lnTo>
                  <a:pt x="1680935" y="588670"/>
                </a:lnTo>
                <a:lnTo>
                  <a:pt x="1731878" y="587222"/>
                </a:lnTo>
                <a:lnTo>
                  <a:pt x="1782670" y="583016"/>
                </a:lnTo>
                <a:lnTo>
                  <a:pt x="1830039" y="576408"/>
                </a:lnTo>
                <a:lnTo>
                  <a:pt x="1876902" y="566653"/>
                </a:lnTo>
                <a:lnTo>
                  <a:pt x="1922654" y="553153"/>
                </a:lnTo>
                <a:lnTo>
                  <a:pt x="1966692" y="535314"/>
                </a:lnTo>
                <a:lnTo>
                  <a:pt x="2008412" y="512537"/>
                </a:lnTo>
                <a:lnTo>
                  <a:pt x="2046946" y="484139"/>
                </a:lnTo>
                <a:lnTo>
                  <a:pt x="2080928" y="450324"/>
                </a:lnTo>
                <a:lnTo>
                  <a:pt x="2108983" y="411811"/>
                </a:lnTo>
                <a:lnTo>
                  <a:pt x="2129739" y="369316"/>
                </a:lnTo>
                <a:lnTo>
                  <a:pt x="2141822" y="323558"/>
                </a:lnTo>
                <a:lnTo>
                  <a:pt x="2143930" y="276567"/>
                </a:lnTo>
                <a:lnTo>
                  <a:pt x="2136296" y="230976"/>
                </a:lnTo>
                <a:lnTo>
                  <a:pt x="2119992" y="187524"/>
                </a:lnTo>
                <a:lnTo>
                  <a:pt x="2096090" y="146944"/>
                </a:lnTo>
                <a:lnTo>
                  <a:pt x="2065661" y="109974"/>
                </a:lnTo>
                <a:lnTo>
                  <a:pt x="2029777" y="77350"/>
                </a:lnTo>
                <a:lnTo>
                  <a:pt x="1989509" y="49806"/>
                </a:lnTo>
                <a:lnTo>
                  <a:pt x="1945930" y="28081"/>
                </a:lnTo>
                <a:lnTo>
                  <a:pt x="1900112" y="12908"/>
                </a:lnTo>
                <a:lnTo>
                  <a:pt x="1853284" y="3940"/>
                </a:lnTo>
                <a:lnTo>
                  <a:pt x="1806070" y="0"/>
                </a:lnTo>
                <a:close/>
              </a:path>
            </a:pathLst>
          </a:custGeom>
          <a:solidFill>
            <a:srgbClr val="EFF6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0" name="object 620" descr=""/>
          <p:cNvSpPr txBox="1"/>
          <p:nvPr/>
        </p:nvSpPr>
        <p:spPr>
          <a:xfrm>
            <a:off x="624158" y="728636"/>
            <a:ext cx="94996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10">
                <a:latin typeface="Open Sans"/>
                <a:cs typeface="Open Sans"/>
              </a:rPr>
              <a:t>Factories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393514" y="10041358"/>
            <a:ext cx="759460" cy="502920"/>
            <a:chOff x="2393514" y="10041358"/>
            <a:chExt cx="759460" cy="502920"/>
          </a:xfrm>
        </p:grpSpPr>
        <p:sp>
          <p:nvSpPr>
            <p:cNvPr id="3" name="object 3" descr=""/>
            <p:cNvSpPr/>
            <p:nvPr/>
          </p:nvSpPr>
          <p:spPr>
            <a:xfrm>
              <a:off x="2393518" y="10187920"/>
              <a:ext cx="594995" cy="356235"/>
            </a:xfrm>
            <a:custGeom>
              <a:avLst/>
              <a:gdLst/>
              <a:ahLst/>
              <a:cxnLst/>
              <a:rect l="l" t="t" r="r" b="b"/>
              <a:pathLst>
                <a:path w="594994" h="356234">
                  <a:moveTo>
                    <a:pt x="594966" y="0"/>
                  </a:moveTo>
                  <a:lnTo>
                    <a:pt x="0" y="0"/>
                  </a:lnTo>
                  <a:lnTo>
                    <a:pt x="0" y="356188"/>
                  </a:lnTo>
                  <a:lnTo>
                    <a:pt x="594966" y="356188"/>
                  </a:lnTo>
                  <a:lnTo>
                    <a:pt x="594966" y="0"/>
                  </a:lnTo>
                  <a:close/>
                </a:path>
              </a:pathLst>
            </a:custGeom>
            <a:solidFill>
              <a:srgbClr val="FCF3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988480" y="10041364"/>
              <a:ext cx="164465" cy="502920"/>
            </a:xfrm>
            <a:custGeom>
              <a:avLst/>
              <a:gdLst/>
              <a:ahLst/>
              <a:cxnLst/>
              <a:rect l="l" t="t" r="r" b="b"/>
              <a:pathLst>
                <a:path w="164464" h="502920">
                  <a:moveTo>
                    <a:pt x="164413" y="0"/>
                  </a:moveTo>
                  <a:lnTo>
                    <a:pt x="0" y="146550"/>
                  </a:lnTo>
                  <a:lnTo>
                    <a:pt x="0" y="502738"/>
                  </a:lnTo>
                  <a:lnTo>
                    <a:pt x="164413" y="356177"/>
                  </a:lnTo>
                  <a:lnTo>
                    <a:pt x="164413" y="0"/>
                  </a:lnTo>
                  <a:close/>
                </a:path>
              </a:pathLst>
            </a:custGeom>
            <a:solidFill>
              <a:srgbClr val="E4DC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393514" y="10041358"/>
              <a:ext cx="759460" cy="146685"/>
            </a:xfrm>
            <a:custGeom>
              <a:avLst/>
              <a:gdLst/>
              <a:ahLst/>
              <a:cxnLst/>
              <a:rect l="l" t="t" r="r" b="b"/>
              <a:pathLst>
                <a:path w="759460" h="146684">
                  <a:moveTo>
                    <a:pt x="759380" y="0"/>
                  </a:moveTo>
                  <a:lnTo>
                    <a:pt x="164413" y="0"/>
                  </a:lnTo>
                  <a:lnTo>
                    <a:pt x="0" y="146560"/>
                  </a:lnTo>
                  <a:lnTo>
                    <a:pt x="594966" y="146560"/>
                  </a:lnTo>
                  <a:lnTo>
                    <a:pt x="759380" y="0"/>
                  </a:lnTo>
                  <a:close/>
                </a:path>
              </a:pathLst>
            </a:custGeom>
            <a:solidFill>
              <a:srgbClr val="F3ED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004769" y="10113562"/>
              <a:ext cx="135890" cy="365760"/>
            </a:xfrm>
            <a:custGeom>
              <a:avLst/>
              <a:gdLst/>
              <a:ahLst/>
              <a:cxnLst/>
              <a:rect l="l" t="t" r="r" b="b"/>
              <a:pathLst>
                <a:path w="135889" h="365759">
                  <a:moveTo>
                    <a:pt x="24587" y="118986"/>
                  </a:moveTo>
                  <a:lnTo>
                    <a:pt x="21005" y="109080"/>
                  </a:lnTo>
                  <a:lnTo>
                    <a:pt x="11544" y="104965"/>
                  </a:lnTo>
                  <a:lnTo>
                    <a:pt x="2565" y="110007"/>
                  </a:lnTo>
                  <a:lnTo>
                    <a:pt x="0" y="120230"/>
                  </a:lnTo>
                  <a:lnTo>
                    <a:pt x="3581" y="130136"/>
                  </a:lnTo>
                  <a:lnTo>
                    <a:pt x="13030" y="134239"/>
                  </a:lnTo>
                  <a:lnTo>
                    <a:pt x="22021" y="129197"/>
                  </a:lnTo>
                  <a:lnTo>
                    <a:pt x="24587" y="118986"/>
                  </a:lnTo>
                  <a:close/>
                </a:path>
                <a:path w="135889" h="365759">
                  <a:moveTo>
                    <a:pt x="30594" y="350253"/>
                  </a:moveTo>
                  <a:lnTo>
                    <a:pt x="27012" y="340347"/>
                  </a:lnTo>
                  <a:lnTo>
                    <a:pt x="17564" y="336245"/>
                  </a:lnTo>
                  <a:lnTo>
                    <a:pt x="8572" y="341274"/>
                  </a:lnTo>
                  <a:lnTo>
                    <a:pt x="6007" y="351497"/>
                  </a:lnTo>
                  <a:lnTo>
                    <a:pt x="9588" y="361416"/>
                  </a:lnTo>
                  <a:lnTo>
                    <a:pt x="19050" y="365518"/>
                  </a:lnTo>
                  <a:lnTo>
                    <a:pt x="28028" y="360476"/>
                  </a:lnTo>
                  <a:lnTo>
                    <a:pt x="30594" y="350253"/>
                  </a:lnTo>
                  <a:close/>
                </a:path>
                <a:path w="135889" h="365759">
                  <a:moveTo>
                    <a:pt x="58496" y="214033"/>
                  </a:moveTo>
                  <a:lnTo>
                    <a:pt x="54914" y="204127"/>
                  </a:lnTo>
                  <a:lnTo>
                    <a:pt x="45453" y="200012"/>
                  </a:lnTo>
                  <a:lnTo>
                    <a:pt x="36474" y="205054"/>
                  </a:lnTo>
                  <a:lnTo>
                    <a:pt x="33896" y="215277"/>
                  </a:lnTo>
                  <a:lnTo>
                    <a:pt x="37477" y="225183"/>
                  </a:lnTo>
                  <a:lnTo>
                    <a:pt x="46939" y="229285"/>
                  </a:lnTo>
                  <a:lnTo>
                    <a:pt x="55918" y="224243"/>
                  </a:lnTo>
                  <a:lnTo>
                    <a:pt x="58496" y="214033"/>
                  </a:lnTo>
                  <a:close/>
                </a:path>
                <a:path w="135889" h="365759">
                  <a:moveTo>
                    <a:pt x="74168" y="281495"/>
                  </a:moveTo>
                  <a:lnTo>
                    <a:pt x="70599" y="271589"/>
                  </a:lnTo>
                  <a:lnTo>
                    <a:pt x="61137" y="267474"/>
                  </a:lnTo>
                  <a:lnTo>
                    <a:pt x="52146" y="272516"/>
                  </a:lnTo>
                  <a:lnTo>
                    <a:pt x="49580" y="282740"/>
                  </a:lnTo>
                  <a:lnTo>
                    <a:pt x="53162" y="292646"/>
                  </a:lnTo>
                  <a:lnTo>
                    <a:pt x="62623" y="296748"/>
                  </a:lnTo>
                  <a:lnTo>
                    <a:pt x="71602" y="291706"/>
                  </a:lnTo>
                  <a:lnTo>
                    <a:pt x="74168" y="281495"/>
                  </a:lnTo>
                  <a:close/>
                </a:path>
                <a:path w="135889" h="365759">
                  <a:moveTo>
                    <a:pt x="88861" y="84353"/>
                  </a:moveTo>
                  <a:lnTo>
                    <a:pt x="85280" y="74447"/>
                  </a:lnTo>
                  <a:lnTo>
                    <a:pt x="75819" y="70332"/>
                  </a:lnTo>
                  <a:lnTo>
                    <a:pt x="66840" y="75374"/>
                  </a:lnTo>
                  <a:lnTo>
                    <a:pt x="64262" y="85598"/>
                  </a:lnTo>
                  <a:lnTo>
                    <a:pt x="67843" y="95504"/>
                  </a:lnTo>
                  <a:lnTo>
                    <a:pt x="77304" y="99606"/>
                  </a:lnTo>
                  <a:lnTo>
                    <a:pt x="86283" y="94564"/>
                  </a:lnTo>
                  <a:lnTo>
                    <a:pt x="88861" y="84353"/>
                  </a:lnTo>
                  <a:close/>
                </a:path>
                <a:path w="135889" h="365759">
                  <a:moveTo>
                    <a:pt x="93179" y="37604"/>
                  </a:moveTo>
                  <a:lnTo>
                    <a:pt x="89598" y="27698"/>
                  </a:lnTo>
                  <a:lnTo>
                    <a:pt x="80137" y="23583"/>
                  </a:lnTo>
                  <a:lnTo>
                    <a:pt x="71158" y="28625"/>
                  </a:lnTo>
                  <a:lnTo>
                    <a:pt x="68592" y="38849"/>
                  </a:lnTo>
                  <a:lnTo>
                    <a:pt x="72174" y="48755"/>
                  </a:lnTo>
                  <a:lnTo>
                    <a:pt x="81622" y="52870"/>
                  </a:lnTo>
                  <a:lnTo>
                    <a:pt x="90614" y="47828"/>
                  </a:lnTo>
                  <a:lnTo>
                    <a:pt x="93179" y="37604"/>
                  </a:lnTo>
                  <a:close/>
                </a:path>
                <a:path w="135889" h="365759">
                  <a:moveTo>
                    <a:pt x="104711" y="148221"/>
                  </a:moveTo>
                  <a:lnTo>
                    <a:pt x="101130" y="138315"/>
                  </a:lnTo>
                  <a:lnTo>
                    <a:pt x="91668" y="134200"/>
                  </a:lnTo>
                  <a:lnTo>
                    <a:pt x="82689" y="139242"/>
                  </a:lnTo>
                  <a:lnTo>
                    <a:pt x="80124" y="149466"/>
                  </a:lnTo>
                  <a:lnTo>
                    <a:pt x="83705" y="159372"/>
                  </a:lnTo>
                  <a:lnTo>
                    <a:pt x="93154" y="163474"/>
                  </a:lnTo>
                  <a:lnTo>
                    <a:pt x="102146" y="158432"/>
                  </a:lnTo>
                  <a:lnTo>
                    <a:pt x="104711" y="148221"/>
                  </a:lnTo>
                  <a:close/>
                </a:path>
                <a:path w="135889" h="365759">
                  <a:moveTo>
                    <a:pt x="115658" y="199034"/>
                  </a:moveTo>
                  <a:lnTo>
                    <a:pt x="112077" y="189115"/>
                  </a:lnTo>
                  <a:lnTo>
                    <a:pt x="102616" y="185013"/>
                  </a:lnTo>
                  <a:lnTo>
                    <a:pt x="93637" y="190055"/>
                  </a:lnTo>
                  <a:lnTo>
                    <a:pt x="91059" y="200279"/>
                  </a:lnTo>
                  <a:lnTo>
                    <a:pt x="94640" y="210185"/>
                  </a:lnTo>
                  <a:lnTo>
                    <a:pt x="104101" y="214287"/>
                  </a:lnTo>
                  <a:lnTo>
                    <a:pt x="113080" y="209245"/>
                  </a:lnTo>
                  <a:lnTo>
                    <a:pt x="115658" y="199034"/>
                  </a:lnTo>
                  <a:close/>
                </a:path>
                <a:path w="135889" h="365759">
                  <a:moveTo>
                    <a:pt x="127558" y="14008"/>
                  </a:moveTo>
                  <a:lnTo>
                    <a:pt x="123977" y="4102"/>
                  </a:lnTo>
                  <a:lnTo>
                    <a:pt x="114515" y="0"/>
                  </a:lnTo>
                  <a:lnTo>
                    <a:pt x="105537" y="5041"/>
                  </a:lnTo>
                  <a:lnTo>
                    <a:pt x="102971" y="15252"/>
                  </a:lnTo>
                  <a:lnTo>
                    <a:pt x="106553" y="25171"/>
                  </a:lnTo>
                  <a:lnTo>
                    <a:pt x="116001" y="29273"/>
                  </a:lnTo>
                  <a:lnTo>
                    <a:pt x="124993" y="24231"/>
                  </a:lnTo>
                  <a:lnTo>
                    <a:pt x="127558" y="14008"/>
                  </a:lnTo>
                  <a:close/>
                </a:path>
                <a:path w="135889" h="365759">
                  <a:moveTo>
                    <a:pt x="128257" y="281774"/>
                  </a:moveTo>
                  <a:lnTo>
                    <a:pt x="124675" y="271868"/>
                  </a:lnTo>
                  <a:lnTo>
                    <a:pt x="115214" y="267754"/>
                  </a:lnTo>
                  <a:lnTo>
                    <a:pt x="106235" y="272796"/>
                  </a:lnTo>
                  <a:lnTo>
                    <a:pt x="103670" y="283019"/>
                  </a:lnTo>
                  <a:lnTo>
                    <a:pt x="107251" y="292938"/>
                  </a:lnTo>
                  <a:lnTo>
                    <a:pt x="116713" y="297040"/>
                  </a:lnTo>
                  <a:lnTo>
                    <a:pt x="125691" y="291998"/>
                  </a:lnTo>
                  <a:lnTo>
                    <a:pt x="128257" y="281774"/>
                  </a:lnTo>
                  <a:close/>
                </a:path>
                <a:path w="135889" h="365759">
                  <a:moveTo>
                    <a:pt x="135420" y="96850"/>
                  </a:moveTo>
                  <a:lnTo>
                    <a:pt x="131838" y="86944"/>
                  </a:lnTo>
                  <a:lnTo>
                    <a:pt x="122389" y="82829"/>
                  </a:lnTo>
                  <a:lnTo>
                    <a:pt x="113398" y="87871"/>
                  </a:lnTo>
                  <a:lnTo>
                    <a:pt x="110832" y="98094"/>
                  </a:lnTo>
                  <a:lnTo>
                    <a:pt x="114414" y="108000"/>
                  </a:lnTo>
                  <a:lnTo>
                    <a:pt x="123875" y="112102"/>
                  </a:lnTo>
                  <a:lnTo>
                    <a:pt x="132854" y="107073"/>
                  </a:lnTo>
                  <a:lnTo>
                    <a:pt x="135420" y="96850"/>
                  </a:lnTo>
                  <a:close/>
                </a:path>
              </a:pathLst>
            </a:custGeom>
            <a:solidFill>
              <a:srgbClr val="DCD1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401595" y="10202615"/>
              <a:ext cx="566420" cy="321945"/>
            </a:xfrm>
            <a:custGeom>
              <a:avLst/>
              <a:gdLst/>
              <a:ahLst/>
              <a:cxnLst/>
              <a:rect l="l" t="t" r="r" b="b"/>
              <a:pathLst>
                <a:path w="566419" h="321945">
                  <a:moveTo>
                    <a:pt x="27470" y="17665"/>
                  </a:moveTo>
                  <a:lnTo>
                    <a:pt x="26492" y="7023"/>
                  </a:lnTo>
                  <a:lnTo>
                    <a:pt x="17297" y="0"/>
                  </a:lnTo>
                  <a:lnTo>
                    <a:pt x="5880" y="1854"/>
                  </a:lnTo>
                  <a:lnTo>
                    <a:pt x="0" y="10769"/>
                  </a:lnTo>
                  <a:lnTo>
                    <a:pt x="977" y="21412"/>
                  </a:lnTo>
                  <a:lnTo>
                    <a:pt x="10172" y="28435"/>
                  </a:lnTo>
                  <a:lnTo>
                    <a:pt x="21590" y="26581"/>
                  </a:lnTo>
                  <a:lnTo>
                    <a:pt x="27470" y="17665"/>
                  </a:lnTo>
                  <a:close/>
                </a:path>
                <a:path w="566419" h="321945">
                  <a:moveTo>
                    <a:pt x="41706" y="209105"/>
                  </a:moveTo>
                  <a:lnTo>
                    <a:pt x="40728" y="198462"/>
                  </a:lnTo>
                  <a:lnTo>
                    <a:pt x="31546" y="191439"/>
                  </a:lnTo>
                  <a:lnTo>
                    <a:pt x="20129" y="193306"/>
                  </a:lnTo>
                  <a:lnTo>
                    <a:pt x="14236" y="202222"/>
                  </a:lnTo>
                  <a:lnTo>
                    <a:pt x="15227" y="212852"/>
                  </a:lnTo>
                  <a:lnTo>
                    <a:pt x="24422" y="219875"/>
                  </a:lnTo>
                  <a:lnTo>
                    <a:pt x="35826" y="218020"/>
                  </a:lnTo>
                  <a:lnTo>
                    <a:pt x="41706" y="209105"/>
                  </a:lnTo>
                  <a:close/>
                </a:path>
                <a:path w="566419" h="321945">
                  <a:moveTo>
                    <a:pt x="41706" y="140995"/>
                  </a:moveTo>
                  <a:lnTo>
                    <a:pt x="40728" y="130352"/>
                  </a:lnTo>
                  <a:lnTo>
                    <a:pt x="31546" y="123329"/>
                  </a:lnTo>
                  <a:lnTo>
                    <a:pt x="20129" y="125183"/>
                  </a:lnTo>
                  <a:lnTo>
                    <a:pt x="14236" y="134099"/>
                  </a:lnTo>
                  <a:lnTo>
                    <a:pt x="15227" y="144741"/>
                  </a:lnTo>
                  <a:lnTo>
                    <a:pt x="24422" y="151765"/>
                  </a:lnTo>
                  <a:lnTo>
                    <a:pt x="35826" y="149898"/>
                  </a:lnTo>
                  <a:lnTo>
                    <a:pt x="41706" y="140995"/>
                  </a:lnTo>
                  <a:close/>
                </a:path>
                <a:path w="566419" h="321945">
                  <a:moveTo>
                    <a:pt x="74447" y="281787"/>
                  </a:moveTo>
                  <a:lnTo>
                    <a:pt x="73456" y="271145"/>
                  </a:lnTo>
                  <a:lnTo>
                    <a:pt x="64274" y="264121"/>
                  </a:lnTo>
                  <a:lnTo>
                    <a:pt x="52857" y="265988"/>
                  </a:lnTo>
                  <a:lnTo>
                    <a:pt x="46977" y="274904"/>
                  </a:lnTo>
                  <a:lnTo>
                    <a:pt x="47955" y="285534"/>
                  </a:lnTo>
                  <a:lnTo>
                    <a:pt x="57150" y="292569"/>
                  </a:lnTo>
                  <a:lnTo>
                    <a:pt x="68554" y="290703"/>
                  </a:lnTo>
                  <a:lnTo>
                    <a:pt x="74447" y="281787"/>
                  </a:lnTo>
                  <a:close/>
                </a:path>
                <a:path w="566419" h="321945">
                  <a:moveTo>
                    <a:pt x="78943" y="67017"/>
                  </a:moveTo>
                  <a:lnTo>
                    <a:pt x="77965" y="56375"/>
                  </a:lnTo>
                  <a:lnTo>
                    <a:pt x="68770" y="49352"/>
                  </a:lnTo>
                  <a:lnTo>
                    <a:pt x="57365" y="51219"/>
                  </a:lnTo>
                  <a:lnTo>
                    <a:pt x="51473" y="60134"/>
                  </a:lnTo>
                  <a:lnTo>
                    <a:pt x="52451" y="70764"/>
                  </a:lnTo>
                  <a:lnTo>
                    <a:pt x="61658" y="77787"/>
                  </a:lnTo>
                  <a:lnTo>
                    <a:pt x="73063" y="75933"/>
                  </a:lnTo>
                  <a:lnTo>
                    <a:pt x="78943" y="67017"/>
                  </a:lnTo>
                  <a:close/>
                </a:path>
                <a:path w="566419" h="321945">
                  <a:moveTo>
                    <a:pt x="129273" y="191820"/>
                  </a:moveTo>
                  <a:lnTo>
                    <a:pt x="128295" y="181190"/>
                  </a:lnTo>
                  <a:lnTo>
                    <a:pt x="119113" y="174167"/>
                  </a:lnTo>
                  <a:lnTo>
                    <a:pt x="107696" y="176022"/>
                  </a:lnTo>
                  <a:lnTo>
                    <a:pt x="101803" y="184937"/>
                  </a:lnTo>
                  <a:lnTo>
                    <a:pt x="102793" y="195580"/>
                  </a:lnTo>
                  <a:lnTo>
                    <a:pt x="111988" y="202603"/>
                  </a:lnTo>
                  <a:lnTo>
                    <a:pt x="123393" y="200736"/>
                  </a:lnTo>
                  <a:lnTo>
                    <a:pt x="129273" y="191820"/>
                  </a:lnTo>
                  <a:close/>
                </a:path>
                <a:path w="566419" h="321945">
                  <a:moveTo>
                    <a:pt x="143522" y="310730"/>
                  </a:moveTo>
                  <a:lnTo>
                    <a:pt x="142544" y="300088"/>
                  </a:lnTo>
                  <a:lnTo>
                    <a:pt x="133350" y="293065"/>
                  </a:lnTo>
                  <a:lnTo>
                    <a:pt x="121945" y="294932"/>
                  </a:lnTo>
                  <a:lnTo>
                    <a:pt x="116052" y="303847"/>
                  </a:lnTo>
                  <a:lnTo>
                    <a:pt x="117043" y="314477"/>
                  </a:lnTo>
                  <a:lnTo>
                    <a:pt x="126238" y="321500"/>
                  </a:lnTo>
                  <a:lnTo>
                    <a:pt x="137642" y="319646"/>
                  </a:lnTo>
                  <a:lnTo>
                    <a:pt x="143522" y="310730"/>
                  </a:lnTo>
                  <a:close/>
                </a:path>
                <a:path w="566419" h="321945">
                  <a:moveTo>
                    <a:pt x="196532" y="65874"/>
                  </a:moveTo>
                  <a:lnTo>
                    <a:pt x="195554" y="55232"/>
                  </a:lnTo>
                  <a:lnTo>
                    <a:pt x="186359" y="48209"/>
                  </a:lnTo>
                  <a:lnTo>
                    <a:pt x="174942" y="50076"/>
                  </a:lnTo>
                  <a:lnTo>
                    <a:pt x="169062" y="58978"/>
                  </a:lnTo>
                  <a:lnTo>
                    <a:pt x="170040" y="69621"/>
                  </a:lnTo>
                  <a:lnTo>
                    <a:pt x="179235" y="76644"/>
                  </a:lnTo>
                  <a:lnTo>
                    <a:pt x="190652" y="74790"/>
                  </a:lnTo>
                  <a:lnTo>
                    <a:pt x="196532" y="65874"/>
                  </a:lnTo>
                  <a:close/>
                </a:path>
                <a:path w="566419" h="321945">
                  <a:moveTo>
                    <a:pt x="207289" y="151866"/>
                  </a:moveTo>
                  <a:lnTo>
                    <a:pt x="206311" y="141224"/>
                  </a:lnTo>
                  <a:lnTo>
                    <a:pt x="197116" y="134200"/>
                  </a:lnTo>
                  <a:lnTo>
                    <a:pt x="185699" y="136067"/>
                  </a:lnTo>
                  <a:lnTo>
                    <a:pt x="179819" y="144983"/>
                  </a:lnTo>
                  <a:lnTo>
                    <a:pt x="180797" y="155613"/>
                  </a:lnTo>
                  <a:lnTo>
                    <a:pt x="189992" y="162636"/>
                  </a:lnTo>
                  <a:lnTo>
                    <a:pt x="201409" y="160782"/>
                  </a:lnTo>
                  <a:lnTo>
                    <a:pt x="207289" y="151866"/>
                  </a:lnTo>
                  <a:close/>
                </a:path>
                <a:path w="566419" h="321945">
                  <a:moveTo>
                    <a:pt x="213652" y="235051"/>
                  </a:moveTo>
                  <a:lnTo>
                    <a:pt x="212674" y="224421"/>
                  </a:lnTo>
                  <a:lnTo>
                    <a:pt x="203479" y="217398"/>
                  </a:lnTo>
                  <a:lnTo>
                    <a:pt x="192062" y="219252"/>
                  </a:lnTo>
                  <a:lnTo>
                    <a:pt x="186182" y="228168"/>
                  </a:lnTo>
                  <a:lnTo>
                    <a:pt x="187159" y="238810"/>
                  </a:lnTo>
                  <a:lnTo>
                    <a:pt x="196354" y="245833"/>
                  </a:lnTo>
                  <a:lnTo>
                    <a:pt x="207759" y="243967"/>
                  </a:lnTo>
                  <a:lnTo>
                    <a:pt x="213652" y="235051"/>
                  </a:lnTo>
                  <a:close/>
                </a:path>
                <a:path w="566419" h="321945">
                  <a:moveTo>
                    <a:pt x="266547" y="23914"/>
                  </a:moveTo>
                  <a:lnTo>
                    <a:pt x="265557" y="13271"/>
                  </a:lnTo>
                  <a:lnTo>
                    <a:pt x="256374" y="6248"/>
                  </a:lnTo>
                  <a:lnTo>
                    <a:pt x="244957" y="8102"/>
                  </a:lnTo>
                  <a:lnTo>
                    <a:pt x="239077" y="17018"/>
                  </a:lnTo>
                  <a:lnTo>
                    <a:pt x="240055" y="27660"/>
                  </a:lnTo>
                  <a:lnTo>
                    <a:pt x="249250" y="34683"/>
                  </a:lnTo>
                  <a:lnTo>
                    <a:pt x="260654" y="32816"/>
                  </a:lnTo>
                  <a:lnTo>
                    <a:pt x="266547" y="23914"/>
                  </a:lnTo>
                  <a:close/>
                </a:path>
                <a:path w="566419" h="321945">
                  <a:moveTo>
                    <a:pt x="300418" y="289090"/>
                  </a:moveTo>
                  <a:lnTo>
                    <a:pt x="299427" y="278460"/>
                  </a:lnTo>
                  <a:lnTo>
                    <a:pt x="290245" y="271437"/>
                  </a:lnTo>
                  <a:lnTo>
                    <a:pt x="278828" y="273291"/>
                  </a:lnTo>
                  <a:lnTo>
                    <a:pt x="272948" y="282206"/>
                  </a:lnTo>
                  <a:lnTo>
                    <a:pt x="273926" y="292849"/>
                  </a:lnTo>
                  <a:lnTo>
                    <a:pt x="283121" y="299872"/>
                  </a:lnTo>
                  <a:lnTo>
                    <a:pt x="294525" y="298005"/>
                  </a:lnTo>
                  <a:lnTo>
                    <a:pt x="300418" y="289090"/>
                  </a:lnTo>
                  <a:close/>
                </a:path>
                <a:path w="566419" h="321945">
                  <a:moveTo>
                    <a:pt x="303695" y="126720"/>
                  </a:moveTo>
                  <a:lnTo>
                    <a:pt x="302704" y="116078"/>
                  </a:lnTo>
                  <a:lnTo>
                    <a:pt x="293522" y="109054"/>
                  </a:lnTo>
                  <a:lnTo>
                    <a:pt x="282105" y="110909"/>
                  </a:lnTo>
                  <a:lnTo>
                    <a:pt x="276225" y="119824"/>
                  </a:lnTo>
                  <a:lnTo>
                    <a:pt x="277202" y="130467"/>
                  </a:lnTo>
                  <a:lnTo>
                    <a:pt x="286397" y="137490"/>
                  </a:lnTo>
                  <a:lnTo>
                    <a:pt x="297802" y="135623"/>
                  </a:lnTo>
                  <a:lnTo>
                    <a:pt x="303695" y="126720"/>
                  </a:lnTo>
                  <a:close/>
                </a:path>
                <a:path w="566419" h="321945">
                  <a:moveTo>
                    <a:pt x="341249" y="214325"/>
                  </a:moveTo>
                  <a:lnTo>
                    <a:pt x="340258" y="203682"/>
                  </a:lnTo>
                  <a:lnTo>
                    <a:pt x="331076" y="196659"/>
                  </a:lnTo>
                  <a:lnTo>
                    <a:pt x="319659" y="198526"/>
                  </a:lnTo>
                  <a:lnTo>
                    <a:pt x="313778" y="207429"/>
                  </a:lnTo>
                  <a:lnTo>
                    <a:pt x="314756" y="218071"/>
                  </a:lnTo>
                  <a:lnTo>
                    <a:pt x="323951" y="225094"/>
                  </a:lnTo>
                  <a:lnTo>
                    <a:pt x="335356" y="223240"/>
                  </a:lnTo>
                  <a:lnTo>
                    <a:pt x="341249" y="214325"/>
                  </a:lnTo>
                  <a:close/>
                </a:path>
                <a:path w="566419" h="321945">
                  <a:moveTo>
                    <a:pt x="356108" y="66751"/>
                  </a:moveTo>
                  <a:lnTo>
                    <a:pt x="355130" y="56108"/>
                  </a:lnTo>
                  <a:lnTo>
                    <a:pt x="345935" y="49085"/>
                  </a:lnTo>
                  <a:lnTo>
                    <a:pt x="334530" y="50939"/>
                  </a:lnTo>
                  <a:lnTo>
                    <a:pt x="328637" y="59855"/>
                  </a:lnTo>
                  <a:lnTo>
                    <a:pt x="329628" y="70497"/>
                  </a:lnTo>
                  <a:lnTo>
                    <a:pt x="338823" y="77520"/>
                  </a:lnTo>
                  <a:lnTo>
                    <a:pt x="350227" y="75653"/>
                  </a:lnTo>
                  <a:lnTo>
                    <a:pt x="356108" y="66751"/>
                  </a:lnTo>
                  <a:close/>
                </a:path>
                <a:path w="566419" h="321945">
                  <a:moveTo>
                    <a:pt x="365607" y="279920"/>
                  </a:moveTo>
                  <a:lnTo>
                    <a:pt x="364629" y="269290"/>
                  </a:lnTo>
                  <a:lnTo>
                    <a:pt x="355434" y="262267"/>
                  </a:lnTo>
                  <a:lnTo>
                    <a:pt x="344030" y="264121"/>
                  </a:lnTo>
                  <a:lnTo>
                    <a:pt x="338137" y="273037"/>
                  </a:lnTo>
                  <a:lnTo>
                    <a:pt x="339128" y="283679"/>
                  </a:lnTo>
                  <a:lnTo>
                    <a:pt x="348322" y="290703"/>
                  </a:lnTo>
                  <a:lnTo>
                    <a:pt x="359727" y="288836"/>
                  </a:lnTo>
                  <a:lnTo>
                    <a:pt x="365607" y="279920"/>
                  </a:lnTo>
                  <a:close/>
                </a:path>
                <a:path w="566419" h="321945">
                  <a:moveTo>
                    <a:pt x="415721" y="32372"/>
                  </a:moveTo>
                  <a:lnTo>
                    <a:pt x="414743" y="21742"/>
                  </a:lnTo>
                  <a:lnTo>
                    <a:pt x="405549" y="14719"/>
                  </a:lnTo>
                  <a:lnTo>
                    <a:pt x="394131" y="16573"/>
                  </a:lnTo>
                  <a:lnTo>
                    <a:pt x="388251" y="25488"/>
                  </a:lnTo>
                  <a:lnTo>
                    <a:pt x="389229" y="36131"/>
                  </a:lnTo>
                  <a:lnTo>
                    <a:pt x="398424" y="43154"/>
                  </a:lnTo>
                  <a:lnTo>
                    <a:pt x="409841" y="41287"/>
                  </a:lnTo>
                  <a:lnTo>
                    <a:pt x="415721" y="32372"/>
                  </a:lnTo>
                  <a:close/>
                </a:path>
                <a:path w="566419" h="321945">
                  <a:moveTo>
                    <a:pt x="418071" y="131559"/>
                  </a:moveTo>
                  <a:lnTo>
                    <a:pt x="417093" y="120929"/>
                  </a:lnTo>
                  <a:lnTo>
                    <a:pt x="407898" y="113906"/>
                  </a:lnTo>
                  <a:lnTo>
                    <a:pt x="396494" y="115773"/>
                  </a:lnTo>
                  <a:lnTo>
                    <a:pt x="390601" y="124675"/>
                  </a:lnTo>
                  <a:lnTo>
                    <a:pt x="391591" y="135318"/>
                  </a:lnTo>
                  <a:lnTo>
                    <a:pt x="400786" y="142341"/>
                  </a:lnTo>
                  <a:lnTo>
                    <a:pt x="412191" y="140474"/>
                  </a:lnTo>
                  <a:lnTo>
                    <a:pt x="418071" y="131559"/>
                  </a:lnTo>
                  <a:close/>
                </a:path>
                <a:path w="566419" h="321945">
                  <a:moveTo>
                    <a:pt x="472033" y="194386"/>
                  </a:moveTo>
                  <a:lnTo>
                    <a:pt x="471055" y="183756"/>
                  </a:lnTo>
                  <a:lnTo>
                    <a:pt x="461873" y="176720"/>
                  </a:lnTo>
                  <a:lnTo>
                    <a:pt x="450456" y="178587"/>
                  </a:lnTo>
                  <a:lnTo>
                    <a:pt x="444563" y="187502"/>
                  </a:lnTo>
                  <a:lnTo>
                    <a:pt x="445554" y="198132"/>
                  </a:lnTo>
                  <a:lnTo>
                    <a:pt x="454748" y="205168"/>
                  </a:lnTo>
                  <a:lnTo>
                    <a:pt x="466153" y="203301"/>
                  </a:lnTo>
                  <a:lnTo>
                    <a:pt x="472033" y="194386"/>
                  </a:lnTo>
                  <a:close/>
                </a:path>
                <a:path w="566419" h="321945">
                  <a:moveTo>
                    <a:pt x="492061" y="141592"/>
                  </a:moveTo>
                  <a:lnTo>
                    <a:pt x="491083" y="130962"/>
                  </a:lnTo>
                  <a:lnTo>
                    <a:pt x="481888" y="123939"/>
                  </a:lnTo>
                  <a:lnTo>
                    <a:pt x="470484" y="125806"/>
                  </a:lnTo>
                  <a:lnTo>
                    <a:pt x="464591" y="134708"/>
                  </a:lnTo>
                  <a:lnTo>
                    <a:pt x="465569" y="145351"/>
                  </a:lnTo>
                  <a:lnTo>
                    <a:pt x="474764" y="152374"/>
                  </a:lnTo>
                  <a:lnTo>
                    <a:pt x="486181" y="150507"/>
                  </a:lnTo>
                  <a:lnTo>
                    <a:pt x="492061" y="141592"/>
                  </a:lnTo>
                  <a:close/>
                </a:path>
                <a:path w="566419" h="321945">
                  <a:moveTo>
                    <a:pt x="504393" y="282384"/>
                  </a:moveTo>
                  <a:lnTo>
                    <a:pt x="503415" y="271754"/>
                  </a:lnTo>
                  <a:lnTo>
                    <a:pt x="494220" y="264731"/>
                  </a:lnTo>
                  <a:lnTo>
                    <a:pt x="482815" y="266585"/>
                  </a:lnTo>
                  <a:lnTo>
                    <a:pt x="476923" y="275501"/>
                  </a:lnTo>
                  <a:lnTo>
                    <a:pt x="477901" y="286143"/>
                  </a:lnTo>
                  <a:lnTo>
                    <a:pt x="487108" y="293166"/>
                  </a:lnTo>
                  <a:lnTo>
                    <a:pt x="498513" y="291299"/>
                  </a:lnTo>
                  <a:lnTo>
                    <a:pt x="504393" y="282384"/>
                  </a:lnTo>
                  <a:close/>
                </a:path>
                <a:path w="566419" h="321945">
                  <a:moveTo>
                    <a:pt x="521309" y="24828"/>
                  </a:moveTo>
                  <a:lnTo>
                    <a:pt x="520331" y="14185"/>
                  </a:lnTo>
                  <a:lnTo>
                    <a:pt x="511136" y="7162"/>
                  </a:lnTo>
                  <a:lnTo>
                    <a:pt x="499732" y="9029"/>
                  </a:lnTo>
                  <a:lnTo>
                    <a:pt x="493839" y="17945"/>
                  </a:lnTo>
                  <a:lnTo>
                    <a:pt x="494830" y="28575"/>
                  </a:lnTo>
                  <a:lnTo>
                    <a:pt x="504024" y="35610"/>
                  </a:lnTo>
                  <a:lnTo>
                    <a:pt x="515429" y="33743"/>
                  </a:lnTo>
                  <a:lnTo>
                    <a:pt x="521309" y="24828"/>
                  </a:lnTo>
                  <a:close/>
                </a:path>
                <a:path w="566419" h="321945">
                  <a:moveTo>
                    <a:pt x="551980" y="296011"/>
                  </a:moveTo>
                  <a:lnTo>
                    <a:pt x="551002" y="285369"/>
                  </a:lnTo>
                  <a:lnTo>
                    <a:pt x="541807" y="278345"/>
                  </a:lnTo>
                  <a:lnTo>
                    <a:pt x="530402" y="280212"/>
                  </a:lnTo>
                  <a:lnTo>
                    <a:pt x="524510" y="289128"/>
                  </a:lnTo>
                  <a:lnTo>
                    <a:pt x="525500" y="299758"/>
                  </a:lnTo>
                  <a:lnTo>
                    <a:pt x="534695" y="306793"/>
                  </a:lnTo>
                  <a:lnTo>
                    <a:pt x="546100" y="304927"/>
                  </a:lnTo>
                  <a:lnTo>
                    <a:pt x="551980" y="296011"/>
                  </a:lnTo>
                  <a:close/>
                </a:path>
                <a:path w="566419" h="321945">
                  <a:moveTo>
                    <a:pt x="559663" y="116039"/>
                  </a:moveTo>
                  <a:lnTo>
                    <a:pt x="558685" y="105397"/>
                  </a:lnTo>
                  <a:lnTo>
                    <a:pt x="549490" y="98374"/>
                  </a:lnTo>
                  <a:lnTo>
                    <a:pt x="538086" y="100241"/>
                  </a:lnTo>
                  <a:lnTo>
                    <a:pt x="532193" y="109143"/>
                  </a:lnTo>
                  <a:lnTo>
                    <a:pt x="533184" y="119786"/>
                  </a:lnTo>
                  <a:lnTo>
                    <a:pt x="542378" y="126809"/>
                  </a:lnTo>
                  <a:lnTo>
                    <a:pt x="553783" y="124955"/>
                  </a:lnTo>
                  <a:lnTo>
                    <a:pt x="559663" y="116039"/>
                  </a:lnTo>
                  <a:close/>
                </a:path>
                <a:path w="566419" h="321945">
                  <a:moveTo>
                    <a:pt x="566229" y="196621"/>
                  </a:moveTo>
                  <a:lnTo>
                    <a:pt x="565238" y="185991"/>
                  </a:lnTo>
                  <a:lnTo>
                    <a:pt x="556056" y="178968"/>
                  </a:lnTo>
                  <a:lnTo>
                    <a:pt x="544639" y="180835"/>
                  </a:lnTo>
                  <a:lnTo>
                    <a:pt x="538759" y="189738"/>
                  </a:lnTo>
                  <a:lnTo>
                    <a:pt x="539737" y="200380"/>
                  </a:lnTo>
                  <a:lnTo>
                    <a:pt x="548932" y="207403"/>
                  </a:lnTo>
                  <a:lnTo>
                    <a:pt x="560336" y="205536"/>
                  </a:lnTo>
                  <a:lnTo>
                    <a:pt x="566229" y="196621"/>
                  </a:lnTo>
                  <a:close/>
                </a:path>
              </a:pathLst>
            </a:custGeom>
            <a:solidFill>
              <a:srgbClr val="F8E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459329" y="10045236"/>
              <a:ext cx="598805" cy="137795"/>
            </a:xfrm>
            <a:custGeom>
              <a:avLst/>
              <a:gdLst/>
              <a:ahLst/>
              <a:cxnLst/>
              <a:rect l="l" t="t" r="r" b="b"/>
              <a:pathLst>
                <a:path w="598805" h="137795">
                  <a:moveTo>
                    <a:pt x="28308" y="120611"/>
                  </a:moveTo>
                  <a:lnTo>
                    <a:pt x="24879" y="114668"/>
                  </a:lnTo>
                  <a:lnTo>
                    <a:pt x="14300" y="111810"/>
                  </a:lnTo>
                  <a:lnTo>
                    <a:pt x="3644" y="114300"/>
                  </a:lnTo>
                  <a:lnTo>
                    <a:pt x="0" y="120129"/>
                  </a:lnTo>
                  <a:lnTo>
                    <a:pt x="3441" y="126072"/>
                  </a:lnTo>
                  <a:lnTo>
                    <a:pt x="14008" y="128930"/>
                  </a:lnTo>
                  <a:lnTo>
                    <a:pt x="24663" y="126441"/>
                  </a:lnTo>
                  <a:lnTo>
                    <a:pt x="28308" y="120611"/>
                  </a:lnTo>
                  <a:close/>
                </a:path>
                <a:path w="598805" h="137795">
                  <a:moveTo>
                    <a:pt x="75349" y="61290"/>
                  </a:moveTo>
                  <a:lnTo>
                    <a:pt x="71920" y="55346"/>
                  </a:lnTo>
                  <a:lnTo>
                    <a:pt x="61341" y="52489"/>
                  </a:lnTo>
                  <a:lnTo>
                    <a:pt x="50685" y="54978"/>
                  </a:lnTo>
                  <a:lnTo>
                    <a:pt x="47040" y="60807"/>
                  </a:lnTo>
                  <a:lnTo>
                    <a:pt x="50482" y="66751"/>
                  </a:lnTo>
                  <a:lnTo>
                    <a:pt x="61048" y="69608"/>
                  </a:lnTo>
                  <a:lnTo>
                    <a:pt x="71704" y="67119"/>
                  </a:lnTo>
                  <a:lnTo>
                    <a:pt x="75349" y="61290"/>
                  </a:lnTo>
                  <a:close/>
                </a:path>
                <a:path w="598805" h="137795">
                  <a:moveTo>
                    <a:pt x="91236" y="100152"/>
                  </a:moveTo>
                  <a:lnTo>
                    <a:pt x="87807" y="94208"/>
                  </a:lnTo>
                  <a:lnTo>
                    <a:pt x="77228" y="91351"/>
                  </a:lnTo>
                  <a:lnTo>
                    <a:pt x="66573" y="93840"/>
                  </a:lnTo>
                  <a:lnTo>
                    <a:pt x="62928" y="99669"/>
                  </a:lnTo>
                  <a:lnTo>
                    <a:pt x="66357" y="105613"/>
                  </a:lnTo>
                  <a:lnTo>
                    <a:pt x="76936" y="108470"/>
                  </a:lnTo>
                  <a:lnTo>
                    <a:pt x="87591" y="105968"/>
                  </a:lnTo>
                  <a:lnTo>
                    <a:pt x="91236" y="100152"/>
                  </a:lnTo>
                  <a:close/>
                </a:path>
                <a:path w="598805" h="137795">
                  <a:moveTo>
                    <a:pt x="124980" y="28917"/>
                  </a:moveTo>
                  <a:lnTo>
                    <a:pt x="121539" y="22961"/>
                  </a:lnTo>
                  <a:lnTo>
                    <a:pt x="110972" y="20104"/>
                  </a:lnTo>
                  <a:lnTo>
                    <a:pt x="100304" y="22606"/>
                  </a:lnTo>
                  <a:lnTo>
                    <a:pt x="96659" y="28422"/>
                  </a:lnTo>
                  <a:lnTo>
                    <a:pt x="100101" y="34366"/>
                  </a:lnTo>
                  <a:lnTo>
                    <a:pt x="110667" y="37223"/>
                  </a:lnTo>
                  <a:lnTo>
                    <a:pt x="121335" y="34734"/>
                  </a:lnTo>
                  <a:lnTo>
                    <a:pt x="124980" y="28917"/>
                  </a:lnTo>
                  <a:close/>
                </a:path>
                <a:path w="598805" h="137795">
                  <a:moveTo>
                    <a:pt x="144030" y="120611"/>
                  </a:moveTo>
                  <a:lnTo>
                    <a:pt x="140601" y="114668"/>
                  </a:lnTo>
                  <a:lnTo>
                    <a:pt x="130022" y="111810"/>
                  </a:lnTo>
                  <a:lnTo>
                    <a:pt x="119367" y="114300"/>
                  </a:lnTo>
                  <a:lnTo>
                    <a:pt x="115722" y="120129"/>
                  </a:lnTo>
                  <a:lnTo>
                    <a:pt x="119164" y="126072"/>
                  </a:lnTo>
                  <a:lnTo>
                    <a:pt x="129730" y="128930"/>
                  </a:lnTo>
                  <a:lnTo>
                    <a:pt x="140385" y="126441"/>
                  </a:lnTo>
                  <a:lnTo>
                    <a:pt x="144030" y="120611"/>
                  </a:lnTo>
                  <a:close/>
                </a:path>
                <a:path w="598805" h="137795">
                  <a:moveTo>
                    <a:pt x="172351" y="79324"/>
                  </a:moveTo>
                  <a:lnTo>
                    <a:pt x="168922" y="73380"/>
                  </a:lnTo>
                  <a:lnTo>
                    <a:pt x="158343" y="70523"/>
                  </a:lnTo>
                  <a:lnTo>
                    <a:pt x="147688" y="73025"/>
                  </a:lnTo>
                  <a:lnTo>
                    <a:pt x="144043" y="78841"/>
                  </a:lnTo>
                  <a:lnTo>
                    <a:pt x="147472" y="84785"/>
                  </a:lnTo>
                  <a:lnTo>
                    <a:pt x="158051" y="87642"/>
                  </a:lnTo>
                  <a:lnTo>
                    <a:pt x="168706" y="85153"/>
                  </a:lnTo>
                  <a:lnTo>
                    <a:pt x="172351" y="79324"/>
                  </a:lnTo>
                  <a:close/>
                </a:path>
                <a:path w="598805" h="137795">
                  <a:moveTo>
                    <a:pt x="199771" y="14427"/>
                  </a:moveTo>
                  <a:lnTo>
                    <a:pt x="196342" y="8483"/>
                  </a:lnTo>
                  <a:lnTo>
                    <a:pt x="185762" y="5626"/>
                  </a:lnTo>
                  <a:lnTo>
                    <a:pt x="175107" y="8115"/>
                  </a:lnTo>
                  <a:lnTo>
                    <a:pt x="171462" y="13944"/>
                  </a:lnTo>
                  <a:lnTo>
                    <a:pt x="174904" y="19888"/>
                  </a:lnTo>
                  <a:lnTo>
                    <a:pt x="185470" y="22745"/>
                  </a:lnTo>
                  <a:lnTo>
                    <a:pt x="196126" y="20256"/>
                  </a:lnTo>
                  <a:lnTo>
                    <a:pt x="199771" y="14427"/>
                  </a:lnTo>
                  <a:close/>
                </a:path>
                <a:path w="598805" h="137795">
                  <a:moveTo>
                    <a:pt x="223481" y="129184"/>
                  </a:moveTo>
                  <a:lnTo>
                    <a:pt x="220040" y="123228"/>
                  </a:lnTo>
                  <a:lnTo>
                    <a:pt x="209473" y="120370"/>
                  </a:lnTo>
                  <a:lnTo>
                    <a:pt x="198805" y="122872"/>
                  </a:lnTo>
                  <a:lnTo>
                    <a:pt x="195160" y="128689"/>
                  </a:lnTo>
                  <a:lnTo>
                    <a:pt x="198602" y="134632"/>
                  </a:lnTo>
                  <a:lnTo>
                    <a:pt x="209169" y="137490"/>
                  </a:lnTo>
                  <a:lnTo>
                    <a:pt x="219837" y="135001"/>
                  </a:lnTo>
                  <a:lnTo>
                    <a:pt x="223481" y="129184"/>
                  </a:lnTo>
                  <a:close/>
                </a:path>
                <a:path w="598805" h="137795">
                  <a:moveTo>
                    <a:pt x="238887" y="46774"/>
                  </a:moveTo>
                  <a:lnTo>
                    <a:pt x="235445" y="40817"/>
                  </a:lnTo>
                  <a:lnTo>
                    <a:pt x="224878" y="37960"/>
                  </a:lnTo>
                  <a:lnTo>
                    <a:pt x="214223" y="40462"/>
                  </a:lnTo>
                  <a:lnTo>
                    <a:pt x="210578" y="46278"/>
                  </a:lnTo>
                  <a:lnTo>
                    <a:pt x="214007" y="52222"/>
                  </a:lnTo>
                  <a:lnTo>
                    <a:pt x="224586" y="55079"/>
                  </a:lnTo>
                  <a:lnTo>
                    <a:pt x="235242" y="52590"/>
                  </a:lnTo>
                  <a:lnTo>
                    <a:pt x="238887" y="46774"/>
                  </a:lnTo>
                  <a:close/>
                </a:path>
                <a:path w="598805" h="137795">
                  <a:moveTo>
                    <a:pt x="264464" y="93433"/>
                  </a:moveTo>
                  <a:lnTo>
                    <a:pt x="261035" y="87490"/>
                  </a:lnTo>
                  <a:lnTo>
                    <a:pt x="250456" y="84632"/>
                  </a:lnTo>
                  <a:lnTo>
                    <a:pt x="239801" y="87122"/>
                  </a:lnTo>
                  <a:lnTo>
                    <a:pt x="236156" y="92951"/>
                  </a:lnTo>
                  <a:lnTo>
                    <a:pt x="239598" y="98894"/>
                  </a:lnTo>
                  <a:lnTo>
                    <a:pt x="250164" y="101752"/>
                  </a:lnTo>
                  <a:lnTo>
                    <a:pt x="260832" y="99263"/>
                  </a:lnTo>
                  <a:lnTo>
                    <a:pt x="264464" y="93433"/>
                  </a:lnTo>
                  <a:close/>
                </a:path>
                <a:path w="598805" h="137795">
                  <a:moveTo>
                    <a:pt x="326745" y="20345"/>
                  </a:moveTo>
                  <a:lnTo>
                    <a:pt x="323316" y="14401"/>
                  </a:lnTo>
                  <a:lnTo>
                    <a:pt x="312737" y="11544"/>
                  </a:lnTo>
                  <a:lnTo>
                    <a:pt x="302082" y="14046"/>
                  </a:lnTo>
                  <a:lnTo>
                    <a:pt x="298437" y="19862"/>
                  </a:lnTo>
                  <a:lnTo>
                    <a:pt x="301879" y="25806"/>
                  </a:lnTo>
                  <a:lnTo>
                    <a:pt x="312445" y="28663"/>
                  </a:lnTo>
                  <a:lnTo>
                    <a:pt x="323100" y="26174"/>
                  </a:lnTo>
                  <a:lnTo>
                    <a:pt x="326745" y="20345"/>
                  </a:lnTo>
                  <a:close/>
                </a:path>
                <a:path w="598805" h="137795">
                  <a:moveTo>
                    <a:pt x="361429" y="113398"/>
                  </a:moveTo>
                  <a:lnTo>
                    <a:pt x="358000" y="107454"/>
                  </a:lnTo>
                  <a:lnTo>
                    <a:pt x="347421" y="104597"/>
                  </a:lnTo>
                  <a:lnTo>
                    <a:pt x="336765" y="107086"/>
                  </a:lnTo>
                  <a:lnTo>
                    <a:pt x="333121" y="112915"/>
                  </a:lnTo>
                  <a:lnTo>
                    <a:pt x="336562" y="118859"/>
                  </a:lnTo>
                  <a:lnTo>
                    <a:pt x="347129" y="121716"/>
                  </a:lnTo>
                  <a:lnTo>
                    <a:pt x="357797" y="119227"/>
                  </a:lnTo>
                  <a:lnTo>
                    <a:pt x="361429" y="113398"/>
                  </a:lnTo>
                  <a:close/>
                </a:path>
                <a:path w="598805" h="137795">
                  <a:moveTo>
                    <a:pt x="383692" y="65633"/>
                  </a:moveTo>
                  <a:lnTo>
                    <a:pt x="380263" y="59677"/>
                  </a:lnTo>
                  <a:lnTo>
                    <a:pt x="369684" y="56819"/>
                  </a:lnTo>
                  <a:lnTo>
                    <a:pt x="359029" y="59321"/>
                  </a:lnTo>
                  <a:lnTo>
                    <a:pt x="355384" y="65138"/>
                  </a:lnTo>
                  <a:lnTo>
                    <a:pt x="358825" y="71081"/>
                  </a:lnTo>
                  <a:lnTo>
                    <a:pt x="369392" y="73939"/>
                  </a:lnTo>
                  <a:lnTo>
                    <a:pt x="380047" y="71450"/>
                  </a:lnTo>
                  <a:lnTo>
                    <a:pt x="383692" y="65633"/>
                  </a:lnTo>
                  <a:close/>
                </a:path>
                <a:path w="598805" h="137795">
                  <a:moveTo>
                    <a:pt x="422694" y="99999"/>
                  </a:moveTo>
                  <a:lnTo>
                    <a:pt x="419252" y="94056"/>
                  </a:lnTo>
                  <a:lnTo>
                    <a:pt x="408686" y="91198"/>
                  </a:lnTo>
                  <a:lnTo>
                    <a:pt x="398018" y="93700"/>
                  </a:lnTo>
                  <a:lnTo>
                    <a:pt x="394385" y="99517"/>
                  </a:lnTo>
                  <a:lnTo>
                    <a:pt x="397814" y="105460"/>
                  </a:lnTo>
                  <a:lnTo>
                    <a:pt x="408393" y="108318"/>
                  </a:lnTo>
                  <a:lnTo>
                    <a:pt x="419049" y="105829"/>
                  </a:lnTo>
                  <a:lnTo>
                    <a:pt x="422694" y="99999"/>
                  </a:lnTo>
                  <a:close/>
                </a:path>
                <a:path w="598805" h="137795">
                  <a:moveTo>
                    <a:pt x="439102" y="8801"/>
                  </a:moveTo>
                  <a:lnTo>
                    <a:pt x="435673" y="2857"/>
                  </a:lnTo>
                  <a:lnTo>
                    <a:pt x="425094" y="0"/>
                  </a:lnTo>
                  <a:lnTo>
                    <a:pt x="414439" y="2489"/>
                  </a:lnTo>
                  <a:lnTo>
                    <a:pt x="410794" y="8318"/>
                  </a:lnTo>
                  <a:lnTo>
                    <a:pt x="414223" y="14262"/>
                  </a:lnTo>
                  <a:lnTo>
                    <a:pt x="424802" y="17119"/>
                  </a:lnTo>
                  <a:lnTo>
                    <a:pt x="435457" y="14617"/>
                  </a:lnTo>
                  <a:lnTo>
                    <a:pt x="439102" y="8801"/>
                  </a:lnTo>
                  <a:close/>
                </a:path>
                <a:path w="598805" h="137795">
                  <a:moveTo>
                    <a:pt x="480517" y="57061"/>
                  </a:moveTo>
                  <a:lnTo>
                    <a:pt x="477075" y="51117"/>
                  </a:lnTo>
                  <a:lnTo>
                    <a:pt x="466509" y="48260"/>
                  </a:lnTo>
                  <a:lnTo>
                    <a:pt x="455841" y="50761"/>
                  </a:lnTo>
                  <a:lnTo>
                    <a:pt x="452196" y="56578"/>
                  </a:lnTo>
                  <a:lnTo>
                    <a:pt x="455637" y="62522"/>
                  </a:lnTo>
                  <a:lnTo>
                    <a:pt x="466204" y="65379"/>
                  </a:lnTo>
                  <a:lnTo>
                    <a:pt x="476872" y="62890"/>
                  </a:lnTo>
                  <a:lnTo>
                    <a:pt x="480517" y="57061"/>
                  </a:lnTo>
                  <a:close/>
                </a:path>
                <a:path w="598805" h="137795">
                  <a:moveTo>
                    <a:pt x="502348" y="105943"/>
                  </a:moveTo>
                  <a:lnTo>
                    <a:pt x="498919" y="99999"/>
                  </a:lnTo>
                  <a:lnTo>
                    <a:pt x="488340" y="97142"/>
                  </a:lnTo>
                  <a:lnTo>
                    <a:pt x="477685" y="99631"/>
                  </a:lnTo>
                  <a:lnTo>
                    <a:pt x="474040" y="105460"/>
                  </a:lnTo>
                  <a:lnTo>
                    <a:pt x="477481" y="111404"/>
                  </a:lnTo>
                  <a:lnTo>
                    <a:pt x="488048" y="114261"/>
                  </a:lnTo>
                  <a:lnTo>
                    <a:pt x="498716" y="111772"/>
                  </a:lnTo>
                  <a:lnTo>
                    <a:pt x="502348" y="105943"/>
                  </a:lnTo>
                  <a:close/>
                </a:path>
                <a:path w="598805" h="137795">
                  <a:moveTo>
                    <a:pt x="527545" y="28917"/>
                  </a:moveTo>
                  <a:lnTo>
                    <a:pt x="524103" y="22961"/>
                  </a:lnTo>
                  <a:lnTo>
                    <a:pt x="513524" y="20104"/>
                  </a:lnTo>
                  <a:lnTo>
                    <a:pt x="502869" y="22606"/>
                  </a:lnTo>
                  <a:lnTo>
                    <a:pt x="499224" y="28422"/>
                  </a:lnTo>
                  <a:lnTo>
                    <a:pt x="502666" y="34366"/>
                  </a:lnTo>
                  <a:lnTo>
                    <a:pt x="513232" y="37223"/>
                  </a:lnTo>
                  <a:lnTo>
                    <a:pt x="523900" y="34734"/>
                  </a:lnTo>
                  <a:lnTo>
                    <a:pt x="527545" y="28917"/>
                  </a:lnTo>
                  <a:close/>
                </a:path>
                <a:path w="598805" h="137795">
                  <a:moveTo>
                    <a:pt x="558203" y="84035"/>
                  </a:moveTo>
                  <a:lnTo>
                    <a:pt x="554774" y="78092"/>
                  </a:lnTo>
                  <a:lnTo>
                    <a:pt x="544195" y="75234"/>
                  </a:lnTo>
                  <a:lnTo>
                    <a:pt x="533539" y="77724"/>
                  </a:lnTo>
                  <a:lnTo>
                    <a:pt x="529894" y="83553"/>
                  </a:lnTo>
                  <a:lnTo>
                    <a:pt x="533336" y="89496"/>
                  </a:lnTo>
                  <a:lnTo>
                    <a:pt x="543902" y="92354"/>
                  </a:lnTo>
                  <a:lnTo>
                    <a:pt x="554558" y="89865"/>
                  </a:lnTo>
                  <a:lnTo>
                    <a:pt x="558203" y="84035"/>
                  </a:lnTo>
                  <a:close/>
                </a:path>
                <a:path w="598805" h="137795">
                  <a:moveTo>
                    <a:pt x="598322" y="27368"/>
                  </a:moveTo>
                  <a:lnTo>
                    <a:pt x="594893" y="21424"/>
                  </a:lnTo>
                  <a:lnTo>
                    <a:pt x="584314" y="18567"/>
                  </a:lnTo>
                  <a:lnTo>
                    <a:pt x="573659" y="21056"/>
                  </a:lnTo>
                  <a:lnTo>
                    <a:pt x="570014" y="26885"/>
                  </a:lnTo>
                  <a:lnTo>
                    <a:pt x="573455" y="32829"/>
                  </a:lnTo>
                  <a:lnTo>
                    <a:pt x="584022" y="35687"/>
                  </a:lnTo>
                  <a:lnTo>
                    <a:pt x="594677" y="33197"/>
                  </a:lnTo>
                  <a:lnTo>
                    <a:pt x="598322" y="27368"/>
                  </a:lnTo>
                  <a:close/>
                </a:path>
              </a:pathLst>
            </a:custGeom>
            <a:solidFill>
              <a:srgbClr val="EFE8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415311" y="10110451"/>
              <a:ext cx="664210" cy="351790"/>
            </a:xfrm>
            <a:custGeom>
              <a:avLst/>
              <a:gdLst/>
              <a:ahLst/>
              <a:cxnLst/>
              <a:rect l="l" t="t" r="r" b="b"/>
              <a:pathLst>
                <a:path w="664210" h="351790">
                  <a:moveTo>
                    <a:pt x="413994" y="73621"/>
                  </a:moveTo>
                  <a:lnTo>
                    <a:pt x="407466" y="73545"/>
                  </a:lnTo>
                  <a:lnTo>
                    <a:pt x="153035" y="70751"/>
                  </a:lnTo>
                  <a:lnTo>
                    <a:pt x="104165" y="70485"/>
                  </a:lnTo>
                  <a:lnTo>
                    <a:pt x="55321" y="71285"/>
                  </a:lnTo>
                  <a:lnTo>
                    <a:pt x="6502" y="73888"/>
                  </a:lnTo>
                  <a:lnTo>
                    <a:pt x="50" y="74396"/>
                  </a:lnTo>
                  <a:lnTo>
                    <a:pt x="0" y="84518"/>
                  </a:lnTo>
                  <a:lnTo>
                    <a:pt x="6502" y="84023"/>
                  </a:lnTo>
                  <a:lnTo>
                    <a:pt x="55321" y="81407"/>
                  </a:lnTo>
                  <a:lnTo>
                    <a:pt x="104165" y="80606"/>
                  </a:lnTo>
                  <a:lnTo>
                    <a:pt x="153035" y="80873"/>
                  </a:lnTo>
                  <a:lnTo>
                    <a:pt x="413981" y="83731"/>
                  </a:lnTo>
                  <a:lnTo>
                    <a:pt x="413994" y="73621"/>
                  </a:lnTo>
                  <a:close/>
                </a:path>
                <a:path w="664210" h="351790">
                  <a:moveTo>
                    <a:pt x="577380" y="266903"/>
                  </a:moveTo>
                  <a:lnTo>
                    <a:pt x="577189" y="227838"/>
                  </a:lnTo>
                  <a:lnTo>
                    <a:pt x="576516" y="188772"/>
                  </a:lnTo>
                  <a:lnTo>
                    <a:pt x="576364" y="182270"/>
                  </a:lnTo>
                  <a:lnTo>
                    <a:pt x="566242" y="182245"/>
                  </a:lnTo>
                  <a:lnTo>
                    <a:pt x="567067" y="227838"/>
                  </a:lnTo>
                  <a:lnTo>
                    <a:pt x="567258" y="266903"/>
                  </a:lnTo>
                  <a:lnTo>
                    <a:pt x="566966" y="305955"/>
                  </a:lnTo>
                  <a:lnTo>
                    <a:pt x="566000" y="351536"/>
                  </a:lnTo>
                  <a:lnTo>
                    <a:pt x="576135" y="351536"/>
                  </a:lnTo>
                  <a:lnTo>
                    <a:pt x="577088" y="305955"/>
                  </a:lnTo>
                  <a:lnTo>
                    <a:pt x="577380" y="266903"/>
                  </a:lnTo>
                  <a:close/>
                </a:path>
                <a:path w="664210" h="351790">
                  <a:moveTo>
                    <a:pt x="663956" y="7124"/>
                  </a:moveTo>
                  <a:lnTo>
                    <a:pt x="656767" y="0"/>
                  </a:lnTo>
                  <a:lnTo>
                    <a:pt x="651789" y="4152"/>
                  </a:lnTo>
                  <a:lnTo>
                    <a:pt x="631240" y="21450"/>
                  </a:lnTo>
                  <a:lnTo>
                    <a:pt x="610857" y="38925"/>
                  </a:lnTo>
                  <a:lnTo>
                    <a:pt x="590613" y="56578"/>
                  </a:lnTo>
                  <a:lnTo>
                    <a:pt x="570522" y="74409"/>
                  </a:lnTo>
                  <a:lnTo>
                    <a:pt x="563410" y="71818"/>
                  </a:lnTo>
                  <a:lnTo>
                    <a:pt x="553339" y="73177"/>
                  </a:lnTo>
                  <a:lnTo>
                    <a:pt x="523354" y="72059"/>
                  </a:lnTo>
                  <a:lnTo>
                    <a:pt x="499198" y="71843"/>
                  </a:lnTo>
                  <a:lnTo>
                    <a:pt x="482549" y="72059"/>
                  </a:lnTo>
                  <a:lnTo>
                    <a:pt x="465912" y="72555"/>
                  </a:lnTo>
                  <a:lnTo>
                    <a:pt x="442785" y="73647"/>
                  </a:lnTo>
                  <a:lnTo>
                    <a:pt x="442747" y="83781"/>
                  </a:lnTo>
                  <a:lnTo>
                    <a:pt x="475068" y="82384"/>
                  </a:lnTo>
                  <a:lnTo>
                    <a:pt x="500875" y="81991"/>
                  </a:lnTo>
                  <a:lnTo>
                    <a:pt x="552475" y="83286"/>
                  </a:lnTo>
                  <a:lnTo>
                    <a:pt x="566978" y="101485"/>
                  </a:lnTo>
                  <a:lnTo>
                    <a:pt x="566470" y="108115"/>
                  </a:lnTo>
                  <a:lnTo>
                    <a:pt x="565023" y="121069"/>
                  </a:lnTo>
                  <a:lnTo>
                    <a:pt x="564489" y="132715"/>
                  </a:lnTo>
                  <a:lnTo>
                    <a:pt x="564413" y="144272"/>
                  </a:lnTo>
                  <a:lnTo>
                    <a:pt x="564959" y="155803"/>
                  </a:lnTo>
                  <a:lnTo>
                    <a:pt x="566242" y="167386"/>
                  </a:lnTo>
                  <a:lnTo>
                    <a:pt x="567169" y="173812"/>
                  </a:lnTo>
                  <a:lnTo>
                    <a:pt x="576935" y="171069"/>
                  </a:lnTo>
                  <a:lnTo>
                    <a:pt x="575995" y="164693"/>
                  </a:lnTo>
                  <a:lnTo>
                    <a:pt x="574573" y="148120"/>
                  </a:lnTo>
                  <a:lnTo>
                    <a:pt x="574700" y="131572"/>
                  </a:lnTo>
                  <a:lnTo>
                    <a:pt x="576897" y="93129"/>
                  </a:lnTo>
                  <a:lnTo>
                    <a:pt x="578142" y="86982"/>
                  </a:lnTo>
                  <a:lnTo>
                    <a:pt x="577088" y="82080"/>
                  </a:lnTo>
                  <a:lnTo>
                    <a:pt x="597331" y="64122"/>
                  </a:lnTo>
                  <a:lnTo>
                    <a:pt x="617715" y="46342"/>
                  </a:lnTo>
                  <a:lnTo>
                    <a:pt x="638251" y="28740"/>
                  </a:lnTo>
                  <a:lnTo>
                    <a:pt x="663956" y="7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7539" y="9935845"/>
            <a:ext cx="937186" cy="608263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1910" y="9278320"/>
            <a:ext cx="760162" cy="50735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8439" y="10034437"/>
            <a:ext cx="764661" cy="509670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1438555" y="8700941"/>
            <a:ext cx="845819" cy="332740"/>
            <a:chOff x="1438555" y="8700941"/>
            <a:chExt cx="845819" cy="332740"/>
          </a:xfrm>
        </p:grpSpPr>
        <p:sp>
          <p:nvSpPr>
            <p:cNvPr id="14" name="object 14" descr=""/>
            <p:cNvSpPr/>
            <p:nvPr/>
          </p:nvSpPr>
          <p:spPr>
            <a:xfrm>
              <a:off x="1443589" y="8864568"/>
              <a:ext cx="658495" cy="169545"/>
            </a:xfrm>
            <a:custGeom>
              <a:avLst/>
              <a:gdLst/>
              <a:ahLst/>
              <a:cxnLst/>
              <a:rect l="l" t="t" r="r" b="b"/>
              <a:pathLst>
                <a:path w="658494" h="169545">
                  <a:moveTo>
                    <a:pt x="658346" y="0"/>
                  </a:moveTo>
                  <a:lnTo>
                    <a:pt x="0" y="0"/>
                  </a:lnTo>
                  <a:lnTo>
                    <a:pt x="0" y="168989"/>
                  </a:lnTo>
                  <a:lnTo>
                    <a:pt x="658346" y="168989"/>
                  </a:lnTo>
                  <a:lnTo>
                    <a:pt x="658346" y="0"/>
                  </a:lnTo>
                  <a:close/>
                </a:path>
              </a:pathLst>
            </a:custGeom>
            <a:solidFill>
              <a:srgbClr val="C9441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2803" y="8893536"/>
              <a:ext cx="210544" cy="100423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52437" y="8899684"/>
              <a:ext cx="263249" cy="94062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2101939" y="8702390"/>
              <a:ext cx="182245" cy="331470"/>
            </a:xfrm>
            <a:custGeom>
              <a:avLst/>
              <a:gdLst/>
              <a:ahLst/>
              <a:cxnLst/>
              <a:rect l="l" t="t" r="r" b="b"/>
              <a:pathLst>
                <a:path w="182244" h="331470">
                  <a:moveTo>
                    <a:pt x="181921" y="0"/>
                  </a:moveTo>
                  <a:lnTo>
                    <a:pt x="0" y="162173"/>
                  </a:lnTo>
                  <a:lnTo>
                    <a:pt x="0" y="331162"/>
                  </a:lnTo>
                  <a:lnTo>
                    <a:pt x="181921" y="168989"/>
                  </a:lnTo>
                  <a:lnTo>
                    <a:pt x="181921" y="0"/>
                  </a:lnTo>
                  <a:close/>
                </a:path>
              </a:pathLst>
            </a:custGeom>
            <a:solidFill>
              <a:srgbClr val="B53C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43596" y="8702390"/>
              <a:ext cx="840740" cy="162560"/>
            </a:xfrm>
            <a:custGeom>
              <a:avLst/>
              <a:gdLst/>
              <a:ahLst/>
              <a:cxnLst/>
              <a:rect l="l" t="t" r="r" b="b"/>
              <a:pathLst>
                <a:path w="840739" h="162559">
                  <a:moveTo>
                    <a:pt x="840267" y="0"/>
                  </a:moveTo>
                  <a:lnTo>
                    <a:pt x="181921" y="0"/>
                  </a:lnTo>
                  <a:lnTo>
                    <a:pt x="0" y="162173"/>
                  </a:lnTo>
                  <a:lnTo>
                    <a:pt x="658346" y="162173"/>
                  </a:lnTo>
                  <a:lnTo>
                    <a:pt x="840267" y="0"/>
                  </a:lnTo>
                  <a:close/>
                </a:path>
              </a:pathLst>
            </a:custGeom>
            <a:solidFill>
              <a:srgbClr val="D7481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66189" y="8747195"/>
              <a:ext cx="595630" cy="73025"/>
            </a:xfrm>
            <a:custGeom>
              <a:avLst/>
              <a:gdLst/>
              <a:ahLst/>
              <a:cxnLst/>
              <a:rect l="l" t="t" r="r" b="b"/>
              <a:pathLst>
                <a:path w="595630" h="73025">
                  <a:moveTo>
                    <a:pt x="191998" y="10629"/>
                  </a:moveTo>
                  <a:lnTo>
                    <a:pt x="189191" y="2857"/>
                  </a:lnTo>
                  <a:lnTo>
                    <a:pt x="178269" y="0"/>
                  </a:lnTo>
                  <a:lnTo>
                    <a:pt x="95123" y="0"/>
                  </a:lnTo>
                  <a:lnTo>
                    <a:pt x="57556" y="10629"/>
                  </a:lnTo>
                  <a:lnTo>
                    <a:pt x="18148" y="36283"/>
                  </a:lnTo>
                  <a:lnTo>
                    <a:pt x="0" y="61937"/>
                  </a:lnTo>
                  <a:lnTo>
                    <a:pt x="2806" y="69723"/>
                  </a:lnTo>
                  <a:lnTo>
                    <a:pt x="13728" y="72567"/>
                  </a:lnTo>
                  <a:lnTo>
                    <a:pt x="96862" y="72567"/>
                  </a:lnTo>
                  <a:lnTo>
                    <a:pt x="134442" y="61937"/>
                  </a:lnTo>
                  <a:lnTo>
                    <a:pt x="173850" y="36283"/>
                  </a:lnTo>
                  <a:lnTo>
                    <a:pt x="191998" y="10629"/>
                  </a:lnTo>
                  <a:close/>
                </a:path>
                <a:path w="595630" h="73025">
                  <a:moveTo>
                    <a:pt x="393534" y="10629"/>
                  </a:moveTo>
                  <a:lnTo>
                    <a:pt x="390728" y="2857"/>
                  </a:lnTo>
                  <a:lnTo>
                    <a:pt x="379806" y="0"/>
                  </a:lnTo>
                  <a:lnTo>
                    <a:pt x="296659" y="0"/>
                  </a:lnTo>
                  <a:lnTo>
                    <a:pt x="259092" y="10629"/>
                  </a:lnTo>
                  <a:lnTo>
                    <a:pt x="219684" y="36283"/>
                  </a:lnTo>
                  <a:lnTo>
                    <a:pt x="201536" y="61937"/>
                  </a:lnTo>
                  <a:lnTo>
                    <a:pt x="204343" y="69723"/>
                  </a:lnTo>
                  <a:lnTo>
                    <a:pt x="215265" y="72567"/>
                  </a:lnTo>
                  <a:lnTo>
                    <a:pt x="298399" y="72567"/>
                  </a:lnTo>
                  <a:lnTo>
                    <a:pt x="335978" y="61937"/>
                  </a:lnTo>
                  <a:lnTo>
                    <a:pt x="375386" y="36283"/>
                  </a:lnTo>
                  <a:lnTo>
                    <a:pt x="393534" y="10629"/>
                  </a:lnTo>
                  <a:close/>
                </a:path>
                <a:path w="595630" h="73025">
                  <a:moveTo>
                    <a:pt x="595071" y="10629"/>
                  </a:moveTo>
                  <a:lnTo>
                    <a:pt x="592264" y="2857"/>
                  </a:lnTo>
                  <a:lnTo>
                    <a:pt x="581329" y="0"/>
                  </a:lnTo>
                  <a:lnTo>
                    <a:pt x="498195" y="0"/>
                  </a:lnTo>
                  <a:lnTo>
                    <a:pt x="460629" y="10629"/>
                  </a:lnTo>
                  <a:lnTo>
                    <a:pt x="421220" y="36283"/>
                  </a:lnTo>
                  <a:lnTo>
                    <a:pt x="403072" y="61937"/>
                  </a:lnTo>
                  <a:lnTo>
                    <a:pt x="405879" y="69723"/>
                  </a:lnTo>
                  <a:lnTo>
                    <a:pt x="416801" y="72567"/>
                  </a:lnTo>
                  <a:lnTo>
                    <a:pt x="499935" y="72567"/>
                  </a:lnTo>
                  <a:lnTo>
                    <a:pt x="537514" y="61937"/>
                  </a:lnTo>
                  <a:lnTo>
                    <a:pt x="576922" y="36283"/>
                  </a:lnTo>
                  <a:lnTo>
                    <a:pt x="595071" y="10629"/>
                  </a:lnTo>
                  <a:close/>
                </a:path>
              </a:pathLst>
            </a:custGeom>
            <a:solidFill>
              <a:srgbClr val="A4350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93215" y="8790743"/>
              <a:ext cx="541020" cy="29209"/>
            </a:xfrm>
            <a:custGeom>
              <a:avLst/>
              <a:gdLst/>
              <a:ahLst/>
              <a:cxnLst/>
              <a:rect l="l" t="t" r="r" b="b"/>
              <a:pathLst>
                <a:path w="541019" h="29209">
                  <a:moveTo>
                    <a:pt x="137934" y="0"/>
                  </a:moveTo>
                  <a:lnTo>
                    <a:pt x="68110" y="0"/>
                  </a:lnTo>
                  <a:lnTo>
                    <a:pt x="53149" y="2209"/>
                  </a:lnTo>
                  <a:lnTo>
                    <a:pt x="35699" y="8305"/>
                  </a:lnTo>
                  <a:lnTo>
                    <a:pt x="17437" y="17500"/>
                  </a:lnTo>
                  <a:lnTo>
                    <a:pt x="0" y="29019"/>
                  </a:lnTo>
                  <a:lnTo>
                    <a:pt x="69850" y="29019"/>
                  </a:lnTo>
                  <a:lnTo>
                    <a:pt x="84797" y="26809"/>
                  </a:lnTo>
                  <a:lnTo>
                    <a:pt x="102247" y="20726"/>
                  </a:lnTo>
                  <a:lnTo>
                    <a:pt x="120510" y="11518"/>
                  </a:lnTo>
                  <a:lnTo>
                    <a:pt x="137934" y="0"/>
                  </a:lnTo>
                  <a:close/>
                </a:path>
                <a:path w="541019" h="29209">
                  <a:moveTo>
                    <a:pt x="339471" y="0"/>
                  </a:moveTo>
                  <a:lnTo>
                    <a:pt x="269646" y="0"/>
                  </a:lnTo>
                  <a:lnTo>
                    <a:pt x="254685" y="2209"/>
                  </a:lnTo>
                  <a:lnTo>
                    <a:pt x="237236" y="8305"/>
                  </a:lnTo>
                  <a:lnTo>
                    <a:pt x="218960" y="17500"/>
                  </a:lnTo>
                  <a:lnTo>
                    <a:pt x="201536" y="29019"/>
                  </a:lnTo>
                  <a:lnTo>
                    <a:pt x="271373" y="29019"/>
                  </a:lnTo>
                  <a:lnTo>
                    <a:pt x="286334" y="26809"/>
                  </a:lnTo>
                  <a:lnTo>
                    <a:pt x="303784" y="20726"/>
                  </a:lnTo>
                  <a:lnTo>
                    <a:pt x="322046" y="11518"/>
                  </a:lnTo>
                  <a:lnTo>
                    <a:pt x="339471" y="0"/>
                  </a:lnTo>
                  <a:close/>
                </a:path>
                <a:path w="541019" h="29209">
                  <a:moveTo>
                    <a:pt x="541007" y="0"/>
                  </a:moveTo>
                  <a:lnTo>
                    <a:pt x="471182" y="0"/>
                  </a:lnTo>
                  <a:lnTo>
                    <a:pt x="456222" y="2209"/>
                  </a:lnTo>
                  <a:lnTo>
                    <a:pt x="438772" y="8305"/>
                  </a:lnTo>
                  <a:lnTo>
                    <a:pt x="420497" y="17500"/>
                  </a:lnTo>
                  <a:lnTo>
                    <a:pt x="403072" y="29019"/>
                  </a:lnTo>
                  <a:lnTo>
                    <a:pt x="472909" y="29019"/>
                  </a:lnTo>
                  <a:lnTo>
                    <a:pt x="487870" y="26809"/>
                  </a:lnTo>
                  <a:lnTo>
                    <a:pt x="505320" y="20726"/>
                  </a:lnTo>
                  <a:lnTo>
                    <a:pt x="523582" y="11518"/>
                  </a:lnTo>
                  <a:lnTo>
                    <a:pt x="541007" y="0"/>
                  </a:lnTo>
                  <a:close/>
                </a:path>
              </a:pathLst>
            </a:custGeom>
            <a:solidFill>
              <a:srgbClr val="9C31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438554" y="8700941"/>
              <a:ext cx="811530" cy="250190"/>
            </a:xfrm>
            <a:custGeom>
              <a:avLst/>
              <a:gdLst/>
              <a:ahLst/>
              <a:cxnLst/>
              <a:rect l="l" t="t" r="r" b="b"/>
              <a:pathLst>
                <a:path w="811530" h="250190">
                  <a:moveTo>
                    <a:pt x="301840" y="43383"/>
                  </a:moveTo>
                  <a:lnTo>
                    <a:pt x="295986" y="43256"/>
                  </a:lnTo>
                  <a:lnTo>
                    <a:pt x="268274" y="41986"/>
                  </a:lnTo>
                  <a:lnTo>
                    <a:pt x="239395" y="41084"/>
                  </a:lnTo>
                  <a:lnTo>
                    <a:pt x="210959" y="43294"/>
                  </a:lnTo>
                  <a:lnTo>
                    <a:pt x="184594" y="51320"/>
                  </a:lnTo>
                  <a:lnTo>
                    <a:pt x="179311" y="53848"/>
                  </a:lnTo>
                  <a:lnTo>
                    <a:pt x="183921" y="61696"/>
                  </a:lnTo>
                  <a:lnTo>
                    <a:pt x="189191" y="59182"/>
                  </a:lnTo>
                  <a:lnTo>
                    <a:pt x="201879" y="54610"/>
                  </a:lnTo>
                  <a:lnTo>
                    <a:pt x="214960" y="52311"/>
                  </a:lnTo>
                  <a:lnTo>
                    <a:pt x="228307" y="51523"/>
                  </a:lnTo>
                  <a:lnTo>
                    <a:pt x="301840" y="52463"/>
                  </a:lnTo>
                  <a:lnTo>
                    <a:pt x="301840" y="43383"/>
                  </a:lnTo>
                  <a:close/>
                </a:path>
                <a:path w="811530" h="250190">
                  <a:moveTo>
                    <a:pt x="336816" y="159981"/>
                  </a:moveTo>
                  <a:lnTo>
                    <a:pt x="330949" y="160299"/>
                  </a:lnTo>
                  <a:lnTo>
                    <a:pt x="290550" y="161328"/>
                  </a:lnTo>
                  <a:lnTo>
                    <a:pt x="250164" y="160680"/>
                  </a:lnTo>
                  <a:lnTo>
                    <a:pt x="169379" y="157962"/>
                  </a:lnTo>
                  <a:lnTo>
                    <a:pt x="130708" y="158432"/>
                  </a:lnTo>
                  <a:lnTo>
                    <a:pt x="91973" y="160362"/>
                  </a:lnTo>
                  <a:lnTo>
                    <a:pt x="53263" y="161912"/>
                  </a:lnTo>
                  <a:lnTo>
                    <a:pt x="14655" y="161201"/>
                  </a:lnTo>
                  <a:lnTo>
                    <a:pt x="17653" y="157086"/>
                  </a:lnTo>
                  <a:lnTo>
                    <a:pt x="22834" y="153885"/>
                  </a:lnTo>
                  <a:lnTo>
                    <a:pt x="31127" y="147116"/>
                  </a:lnTo>
                  <a:lnTo>
                    <a:pt x="0" y="182308"/>
                  </a:lnTo>
                  <a:lnTo>
                    <a:pt x="12" y="195618"/>
                  </a:lnTo>
                  <a:lnTo>
                    <a:pt x="863" y="227952"/>
                  </a:lnTo>
                  <a:lnTo>
                    <a:pt x="9969" y="227965"/>
                  </a:lnTo>
                  <a:lnTo>
                    <a:pt x="9677" y="181038"/>
                  </a:lnTo>
                  <a:lnTo>
                    <a:pt x="9347" y="175437"/>
                  </a:lnTo>
                  <a:lnTo>
                    <a:pt x="10642" y="170027"/>
                  </a:lnTo>
                  <a:lnTo>
                    <a:pt x="50241" y="171056"/>
                  </a:lnTo>
                  <a:lnTo>
                    <a:pt x="89954" y="169557"/>
                  </a:lnTo>
                  <a:lnTo>
                    <a:pt x="129692" y="167563"/>
                  </a:lnTo>
                  <a:lnTo>
                    <a:pt x="169379" y="167068"/>
                  </a:lnTo>
                  <a:lnTo>
                    <a:pt x="250164" y="169786"/>
                  </a:lnTo>
                  <a:lnTo>
                    <a:pt x="290550" y="170434"/>
                  </a:lnTo>
                  <a:lnTo>
                    <a:pt x="330949" y="169405"/>
                  </a:lnTo>
                  <a:lnTo>
                    <a:pt x="336778" y="169087"/>
                  </a:lnTo>
                  <a:lnTo>
                    <a:pt x="336816" y="159981"/>
                  </a:lnTo>
                  <a:close/>
                </a:path>
                <a:path w="811530" h="250190">
                  <a:moveTo>
                    <a:pt x="463829" y="52489"/>
                  </a:moveTo>
                  <a:lnTo>
                    <a:pt x="463791" y="43383"/>
                  </a:lnTo>
                  <a:lnTo>
                    <a:pt x="457974" y="42938"/>
                  </a:lnTo>
                  <a:lnTo>
                    <a:pt x="441921" y="42291"/>
                  </a:lnTo>
                  <a:lnTo>
                    <a:pt x="425945" y="42760"/>
                  </a:lnTo>
                  <a:lnTo>
                    <a:pt x="410057" y="44348"/>
                  </a:lnTo>
                  <a:lnTo>
                    <a:pt x="394208" y="47040"/>
                  </a:lnTo>
                  <a:lnTo>
                    <a:pt x="388480" y="48209"/>
                  </a:lnTo>
                  <a:lnTo>
                    <a:pt x="390906" y="56984"/>
                  </a:lnTo>
                  <a:lnTo>
                    <a:pt x="396633" y="55816"/>
                  </a:lnTo>
                  <a:lnTo>
                    <a:pt x="411886" y="53251"/>
                  </a:lnTo>
                  <a:lnTo>
                    <a:pt x="427177" y="51777"/>
                  </a:lnTo>
                  <a:lnTo>
                    <a:pt x="442531" y="51384"/>
                  </a:lnTo>
                  <a:lnTo>
                    <a:pt x="457974" y="52044"/>
                  </a:lnTo>
                  <a:lnTo>
                    <a:pt x="463829" y="52489"/>
                  </a:lnTo>
                  <a:close/>
                </a:path>
                <a:path w="811530" h="250190">
                  <a:moveTo>
                    <a:pt x="526986" y="2882"/>
                  </a:moveTo>
                  <a:lnTo>
                    <a:pt x="521119" y="2870"/>
                  </a:lnTo>
                  <a:lnTo>
                    <a:pt x="378333" y="2247"/>
                  </a:lnTo>
                  <a:lnTo>
                    <a:pt x="235559" y="774"/>
                  </a:lnTo>
                  <a:lnTo>
                    <a:pt x="182118" y="0"/>
                  </a:lnTo>
                  <a:lnTo>
                    <a:pt x="182118" y="9105"/>
                  </a:lnTo>
                  <a:lnTo>
                    <a:pt x="330746" y="10947"/>
                  </a:lnTo>
                  <a:lnTo>
                    <a:pt x="473519" y="11861"/>
                  </a:lnTo>
                  <a:lnTo>
                    <a:pt x="526973" y="11988"/>
                  </a:lnTo>
                  <a:lnTo>
                    <a:pt x="526986" y="2882"/>
                  </a:lnTo>
                  <a:close/>
                </a:path>
                <a:path w="811530" h="250190">
                  <a:moveTo>
                    <a:pt x="722693" y="3632"/>
                  </a:moveTo>
                  <a:lnTo>
                    <a:pt x="716826" y="3759"/>
                  </a:lnTo>
                  <a:lnTo>
                    <a:pt x="675563" y="4305"/>
                  </a:lnTo>
                  <a:lnTo>
                    <a:pt x="634314" y="4152"/>
                  </a:lnTo>
                  <a:lnTo>
                    <a:pt x="593064" y="3302"/>
                  </a:lnTo>
                  <a:lnTo>
                    <a:pt x="545985" y="1473"/>
                  </a:lnTo>
                  <a:lnTo>
                    <a:pt x="545998" y="10566"/>
                  </a:lnTo>
                  <a:lnTo>
                    <a:pt x="593064" y="12395"/>
                  </a:lnTo>
                  <a:lnTo>
                    <a:pt x="634314" y="13258"/>
                  </a:lnTo>
                  <a:lnTo>
                    <a:pt x="675563" y="13411"/>
                  </a:lnTo>
                  <a:lnTo>
                    <a:pt x="722668" y="12738"/>
                  </a:lnTo>
                  <a:lnTo>
                    <a:pt x="722693" y="3632"/>
                  </a:lnTo>
                  <a:close/>
                </a:path>
                <a:path w="811530" h="250190">
                  <a:moveTo>
                    <a:pt x="811110" y="40944"/>
                  </a:moveTo>
                  <a:lnTo>
                    <a:pt x="810475" y="28346"/>
                  </a:lnTo>
                  <a:lnTo>
                    <a:pt x="803236" y="26263"/>
                  </a:lnTo>
                  <a:lnTo>
                    <a:pt x="801001" y="27089"/>
                  </a:lnTo>
                  <a:lnTo>
                    <a:pt x="799528" y="25615"/>
                  </a:lnTo>
                  <a:lnTo>
                    <a:pt x="796010" y="28943"/>
                  </a:lnTo>
                  <a:lnTo>
                    <a:pt x="791845" y="30492"/>
                  </a:lnTo>
                  <a:lnTo>
                    <a:pt x="792353" y="32410"/>
                  </a:lnTo>
                  <a:lnTo>
                    <a:pt x="753440" y="69278"/>
                  </a:lnTo>
                  <a:lnTo>
                    <a:pt x="714832" y="105918"/>
                  </a:lnTo>
                  <a:lnTo>
                    <a:pt x="694080" y="126479"/>
                  </a:lnTo>
                  <a:lnTo>
                    <a:pt x="683285" y="136372"/>
                  </a:lnTo>
                  <a:lnTo>
                    <a:pt x="647331" y="155740"/>
                  </a:lnTo>
                  <a:lnTo>
                    <a:pt x="620737" y="158115"/>
                  </a:lnTo>
                  <a:lnTo>
                    <a:pt x="464223" y="155181"/>
                  </a:lnTo>
                  <a:lnTo>
                    <a:pt x="449656" y="154952"/>
                  </a:lnTo>
                  <a:lnTo>
                    <a:pt x="392569" y="155181"/>
                  </a:lnTo>
                  <a:lnTo>
                    <a:pt x="383413" y="154952"/>
                  </a:lnTo>
                  <a:lnTo>
                    <a:pt x="369277" y="155702"/>
                  </a:lnTo>
                  <a:lnTo>
                    <a:pt x="358305" y="159816"/>
                  </a:lnTo>
                  <a:lnTo>
                    <a:pt x="358635" y="169722"/>
                  </a:lnTo>
                  <a:lnTo>
                    <a:pt x="363169" y="176771"/>
                  </a:lnTo>
                  <a:lnTo>
                    <a:pt x="374408" y="173748"/>
                  </a:lnTo>
                  <a:lnTo>
                    <a:pt x="456717" y="173609"/>
                  </a:lnTo>
                  <a:lnTo>
                    <a:pt x="551992" y="175158"/>
                  </a:lnTo>
                  <a:lnTo>
                    <a:pt x="605612" y="177330"/>
                  </a:lnTo>
                  <a:lnTo>
                    <a:pt x="632561" y="176542"/>
                  </a:lnTo>
                  <a:lnTo>
                    <a:pt x="651941" y="173266"/>
                  </a:lnTo>
                  <a:lnTo>
                    <a:pt x="652868" y="173113"/>
                  </a:lnTo>
                  <a:lnTo>
                    <a:pt x="652881" y="181216"/>
                  </a:lnTo>
                  <a:lnTo>
                    <a:pt x="653008" y="205790"/>
                  </a:lnTo>
                  <a:lnTo>
                    <a:pt x="652818" y="212369"/>
                  </a:lnTo>
                  <a:lnTo>
                    <a:pt x="652360" y="221996"/>
                  </a:lnTo>
                  <a:lnTo>
                    <a:pt x="652475" y="231546"/>
                  </a:lnTo>
                  <a:lnTo>
                    <a:pt x="653923" y="239864"/>
                  </a:lnTo>
                  <a:lnTo>
                    <a:pt x="655650" y="245135"/>
                  </a:lnTo>
                  <a:lnTo>
                    <a:pt x="658342" y="250075"/>
                  </a:lnTo>
                  <a:lnTo>
                    <a:pt x="665111" y="248551"/>
                  </a:lnTo>
                  <a:lnTo>
                    <a:pt x="670496" y="244881"/>
                  </a:lnTo>
                  <a:lnTo>
                    <a:pt x="672312" y="238531"/>
                  </a:lnTo>
                  <a:lnTo>
                    <a:pt x="672198" y="232486"/>
                  </a:lnTo>
                  <a:lnTo>
                    <a:pt x="672172" y="231228"/>
                  </a:lnTo>
                  <a:lnTo>
                    <a:pt x="671664" y="224726"/>
                  </a:lnTo>
                  <a:lnTo>
                    <a:pt x="671398" y="212369"/>
                  </a:lnTo>
                  <a:lnTo>
                    <a:pt x="671283" y="205790"/>
                  </a:lnTo>
                  <a:lnTo>
                    <a:pt x="671182" y="198297"/>
                  </a:lnTo>
                  <a:lnTo>
                    <a:pt x="671042" y="181914"/>
                  </a:lnTo>
                  <a:lnTo>
                    <a:pt x="669340" y="173990"/>
                  </a:lnTo>
                  <a:lnTo>
                    <a:pt x="669467" y="173113"/>
                  </a:lnTo>
                  <a:lnTo>
                    <a:pt x="672973" y="164934"/>
                  </a:lnTo>
                  <a:lnTo>
                    <a:pt x="676744" y="163830"/>
                  </a:lnTo>
                  <a:lnTo>
                    <a:pt x="681329" y="160655"/>
                  </a:lnTo>
                  <a:lnTo>
                    <a:pt x="706145" y="141147"/>
                  </a:lnTo>
                  <a:lnTo>
                    <a:pt x="729615" y="119202"/>
                  </a:lnTo>
                  <a:lnTo>
                    <a:pt x="752322" y="96342"/>
                  </a:lnTo>
                  <a:lnTo>
                    <a:pt x="774827" y="74104"/>
                  </a:lnTo>
                  <a:lnTo>
                    <a:pt x="795693" y="54406"/>
                  </a:lnTo>
                  <a:lnTo>
                    <a:pt x="805535" y="44919"/>
                  </a:lnTo>
                  <a:lnTo>
                    <a:pt x="811110" y="40944"/>
                  </a:lnTo>
                  <a:close/>
                </a:path>
              </a:pathLst>
            </a:custGeom>
            <a:solidFill>
              <a:srgbClr val="E358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66037" y="9017147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647" y="0"/>
                  </a:lnTo>
                </a:path>
              </a:pathLst>
            </a:custGeom>
            <a:ln w="13222">
              <a:solidFill>
                <a:srgbClr val="B53C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736376" y="9008154"/>
              <a:ext cx="339725" cy="12065"/>
            </a:xfrm>
            <a:custGeom>
              <a:avLst/>
              <a:gdLst/>
              <a:ahLst/>
              <a:cxnLst/>
              <a:rect l="l" t="t" r="r" b="b"/>
              <a:pathLst>
                <a:path w="339725" h="12065">
                  <a:moveTo>
                    <a:pt x="339162" y="0"/>
                  </a:moveTo>
                  <a:lnTo>
                    <a:pt x="278731" y="1508"/>
                  </a:lnTo>
                  <a:lnTo>
                    <a:pt x="224159" y="2421"/>
                  </a:lnTo>
                  <a:lnTo>
                    <a:pt x="169583" y="2906"/>
                  </a:lnTo>
                  <a:lnTo>
                    <a:pt x="115006" y="2963"/>
                  </a:lnTo>
                  <a:lnTo>
                    <a:pt x="60428" y="2591"/>
                  </a:lnTo>
                  <a:lnTo>
                    <a:pt x="0" y="1685"/>
                  </a:lnTo>
                  <a:lnTo>
                    <a:pt x="0" y="10774"/>
                  </a:lnTo>
                  <a:lnTo>
                    <a:pt x="60428" y="11687"/>
                  </a:lnTo>
                  <a:lnTo>
                    <a:pt x="115006" y="12058"/>
                  </a:lnTo>
                  <a:lnTo>
                    <a:pt x="169583" y="12002"/>
                  </a:lnTo>
                  <a:lnTo>
                    <a:pt x="224159" y="11518"/>
                  </a:lnTo>
                  <a:lnTo>
                    <a:pt x="278731" y="10607"/>
                  </a:lnTo>
                  <a:lnTo>
                    <a:pt x="339141" y="9099"/>
                  </a:lnTo>
                  <a:lnTo>
                    <a:pt x="339162" y="0"/>
                  </a:lnTo>
                  <a:close/>
                </a:path>
              </a:pathLst>
            </a:custGeom>
            <a:solidFill>
              <a:srgbClr val="B53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4357434" y="9826752"/>
            <a:ext cx="3138805" cy="690880"/>
            <a:chOff x="4357434" y="9826752"/>
            <a:chExt cx="3138805" cy="690880"/>
          </a:xfrm>
        </p:grpSpPr>
        <p:sp>
          <p:nvSpPr>
            <p:cNvPr id="25" name="object 25" descr=""/>
            <p:cNvSpPr/>
            <p:nvPr/>
          </p:nvSpPr>
          <p:spPr>
            <a:xfrm>
              <a:off x="4357434" y="9826759"/>
              <a:ext cx="2211070" cy="231140"/>
            </a:xfrm>
            <a:custGeom>
              <a:avLst/>
              <a:gdLst/>
              <a:ahLst/>
              <a:cxnLst/>
              <a:rect l="l" t="t" r="r" b="b"/>
              <a:pathLst>
                <a:path w="2211070" h="231140">
                  <a:moveTo>
                    <a:pt x="2210592" y="0"/>
                  </a:moveTo>
                  <a:lnTo>
                    <a:pt x="431536" y="12020"/>
                  </a:lnTo>
                  <a:lnTo>
                    <a:pt x="0" y="218977"/>
                  </a:lnTo>
                  <a:lnTo>
                    <a:pt x="0" y="230998"/>
                  </a:lnTo>
                  <a:lnTo>
                    <a:pt x="1779055" y="230998"/>
                  </a:lnTo>
                  <a:lnTo>
                    <a:pt x="2210592" y="12020"/>
                  </a:lnTo>
                  <a:lnTo>
                    <a:pt x="2210592" y="0"/>
                  </a:lnTo>
                  <a:close/>
                </a:path>
              </a:pathLst>
            </a:custGeom>
            <a:solidFill>
              <a:srgbClr val="9251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357434" y="9826753"/>
              <a:ext cx="2211070" cy="219075"/>
            </a:xfrm>
            <a:custGeom>
              <a:avLst/>
              <a:gdLst/>
              <a:ahLst/>
              <a:cxnLst/>
              <a:rect l="l" t="t" r="r" b="b"/>
              <a:pathLst>
                <a:path w="2211070" h="219075">
                  <a:moveTo>
                    <a:pt x="2210592" y="0"/>
                  </a:moveTo>
                  <a:lnTo>
                    <a:pt x="431536" y="0"/>
                  </a:lnTo>
                  <a:lnTo>
                    <a:pt x="0" y="218977"/>
                  </a:lnTo>
                  <a:lnTo>
                    <a:pt x="1779055" y="218977"/>
                  </a:lnTo>
                  <a:lnTo>
                    <a:pt x="2210592" y="0"/>
                  </a:lnTo>
                  <a:close/>
                </a:path>
              </a:pathLst>
            </a:custGeom>
            <a:solidFill>
              <a:srgbClr val="FB8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373372" y="9826757"/>
              <a:ext cx="2154555" cy="219075"/>
            </a:xfrm>
            <a:custGeom>
              <a:avLst/>
              <a:gdLst/>
              <a:ahLst/>
              <a:cxnLst/>
              <a:rect l="l" t="t" r="r" b="b"/>
              <a:pathLst>
                <a:path w="2154554" h="219075">
                  <a:moveTo>
                    <a:pt x="612559" y="218973"/>
                  </a:moveTo>
                  <a:lnTo>
                    <a:pt x="560578" y="211912"/>
                  </a:lnTo>
                  <a:lnTo>
                    <a:pt x="508571" y="205181"/>
                  </a:lnTo>
                  <a:lnTo>
                    <a:pt x="456565" y="198970"/>
                  </a:lnTo>
                  <a:lnTo>
                    <a:pt x="404558" y="193446"/>
                  </a:lnTo>
                  <a:lnTo>
                    <a:pt x="352552" y="188823"/>
                  </a:lnTo>
                  <a:lnTo>
                    <a:pt x="300545" y="185280"/>
                  </a:lnTo>
                  <a:lnTo>
                    <a:pt x="248551" y="182994"/>
                  </a:lnTo>
                  <a:lnTo>
                    <a:pt x="196583" y="182156"/>
                  </a:lnTo>
                  <a:lnTo>
                    <a:pt x="144627" y="182943"/>
                  </a:lnTo>
                  <a:lnTo>
                    <a:pt x="92697" y="185559"/>
                  </a:lnTo>
                  <a:lnTo>
                    <a:pt x="40805" y="190182"/>
                  </a:lnTo>
                  <a:lnTo>
                    <a:pt x="0" y="210883"/>
                  </a:lnTo>
                  <a:lnTo>
                    <a:pt x="49669" y="204647"/>
                  </a:lnTo>
                  <a:lnTo>
                    <a:pt x="99364" y="200418"/>
                  </a:lnTo>
                  <a:lnTo>
                    <a:pt x="149110" y="198031"/>
                  </a:lnTo>
                  <a:lnTo>
                    <a:pt x="198882" y="197319"/>
                  </a:lnTo>
                  <a:lnTo>
                    <a:pt x="248666" y="198107"/>
                  </a:lnTo>
                  <a:lnTo>
                    <a:pt x="298475" y="200253"/>
                  </a:lnTo>
                  <a:lnTo>
                    <a:pt x="348310" y="203581"/>
                  </a:lnTo>
                  <a:lnTo>
                    <a:pt x="398132" y="207911"/>
                  </a:lnTo>
                  <a:lnTo>
                    <a:pt x="447979" y="213106"/>
                  </a:lnTo>
                  <a:lnTo>
                    <a:pt x="497814" y="218973"/>
                  </a:lnTo>
                  <a:lnTo>
                    <a:pt x="612559" y="218973"/>
                  </a:lnTo>
                  <a:close/>
                </a:path>
                <a:path w="2154554" h="219075">
                  <a:moveTo>
                    <a:pt x="797826" y="218986"/>
                  </a:moveTo>
                  <a:lnTo>
                    <a:pt x="746887" y="208572"/>
                  </a:lnTo>
                  <a:lnTo>
                    <a:pt x="695807" y="198958"/>
                  </a:lnTo>
                  <a:lnTo>
                    <a:pt x="644575" y="190144"/>
                  </a:lnTo>
                  <a:lnTo>
                    <a:pt x="593229" y="182130"/>
                  </a:lnTo>
                  <a:lnTo>
                    <a:pt x="541769" y="174929"/>
                  </a:lnTo>
                  <a:lnTo>
                    <a:pt x="490194" y="168529"/>
                  </a:lnTo>
                  <a:lnTo>
                    <a:pt x="438531" y="162928"/>
                  </a:lnTo>
                  <a:lnTo>
                    <a:pt x="386791" y="158140"/>
                  </a:lnTo>
                  <a:lnTo>
                    <a:pt x="334962" y="154152"/>
                  </a:lnTo>
                  <a:lnTo>
                    <a:pt x="283083" y="150990"/>
                  </a:lnTo>
                  <a:lnTo>
                    <a:pt x="231152" y="148628"/>
                  </a:lnTo>
                  <a:lnTo>
                    <a:pt x="179171" y="147091"/>
                  </a:lnTo>
                  <a:lnTo>
                    <a:pt x="127165" y="146354"/>
                  </a:lnTo>
                  <a:lnTo>
                    <a:pt x="96888" y="161721"/>
                  </a:lnTo>
                  <a:lnTo>
                    <a:pt x="149098" y="161975"/>
                  </a:lnTo>
                  <a:lnTo>
                    <a:pt x="201282" y="163068"/>
                  </a:lnTo>
                  <a:lnTo>
                    <a:pt x="253428" y="164973"/>
                  </a:lnTo>
                  <a:lnTo>
                    <a:pt x="305523" y="167703"/>
                  </a:lnTo>
                  <a:lnTo>
                    <a:pt x="357555" y="171259"/>
                  </a:lnTo>
                  <a:lnTo>
                    <a:pt x="409524" y="175628"/>
                  </a:lnTo>
                  <a:lnTo>
                    <a:pt x="461403" y="180809"/>
                  </a:lnTo>
                  <a:lnTo>
                    <a:pt x="513207" y="186817"/>
                  </a:lnTo>
                  <a:lnTo>
                    <a:pt x="564908" y="193636"/>
                  </a:lnTo>
                  <a:lnTo>
                    <a:pt x="616483" y="201269"/>
                  </a:lnTo>
                  <a:lnTo>
                    <a:pt x="667956" y="209715"/>
                  </a:lnTo>
                  <a:lnTo>
                    <a:pt x="719289" y="218986"/>
                  </a:lnTo>
                  <a:lnTo>
                    <a:pt x="797826" y="218986"/>
                  </a:lnTo>
                  <a:close/>
                </a:path>
                <a:path w="2154554" h="219075">
                  <a:moveTo>
                    <a:pt x="952931" y="218986"/>
                  </a:moveTo>
                  <a:lnTo>
                    <a:pt x="903897" y="209080"/>
                  </a:lnTo>
                  <a:lnTo>
                    <a:pt x="854786" y="199517"/>
                  </a:lnTo>
                  <a:lnTo>
                    <a:pt x="805611" y="190373"/>
                  </a:lnTo>
                  <a:lnTo>
                    <a:pt x="756348" y="181660"/>
                  </a:lnTo>
                  <a:lnTo>
                    <a:pt x="707009" y="173443"/>
                  </a:lnTo>
                  <a:lnTo>
                    <a:pt x="657567" y="165760"/>
                  </a:lnTo>
                  <a:lnTo>
                    <a:pt x="608037" y="158661"/>
                  </a:lnTo>
                  <a:lnTo>
                    <a:pt x="556577" y="151942"/>
                  </a:lnTo>
                  <a:lnTo>
                    <a:pt x="505028" y="145948"/>
                  </a:lnTo>
                  <a:lnTo>
                    <a:pt x="453402" y="140716"/>
                  </a:lnTo>
                  <a:lnTo>
                    <a:pt x="401688" y="136309"/>
                  </a:lnTo>
                  <a:lnTo>
                    <a:pt x="349923" y="132778"/>
                  </a:lnTo>
                  <a:lnTo>
                    <a:pt x="298081" y="130175"/>
                  </a:lnTo>
                  <a:lnTo>
                    <a:pt x="230479" y="128333"/>
                  </a:lnTo>
                  <a:lnTo>
                    <a:pt x="196659" y="128066"/>
                  </a:lnTo>
                  <a:lnTo>
                    <a:pt x="162839" y="128257"/>
                  </a:lnTo>
                  <a:lnTo>
                    <a:pt x="131432" y="144195"/>
                  </a:lnTo>
                  <a:lnTo>
                    <a:pt x="178460" y="143433"/>
                  </a:lnTo>
                  <a:lnTo>
                    <a:pt x="215849" y="143510"/>
                  </a:lnTo>
                  <a:lnTo>
                    <a:pt x="290601" y="145288"/>
                  </a:lnTo>
                  <a:lnTo>
                    <a:pt x="379082" y="150037"/>
                  </a:lnTo>
                  <a:lnTo>
                    <a:pt x="430149" y="154000"/>
                  </a:lnTo>
                  <a:lnTo>
                    <a:pt x="481152" y="158800"/>
                  </a:lnTo>
                  <a:lnTo>
                    <a:pt x="532066" y="164376"/>
                  </a:lnTo>
                  <a:lnTo>
                    <a:pt x="582904" y="170688"/>
                  </a:lnTo>
                  <a:lnTo>
                    <a:pt x="633641" y="177685"/>
                  </a:lnTo>
                  <a:lnTo>
                    <a:pt x="682040" y="184975"/>
                  </a:lnTo>
                  <a:lnTo>
                    <a:pt x="730351" y="192786"/>
                  </a:lnTo>
                  <a:lnTo>
                    <a:pt x="778573" y="201091"/>
                  </a:lnTo>
                  <a:lnTo>
                    <a:pt x="826706" y="209829"/>
                  </a:lnTo>
                  <a:lnTo>
                    <a:pt x="874776" y="218986"/>
                  </a:lnTo>
                  <a:lnTo>
                    <a:pt x="952931" y="218986"/>
                  </a:lnTo>
                  <a:close/>
                </a:path>
                <a:path w="2154554" h="219075">
                  <a:moveTo>
                    <a:pt x="1203655" y="218986"/>
                  </a:moveTo>
                  <a:lnTo>
                    <a:pt x="1152220" y="208991"/>
                  </a:lnTo>
                  <a:lnTo>
                    <a:pt x="1100645" y="199669"/>
                  </a:lnTo>
                  <a:lnTo>
                    <a:pt x="1048956" y="191033"/>
                  </a:lnTo>
                  <a:lnTo>
                    <a:pt x="997140" y="183070"/>
                  </a:lnTo>
                  <a:lnTo>
                    <a:pt x="945222" y="175780"/>
                  </a:lnTo>
                  <a:lnTo>
                    <a:pt x="883869" y="168059"/>
                  </a:lnTo>
                  <a:lnTo>
                    <a:pt x="883843" y="181368"/>
                  </a:lnTo>
                  <a:lnTo>
                    <a:pt x="914336" y="193395"/>
                  </a:lnTo>
                  <a:lnTo>
                    <a:pt x="937628" y="202184"/>
                  </a:lnTo>
                  <a:lnTo>
                    <a:pt x="961009" y="210705"/>
                  </a:lnTo>
                  <a:lnTo>
                    <a:pt x="984478" y="218986"/>
                  </a:lnTo>
                  <a:lnTo>
                    <a:pt x="1032357" y="218986"/>
                  </a:lnTo>
                  <a:lnTo>
                    <a:pt x="994371" y="206159"/>
                  </a:lnTo>
                  <a:lnTo>
                    <a:pt x="956589" y="192760"/>
                  </a:lnTo>
                  <a:lnTo>
                    <a:pt x="997864" y="198653"/>
                  </a:lnTo>
                  <a:lnTo>
                    <a:pt x="1039063" y="205003"/>
                  </a:lnTo>
                  <a:lnTo>
                    <a:pt x="1080185" y="211785"/>
                  </a:lnTo>
                  <a:lnTo>
                    <a:pt x="1121244" y="218986"/>
                  </a:lnTo>
                  <a:lnTo>
                    <a:pt x="1203655" y="218986"/>
                  </a:lnTo>
                  <a:close/>
                </a:path>
                <a:path w="2154554" h="219075">
                  <a:moveTo>
                    <a:pt x="1435849" y="218986"/>
                  </a:moveTo>
                  <a:lnTo>
                    <a:pt x="1393685" y="206502"/>
                  </a:lnTo>
                  <a:lnTo>
                    <a:pt x="1299629" y="178676"/>
                  </a:lnTo>
                  <a:lnTo>
                    <a:pt x="1252423" y="165290"/>
                  </a:lnTo>
                  <a:lnTo>
                    <a:pt x="1205014" y="152742"/>
                  </a:lnTo>
                  <a:lnTo>
                    <a:pt x="1157325" y="141351"/>
                  </a:lnTo>
                  <a:lnTo>
                    <a:pt x="1109281" y="131495"/>
                  </a:lnTo>
                  <a:lnTo>
                    <a:pt x="1060983" y="123304"/>
                  </a:lnTo>
                  <a:lnTo>
                    <a:pt x="1012456" y="116522"/>
                  </a:lnTo>
                  <a:lnTo>
                    <a:pt x="963714" y="110985"/>
                  </a:lnTo>
                  <a:lnTo>
                    <a:pt x="914806" y="106527"/>
                  </a:lnTo>
                  <a:lnTo>
                    <a:pt x="865759" y="102984"/>
                  </a:lnTo>
                  <a:lnTo>
                    <a:pt x="816635" y="100190"/>
                  </a:lnTo>
                  <a:lnTo>
                    <a:pt x="767448" y="97967"/>
                  </a:lnTo>
                  <a:lnTo>
                    <a:pt x="718248" y="96177"/>
                  </a:lnTo>
                  <a:lnTo>
                    <a:pt x="570953" y="91617"/>
                  </a:lnTo>
                  <a:lnTo>
                    <a:pt x="259435" y="79235"/>
                  </a:lnTo>
                  <a:lnTo>
                    <a:pt x="220395" y="99047"/>
                  </a:lnTo>
                  <a:lnTo>
                    <a:pt x="269798" y="106362"/>
                  </a:lnTo>
                  <a:lnTo>
                    <a:pt x="319328" y="112699"/>
                  </a:lnTo>
                  <a:lnTo>
                    <a:pt x="368960" y="118173"/>
                  </a:lnTo>
                  <a:lnTo>
                    <a:pt x="418668" y="122923"/>
                  </a:lnTo>
                  <a:lnTo>
                    <a:pt x="468452" y="127076"/>
                  </a:lnTo>
                  <a:lnTo>
                    <a:pt x="518299" y="130759"/>
                  </a:lnTo>
                  <a:lnTo>
                    <a:pt x="618083" y="137274"/>
                  </a:lnTo>
                  <a:lnTo>
                    <a:pt x="717892" y="143484"/>
                  </a:lnTo>
                  <a:lnTo>
                    <a:pt x="767765" y="146799"/>
                  </a:lnTo>
                  <a:lnTo>
                    <a:pt x="817587" y="150431"/>
                  </a:lnTo>
                  <a:lnTo>
                    <a:pt x="867359" y="154520"/>
                  </a:lnTo>
                  <a:lnTo>
                    <a:pt x="917054" y="159181"/>
                  </a:lnTo>
                  <a:lnTo>
                    <a:pt x="966660" y="164541"/>
                  </a:lnTo>
                  <a:lnTo>
                    <a:pt x="1016165" y="170751"/>
                  </a:lnTo>
                  <a:lnTo>
                    <a:pt x="1065530" y="177927"/>
                  </a:lnTo>
                  <a:lnTo>
                    <a:pt x="1114767" y="186194"/>
                  </a:lnTo>
                  <a:lnTo>
                    <a:pt x="1163840" y="195694"/>
                  </a:lnTo>
                  <a:lnTo>
                    <a:pt x="1212748" y="206552"/>
                  </a:lnTo>
                  <a:lnTo>
                    <a:pt x="1261452" y="218986"/>
                  </a:lnTo>
                  <a:lnTo>
                    <a:pt x="1315618" y="218986"/>
                  </a:lnTo>
                  <a:lnTo>
                    <a:pt x="1265821" y="204533"/>
                  </a:lnTo>
                  <a:lnTo>
                    <a:pt x="1215605" y="191808"/>
                  </a:lnTo>
                  <a:lnTo>
                    <a:pt x="1164996" y="180644"/>
                  </a:lnTo>
                  <a:lnTo>
                    <a:pt x="1114056" y="170916"/>
                  </a:lnTo>
                  <a:lnTo>
                    <a:pt x="1062812" y="162471"/>
                  </a:lnTo>
                  <a:lnTo>
                    <a:pt x="1011313" y="155168"/>
                  </a:lnTo>
                  <a:lnTo>
                    <a:pt x="959612" y="148882"/>
                  </a:lnTo>
                  <a:lnTo>
                    <a:pt x="907732" y="143446"/>
                  </a:lnTo>
                  <a:lnTo>
                    <a:pt x="855726" y="138734"/>
                  </a:lnTo>
                  <a:lnTo>
                    <a:pt x="803643" y="134594"/>
                  </a:lnTo>
                  <a:lnTo>
                    <a:pt x="751522" y="130898"/>
                  </a:lnTo>
                  <a:lnTo>
                    <a:pt x="543496" y="117614"/>
                  </a:lnTo>
                  <a:lnTo>
                    <a:pt x="491832" y="113969"/>
                  </a:lnTo>
                  <a:lnTo>
                    <a:pt x="447205" y="110439"/>
                  </a:lnTo>
                  <a:lnTo>
                    <a:pt x="402615" y="106438"/>
                  </a:lnTo>
                  <a:lnTo>
                    <a:pt x="358101" y="101904"/>
                  </a:lnTo>
                  <a:lnTo>
                    <a:pt x="313651" y="96761"/>
                  </a:lnTo>
                  <a:lnTo>
                    <a:pt x="775906" y="115493"/>
                  </a:lnTo>
                  <a:lnTo>
                    <a:pt x="826109" y="117741"/>
                  </a:lnTo>
                  <a:lnTo>
                    <a:pt x="876325" y="120446"/>
                  </a:lnTo>
                  <a:lnTo>
                    <a:pt x="926490" y="123888"/>
                  </a:lnTo>
                  <a:lnTo>
                    <a:pt x="976566" y="128320"/>
                  </a:lnTo>
                  <a:lnTo>
                    <a:pt x="1026502" y="134035"/>
                  </a:lnTo>
                  <a:lnTo>
                    <a:pt x="1076248" y="141300"/>
                  </a:lnTo>
                  <a:lnTo>
                    <a:pt x="1123480" y="149974"/>
                  </a:lnTo>
                  <a:lnTo>
                    <a:pt x="1170330" y="160261"/>
                  </a:lnTo>
                  <a:lnTo>
                    <a:pt x="1216875" y="171856"/>
                  </a:lnTo>
                  <a:lnTo>
                    <a:pt x="1263180" y="184429"/>
                  </a:lnTo>
                  <a:lnTo>
                    <a:pt x="1309319" y="197650"/>
                  </a:lnTo>
                  <a:lnTo>
                    <a:pt x="1381620" y="218986"/>
                  </a:lnTo>
                  <a:lnTo>
                    <a:pt x="1435849" y="218986"/>
                  </a:lnTo>
                  <a:close/>
                </a:path>
                <a:path w="2154554" h="219075">
                  <a:moveTo>
                    <a:pt x="1768614" y="216179"/>
                  </a:moveTo>
                  <a:lnTo>
                    <a:pt x="1718348" y="207111"/>
                  </a:lnTo>
                  <a:lnTo>
                    <a:pt x="1668195" y="196761"/>
                  </a:lnTo>
                  <a:lnTo>
                    <a:pt x="1618119" y="185559"/>
                  </a:lnTo>
                  <a:lnTo>
                    <a:pt x="1517992" y="162483"/>
                  </a:lnTo>
                  <a:lnTo>
                    <a:pt x="1467840" y="151523"/>
                  </a:lnTo>
                  <a:lnTo>
                    <a:pt x="1417561" y="141541"/>
                  </a:lnTo>
                  <a:lnTo>
                    <a:pt x="1367104" y="133019"/>
                  </a:lnTo>
                  <a:lnTo>
                    <a:pt x="1316431" y="126390"/>
                  </a:lnTo>
                  <a:lnTo>
                    <a:pt x="1265478" y="122123"/>
                  </a:lnTo>
                  <a:lnTo>
                    <a:pt x="1214208" y="120675"/>
                  </a:lnTo>
                  <a:lnTo>
                    <a:pt x="1205496" y="120700"/>
                  </a:lnTo>
                  <a:lnTo>
                    <a:pt x="1203807" y="133375"/>
                  </a:lnTo>
                  <a:lnTo>
                    <a:pt x="1264145" y="151168"/>
                  </a:lnTo>
                  <a:lnTo>
                    <a:pt x="1315974" y="167055"/>
                  </a:lnTo>
                  <a:lnTo>
                    <a:pt x="1367599" y="183591"/>
                  </a:lnTo>
                  <a:lnTo>
                    <a:pt x="1418958" y="200863"/>
                  </a:lnTo>
                  <a:lnTo>
                    <a:pt x="1470012" y="218986"/>
                  </a:lnTo>
                  <a:lnTo>
                    <a:pt x="1514144" y="218986"/>
                  </a:lnTo>
                  <a:lnTo>
                    <a:pt x="1466710" y="201345"/>
                  </a:lnTo>
                  <a:lnTo>
                    <a:pt x="1418958" y="184543"/>
                  </a:lnTo>
                  <a:lnTo>
                    <a:pt x="1370952" y="168465"/>
                  </a:lnTo>
                  <a:lnTo>
                    <a:pt x="1322717" y="153022"/>
                  </a:lnTo>
                  <a:lnTo>
                    <a:pt x="1274292" y="138150"/>
                  </a:lnTo>
                  <a:lnTo>
                    <a:pt x="1322171" y="142506"/>
                  </a:lnTo>
                  <a:lnTo>
                    <a:pt x="1369822" y="148907"/>
                  </a:lnTo>
                  <a:lnTo>
                    <a:pt x="1417269" y="156972"/>
                  </a:lnTo>
                  <a:lnTo>
                    <a:pt x="1464551" y="166319"/>
                  </a:lnTo>
                  <a:lnTo>
                    <a:pt x="1511719" y="176568"/>
                  </a:lnTo>
                  <a:lnTo>
                    <a:pt x="1605902" y="198247"/>
                  </a:lnTo>
                  <a:lnTo>
                    <a:pt x="1652981" y="208927"/>
                  </a:lnTo>
                  <a:lnTo>
                    <a:pt x="1700123" y="218986"/>
                  </a:lnTo>
                  <a:lnTo>
                    <a:pt x="1763102" y="218986"/>
                  </a:lnTo>
                  <a:lnTo>
                    <a:pt x="1768614" y="216179"/>
                  </a:lnTo>
                  <a:close/>
                </a:path>
                <a:path w="2154554" h="219075">
                  <a:moveTo>
                    <a:pt x="1872272" y="163588"/>
                  </a:moveTo>
                  <a:lnTo>
                    <a:pt x="1823567" y="156616"/>
                  </a:lnTo>
                  <a:lnTo>
                    <a:pt x="1726145" y="142252"/>
                  </a:lnTo>
                  <a:lnTo>
                    <a:pt x="1677390" y="135509"/>
                  </a:lnTo>
                  <a:lnTo>
                    <a:pt x="1628571" y="129527"/>
                  </a:lnTo>
                  <a:lnTo>
                    <a:pt x="1579689" y="124612"/>
                  </a:lnTo>
                  <a:lnTo>
                    <a:pt x="1530705" y="121107"/>
                  </a:lnTo>
                  <a:lnTo>
                    <a:pt x="1481620" y="119341"/>
                  </a:lnTo>
                  <a:lnTo>
                    <a:pt x="1472679" y="119202"/>
                  </a:lnTo>
                  <a:lnTo>
                    <a:pt x="1471498" y="131800"/>
                  </a:lnTo>
                  <a:lnTo>
                    <a:pt x="1528711" y="150037"/>
                  </a:lnTo>
                  <a:lnTo>
                    <a:pt x="1578140" y="164490"/>
                  </a:lnTo>
                  <a:lnTo>
                    <a:pt x="1627860" y="177825"/>
                  </a:lnTo>
                  <a:lnTo>
                    <a:pt x="1677847" y="190042"/>
                  </a:lnTo>
                  <a:lnTo>
                    <a:pt x="1728089" y="201142"/>
                  </a:lnTo>
                  <a:lnTo>
                    <a:pt x="1778558" y="211137"/>
                  </a:lnTo>
                  <a:lnTo>
                    <a:pt x="1801075" y="199707"/>
                  </a:lnTo>
                  <a:lnTo>
                    <a:pt x="1748116" y="189636"/>
                  </a:lnTo>
                  <a:lnTo>
                    <a:pt x="1695411" y="178320"/>
                  </a:lnTo>
                  <a:lnTo>
                    <a:pt x="1642986" y="165785"/>
                  </a:lnTo>
                  <a:lnTo>
                    <a:pt x="1590840" y="152006"/>
                  </a:lnTo>
                  <a:lnTo>
                    <a:pt x="1538998" y="137020"/>
                  </a:lnTo>
                  <a:lnTo>
                    <a:pt x="1590751" y="141046"/>
                  </a:lnTo>
                  <a:lnTo>
                    <a:pt x="1642389" y="146570"/>
                  </a:lnTo>
                  <a:lnTo>
                    <a:pt x="1693964" y="153174"/>
                  </a:lnTo>
                  <a:lnTo>
                    <a:pt x="1745488" y="160502"/>
                  </a:lnTo>
                  <a:lnTo>
                    <a:pt x="1848459" y="175666"/>
                  </a:lnTo>
                  <a:lnTo>
                    <a:pt x="1872272" y="163588"/>
                  </a:lnTo>
                  <a:close/>
                </a:path>
                <a:path w="2154554" h="219075">
                  <a:moveTo>
                    <a:pt x="1952459" y="122897"/>
                  </a:moveTo>
                  <a:lnTo>
                    <a:pt x="1903666" y="114960"/>
                  </a:lnTo>
                  <a:lnTo>
                    <a:pt x="1854771" y="107759"/>
                  </a:lnTo>
                  <a:lnTo>
                    <a:pt x="1805762" y="101295"/>
                  </a:lnTo>
                  <a:lnTo>
                    <a:pt x="1756676" y="95592"/>
                  </a:lnTo>
                  <a:lnTo>
                    <a:pt x="1707489" y="90639"/>
                  </a:lnTo>
                  <a:lnTo>
                    <a:pt x="1658239" y="86436"/>
                  </a:lnTo>
                  <a:lnTo>
                    <a:pt x="1608924" y="82981"/>
                  </a:lnTo>
                  <a:lnTo>
                    <a:pt x="1559560" y="80302"/>
                  </a:lnTo>
                  <a:lnTo>
                    <a:pt x="1510144" y="78384"/>
                  </a:lnTo>
                  <a:lnTo>
                    <a:pt x="1460703" y="77241"/>
                  </a:lnTo>
                  <a:lnTo>
                    <a:pt x="1412176" y="77012"/>
                  </a:lnTo>
                  <a:lnTo>
                    <a:pt x="1363687" y="77673"/>
                  </a:lnTo>
                  <a:lnTo>
                    <a:pt x="1315212" y="78955"/>
                  </a:lnTo>
                  <a:lnTo>
                    <a:pt x="1169835" y="84201"/>
                  </a:lnTo>
                  <a:lnTo>
                    <a:pt x="1121359" y="85585"/>
                  </a:lnTo>
                  <a:lnTo>
                    <a:pt x="1072857" y="86385"/>
                  </a:lnTo>
                  <a:lnTo>
                    <a:pt x="1023975" y="86398"/>
                  </a:lnTo>
                  <a:lnTo>
                    <a:pt x="975106" y="85648"/>
                  </a:lnTo>
                  <a:lnTo>
                    <a:pt x="926236" y="84239"/>
                  </a:lnTo>
                  <a:lnTo>
                    <a:pt x="877392" y="82270"/>
                  </a:lnTo>
                  <a:lnTo>
                    <a:pt x="828560" y="79844"/>
                  </a:lnTo>
                  <a:lnTo>
                    <a:pt x="779754" y="77050"/>
                  </a:lnTo>
                  <a:lnTo>
                    <a:pt x="682193" y="70764"/>
                  </a:lnTo>
                  <a:lnTo>
                    <a:pt x="581774" y="63665"/>
                  </a:lnTo>
                  <a:lnTo>
                    <a:pt x="481418" y="55867"/>
                  </a:lnTo>
                  <a:lnTo>
                    <a:pt x="381114" y="47396"/>
                  </a:lnTo>
                  <a:lnTo>
                    <a:pt x="330987" y="42938"/>
                  </a:lnTo>
                  <a:lnTo>
                    <a:pt x="304952" y="56146"/>
                  </a:lnTo>
                  <a:lnTo>
                    <a:pt x="405803" y="65570"/>
                  </a:lnTo>
                  <a:lnTo>
                    <a:pt x="506806" y="74485"/>
                  </a:lnTo>
                  <a:lnTo>
                    <a:pt x="557352" y="78651"/>
                  </a:lnTo>
                  <a:lnTo>
                    <a:pt x="607910" y="82600"/>
                  </a:lnTo>
                  <a:lnTo>
                    <a:pt x="658495" y="86271"/>
                  </a:lnTo>
                  <a:lnTo>
                    <a:pt x="709104" y="89649"/>
                  </a:lnTo>
                  <a:lnTo>
                    <a:pt x="759701" y="92684"/>
                  </a:lnTo>
                  <a:lnTo>
                    <a:pt x="810323" y="95351"/>
                  </a:lnTo>
                  <a:lnTo>
                    <a:pt x="860933" y="97624"/>
                  </a:lnTo>
                  <a:lnTo>
                    <a:pt x="911542" y="99453"/>
                  </a:lnTo>
                  <a:lnTo>
                    <a:pt x="962139" y="100812"/>
                  </a:lnTo>
                  <a:lnTo>
                    <a:pt x="1012710" y="101663"/>
                  </a:lnTo>
                  <a:lnTo>
                    <a:pt x="1061364" y="101714"/>
                  </a:lnTo>
                  <a:lnTo>
                    <a:pt x="1109992" y="100901"/>
                  </a:lnTo>
                  <a:lnTo>
                    <a:pt x="1158595" y="99479"/>
                  </a:lnTo>
                  <a:lnTo>
                    <a:pt x="1304391" y="94145"/>
                  </a:lnTo>
                  <a:lnTo>
                    <a:pt x="1353007" y="92875"/>
                  </a:lnTo>
                  <a:lnTo>
                    <a:pt x="1401635" y="92290"/>
                  </a:lnTo>
                  <a:lnTo>
                    <a:pt x="1455077" y="92557"/>
                  </a:lnTo>
                  <a:lnTo>
                    <a:pt x="1508506" y="93726"/>
                  </a:lnTo>
                  <a:lnTo>
                    <a:pt x="1561909" y="95783"/>
                  </a:lnTo>
                  <a:lnTo>
                    <a:pt x="1615262" y="98729"/>
                  </a:lnTo>
                  <a:lnTo>
                    <a:pt x="1668564" y="102565"/>
                  </a:lnTo>
                  <a:lnTo>
                    <a:pt x="1721802" y="107276"/>
                  </a:lnTo>
                  <a:lnTo>
                    <a:pt x="1774939" y="112877"/>
                  </a:lnTo>
                  <a:lnTo>
                    <a:pt x="1813725" y="117551"/>
                  </a:lnTo>
                  <a:lnTo>
                    <a:pt x="1852422" y="122732"/>
                  </a:lnTo>
                  <a:lnTo>
                    <a:pt x="1891055" y="128371"/>
                  </a:lnTo>
                  <a:lnTo>
                    <a:pt x="1929612" y="134493"/>
                  </a:lnTo>
                  <a:lnTo>
                    <a:pt x="1952459" y="122897"/>
                  </a:lnTo>
                  <a:close/>
                </a:path>
                <a:path w="2154554" h="219075">
                  <a:moveTo>
                    <a:pt x="2009038" y="94183"/>
                  </a:moveTo>
                  <a:lnTo>
                    <a:pt x="1959267" y="87223"/>
                  </a:lnTo>
                  <a:lnTo>
                    <a:pt x="1909457" y="80606"/>
                  </a:lnTo>
                  <a:lnTo>
                    <a:pt x="1859610" y="74371"/>
                  </a:lnTo>
                  <a:lnTo>
                    <a:pt x="1809711" y="68592"/>
                  </a:lnTo>
                  <a:lnTo>
                    <a:pt x="1759762" y="63334"/>
                  </a:lnTo>
                  <a:lnTo>
                    <a:pt x="1709775" y="58661"/>
                  </a:lnTo>
                  <a:lnTo>
                    <a:pt x="1659724" y="54610"/>
                  </a:lnTo>
                  <a:lnTo>
                    <a:pt x="1609636" y="51269"/>
                  </a:lnTo>
                  <a:lnTo>
                    <a:pt x="1559483" y="48691"/>
                  </a:lnTo>
                  <a:lnTo>
                    <a:pt x="1509280" y="46939"/>
                  </a:lnTo>
                  <a:lnTo>
                    <a:pt x="1459014" y="46062"/>
                  </a:lnTo>
                  <a:lnTo>
                    <a:pt x="1409903" y="46050"/>
                  </a:lnTo>
                  <a:lnTo>
                    <a:pt x="1360792" y="46697"/>
                  </a:lnTo>
                  <a:lnTo>
                    <a:pt x="1311706" y="47802"/>
                  </a:lnTo>
                  <a:lnTo>
                    <a:pt x="1164424" y="51841"/>
                  </a:lnTo>
                  <a:lnTo>
                    <a:pt x="1115314" y="52755"/>
                  </a:lnTo>
                  <a:lnTo>
                    <a:pt x="1066203" y="53124"/>
                  </a:lnTo>
                  <a:lnTo>
                    <a:pt x="1017828" y="52641"/>
                  </a:lnTo>
                  <a:lnTo>
                    <a:pt x="969505" y="51244"/>
                  </a:lnTo>
                  <a:lnTo>
                    <a:pt x="921219" y="49085"/>
                  </a:lnTo>
                  <a:lnTo>
                    <a:pt x="872959" y="46329"/>
                  </a:lnTo>
                  <a:lnTo>
                    <a:pt x="824725" y="43129"/>
                  </a:lnTo>
                  <a:lnTo>
                    <a:pt x="680059" y="32461"/>
                  </a:lnTo>
                  <a:lnTo>
                    <a:pt x="628180" y="28892"/>
                  </a:lnTo>
                  <a:lnTo>
                    <a:pt x="576262" y="25895"/>
                  </a:lnTo>
                  <a:lnTo>
                    <a:pt x="524306" y="23685"/>
                  </a:lnTo>
                  <a:lnTo>
                    <a:pt x="472351" y="22466"/>
                  </a:lnTo>
                  <a:lnTo>
                    <a:pt x="420408" y="22466"/>
                  </a:lnTo>
                  <a:lnTo>
                    <a:pt x="368503" y="23901"/>
                  </a:lnTo>
                  <a:lnTo>
                    <a:pt x="334492" y="41148"/>
                  </a:lnTo>
                  <a:lnTo>
                    <a:pt x="386448" y="38696"/>
                  </a:lnTo>
                  <a:lnTo>
                    <a:pt x="438404" y="37820"/>
                  </a:lnTo>
                  <a:lnTo>
                    <a:pt x="490359" y="38328"/>
                  </a:lnTo>
                  <a:lnTo>
                    <a:pt x="542328" y="39966"/>
                  </a:lnTo>
                  <a:lnTo>
                    <a:pt x="594283" y="42506"/>
                  </a:lnTo>
                  <a:lnTo>
                    <a:pt x="646252" y="45732"/>
                  </a:lnTo>
                  <a:lnTo>
                    <a:pt x="698220" y="49403"/>
                  </a:lnTo>
                  <a:lnTo>
                    <a:pt x="802170" y="57175"/>
                  </a:lnTo>
                  <a:lnTo>
                    <a:pt x="854151" y="60807"/>
                  </a:lnTo>
                  <a:lnTo>
                    <a:pt x="906132" y="63982"/>
                  </a:lnTo>
                  <a:lnTo>
                    <a:pt x="958113" y="66459"/>
                  </a:lnTo>
                  <a:lnTo>
                    <a:pt x="1010107" y="68008"/>
                  </a:lnTo>
                  <a:lnTo>
                    <a:pt x="1058570" y="68516"/>
                  </a:lnTo>
                  <a:lnTo>
                    <a:pt x="1107046" y="68249"/>
                  </a:lnTo>
                  <a:lnTo>
                    <a:pt x="1155496" y="67424"/>
                  </a:lnTo>
                  <a:lnTo>
                    <a:pt x="1300861" y="63487"/>
                  </a:lnTo>
                  <a:lnTo>
                    <a:pt x="1349324" y="62318"/>
                  </a:lnTo>
                  <a:lnTo>
                    <a:pt x="1397787" y="61556"/>
                  </a:lnTo>
                  <a:lnTo>
                    <a:pt x="1446263" y="61468"/>
                  </a:lnTo>
                  <a:lnTo>
                    <a:pt x="1494701" y="62179"/>
                  </a:lnTo>
                  <a:lnTo>
                    <a:pt x="1543113" y="63639"/>
                  </a:lnTo>
                  <a:lnTo>
                    <a:pt x="1591500" y="65836"/>
                  </a:lnTo>
                  <a:lnTo>
                    <a:pt x="1639836" y="68732"/>
                  </a:lnTo>
                  <a:lnTo>
                    <a:pt x="1688147" y="72288"/>
                  </a:lnTo>
                  <a:lnTo>
                    <a:pt x="1736420" y="76479"/>
                  </a:lnTo>
                  <a:lnTo>
                    <a:pt x="1784654" y="81280"/>
                  </a:lnTo>
                  <a:lnTo>
                    <a:pt x="1834883" y="86842"/>
                  </a:lnTo>
                  <a:lnTo>
                    <a:pt x="1885035" y="92913"/>
                  </a:lnTo>
                  <a:lnTo>
                    <a:pt x="1935149" y="99415"/>
                  </a:lnTo>
                  <a:lnTo>
                    <a:pt x="1985200" y="106286"/>
                  </a:lnTo>
                  <a:lnTo>
                    <a:pt x="2009038" y="94183"/>
                  </a:lnTo>
                  <a:close/>
                </a:path>
                <a:path w="2154554" h="219075">
                  <a:moveTo>
                    <a:pt x="2092490" y="51841"/>
                  </a:moveTo>
                  <a:lnTo>
                    <a:pt x="1945360" y="25857"/>
                  </a:lnTo>
                  <a:lnTo>
                    <a:pt x="1908149" y="18567"/>
                  </a:lnTo>
                  <a:lnTo>
                    <a:pt x="1871243" y="10134"/>
                  </a:lnTo>
                  <a:lnTo>
                    <a:pt x="1834819" y="0"/>
                  </a:lnTo>
                  <a:lnTo>
                    <a:pt x="1788680" y="0"/>
                  </a:lnTo>
                  <a:lnTo>
                    <a:pt x="1832660" y="15341"/>
                  </a:lnTo>
                  <a:lnTo>
                    <a:pt x="1877606" y="27432"/>
                  </a:lnTo>
                  <a:lnTo>
                    <a:pt x="1923211" y="37249"/>
                  </a:lnTo>
                  <a:lnTo>
                    <a:pt x="2008301" y="52603"/>
                  </a:lnTo>
                  <a:lnTo>
                    <a:pt x="1960016" y="44919"/>
                  </a:lnTo>
                  <a:lnTo>
                    <a:pt x="1911819" y="36550"/>
                  </a:lnTo>
                  <a:lnTo>
                    <a:pt x="1863699" y="27673"/>
                  </a:lnTo>
                  <a:lnTo>
                    <a:pt x="1719440" y="0"/>
                  </a:lnTo>
                  <a:lnTo>
                    <a:pt x="1633156" y="0"/>
                  </a:lnTo>
                  <a:lnTo>
                    <a:pt x="1678152" y="7861"/>
                  </a:lnTo>
                  <a:lnTo>
                    <a:pt x="1723072" y="16116"/>
                  </a:lnTo>
                  <a:lnTo>
                    <a:pt x="1828063" y="36271"/>
                  </a:lnTo>
                  <a:lnTo>
                    <a:pt x="1777682" y="31343"/>
                  </a:lnTo>
                  <a:lnTo>
                    <a:pt x="1727225" y="27076"/>
                  </a:lnTo>
                  <a:lnTo>
                    <a:pt x="1676730" y="23431"/>
                  </a:lnTo>
                  <a:lnTo>
                    <a:pt x="1626184" y="20370"/>
                  </a:lnTo>
                  <a:lnTo>
                    <a:pt x="1575612" y="17830"/>
                  </a:lnTo>
                  <a:lnTo>
                    <a:pt x="1525028" y="15773"/>
                  </a:lnTo>
                  <a:lnTo>
                    <a:pt x="1474343" y="14147"/>
                  </a:lnTo>
                  <a:lnTo>
                    <a:pt x="1423657" y="12890"/>
                  </a:lnTo>
                  <a:lnTo>
                    <a:pt x="1372971" y="11938"/>
                  </a:lnTo>
                  <a:lnTo>
                    <a:pt x="1322273" y="11277"/>
                  </a:lnTo>
                  <a:lnTo>
                    <a:pt x="1220863" y="10528"/>
                  </a:lnTo>
                  <a:lnTo>
                    <a:pt x="967333" y="9829"/>
                  </a:lnTo>
                  <a:lnTo>
                    <a:pt x="865924" y="8940"/>
                  </a:lnTo>
                  <a:lnTo>
                    <a:pt x="815238" y="8166"/>
                  </a:lnTo>
                  <a:lnTo>
                    <a:pt x="764540" y="7099"/>
                  </a:lnTo>
                  <a:lnTo>
                    <a:pt x="719112" y="5842"/>
                  </a:lnTo>
                  <a:lnTo>
                    <a:pt x="673684" y="4254"/>
                  </a:lnTo>
                  <a:lnTo>
                    <a:pt x="628281" y="2324"/>
                  </a:lnTo>
                  <a:lnTo>
                    <a:pt x="582904" y="0"/>
                  </a:lnTo>
                  <a:lnTo>
                    <a:pt x="415582" y="0"/>
                  </a:lnTo>
                  <a:lnTo>
                    <a:pt x="461098" y="6959"/>
                  </a:lnTo>
                  <a:lnTo>
                    <a:pt x="511568" y="10782"/>
                  </a:lnTo>
                  <a:lnTo>
                    <a:pt x="562063" y="14020"/>
                  </a:lnTo>
                  <a:lnTo>
                    <a:pt x="612584" y="16713"/>
                  </a:lnTo>
                  <a:lnTo>
                    <a:pt x="663130" y="18935"/>
                  </a:lnTo>
                  <a:lnTo>
                    <a:pt x="713689" y="20713"/>
                  </a:lnTo>
                  <a:lnTo>
                    <a:pt x="764260" y="22110"/>
                  </a:lnTo>
                  <a:lnTo>
                    <a:pt x="814857" y="23164"/>
                  </a:lnTo>
                  <a:lnTo>
                    <a:pt x="865466" y="23952"/>
                  </a:lnTo>
                  <a:lnTo>
                    <a:pt x="966711" y="24841"/>
                  </a:lnTo>
                  <a:lnTo>
                    <a:pt x="1219885" y="25628"/>
                  </a:lnTo>
                  <a:lnTo>
                    <a:pt x="1321130" y="26416"/>
                  </a:lnTo>
                  <a:lnTo>
                    <a:pt x="1371752" y="27101"/>
                  </a:lnTo>
                  <a:lnTo>
                    <a:pt x="1422349" y="28067"/>
                  </a:lnTo>
                  <a:lnTo>
                    <a:pt x="1472933" y="29349"/>
                  </a:lnTo>
                  <a:lnTo>
                    <a:pt x="1523504" y="30988"/>
                  </a:lnTo>
                  <a:lnTo>
                    <a:pt x="1574063" y="33058"/>
                  </a:lnTo>
                  <a:lnTo>
                    <a:pt x="1624584" y="35585"/>
                  </a:lnTo>
                  <a:lnTo>
                    <a:pt x="1675104" y="38646"/>
                  </a:lnTo>
                  <a:lnTo>
                    <a:pt x="1725587" y="42265"/>
                  </a:lnTo>
                  <a:lnTo>
                    <a:pt x="1776044" y="46507"/>
                  </a:lnTo>
                  <a:lnTo>
                    <a:pt x="1826463" y="51422"/>
                  </a:lnTo>
                  <a:lnTo>
                    <a:pt x="1879053" y="57315"/>
                  </a:lnTo>
                  <a:lnTo>
                    <a:pt x="1931543" y="64058"/>
                  </a:lnTo>
                  <a:lnTo>
                    <a:pt x="1983917" y="71742"/>
                  </a:lnTo>
                  <a:lnTo>
                    <a:pt x="2036127" y="80441"/>
                  </a:lnTo>
                  <a:lnTo>
                    <a:pt x="2092490" y="51841"/>
                  </a:lnTo>
                  <a:close/>
                </a:path>
                <a:path w="2154554" h="219075">
                  <a:moveTo>
                    <a:pt x="2154148" y="20548"/>
                  </a:moveTo>
                  <a:lnTo>
                    <a:pt x="1987575" y="0"/>
                  </a:lnTo>
                  <a:lnTo>
                    <a:pt x="1858086" y="0"/>
                  </a:lnTo>
                  <a:lnTo>
                    <a:pt x="2021116" y="19507"/>
                  </a:lnTo>
                  <a:lnTo>
                    <a:pt x="2129752" y="32931"/>
                  </a:lnTo>
                  <a:lnTo>
                    <a:pt x="2154148" y="20548"/>
                  </a:lnTo>
                  <a:close/>
                </a:path>
              </a:pathLst>
            </a:custGeom>
            <a:solidFill>
              <a:srgbClr val="FF8D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839547" y="10057762"/>
              <a:ext cx="2211070" cy="231140"/>
            </a:xfrm>
            <a:custGeom>
              <a:avLst/>
              <a:gdLst/>
              <a:ahLst/>
              <a:cxnLst/>
              <a:rect l="l" t="t" r="r" b="b"/>
              <a:pathLst>
                <a:path w="2211070" h="231140">
                  <a:moveTo>
                    <a:pt x="2210592" y="0"/>
                  </a:moveTo>
                  <a:lnTo>
                    <a:pt x="431536" y="12020"/>
                  </a:lnTo>
                  <a:lnTo>
                    <a:pt x="0" y="218977"/>
                  </a:lnTo>
                  <a:lnTo>
                    <a:pt x="0" y="230998"/>
                  </a:lnTo>
                  <a:lnTo>
                    <a:pt x="1779055" y="230998"/>
                  </a:lnTo>
                  <a:lnTo>
                    <a:pt x="2210592" y="12020"/>
                  </a:lnTo>
                  <a:lnTo>
                    <a:pt x="2210592" y="0"/>
                  </a:lnTo>
                  <a:close/>
                </a:path>
              </a:pathLst>
            </a:custGeom>
            <a:solidFill>
              <a:srgbClr val="9251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839547" y="10057758"/>
              <a:ext cx="2211070" cy="219075"/>
            </a:xfrm>
            <a:custGeom>
              <a:avLst/>
              <a:gdLst/>
              <a:ahLst/>
              <a:cxnLst/>
              <a:rect l="l" t="t" r="r" b="b"/>
              <a:pathLst>
                <a:path w="2211070" h="219075">
                  <a:moveTo>
                    <a:pt x="2210592" y="0"/>
                  </a:moveTo>
                  <a:lnTo>
                    <a:pt x="431536" y="0"/>
                  </a:lnTo>
                  <a:lnTo>
                    <a:pt x="0" y="218977"/>
                  </a:lnTo>
                  <a:lnTo>
                    <a:pt x="1779055" y="218977"/>
                  </a:lnTo>
                  <a:lnTo>
                    <a:pt x="2210592" y="0"/>
                  </a:lnTo>
                  <a:close/>
                </a:path>
              </a:pathLst>
            </a:custGeom>
            <a:solidFill>
              <a:srgbClr val="FB8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39543" y="9826752"/>
              <a:ext cx="2656152" cy="690625"/>
            </a:xfrm>
            <a:prstGeom prst="rect">
              <a:avLst/>
            </a:prstGeom>
          </p:spPr>
        </p:pic>
      </p:grpSp>
      <p:grpSp>
        <p:nvGrpSpPr>
          <p:cNvPr id="31" name="object 31" descr=""/>
          <p:cNvGrpSpPr/>
          <p:nvPr/>
        </p:nvGrpSpPr>
        <p:grpSpPr>
          <a:xfrm>
            <a:off x="15740721" y="910099"/>
            <a:ext cx="3406140" cy="3756660"/>
            <a:chOff x="15740721" y="910099"/>
            <a:chExt cx="3406140" cy="3756660"/>
          </a:xfrm>
        </p:grpSpPr>
        <p:sp>
          <p:nvSpPr>
            <p:cNvPr id="32" name="object 32" descr=""/>
            <p:cNvSpPr/>
            <p:nvPr/>
          </p:nvSpPr>
          <p:spPr>
            <a:xfrm>
              <a:off x="16311932" y="910100"/>
              <a:ext cx="2640965" cy="3756660"/>
            </a:xfrm>
            <a:custGeom>
              <a:avLst/>
              <a:gdLst/>
              <a:ahLst/>
              <a:cxnLst/>
              <a:rect l="l" t="t" r="r" b="b"/>
              <a:pathLst>
                <a:path w="2640965" h="3756660">
                  <a:moveTo>
                    <a:pt x="2640749" y="375615"/>
                  </a:moveTo>
                  <a:lnTo>
                    <a:pt x="2146414" y="375615"/>
                  </a:lnTo>
                  <a:lnTo>
                    <a:pt x="2146414" y="178282"/>
                  </a:lnTo>
                  <a:lnTo>
                    <a:pt x="2124608" y="143522"/>
                  </a:lnTo>
                  <a:lnTo>
                    <a:pt x="2124608" y="3734346"/>
                  </a:lnTo>
                  <a:lnTo>
                    <a:pt x="1941639" y="3734346"/>
                  </a:lnTo>
                  <a:lnTo>
                    <a:pt x="1941677" y="585165"/>
                  </a:lnTo>
                  <a:lnTo>
                    <a:pt x="2124608" y="585165"/>
                  </a:lnTo>
                  <a:lnTo>
                    <a:pt x="2124608" y="563575"/>
                  </a:lnTo>
                  <a:lnTo>
                    <a:pt x="1941677" y="563575"/>
                  </a:lnTo>
                  <a:lnTo>
                    <a:pt x="1941677" y="397205"/>
                  </a:lnTo>
                  <a:lnTo>
                    <a:pt x="2124608" y="397205"/>
                  </a:lnTo>
                  <a:lnTo>
                    <a:pt x="2124608" y="375615"/>
                  </a:lnTo>
                  <a:lnTo>
                    <a:pt x="1941677" y="375615"/>
                  </a:lnTo>
                  <a:lnTo>
                    <a:pt x="1941690" y="184632"/>
                  </a:lnTo>
                  <a:lnTo>
                    <a:pt x="2034362" y="40741"/>
                  </a:lnTo>
                  <a:lnTo>
                    <a:pt x="2124608" y="184632"/>
                  </a:lnTo>
                  <a:lnTo>
                    <a:pt x="2124608" y="143522"/>
                  </a:lnTo>
                  <a:lnTo>
                    <a:pt x="2060155" y="40741"/>
                  </a:lnTo>
                  <a:lnTo>
                    <a:pt x="2034603" y="0"/>
                  </a:lnTo>
                  <a:lnTo>
                    <a:pt x="1919795" y="178282"/>
                  </a:lnTo>
                  <a:lnTo>
                    <a:pt x="1919795" y="375615"/>
                  </a:lnTo>
                  <a:lnTo>
                    <a:pt x="1919795" y="397205"/>
                  </a:lnTo>
                  <a:lnTo>
                    <a:pt x="1919795" y="563575"/>
                  </a:lnTo>
                  <a:lnTo>
                    <a:pt x="21844" y="563575"/>
                  </a:lnTo>
                  <a:lnTo>
                    <a:pt x="21844" y="397205"/>
                  </a:lnTo>
                  <a:lnTo>
                    <a:pt x="1919795" y="397205"/>
                  </a:lnTo>
                  <a:lnTo>
                    <a:pt x="1919795" y="375615"/>
                  </a:lnTo>
                  <a:lnTo>
                    <a:pt x="0" y="375615"/>
                  </a:lnTo>
                  <a:lnTo>
                    <a:pt x="0" y="397205"/>
                  </a:lnTo>
                  <a:lnTo>
                    <a:pt x="0" y="563575"/>
                  </a:lnTo>
                  <a:lnTo>
                    <a:pt x="0" y="585165"/>
                  </a:lnTo>
                  <a:lnTo>
                    <a:pt x="1919795" y="585165"/>
                  </a:lnTo>
                  <a:lnTo>
                    <a:pt x="1919795" y="3756190"/>
                  </a:lnTo>
                  <a:lnTo>
                    <a:pt x="2146452" y="3756190"/>
                  </a:lnTo>
                  <a:lnTo>
                    <a:pt x="2146452" y="3734346"/>
                  </a:lnTo>
                  <a:lnTo>
                    <a:pt x="2146414" y="585165"/>
                  </a:lnTo>
                  <a:lnTo>
                    <a:pt x="2640749" y="585165"/>
                  </a:lnTo>
                  <a:lnTo>
                    <a:pt x="2640749" y="563575"/>
                  </a:lnTo>
                  <a:lnTo>
                    <a:pt x="2146414" y="563575"/>
                  </a:lnTo>
                  <a:lnTo>
                    <a:pt x="2146414" y="397205"/>
                  </a:lnTo>
                  <a:lnTo>
                    <a:pt x="2640749" y="397205"/>
                  </a:lnTo>
                  <a:lnTo>
                    <a:pt x="2640749" y="375615"/>
                  </a:lnTo>
                  <a:close/>
                </a:path>
              </a:pathLst>
            </a:custGeom>
            <a:solidFill>
              <a:srgbClr val="F1E6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418430" y="1113485"/>
              <a:ext cx="2728138" cy="3470866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5740711" y="919308"/>
              <a:ext cx="3259454" cy="1259205"/>
            </a:xfrm>
            <a:custGeom>
              <a:avLst/>
              <a:gdLst/>
              <a:ahLst/>
              <a:cxnLst/>
              <a:rect l="l" t="t" r="r" b="b"/>
              <a:pathLst>
                <a:path w="3259455" h="1259205">
                  <a:moveTo>
                    <a:pt x="3258934" y="319049"/>
                  </a:moveTo>
                  <a:lnTo>
                    <a:pt x="3256648" y="312521"/>
                  </a:lnTo>
                  <a:lnTo>
                    <a:pt x="2608376" y="330"/>
                  </a:lnTo>
                  <a:lnTo>
                    <a:pt x="2606040" y="0"/>
                  </a:lnTo>
                  <a:lnTo>
                    <a:pt x="3898" y="465658"/>
                  </a:lnTo>
                  <a:lnTo>
                    <a:pt x="0" y="470738"/>
                  </a:lnTo>
                  <a:lnTo>
                    <a:pt x="1003" y="482003"/>
                  </a:lnTo>
                  <a:lnTo>
                    <a:pt x="5727" y="486333"/>
                  </a:lnTo>
                  <a:lnTo>
                    <a:pt x="11391" y="486333"/>
                  </a:lnTo>
                  <a:lnTo>
                    <a:pt x="30683" y="486333"/>
                  </a:lnTo>
                  <a:lnTo>
                    <a:pt x="206197" y="827697"/>
                  </a:lnTo>
                  <a:lnTo>
                    <a:pt x="192201" y="827697"/>
                  </a:lnTo>
                  <a:lnTo>
                    <a:pt x="192201" y="926007"/>
                  </a:lnTo>
                  <a:lnTo>
                    <a:pt x="198716" y="926007"/>
                  </a:lnTo>
                  <a:lnTo>
                    <a:pt x="92430" y="1051623"/>
                  </a:lnTo>
                  <a:lnTo>
                    <a:pt x="3784" y="1051623"/>
                  </a:lnTo>
                  <a:lnTo>
                    <a:pt x="3784" y="1259166"/>
                  </a:lnTo>
                  <a:lnTo>
                    <a:pt x="478942" y="1259166"/>
                  </a:lnTo>
                  <a:lnTo>
                    <a:pt x="478942" y="1051623"/>
                  </a:lnTo>
                  <a:lnTo>
                    <a:pt x="394208" y="1051623"/>
                  </a:lnTo>
                  <a:lnTo>
                    <a:pt x="365150" y="1018489"/>
                  </a:lnTo>
                  <a:lnTo>
                    <a:pt x="365150" y="1051623"/>
                  </a:lnTo>
                  <a:lnTo>
                    <a:pt x="121069" y="1051623"/>
                  </a:lnTo>
                  <a:lnTo>
                    <a:pt x="227355" y="926007"/>
                  </a:lnTo>
                  <a:lnTo>
                    <a:pt x="254990" y="926007"/>
                  </a:lnTo>
                  <a:lnTo>
                    <a:pt x="365150" y="1051623"/>
                  </a:lnTo>
                  <a:lnTo>
                    <a:pt x="365150" y="1018489"/>
                  </a:lnTo>
                  <a:lnTo>
                    <a:pt x="284048" y="926007"/>
                  </a:lnTo>
                  <a:lnTo>
                    <a:pt x="290512" y="926007"/>
                  </a:lnTo>
                  <a:lnTo>
                    <a:pt x="290512" y="827697"/>
                  </a:lnTo>
                  <a:lnTo>
                    <a:pt x="278244" y="827697"/>
                  </a:lnTo>
                  <a:lnTo>
                    <a:pt x="452056" y="486333"/>
                  </a:lnTo>
                  <a:lnTo>
                    <a:pt x="586994" y="486333"/>
                  </a:lnTo>
                  <a:lnTo>
                    <a:pt x="591883" y="481444"/>
                  </a:lnTo>
                  <a:lnTo>
                    <a:pt x="591883" y="469379"/>
                  </a:lnTo>
                  <a:lnTo>
                    <a:pt x="586994" y="464489"/>
                  </a:lnTo>
                  <a:lnTo>
                    <a:pt x="427545" y="464489"/>
                  </a:lnTo>
                  <a:lnTo>
                    <a:pt x="427545" y="486333"/>
                  </a:lnTo>
                  <a:lnTo>
                    <a:pt x="253733" y="827697"/>
                  </a:lnTo>
                  <a:lnTo>
                    <a:pt x="230771" y="827697"/>
                  </a:lnTo>
                  <a:lnTo>
                    <a:pt x="55245" y="486333"/>
                  </a:lnTo>
                  <a:lnTo>
                    <a:pt x="427545" y="486333"/>
                  </a:lnTo>
                  <a:lnTo>
                    <a:pt x="427545" y="464489"/>
                  </a:lnTo>
                  <a:lnTo>
                    <a:pt x="134442" y="464489"/>
                  </a:lnTo>
                  <a:lnTo>
                    <a:pt x="2604160" y="22529"/>
                  </a:lnTo>
                  <a:lnTo>
                    <a:pt x="3247174" y="332206"/>
                  </a:lnTo>
                  <a:lnTo>
                    <a:pt x="3253702" y="329933"/>
                  </a:lnTo>
                  <a:lnTo>
                    <a:pt x="3258934" y="319049"/>
                  </a:lnTo>
                  <a:close/>
                </a:path>
              </a:pathLst>
            </a:custGeom>
            <a:solidFill>
              <a:srgbClr val="F1E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6311932" y="910100"/>
              <a:ext cx="2640965" cy="3756660"/>
            </a:xfrm>
            <a:custGeom>
              <a:avLst/>
              <a:gdLst/>
              <a:ahLst/>
              <a:cxnLst/>
              <a:rect l="l" t="t" r="r" b="b"/>
              <a:pathLst>
                <a:path w="2640965" h="3756660">
                  <a:moveTo>
                    <a:pt x="2640749" y="375615"/>
                  </a:moveTo>
                  <a:lnTo>
                    <a:pt x="2146414" y="375615"/>
                  </a:lnTo>
                  <a:lnTo>
                    <a:pt x="2146414" y="178282"/>
                  </a:lnTo>
                  <a:lnTo>
                    <a:pt x="2124608" y="143522"/>
                  </a:lnTo>
                  <a:lnTo>
                    <a:pt x="2124608" y="3734346"/>
                  </a:lnTo>
                  <a:lnTo>
                    <a:pt x="1941639" y="3734346"/>
                  </a:lnTo>
                  <a:lnTo>
                    <a:pt x="1941677" y="585165"/>
                  </a:lnTo>
                  <a:lnTo>
                    <a:pt x="2124608" y="585165"/>
                  </a:lnTo>
                  <a:lnTo>
                    <a:pt x="2124608" y="563575"/>
                  </a:lnTo>
                  <a:lnTo>
                    <a:pt x="1941677" y="563575"/>
                  </a:lnTo>
                  <a:lnTo>
                    <a:pt x="1941677" y="397205"/>
                  </a:lnTo>
                  <a:lnTo>
                    <a:pt x="2124608" y="397205"/>
                  </a:lnTo>
                  <a:lnTo>
                    <a:pt x="2124608" y="375615"/>
                  </a:lnTo>
                  <a:lnTo>
                    <a:pt x="1941677" y="375615"/>
                  </a:lnTo>
                  <a:lnTo>
                    <a:pt x="1941690" y="184632"/>
                  </a:lnTo>
                  <a:lnTo>
                    <a:pt x="2034362" y="40741"/>
                  </a:lnTo>
                  <a:lnTo>
                    <a:pt x="2124608" y="184632"/>
                  </a:lnTo>
                  <a:lnTo>
                    <a:pt x="2124608" y="143522"/>
                  </a:lnTo>
                  <a:lnTo>
                    <a:pt x="2060155" y="40741"/>
                  </a:lnTo>
                  <a:lnTo>
                    <a:pt x="2034603" y="0"/>
                  </a:lnTo>
                  <a:lnTo>
                    <a:pt x="1919795" y="178282"/>
                  </a:lnTo>
                  <a:lnTo>
                    <a:pt x="1919795" y="375615"/>
                  </a:lnTo>
                  <a:lnTo>
                    <a:pt x="1919795" y="397205"/>
                  </a:lnTo>
                  <a:lnTo>
                    <a:pt x="1919795" y="563575"/>
                  </a:lnTo>
                  <a:lnTo>
                    <a:pt x="21844" y="563575"/>
                  </a:lnTo>
                  <a:lnTo>
                    <a:pt x="21844" y="397205"/>
                  </a:lnTo>
                  <a:lnTo>
                    <a:pt x="1919795" y="397205"/>
                  </a:lnTo>
                  <a:lnTo>
                    <a:pt x="1919795" y="375615"/>
                  </a:lnTo>
                  <a:lnTo>
                    <a:pt x="0" y="375615"/>
                  </a:lnTo>
                  <a:lnTo>
                    <a:pt x="0" y="397205"/>
                  </a:lnTo>
                  <a:lnTo>
                    <a:pt x="0" y="563575"/>
                  </a:lnTo>
                  <a:lnTo>
                    <a:pt x="0" y="585165"/>
                  </a:lnTo>
                  <a:lnTo>
                    <a:pt x="1919795" y="585165"/>
                  </a:lnTo>
                  <a:lnTo>
                    <a:pt x="1919795" y="3756190"/>
                  </a:lnTo>
                  <a:lnTo>
                    <a:pt x="2146452" y="3756190"/>
                  </a:lnTo>
                  <a:lnTo>
                    <a:pt x="2146452" y="3734346"/>
                  </a:lnTo>
                  <a:lnTo>
                    <a:pt x="2146414" y="585165"/>
                  </a:lnTo>
                  <a:lnTo>
                    <a:pt x="2640749" y="585165"/>
                  </a:lnTo>
                  <a:lnTo>
                    <a:pt x="2640749" y="563575"/>
                  </a:lnTo>
                  <a:lnTo>
                    <a:pt x="2146414" y="563575"/>
                  </a:lnTo>
                  <a:lnTo>
                    <a:pt x="2146414" y="397205"/>
                  </a:lnTo>
                  <a:lnTo>
                    <a:pt x="2640749" y="397205"/>
                  </a:lnTo>
                  <a:lnTo>
                    <a:pt x="2640749" y="375615"/>
                  </a:lnTo>
                  <a:close/>
                </a:path>
              </a:pathLst>
            </a:custGeom>
            <a:solidFill>
              <a:srgbClr val="92C4C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418430" y="1113485"/>
              <a:ext cx="2728138" cy="3470866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15740711" y="919308"/>
              <a:ext cx="3259454" cy="1259205"/>
            </a:xfrm>
            <a:custGeom>
              <a:avLst/>
              <a:gdLst/>
              <a:ahLst/>
              <a:cxnLst/>
              <a:rect l="l" t="t" r="r" b="b"/>
              <a:pathLst>
                <a:path w="3259455" h="1259205">
                  <a:moveTo>
                    <a:pt x="3258934" y="319049"/>
                  </a:moveTo>
                  <a:lnTo>
                    <a:pt x="3256648" y="312521"/>
                  </a:lnTo>
                  <a:lnTo>
                    <a:pt x="2608376" y="330"/>
                  </a:lnTo>
                  <a:lnTo>
                    <a:pt x="2606040" y="0"/>
                  </a:lnTo>
                  <a:lnTo>
                    <a:pt x="3898" y="465658"/>
                  </a:lnTo>
                  <a:lnTo>
                    <a:pt x="0" y="470738"/>
                  </a:lnTo>
                  <a:lnTo>
                    <a:pt x="1003" y="482003"/>
                  </a:lnTo>
                  <a:lnTo>
                    <a:pt x="5727" y="486333"/>
                  </a:lnTo>
                  <a:lnTo>
                    <a:pt x="11391" y="486333"/>
                  </a:lnTo>
                  <a:lnTo>
                    <a:pt x="30683" y="486333"/>
                  </a:lnTo>
                  <a:lnTo>
                    <a:pt x="206197" y="827697"/>
                  </a:lnTo>
                  <a:lnTo>
                    <a:pt x="192201" y="827697"/>
                  </a:lnTo>
                  <a:lnTo>
                    <a:pt x="192201" y="926007"/>
                  </a:lnTo>
                  <a:lnTo>
                    <a:pt x="198716" y="926007"/>
                  </a:lnTo>
                  <a:lnTo>
                    <a:pt x="92430" y="1051623"/>
                  </a:lnTo>
                  <a:lnTo>
                    <a:pt x="3784" y="1051623"/>
                  </a:lnTo>
                  <a:lnTo>
                    <a:pt x="3784" y="1259166"/>
                  </a:lnTo>
                  <a:lnTo>
                    <a:pt x="478942" y="1259166"/>
                  </a:lnTo>
                  <a:lnTo>
                    <a:pt x="478942" y="1051623"/>
                  </a:lnTo>
                  <a:lnTo>
                    <a:pt x="394208" y="1051623"/>
                  </a:lnTo>
                  <a:lnTo>
                    <a:pt x="365150" y="1018489"/>
                  </a:lnTo>
                  <a:lnTo>
                    <a:pt x="365150" y="1051623"/>
                  </a:lnTo>
                  <a:lnTo>
                    <a:pt x="121069" y="1051623"/>
                  </a:lnTo>
                  <a:lnTo>
                    <a:pt x="227355" y="926007"/>
                  </a:lnTo>
                  <a:lnTo>
                    <a:pt x="254990" y="926007"/>
                  </a:lnTo>
                  <a:lnTo>
                    <a:pt x="365150" y="1051623"/>
                  </a:lnTo>
                  <a:lnTo>
                    <a:pt x="365150" y="1018489"/>
                  </a:lnTo>
                  <a:lnTo>
                    <a:pt x="284048" y="926007"/>
                  </a:lnTo>
                  <a:lnTo>
                    <a:pt x="290512" y="926007"/>
                  </a:lnTo>
                  <a:lnTo>
                    <a:pt x="290512" y="827697"/>
                  </a:lnTo>
                  <a:lnTo>
                    <a:pt x="278244" y="827697"/>
                  </a:lnTo>
                  <a:lnTo>
                    <a:pt x="452056" y="486333"/>
                  </a:lnTo>
                  <a:lnTo>
                    <a:pt x="586994" y="486333"/>
                  </a:lnTo>
                  <a:lnTo>
                    <a:pt x="591883" y="481444"/>
                  </a:lnTo>
                  <a:lnTo>
                    <a:pt x="591883" y="469379"/>
                  </a:lnTo>
                  <a:lnTo>
                    <a:pt x="586994" y="464489"/>
                  </a:lnTo>
                  <a:lnTo>
                    <a:pt x="427545" y="464489"/>
                  </a:lnTo>
                  <a:lnTo>
                    <a:pt x="427545" y="486333"/>
                  </a:lnTo>
                  <a:lnTo>
                    <a:pt x="253733" y="827697"/>
                  </a:lnTo>
                  <a:lnTo>
                    <a:pt x="230771" y="827697"/>
                  </a:lnTo>
                  <a:lnTo>
                    <a:pt x="55245" y="486333"/>
                  </a:lnTo>
                  <a:lnTo>
                    <a:pt x="427545" y="486333"/>
                  </a:lnTo>
                  <a:lnTo>
                    <a:pt x="427545" y="464489"/>
                  </a:lnTo>
                  <a:lnTo>
                    <a:pt x="134442" y="464489"/>
                  </a:lnTo>
                  <a:lnTo>
                    <a:pt x="2604160" y="22529"/>
                  </a:lnTo>
                  <a:lnTo>
                    <a:pt x="3247174" y="332206"/>
                  </a:lnTo>
                  <a:lnTo>
                    <a:pt x="3253702" y="329933"/>
                  </a:lnTo>
                  <a:lnTo>
                    <a:pt x="3258934" y="319049"/>
                  </a:lnTo>
                  <a:close/>
                </a:path>
              </a:pathLst>
            </a:custGeom>
            <a:solidFill>
              <a:srgbClr val="92C4C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8" name="object 3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963718" y="1250148"/>
            <a:ext cx="4312193" cy="3797300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442849" y="9314657"/>
            <a:ext cx="769335" cy="510991"/>
          </a:xfrm>
          <a:prstGeom prst="rect">
            <a:avLst/>
          </a:prstGeom>
        </p:spPr>
      </p:pic>
      <p:sp>
        <p:nvSpPr>
          <p:cNvPr id="40" name="object 40" descr=""/>
          <p:cNvSpPr/>
          <p:nvPr/>
        </p:nvSpPr>
        <p:spPr>
          <a:xfrm>
            <a:off x="6742720" y="6954073"/>
            <a:ext cx="1038225" cy="38735"/>
          </a:xfrm>
          <a:custGeom>
            <a:avLst/>
            <a:gdLst/>
            <a:ahLst/>
            <a:cxnLst/>
            <a:rect l="l" t="t" r="r" b="b"/>
            <a:pathLst>
              <a:path w="1038225" h="38734">
                <a:moveTo>
                  <a:pt x="16542" y="0"/>
                </a:moveTo>
                <a:lnTo>
                  <a:pt x="4140" y="5300"/>
                </a:lnTo>
                <a:lnTo>
                  <a:pt x="0" y="17059"/>
                </a:lnTo>
                <a:lnTo>
                  <a:pt x="4131" y="28854"/>
                </a:lnTo>
                <a:lnTo>
                  <a:pt x="16542" y="34260"/>
                </a:lnTo>
                <a:lnTo>
                  <a:pt x="1021464" y="38564"/>
                </a:lnTo>
                <a:lnTo>
                  <a:pt x="1033871" y="33264"/>
                </a:lnTo>
                <a:lnTo>
                  <a:pt x="1038011" y="21504"/>
                </a:lnTo>
                <a:lnTo>
                  <a:pt x="1033877" y="9709"/>
                </a:lnTo>
                <a:lnTo>
                  <a:pt x="1021464" y="4303"/>
                </a:lnTo>
                <a:lnTo>
                  <a:pt x="16542" y="0"/>
                </a:lnTo>
                <a:close/>
              </a:path>
            </a:pathLst>
          </a:custGeom>
          <a:solidFill>
            <a:srgbClr val="E6CE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6383007" y="7381788"/>
            <a:ext cx="1807845" cy="40640"/>
          </a:xfrm>
          <a:custGeom>
            <a:avLst/>
            <a:gdLst/>
            <a:ahLst/>
            <a:cxnLst/>
            <a:rect l="l" t="t" r="r" b="b"/>
            <a:pathLst>
              <a:path w="1807845" h="40640">
                <a:moveTo>
                  <a:pt x="114159" y="0"/>
                </a:moveTo>
                <a:lnTo>
                  <a:pt x="16546" y="100"/>
                </a:lnTo>
                <a:lnTo>
                  <a:pt x="4142" y="5471"/>
                </a:lnTo>
                <a:lnTo>
                  <a:pt x="0" y="17254"/>
                </a:lnTo>
                <a:lnTo>
                  <a:pt x="4130" y="29025"/>
                </a:lnTo>
                <a:lnTo>
                  <a:pt x="16546" y="34361"/>
                </a:lnTo>
                <a:lnTo>
                  <a:pt x="856649" y="35123"/>
                </a:lnTo>
                <a:lnTo>
                  <a:pt x="1693072" y="39579"/>
                </a:lnTo>
                <a:lnTo>
                  <a:pt x="1790681" y="40339"/>
                </a:lnTo>
                <a:lnTo>
                  <a:pt x="1803088" y="35086"/>
                </a:lnTo>
                <a:lnTo>
                  <a:pt x="1807227" y="23343"/>
                </a:lnTo>
                <a:lnTo>
                  <a:pt x="1803093" y="11532"/>
                </a:lnTo>
                <a:lnTo>
                  <a:pt x="1790681" y="6079"/>
                </a:lnTo>
                <a:lnTo>
                  <a:pt x="950588" y="1181"/>
                </a:lnTo>
                <a:lnTo>
                  <a:pt x="114159" y="0"/>
                </a:lnTo>
                <a:close/>
              </a:path>
            </a:pathLst>
          </a:custGeom>
          <a:solidFill>
            <a:srgbClr val="E6CEA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" name="object 42" descr=""/>
          <p:cNvGrpSpPr/>
          <p:nvPr/>
        </p:nvGrpSpPr>
        <p:grpSpPr>
          <a:xfrm>
            <a:off x="6356968" y="6481726"/>
            <a:ext cx="2660650" cy="1773555"/>
            <a:chOff x="6356968" y="6481726"/>
            <a:chExt cx="2660650" cy="1773555"/>
          </a:xfrm>
        </p:grpSpPr>
        <p:sp>
          <p:nvSpPr>
            <p:cNvPr id="43" name="object 43" descr=""/>
            <p:cNvSpPr/>
            <p:nvPr/>
          </p:nvSpPr>
          <p:spPr>
            <a:xfrm>
              <a:off x="6401612" y="7811082"/>
              <a:ext cx="2224405" cy="44450"/>
            </a:xfrm>
            <a:custGeom>
              <a:avLst/>
              <a:gdLst/>
              <a:ahLst/>
              <a:cxnLst/>
              <a:rect l="l" t="t" r="r" b="b"/>
              <a:pathLst>
                <a:path w="2224404" h="44450">
                  <a:moveTo>
                    <a:pt x="2207512" y="0"/>
                  </a:moveTo>
                  <a:lnTo>
                    <a:pt x="1704092" y="5412"/>
                  </a:lnTo>
                  <a:lnTo>
                    <a:pt x="1201258" y="8711"/>
                  </a:lnTo>
                  <a:lnTo>
                    <a:pt x="699825" y="9888"/>
                  </a:lnTo>
                  <a:lnTo>
                    <a:pt x="161355" y="8813"/>
                  </a:lnTo>
                  <a:lnTo>
                    <a:pt x="16542" y="8114"/>
                  </a:lnTo>
                  <a:lnTo>
                    <a:pt x="4140" y="13401"/>
                  </a:lnTo>
                  <a:lnTo>
                    <a:pt x="0" y="25154"/>
                  </a:lnTo>
                  <a:lnTo>
                    <a:pt x="4131" y="36953"/>
                  </a:lnTo>
                  <a:lnTo>
                    <a:pt x="16542" y="42375"/>
                  </a:lnTo>
                  <a:lnTo>
                    <a:pt x="519995" y="44056"/>
                  </a:lnTo>
                  <a:lnTo>
                    <a:pt x="1022838" y="43627"/>
                  </a:lnTo>
                  <a:lnTo>
                    <a:pt x="1524266" y="41095"/>
                  </a:lnTo>
                  <a:lnTo>
                    <a:pt x="2062713" y="36032"/>
                  </a:lnTo>
                  <a:lnTo>
                    <a:pt x="2207512" y="34260"/>
                  </a:lnTo>
                  <a:lnTo>
                    <a:pt x="2224055" y="16918"/>
                  </a:lnTo>
                  <a:lnTo>
                    <a:pt x="2219927" y="5194"/>
                  </a:lnTo>
                  <a:lnTo>
                    <a:pt x="2207512" y="0"/>
                  </a:lnTo>
                  <a:close/>
                </a:path>
              </a:pathLst>
            </a:custGeom>
            <a:solidFill>
              <a:srgbClr val="E6CE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56968" y="6481726"/>
              <a:ext cx="2660211" cy="1773365"/>
            </a:xfrm>
            <a:prstGeom prst="rect">
              <a:avLst/>
            </a:prstGeom>
          </p:spPr>
        </p:pic>
      </p:grpSp>
      <p:sp>
        <p:nvSpPr>
          <p:cNvPr id="45" name="object 45" descr=""/>
          <p:cNvSpPr/>
          <p:nvPr/>
        </p:nvSpPr>
        <p:spPr>
          <a:xfrm>
            <a:off x="3784736" y="4680296"/>
            <a:ext cx="160655" cy="50800"/>
          </a:xfrm>
          <a:custGeom>
            <a:avLst/>
            <a:gdLst/>
            <a:ahLst/>
            <a:cxnLst/>
            <a:rect l="l" t="t" r="r" b="b"/>
            <a:pathLst>
              <a:path w="160654" h="50800">
                <a:moveTo>
                  <a:pt x="0" y="50186"/>
                </a:moveTo>
                <a:lnTo>
                  <a:pt x="160180" y="50186"/>
                </a:lnTo>
                <a:lnTo>
                  <a:pt x="160180" y="0"/>
                </a:lnTo>
                <a:lnTo>
                  <a:pt x="0" y="0"/>
                </a:lnTo>
                <a:lnTo>
                  <a:pt x="0" y="50186"/>
                </a:lnTo>
                <a:close/>
              </a:path>
            </a:pathLst>
          </a:custGeom>
          <a:solidFill>
            <a:srgbClr val="D38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4010411" y="4680296"/>
            <a:ext cx="1037590" cy="50800"/>
          </a:xfrm>
          <a:custGeom>
            <a:avLst/>
            <a:gdLst/>
            <a:ahLst/>
            <a:cxnLst/>
            <a:rect l="l" t="t" r="r" b="b"/>
            <a:pathLst>
              <a:path w="1037589" h="50800">
                <a:moveTo>
                  <a:pt x="0" y="50186"/>
                </a:moveTo>
                <a:lnTo>
                  <a:pt x="1037133" y="50186"/>
                </a:lnTo>
                <a:lnTo>
                  <a:pt x="1037133" y="0"/>
                </a:lnTo>
                <a:lnTo>
                  <a:pt x="0" y="0"/>
                </a:lnTo>
                <a:lnTo>
                  <a:pt x="0" y="50186"/>
                </a:lnTo>
                <a:close/>
              </a:path>
            </a:pathLst>
          </a:custGeom>
          <a:solidFill>
            <a:srgbClr val="D38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5165643" y="4937158"/>
            <a:ext cx="66040" cy="1010919"/>
          </a:xfrm>
          <a:custGeom>
            <a:avLst/>
            <a:gdLst/>
            <a:ahLst/>
            <a:cxnLst/>
            <a:rect l="l" t="t" r="r" b="b"/>
            <a:pathLst>
              <a:path w="66039" h="1010920">
                <a:moveTo>
                  <a:pt x="0" y="1010367"/>
                </a:moveTo>
                <a:lnTo>
                  <a:pt x="65495" y="1010367"/>
                </a:lnTo>
                <a:lnTo>
                  <a:pt x="65495" y="0"/>
                </a:lnTo>
                <a:lnTo>
                  <a:pt x="0" y="0"/>
                </a:lnTo>
                <a:lnTo>
                  <a:pt x="0" y="1010367"/>
                </a:lnTo>
                <a:close/>
              </a:path>
            </a:pathLst>
          </a:custGeom>
          <a:solidFill>
            <a:srgbClr val="D38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5005451" y="3870737"/>
            <a:ext cx="1931035" cy="1001394"/>
          </a:xfrm>
          <a:custGeom>
            <a:avLst/>
            <a:gdLst/>
            <a:ahLst/>
            <a:cxnLst/>
            <a:rect l="l" t="t" r="r" b="b"/>
            <a:pathLst>
              <a:path w="1931034" h="1001395">
                <a:moveTo>
                  <a:pt x="1930755" y="809561"/>
                </a:moveTo>
                <a:lnTo>
                  <a:pt x="965390" y="0"/>
                </a:lnTo>
                <a:lnTo>
                  <a:pt x="0" y="809561"/>
                </a:lnTo>
                <a:lnTo>
                  <a:pt x="42087" y="859751"/>
                </a:lnTo>
                <a:lnTo>
                  <a:pt x="160185" y="760717"/>
                </a:lnTo>
                <a:lnTo>
                  <a:pt x="160185" y="1000937"/>
                </a:lnTo>
                <a:lnTo>
                  <a:pt x="225679" y="1000937"/>
                </a:lnTo>
                <a:lnTo>
                  <a:pt x="225679" y="705802"/>
                </a:lnTo>
                <a:lnTo>
                  <a:pt x="965377" y="85496"/>
                </a:lnTo>
                <a:lnTo>
                  <a:pt x="1888680" y="859751"/>
                </a:lnTo>
                <a:lnTo>
                  <a:pt x="1930755" y="809561"/>
                </a:lnTo>
                <a:close/>
              </a:path>
            </a:pathLst>
          </a:custGeom>
          <a:solidFill>
            <a:srgbClr val="D38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6710549" y="4558468"/>
            <a:ext cx="66040" cy="313690"/>
          </a:xfrm>
          <a:custGeom>
            <a:avLst/>
            <a:gdLst/>
            <a:ahLst/>
            <a:cxnLst/>
            <a:rect l="l" t="t" r="r" b="b"/>
            <a:pathLst>
              <a:path w="66040" h="313689">
                <a:moveTo>
                  <a:pt x="0" y="313194"/>
                </a:moveTo>
                <a:lnTo>
                  <a:pt x="65495" y="313194"/>
                </a:lnTo>
                <a:lnTo>
                  <a:pt x="65495" y="0"/>
                </a:lnTo>
                <a:lnTo>
                  <a:pt x="0" y="0"/>
                </a:lnTo>
                <a:lnTo>
                  <a:pt x="0" y="313194"/>
                </a:lnTo>
                <a:close/>
              </a:path>
            </a:pathLst>
          </a:custGeom>
          <a:solidFill>
            <a:srgbClr val="D38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6710549" y="4937158"/>
            <a:ext cx="66040" cy="1010919"/>
          </a:xfrm>
          <a:custGeom>
            <a:avLst/>
            <a:gdLst/>
            <a:ahLst/>
            <a:cxnLst/>
            <a:rect l="l" t="t" r="r" b="b"/>
            <a:pathLst>
              <a:path w="66040" h="1010920">
                <a:moveTo>
                  <a:pt x="0" y="1010367"/>
                </a:moveTo>
                <a:lnTo>
                  <a:pt x="65495" y="1010367"/>
                </a:lnTo>
                <a:lnTo>
                  <a:pt x="65495" y="0"/>
                </a:lnTo>
                <a:lnTo>
                  <a:pt x="0" y="0"/>
                </a:lnTo>
                <a:lnTo>
                  <a:pt x="0" y="1010367"/>
                </a:lnTo>
                <a:close/>
              </a:path>
            </a:pathLst>
          </a:custGeom>
          <a:solidFill>
            <a:srgbClr val="D38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4750117" y="3870740"/>
            <a:ext cx="1221105" cy="61594"/>
          </a:xfrm>
          <a:custGeom>
            <a:avLst/>
            <a:gdLst/>
            <a:ahLst/>
            <a:cxnLst/>
            <a:rect l="l" t="t" r="r" b="b"/>
            <a:pathLst>
              <a:path w="1221104" h="61595">
                <a:moveTo>
                  <a:pt x="1220727" y="0"/>
                </a:moveTo>
                <a:lnTo>
                  <a:pt x="0" y="0"/>
                </a:lnTo>
                <a:lnTo>
                  <a:pt x="0" y="61338"/>
                </a:lnTo>
                <a:lnTo>
                  <a:pt x="1220727" y="61338"/>
                </a:lnTo>
                <a:lnTo>
                  <a:pt x="1220727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" name="object 52" descr=""/>
          <p:cNvGrpSpPr/>
          <p:nvPr/>
        </p:nvGrpSpPr>
        <p:grpSpPr>
          <a:xfrm>
            <a:off x="4882998" y="3875559"/>
            <a:ext cx="2053589" cy="855344"/>
            <a:chOff x="4882998" y="3875559"/>
            <a:chExt cx="2053589" cy="855344"/>
          </a:xfrm>
        </p:grpSpPr>
        <p:sp>
          <p:nvSpPr>
            <p:cNvPr id="53" name="object 53" descr=""/>
            <p:cNvSpPr/>
            <p:nvPr/>
          </p:nvSpPr>
          <p:spPr>
            <a:xfrm>
              <a:off x="5673408" y="4680296"/>
              <a:ext cx="1263015" cy="50800"/>
            </a:xfrm>
            <a:custGeom>
              <a:avLst/>
              <a:gdLst/>
              <a:ahLst/>
              <a:cxnLst/>
              <a:rect l="l" t="t" r="r" b="b"/>
              <a:pathLst>
                <a:path w="1263015" h="50800">
                  <a:moveTo>
                    <a:pt x="1262809" y="0"/>
                  </a:moveTo>
                  <a:lnTo>
                    <a:pt x="42092" y="0"/>
                  </a:lnTo>
                  <a:lnTo>
                    <a:pt x="0" y="50186"/>
                  </a:lnTo>
                  <a:lnTo>
                    <a:pt x="1220727" y="50186"/>
                  </a:lnTo>
                  <a:lnTo>
                    <a:pt x="1262809" y="0"/>
                  </a:lnTo>
                  <a:close/>
                </a:path>
              </a:pathLst>
            </a:custGeom>
            <a:solidFill>
              <a:srgbClr val="F5AA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911280" y="3888123"/>
              <a:ext cx="1879600" cy="792480"/>
            </a:xfrm>
            <a:custGeom>
              <a:avLst/>
              <a:gdLst/>
              <a:ahLst/>
              <a:cxnLst/>
              <a:rect l="l" t="t" r="r" b="b"/>
              <a:pathLst>
                <a:path w="1879600" h="792479">
                  <a:moveTo>
                    <a:pt x="971880" y="792175"/>
                  </a:moveTo>
                  <a:lnTo>
                    <a:pt x="27241" y="0"/>
                  </a:lnTo>
                  <a:lnTo>
                    <a:pt x="0" y="0"/>
                  </a:lnTo>
                  <a:lnTo>
                    <a:pt x="944638" y="792175"/>
                  </a:lnTo>
                  <a:lnTo>
                    <a:pt x="971880" y="792175"/>
                  </a:lnTo>
                  <a:close/>
                </a:path>
                <a:path w="1879600" h="792479">
                  <a:moveTo>
                    <a:pt x="1274406" y="792175"/>
                  </a:moveTo>
                  <a:lnTo>
                    <a:pt x="329768" y="0"/>
                  </a:lnTo>
                  <a:lnTo>
                    <a:pt x="302526" y="0"/>
                  </a:lnTo>
                  <a:lnTo>
                    <a:pt x="1247178" y="792175"/>
                  </a:lnTo>
                  <a:lnTo>
                    <a:pt x="1274406" y="792175"/>
                  </a:lnTo>
                  <a:close/>
                </a:path>
                <a:path w="1879600" h="792479">
                  <a:moveTo>
                    <a:pt x="1576933" y="792175"/>
                  </a:moveTo>
                  <a:lnTo>
                    <a:pt x="632294" y="0"/>
                  </a:lnTo>
                  <a:lnTo>
                    <a:pt x="605066" y="0"/>
                  </a:lnTo>
                  <a:lnTo>
                    <a:pt x="1549704" y="792175"/>
                  </a:lnTo>
                  <a:lnTo>
                    <a:pt x="1576933" y="792175"/>
                  </a:lnTo>
                  <a:close/>
                </a:path>
                <a:path w="1879600" h="792479">
                  <a:moveTo>
                    <a:pt x="1879460" y="792175"/>
                  </a:moveTo>
                  <a:lnTo>
                    <a:pt x="934821" y="0"/>
                  </a:lnTo>
                  <a:lnTo>
                    <a:pt x="907592" y="0"/>
                  </a:lnTo>
                  <a:lnTo>
                    <a:pt x="1852231" y="792175"/>
                  </a:lnTo>
                  <a:lnTo>
                    <a:pt x="1879460" y="792175"/>
                  </a:lnTo>
                  <a:close/>
                </a:path>
              </a:pathLst>
            </a:custGeom>
            <a:solidFill>
              <a:srgbClr val="FCAF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882997" y="3875563"/>
              <a:ext cx="1920239" cy="812165"/>
            </a:xfrm>
            <a:custGeom>
              <a:avLst/>
              <a:gdLst/>
              <a:ahLst/>
              <a:cxnLst/>
              <a:rect l="l" t="t" r="r" b="b"/>
              <a:pathLst>
                <a:path w="1920240" h="812164">
                  <a:moveTo>
                    <a:pt x="742111" y="0"/>
                  </a:moveTo>
                  <a:lnTo>
                    <a:pt x="736942" y="38"/>
                  </a:lnTo>
                  <a:lnTo>
                    <a:pt x="12" y="5588"/>
                  </a:lnTo>
                  <a:lnTo>
                    <a:pt x="0" y="13614"/>
                  </a:lnTo>
                  <a:lnTo>
                    <a:pt x="742111" y="8039"/>
                  </a:lnTo>
                  <a:lnTo>
                    <a:pt x="742111" y="0"/>
                  </a:lnTo>
                  <a:close/>
                </a:path>
                <a:path w="1920240" h="812164">
                  <a:moveTo>
                    <a:pt x="933754" y="2222"/>
                  </a:moveTo>
                  <a:lnTo>
                    <a:pt x="928585" y="2387"/>
                  </a:lnTo>
                  <a:lnTo>
                    <a:pt x="886968" y="2667"/>
                  </a:lnTo>
                  <a:lnTo>
                    <a:pt x="803744" y="444"/>
                  </a:lnTo>
                  <a:lnTo>
                    <a:pt x="762127" y="406"/>
                  </a:lnTo>
                  <a:lnTo>
                    <a:pt x="756970" y="533"/>
                  </a:lnTo>
                  <a:lnTo>
                    <a:pt x="756945" y="8559"/>
                  </a:lnTo>
                  <a:lnTo>
                    <a:pt x="762127" y="8445"/>
                  </a:lnTo>
                  <a:lnTo>
                    <a:pt x="803744" y="8470"/>
                  </a:lnTo>
                  <a:lnTo>
                    <a:pt x="886968" y="10706"/>
                  </a:lnTo>
                  <a:lnTo>
                    <a:pt x="928585" y="10414"/>
                  </a:lnTo>
                  <a:lnTo>
                    <a:pt x="933729" y="10248"/>
                  </a:lnTo>
                  <a:lnTo>
                    <a:pt x="933754" y="2222"/>
                  </a:lnTo>
                  <a:close/>
                </a:path>
                <a:path w="1920240" h="812164">
                  <a:moveTo>
                    <a:pt x="1658378" y="804049"/>
                  </a:moveTo>
                  <a:lnTo>
                    <a:pt x="1242529" y="804049"/>
                  </a:lnTo>
                  <a:lnTo>
                    <a:pt x="1242529" y="801509"/>
                  </a:lnTo>
                  <a:lnTo>
                    <a:pt x="857516" y="801509"/>
                  </a:lnTo>
                  <a:lnTo>
                    <a:pt x="857516" y="804049"/>
                  </a:lnTo>
                  <a:lnTo>
                    <a:pt x="857504" y="809129"/>
                  </a:lnTo>
                  <a:lnTo>
                    <a:pt x="1110132" y="809129"/>
                  </a:lnTo>
                  <a:lnTo>
                    <a:pt x="1110132" y="811669"/>
                  </a:lnTo>
                  <a:lnTo>
                    <a:pt x="1658378" y="811669"/>
                  </a:lnTo>
                  <a:lnTo>
                    <a:pt x="1658378" y="809129"/>
                  </a:lnTo>
                  <a:lnTo>
                    <a:pt x="1658378" y="804049"/>
                  </a:lnTo>
                  <a:close/>
                </a:path>
                <a:path w="1920240" h="812164">
                  <a:moveTo>
                    <a:pt x="1919617" y="803389"/>
                  </a:moveTo>
                  <a:lnTo>
                    <a:pt x="1914448" y="803376"/>
                  </a:lnTo>
                  <a:lnTo>
                    <a:pt x="1686814" y="802792"/>
                  </a:lnTo>
                  <a:lnTo>
                    <a:pt x="1686801" y="810818"/>
                  </a:lnTo>
                  <a:lnTo>
                    <a:pt x="1919617" y="811415"/>
                  </a:lnTo>
                  <a:lnTo>
                    <a:pt x="1919617" y="803389"/>
                  </a:lnTo>
                  <a:close/>
                </a:path>
              </a:pathLst>
            </a:custGeom>
            <a:solidFill>
              <a:srgbClr val="F4BD7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/>
          <p:nvPr/>
        </p:nvSpPr>
        <p:spPr>
          <a:xfrm>
            <a:off x="5555317" y="5947525"/>
            <a:ext cx="1221105" cy="66040"/>
          </a:xfrm>
          <a:custGeom>
            <a:avLst/>
            <a:gdLst/>
            <a:ahLst/>
            <a:cxnLst/>
            <a:rect l="l" t="t" r="r" b="b"/>
            <a:pathLst>
              <a:path w="1221104" h="66039">
                <a:moveTo>
                  <a:pt x="1220727" y="0"/>
                </a:moveTo>
                <a:lnTo>
                  <a:pt x="0" y="0"/>
                </a:lnTo>
                <a:lnTo>
                  <a:pt x="0" y="65495"/>
                </a:lnTo>
                <a:lnTo>
                  <a:pt x="1220727" y="65495"/>
                </a:lnTo>
                <a:lnTo>
                  <a:pt x="1220727" y="0"/>
                </a:lnTo>
                <a:close/>
              </a:path>
            </a:pathLst>
          </a:custGeom>
          <a:solidFill>
            <a:srgbClr val="F491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5655429" y="4937158"/>
            <a:ext cx="27305" cy="155575"/>
          </a:xfrm>
          <a:custGeom>
            <a:avLst/>
            <a:gdLst/>
            <a:ahLst/>
            <a:cxnLst/>
            <a:rect l="l" t="t" r="r" b="b"/>
            <a:pathLst>
              <a:path w="27304" h="155575">
                <a:moveTo>
                  <a:pt x="26774" y="0"/>
                </a:moveTo>
                <a:lnTo>
                  <a:pt x="0" y="0"/>
                </a:lnTo>
                <a:lnTo>
                  <a:pt x="0" y="155346"/>
                </a:lnTo>
                <a:lnTo>
                  <a:pt x="26774" y="155346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5867318" y="4937158"/>
            <a:ext cx="27305" cy="155575"/>
          </a:xfrm>
          <a:custGeom>
            <a:avLst/>
            <a:gdLst/>
            <a:ahLst/>
            <a:cxnLst/>
            <a:rect l="l" t="t" r="r" b="b"/>
            <a:pathLst>
              <a:path w="27304" h="155575">
                <a:moveTo>
                  <a:pt x="26774" y="0"/>
                </a:moveTo>
                <a:lnTo>
                  <a:pt x="0" y="0"/>
                </a:lnTo>
                <a:lnTo>
                  <a:pt x="0" y="155346"/>
                </a:lnTo>
                <a:lnTo>
                  <a:pt x="26774" y="155346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6437269" y="4937158"/>
            <a:ext cx="27305" cy="155575"/>
          </a:xfrm>
          <a:custGeom>
            <a:avLst/>
            <a:gdLst/>
            <a:ahLst/>
            <a:cxnLst/>
            <a:rect l="l" t="t" r="r" b="b"/>
            <a:pathLst>
              <a:path w="27304" h="155575">
                <a:moveTo>
                  <a:pt x="26774" y="0"/>
                </a:moveTo>
                <a:lnTo>
                  <a:pt x="0" y="0"/>
                </a:lnTo>
                <a:lnTo>
                  <a:pt x="0" y="155346"/>
                </a:lnTo>
                <a:lnTo>
                  <a:pt x="26774" y="155346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6649158" y="4937158"/>
            <a:ext cx="27305" cy="155575"/>
          </a:xfrm>
          <a:custGeom>
            <a:avLst/>
            <a:gdLst/>
            <a:ahLst/>
            <a:cxnLst/>
            <a:rect l="l" t="t" r="r" b="b"/>
            <a:pathLst>
              <a:path w="27304" h="155575">
                <a:moveTo>
                  <a:pt x="26774" y="0"/>
                </a:moveTo>
                <a:lnTo>
                  <a:pt x="0" y="0"/>
                </a:lnTo>
                <a:lnTo>
                  <a:pt x="0" y="155346"/>
                </a:lnTo>
                <a:lnTo>
                  <a:pt x="26774" y="155346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5655429" y="5680926"/>
            <a:ext cx="27305" cy="266700"/>
          </a:xfrm>
          <a:custGeom>
            <a:avLst/>
            <a:gdLst/>
            <a:ahLst/>
            <a:cxnLst/>
            <a:rect l="l" t="t" r="r" b="b"/>
            <a:pathLst>
              <a:path w="27304" h="266700">
                <a:moveTo>
                  <a:pt x="26774" y="0"/>
                </a:moveTo>
                <a:lnTo>
                  <a:pt x="0" y="0"/>
                </a:lnTo>
                <a:lnTo>
                  <a:pt x="0" y="266599"/>
                </a:lnTo>
                <a:lnTo>
                  <a:pt x="26774" y="266599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5867318" y="5680926"/>
            <a:ext cx="27305" cy="266700"/>
          </a:xfrm>
          <a:custGeom>
            <a:avLst/>
            <a:gdLst/>
            <a:ahLst/>
            <a:cxnLst/>
            <a:rect l="l" t="t" r="r" b="b"/>
            <a:pathLst>
              <a:path w="27304" h="266700">
                <a:moveTo>
                  <a:pt x="26774" y="0"/>
                </a:moveTo>
                <a:lnTo>
                  <a:pt x="0" y="0"/>
                </a:lnTo>
                <a:lnTo>
                  <a:pt x="0" y="266599"/>
                </a:lnTo>
                <a:lnTo>
                  <a:pt x="26774" y="266599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6437269" y="5680926"/>
            <a:ext cx="27305" cy="266700"/>
          </a:xfrm>
          <a:custGeom>
            <a:avLst/>
            <a:gdLst/>
            <a:ahLst/>
            <a:cxnLst/>
            <a:rect l="l" t="t" r="r" b="b"/>
            <a:pathLst>
              <a:path w="27304" h="266700">
                <a:moveTo>
                  <a:pt x="26774" y="0"/>
                </a:moveTo>
                <a:lnTo>
                  <a:pt x="0" y="0"/>
                </a:lnTo>
                <a:lnTo>
                  <a:pt x="0" y="266599"/>
                </a:lnTo>
                <a:lnTo>
                  <a:pt x="26774" y="266599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6649158" y="5680926"/>
            <a:ext cx="27305" cy="266700"/>
          </a:xfrm>
          <a:custGeom>
            <a:avLst/>
            <a:gdLst/>
            <a:ahLst/>
            <a:cxnLst/>
            <a:rect l="l" t="t" r="r" b="b"/>
            <a:pathLst>
              <a:path w="27304" h="266700">
                <a:moveTo>
                  <a:pt x="26774" y="0"/>
                </a:moveTo>
                <a:lnTo>
                  <a:pt x="0" y="0"/>
                </a:lnTo>
                <a:lnTo>
                  <a:pt x="0" y="266599"/>
                </a:lnTo>
                <a:lnTo>
                  <a:pt x="26774" y="266599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6007199" y="4937158"/>
            <a:ext cx="27305" cy="155575"/>
          </a:xfrm>
          <a:custGeom>
            <a:avLst/>
            <a:gdLst/>
            <a:ahLst/>
            <a:cxnLst/>
            <a:rect l="l" t="t" r="r" b="b"/>
            <a:pathLst>
              <a:path w="27304" h="155575">
                <a:moveTo>
                  <a:pt x="26774" y="0"/>
                </a:moveTo>
                <a:lnTo>
                  <a:pt x="0" y="0"/>
                </a:lnTo>
                <a:lnTo>
                  <a:pt x="0" y="155346"/>
                </a:lnTo>
                <a:lnTo>
                  <a:pt x="26774" y="155346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6" name="object 66" descr=""/>
          <p:cNvGrpSpPr/>
          <p:nvPr/>
        </p:nvGrpSpPr>
        <p:grpSpPr>
          <a:xfrm>
            <a:off x="5555317" y="4871663"/>
            <a:ext cx="1221105" cy="220979"/>
            <a:chOff x="5555317" y="4871663"/>
            <a:chExt cx="1221105" cy="220979"/>
          </a:xfrm>
        </p:grpSpPr>
        <p:sp>
          <p:nvSpPr>
            <p:cNvPr id="67" name="object 67" descr=""/>
            <p:cNvSpPr/>
            <p:nvPr/>
          </p:nvSpPr>
          <p:spPr>
            <a:xfrm>
              <a:off x="6297389" y="4937158"/>
              <a:ext cx="27305" cy="155575"/>
            </a:xfrm>
            <a:custGeom>
              <a:avLst/>
              <a:gdLst/>
              <a:ahLst/>
              <a:cxnLst/>
              <a:rect l="l" t="t" r="r" b="b"/>
              <a:pathLst>
                <a:path w="27304" h="155575">
                  <a:moveTo>
                    <a:pt x="26774" y="0"/>
                  </a:moveTo>
                  <a:lnTo>
                    <a:pt x="0" y="0"/>
                  </a:lnTo>
                  <a:lnTo>
                    <a:pt x="0" y="155346"/>
                  </a:lnTo>
                  <a:lnTo>
                    <a:pt x="26774" y="155346"/>
                  </a:lnTo>
                  <a:lnTo>
                    <a:pt x="26774" y="0"/>
                  </a:lnTo>
                  <a:close/>
                </a:path>
              </a:pathLst>
            </a:custGeom>
            <a:solidFill>
              <a:srgbClr val="F5AA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5555317" y="4871663"/>
              <a:ext cx="1221105" cy="66040"/>
            </a:xfrm>
            <a:custGeom>
              <a:avLst/>
              <a:gdLst/>
              <a:ahLst/>
              <a:cxnLst/>
              <a:rect l="l" t="t" r="r" b="b"/>
              <a:pathLst>
                <a:path w="1221104" h="66039">
                  <a:moveTo>
                    <a:pt x="1220727" y="0"/>
                  </a:moveTo>
                  <a:lnTo>
                    <a:pt x="0" y="0"/>
                  </a:lnTo>
                  <a:lnTo>
                    <a:pt x="0" y="65495"/>
                  </a:lnTo>
                  <a:lnTo>
                    <a:pt x="1220727" y="65495"/>
                  </a:lnTo>
                  <a:lnTo>
                    <a:pt x="1220727" y="0"/>
                  </a:lnTo>
                  <a:close/>
                </a:path>
              </a:pathLst>
            </a:custGeom>
            <a:solidFill>
              <a:srgbClr val="F4911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/>
          <p:nvPr/>
        </p:nvSpPr>
        <p:spPr>
          <a:xfrm>
            <a:off x="5655424" y="5091905"/>
            <a:ext cx="238760" cy="589280"/>
          </a:xfrm>
          <a:custGeom>
            <a:avLst/>
            <a:gdLst/>
            <a:ahLst/>
            <a:cxnLst/>
            <a:rect l="l" t="t" r="r" b="b"/>
            <a:pathLst>
              <a:path w="238760" h="589279">
                <a:moveTo>
                  <a:pt x="238658" y="0"/>
                </a:moveTo>
                <a:lnTo>
                  <a:pt x="0" y="0"/>
                </a:lnTo>
                <a:lnTo>
                  <a:pt x="0" y="27940"/>
                </a:lnTo>
                <a:lnTo>
                  <a:pt x="0" y="562610"/>
                </a:lnTo>
                <a:lnTo>
                  <a:pt x="0" y="589280"/>
                </a:lnTo>
                <a:lnTo>
                  <a:pt x="238658" y="589280"/>
                </a:lnTo>
                <a:lnTo>
                  <a:pt x="238658" y="562610"/>
                </a:lnTo>
                <a:lnTo>
                  <a:pt x="26771" y="562610"/>
                </a:lnTo>
                <a:lnTo>
                  <a:pt x="26771" y="27940"/>
                </a:lnTo>
                <a:lnTo>
                  <a:pt x="211899" y="27940"/>
                </a:lnTo>
                <a:lnTo>
                  <a:pt x="211899" y="562254"/>
                </a:lnTo>
                <a:lnTo>
                  <a:pt x="238658" y="562254"/>
                </a:lnTo>
                <a:lnTo>
                  <a:pt x="238658" y="27940"/>
                </a:lnTo>
                <a:lnTo>
                  <a:pt x="238658" y="27381"/>
                </a:lnTo>
                <a:lnTo>
                  <a:pt x="238658" y="0"/>
                </a:lnTo>
                <a:close/>
              </a:path>
            </a:pathLst>
          </a:custGeom>
          <a:solidFill>
            <a:srgbClr val="F491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6437249" y="5091905"/>
            <a:ext cx="238760" cy="589280"/>
          </a:xfrm>
          <a:custGeom>
            <a:avLst/>
            <a:gdLst/>
            <a:ahLst/>
            <a:cxnLst/>
            <a:rect l="l" t="t" r="r" b="b"/>
            <a:pathLst>
              <a:path w="238759" h="589279">
                <a:moveTo>
                  <a:pt x="238671" y="0"/>
                </a:moveTo>
                <a:lnTo>
                  <a:pt x="0" y="0"/>
                </a:lnTo>
                <a:lnTo>
                  <a:pt x="0" y="27940"/>
                </a:lnTo>
                <a:lnTo>
                  <a:pt x="0" y="562610"/>
                </a:lnTo>
                <a:lnTo>
                  <a:pt x="0" y="589280"/>
                </a:lnTo>
                <a:lnTo>
                  <a:pt x="238671" y="589280"/>
                </a:lnTo>
                <a:lnTo>
                  <a:pt x="238671" y="562610"/>
                </a:lnTo>
                <a:lnTo>
                  <a:pt x="26784" y="562610"/>
                </a:lnTo>
                <a:lnTo>
                  <a:pt x="26784" y="27940"/>
                </a:lnTo>
                <a:lnTo>
                  <a:pt x="211899" y="27940"/>
                </a:lnTo>
                <a:lnTo>
                  <a:pt x="211899" y="562254"/>
                </a:lnTo>
                <a:lnTo>
                  <a:pt x="238671" y="562254"/>
                </a:lnTo>
                <a:lnTo>
                  <a:pt x="238671" y="27940"/>
                </a:lnTo>
                <a:lnTo>
                  <a:pt x="238671" y="27381"/>
                </a:lnTo>
                <a:lnTo>
                  <a:pt x="238671" y="0"/>
                </a:lnTo>
                <a:close/>
              </a:path>
            </a:pathLst>
          </a:custGeom>
          <a:solidFill>
            <a:srgbClr val="F491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6007193" y="5119483"/>
            <a:ext cx="27305" cy="828040"/>
          </a:xfrm>
          <a:custGeom>
            <a:avLst/>
            <a:gdLst/>
            <a:ahLst/>
            <a:cxnLst/>
            <a:rect l="l" t="t" r="r" b="b"/>
            <a:pathLst>
              <a:path w="27304" h="828039">
                <a:moveTo>
                  <a:pt x="0" y="828039"/>
                </a:moveTo>
                <a:lnTo>
                  <a:pt x="26774" y="828039"/>
                </a:lnTo>
                <a:lnTo>
                  <a:pt x="26774" y="0"/>
                </a:lnTo>
                <a:lnTo>
                  <a:pt x="0" y="0"/>
                </a:lnTo>
                <a:lnTo>
                  <a:pt x="0" y="828039"/>
                </a:lnTo>
                <a:close/>
              </a:path>
            </a:pathLst>
          </a:custGeom>
          <a:solidFill>
            <a:srgbClr val="F491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6007189" y="5092820"/>
            <a:ext cx="317500" cy="854710"/>
          </a:xfrm>
          <a:custGeom>
            <a:avLst/>
            <a:gdLst/>
            <a:ahLst/>
            <a:cxnLst/>
            <a:rect l="l" t="t" r="r" b="b"/>
            <a:pathLst>
              <a:path w="317500" h="854710">
                <a:moveTo>
                  <a:pt x="316966" y="0"/>
                </a:moveTo>
                <a:lnTo>
                  <a:pt x="0" y="0"/>
                </a:lnTo>
                <a:lnTo>
                  <a:pt x="0" y="26670"/>
                </a:lnTo>
                <a:lnTo>
                  <a:pt x="290195" y="26670"/>
                </a:lnTo>
                <a:lnTo>
                  <a:pt x="290195" y="854710"/>
                </a:lnTo>
                <a:lnTo>
                  <a:pt x="316966" y="854710"/>
                </a:lnTo>
                <a:lnTo>
                  <a:pt x="316966" y="26670"/>
                </a:lnTo>
                <a:lnTo>
                  <a:pt x="316966" y="0"/>
                </a:lnTo>
                <a:close/>
              </a:path>
            </a:pathLst>
          </a:custGeom>
          <a:solidFill>
            <a:srgbClr val="F491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5555317" y="5092504"/>
            <a:ext cx="100330" cy="27305"/>
          </a:xfrm>
          <a:custGeom>
            <a:avLst/>
            <a:gdLst/>
            <a:ahLst/>
            <a:cxnLst/>
            <a:rect l="l" t="t" r="r" b="b"/>
            <a:pathLst>
              <a:path w="100329" h="27304">
                <a:moveTo>
                  <a:pt x="100112" y="0"/>
                </a:moveTo>
                <a:lnTo>
                  <a:pt x="0" y="0"/>
                </a:lnTo>
                <a:lnTo>
                  <a:pt x="0" y="26774"/>
                </a:lnTo>
                <a:lnTo>
                  <a:pt x="100112" y="26774"/>
                </a:lnTo>
                <a:lnTo>
                  <a:pt x="100112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5894092" y="5092504"/>
            <a:ext cx="113664" cy="27305"/>
          </a:xfrm>
          <a:custGeom>
            <a:avLst/>
            <a:gdLst/>
            <a:ahLst/>
            <a:cxnLst/>
            <a:rect l="l" t="t" r="r" b="b"/>
            <a:pathLst>
              <a:path w="113664" h="27304">
                <a:moveTo>
                  <a:pt x="113106" y="0"/>
                </a:moveTo>
                <a:lnTo>
                  <a:pt x="0" y="0"/>
                </a:lnTo>
                <a:lnTo>
                  <a:pt x="0" y="26774"/>
                </a:lnTo>
                <a:lnTo>
                  <a:pt x="113106" y="26774"/>
                </a:lnTo>
                <a:lnTo>
                  <a:pt x="113106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6324163" y="5092504"/>
            <a:ext cx="113664" cy="27305"/>
          </a:xfrm>
          <a:custGeom>
            <a:avLst/>
            <a:gdLst/>
            <a:ahLst/>
            <a:cxnLst/>
            <a:rect l="l" t="t" r="r" b="b"/>
            <a:pathLst>
              <a:path w="113664" h="27304">
                <a:moveTo>
                  <a:pt x="113106" y="0"/>
                </a:moveTo>
                <a:lnTo>
                  <a:pt x="0" y="0"/>
                </a:lnTo>
                <a:lnTo>
                  <a:pt x="0" y="26774"/>
                </a:lnTo>
                <a:lnTo>
                  <a:pt x="113106" y="26774"/>
                </a:lnTo>
                <a:lnTo>
                  <a:pt x="113106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6675922" y="5092504"/>
            <a:ext cx="100330" cy="27305"/>
          </a:xfrm>
          <a:custGeom>
            <a:avLst/>
            <a:gdLst/>
            <a:ahLst/>
            <a:cxnLst/>
            <a:rect l="l" t="t" r="r" b="b"/>
            <a:pathLst>
              <a:path w="100329" h="27304">
                <a:moveTo>
                  <a:pt x="100112" y="0"/>
                </a:moveTo>
                <a:lnTo>
                  <a:pt x="0" y="0"/>
                </a:lnTo>
                <a:lnTo>
                  <a:pt x="0" y="26774"/>
                </a:lnTo>
                <a:lnTo>
                  <a:pt x="100112" y="26774"/>
                </a:lnTo>
                <a:lnTo>
                  <a:pt x="100112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5555317" y="5654152"/>
            <a:ext cx="100330" cy="27305"/>
          </a:xfrm>
          <a:custGeom>
            <a:avLst/>
            <a:gdLst/>
            <a:ahLst/>
            <a:cxnLst/>
            <a:rect l="l" t="t" r="r" b="b"/>
            <a:pathLst>
              <a:path w="100329" h="27304">
                <a:moveTo>
                  <a:pt x="100112" y="0"/>
                </a:moveTo>
                <a:lnTo>
                  <a:pt x="0" y="0"/>
                </a:lnTo>
                <a:lnTo>
                  <a:pt x="0" y="26774"/>
                </a:lnTo>
                <a:lnTo>
                  <a:pt x="100112" y="26774"/>
                </a:lnTo>
                <a:lnTo>
                  <a:pt x="100112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5894092" y="5654152"/>
            <a:ext cx="113664" cy="27305"/>
          </a:xfrm>
          <a:custGeom>
            <a:avLst/>
            <a:gdLst/>
            <a:ahLst/>
            <a:cxnLst/>
            <a:rect l="l" t="t" r="r" b="b"/>
            <a:pathLst>
              <a:path w="113664" h="27304">
                <a:moveTo>
                  <a:pt x="113106" y="0"/>
                </a:moveTo>
                <a:lnTo>
                  <a:pt x="0" y="0"/>
                </a:lnTo>
                <a:lnTo>
                  <a:pt x="0" y="26774"/>
                </a:lnTo>
                <a:lnTo>
                  <a:pt x="113106" y="26774"/>
                </a:lnTo>
                <a:lnTo>
                  <a:pt x="113106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6324163" y="5654152"/>
            <a:ext cx="113664" cy="27305"/>
          </a:xfrm>
          <a:custGeom>
            <a:avLst/>
            <a:gdLst/>
            <a:ahLst/>
            <a:cxnLst/>
            <a:rect l="l" t="t" r="r" b="b"/>
            <a:pathLst>
              <a:path w="113664" h="27304">
                <a:moveTo>
                  <a:pt x="113106" y="0"/>
                </a:moveTo>
                <a:lnTo>
                  <a:pt x="0" y="0"/>
                </a:lnTo>
                <a:lnTo>
                  <a:pt x="0" y="26774"/>
                </a:lnTo>
                <a:lnTo>
                  <a:pt x="113106" y="26774"/>
                </a:lnTo>
                <a:lnTo>
                  <a:pt x="113106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6675922" y="5654152"/>
            <a:ext cx="100330" cy="27305"/>
          </a:xfrm>
          <a:custGeom>
            <a:avLst/>
            <a:gdLst/>
            <a:ahLst/>
            <a:cxnLst/>
            <a:rect l="l" t="t" r="r" b="b"/>
            <a:pathLst>
              <a:path w="100329" h="27304">
                <a:moveTo>
                  <a:pt x="100112" y="0"/>
                </a:moveTo>
                <a:lnTo>
                  <a:pt x="0" y="0"/>
                </a:lnTo>
                <a:lnTo>
                  <a:pt x="0" y="26774"/>
                </a:lnTo>
                <a:lnTo>
                  <a:pt x="100112" y="26774"/>
                </a:lnTo>
                <a:lnTo>
                  <a:pt x="100112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5641899" y="4927822"/>
            <a:ext cx="1085850" cy="14604"/>
          </a:xfrm>
          <a:custGeom>
            <a:avLst/>
            <a:gdLst/>
            <a:ahLst/>
            <a:cxnLst/>
            <a:rect l="l" t="t" r="r" b="b"/>
            <a:pathLst>
              <a:path w="1085850" h="14604">
                <a:moveTo>
                  <a:pt x="1004963" y="0"/>
                </a:moveTo>
                <a:lnTo>
                  <a:pt x="896404" y="2260"/>
                </a:lnTo>
                <a:lnTo>
                  <a:pt x="793038" y="3975"/>
                </a:lnTo>
                <a:lnTo>
                  <a:pt x="689648" y="5245"/>
                </a:lnTo>
                <a:lnTo>
                  <a:pt x="586270" y="6070"/>
                </a:lnTo>
                <a:lnTo>
                  <a:pt x="482879" y="6451"/>
                </a:lnTo>
                <a:lnTo>
                  <a:pt x="379488" y="6400"/>
                </a:lnTo>
                <a:lnTo>
                  <a:pt x="276098" y="5905"/>
                </a:lnTo>
                <a:lnTo>
                  <a:pt x="169583" y="4927"/>
                </a:lnTo>
                <a:lnTo>
                  <a:pt x="59969" y="3429"/>
                </a:lnTo>
                <a:lnTo>
                  <a:pt x="0" y="2413"/>
                </a:lnTo>
                <a:lnTo>
                  <a:pt x="0" y="10439"/>
                </a:lnTo>
                <a:lnTo>
                  <a:pt x="108546" y="12179"/>
                </a:lnTo>
                <a:lnTo>
                  <a:pt x="211924" y="13398"/>
                </a:lnTo>
                <a:lnTo>
                  <a:pt x="315315" y="14173"/>
                </a:lnTo>
                <a:lnTo>
                  <a:pt x="418706" y="14503"/>
                </a:lnTo>
                <a:lnTo>
                  <a:pt x="522097" y="14401"/>
                </a:lnTo>
                <a:lnTo>
                  <a:pt x="625487" y="13843"/>
                </a:lnTo>
                <a:lnTo>
                  <a:pt x="728865" y="12852"/>
                </a:lnTo>
                <a:lnTo>
                  <a:pt x="835367" y="11366"/>
                </a:lnTo>
                <a:lnTo>
                  <a:pt x="944981" y="9347"/>
                </a:lnTo>
                <a:lnTo>
                  <a:pt x="1004938" y="8039"/>
                </a:lnTo>
                <a:lnTo>
                  <a:pt x="1004963" y="0"/>
                </a:lnTo>
                <a:close/>
              </a:path>
              <a:path w="1085850" h="14604">
                <a:moveTo>
                  <a:pt x="1085786" y="13449"/>
                </a:moveTo>
                <a:lnTo>
                  <a:pt x="1085761" y="5410"/>
                </a:lnTo>
                <a:lnTo>
                  <a:pt x="1080630" y="5118"/>
                </a:lnTo>
                <a:lnTo>
                  <a:pt x="1051090" y="3568"/>
                </a:lnTo>
                <a:lnTo>
                  <a:pt x="1016381" y="2133"/>
                </a:lnTo>
                <a:lnTo>
                  <a:pt x="1016381" y="10172"/>
                </a:lnTo>
                <a:lnTo>
                  <a:pt x="1051090" y="11595"/>
                </a:lnTo>
                <a:lnTo>
                  <a:pt x="1085786" y="13449"/>
                </a:lnTo>
                <a:close/>
              </a:path>
            </a:pathLst>
          </a:custGeom>
          <a:solidFill>
            <a:srgbClr val="DC80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6024389" y="5112796"/>
            <a:ext cx="294005" cy="12065"/>
          </a:xfrm>
          <a:custGeom>
            <a:avLst/>
            <a:gdLst/>
            <a:ahLst/>
            <a:cxnLst/>
            <a:rect l="l" t="t" r="r" b="b"/>
            <a:pathLst>
              <a:path w="294004" h="12064">
                <a:moveTo>
                  <a:pt x="76070" y="1"/>
                </a:moveTo>
                <a:lnTo>
                  <a:pt x="58310" y="0"/>
                </a:lnTo>
                <a:lnTo>
                  <a:pt x="22900" y="2286"/>
                </a:lnTo>
                <a:lnTo>
                  <a:pt x="5151" y="1990"/>
                </a:lnTo>
                <a:lnTo>
                  <a:pt x="0" y="1582"/>
                </a:lnTo>
                <a:lnTo>
                  <a:pt x="31" y="9613"/>
                </a:lnTo>
                <a:lnTo>
                  <a:pt x="5151" y="10021"/>
                </a:lnTo>
                <a:lnTo>
                  <a:pt x="22900" y="10317"/>
                </a:lnTo>
                <a:lnTo>
                  <a:pt x="58310" y="8031"/>
                </a:lnTo>
                <a:lnTo>
                  <a:pt x="76070" y="8032"/>
                </a:lnTo>
                <a:lnTo>
                  <a:pt x="108829" y="9604"/>
                </a:lnTo>
                <a:lnTo>
                  <a:pt x="125201" y="10089"/>
                </a:lnTo>
                <a:lnTo>
                  <a:pt x="293886" y="11456"/>
                </a:lnTo>
                <a:lnTo>
                  <a:pt x="293886" y="3425"/>
                </a:lnTo>
                <a:lnTo>
                  <a:pt x="288713" y="3383"/>
                </a:lnTo>
                <a:lnTo>
                  <a:pt x="141618" y="2304"/>
                </a:lnTo>
                <a:lnTo>
                  <a:pt x="125204" y="2058"/>
                </a:lnTo>
                <a:lnTo>
                  <a:pt x="108829" y="1573"/>
                </a:lnTo>
                <a:lnTo>
                  <a:pt x="76070" y="1"/>
                </a:lnTo>
                <a:close/>
              </a:path>
            </a:pathLst>
          </a:custGeom>
          <a:solidFill>
            <a:srgbClr val="DC80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5775592" y="5685002"/>
            <a:ext cx="36195" cy="1270"/>
          </a:xfrm>
          <a:custGeom>
            <a:avLst/>
            <a:gdLst/>
            <a:ahLst/>
            <a:cxnLst/>
            <a:rect l="l" t="t" r="r" b="b"/>
            <a:pathLst>
              <a:path w="36195" h="1270">
                <a:moveTo>
                  <a:pt x="0" y="1270"/>
                </a:moveTo>
                <a:lnTo>
                  <a:pt x="35988" y="1270"/>
                </a:lnTo>
                <a:lnTo>
                  <a:pt x="35988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DC80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5650662" y="5676118"/>
            <a:ext cx="222250" cy="11430"/>
          </a:xfrm>
          <a:custGeom>
            <a:avLst/>
            <a:gdLst/>
            <a:ahLst/>
            <a:cxnLst/>
            <a:rect l="l" t="t" r="r" b="b"/>
            <a:pathLst>
              <a:path w="222250" h="11429">
                <a:moveTo>
                  <a:pt x="160909" y="2540"/>
                </a:moveTo>
                <a:lnTo>
                  <a:pt x="137134" y="2540"/>
                </a:lnTo>
                <a:lnTo>
                  <a:pt x="137134" y="1270"/>
                </a:lnTo>
                <a:lnTo>
                  <a:pt x="89585" y="1270"/>
                </a:lnTo>
                <a:lnTo>
                  <a:pt x="89585" y="0"/>
                </a:lnTo>
                <a:lnTo>
                  <a:pt x="12" y="0"/>
                </a:lnTo>
                <a:lnTo>
                  <a:pt x="12" y="1270"/>
                </a:lnTo>
                <a:lnTo>
                  <a:pt x="12" y="2540"/>
                </a:lnTo>
                <a:lnTo>
                  <a:pt x="0" y="7620"/>
                </a:lnTo>
                <a:lnTo>
                  <a:pt x="57848" y="7620"/>
                </a:lnTo>
                <a:lnTo>
                  <a:pt x="57848" y="8890"/>
                </a:lnTo>
                <a:lnTo>
                  <a:pt x="160909" y="8890"/>
                </a:lnTo>
                <a:lnTo>
                  <a:pt x="160909" y="7620"/>
                </a:lnTo>
                <a:lnTo>
                  <a:pt x="160909" y="2540"/>
                </a:lnTo>
                <a:close/>
              </a:path>
              <a:path w="222250" h="11429">
                <a:moveTo>
                  <a:pt x="221653" y="2882"/>
                </a:moveTo>
                <a:lnTo>
                  <a:pt x="216484" y="2844"/>
                </a:lnTo>
                <a:lnTo>
                  <a:pt x="170408" y="2489"/>
                </a:lnTo>
                <a:lnTo>
                  <a:pt x="170395" y="10528"/>
                </a:lnTo>
                <a:lnTo>
                  <a:pt x="221653" y="10909"/>
                </a:lnTo>
                <a:lnTo>
                  <a:pt x="221653" y="2882"/>
                </a:lnTo>
                <a:close/>
              </a:path>
            </a:pathLst>
          </a:custGeom>
          <a:solidFill>
            <a:srgbClr val="DC80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5677268" y="5114385"/>
            <a:ext cx="196215" cy="8890"/>
          </a:xfrm>
          <a:custGeom>
            <a:avLst/>
            <a:gdLst/>
            <a:ahLst/>
            <a:cxnLst/>
            <a:rect l="l" t="t" r="r" b="b"/>
            <a:pathLst>
              <a:path w="196214" h="8889">
                <a:moveTo>
                  <a:pt x="195795" y="1270"/>
                </a:moveTo>
                <a:lnTo>
                  <a:pt x="117919" y="1270"/>
                </a:lnTo>
                <a:lnTo>
                  <a:pt x="117919" y="0"/>
                </a:lnTo>
                <a:lnTo>
                  <a:pt x="0" y="0"/>
                </a:lnTo>
                <a:lnTo>
                  <a:pt x="0" y="1270"/>
                </a:lnTo>
                <a:lnTo>
                  <a:pt x="0" y="7620"/>
                </a:lnTo>
                <a:lnTo>
                  <a:pt x="70980" y="7620"/>
                </a:lnTo>
                <a:lnTo>
                  <a:pt x="70980" y="8890"/>
                </a:lnTo>
                <a:lnTo>
                  <a:pt x="195795" y="8890"/>
                </a:lnTo>
                <a:lnTo>
                  <a:pt x="195795" y="7620"/>
                </a:lnTo>
                <a:lnTo>
                  <a:pt x="195795" y="1270"/>
                </a:lnTo>
                <a:close/>
              </a:path>
            </a:pathLst>
          </a:custGeom>
          <a:solidFill>
            <a:srgbClr val="DC80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6460249" y="5112403"/>
            <a:ext cx="193040" cy="10795"/>
          </a:xfrm>
          <a:custGeom>
            <a:avLst/>
            <a:gdLst/>
            <a:ahLst/>
            <a:cxnLst/>
            <a:rect l="l" t="t" r="r" b="b"/>
            <a:pathLst>
              <a:path w="193040" h="10795">
                <a:moveTo>
                  <a:pt x="128308" y="1358"/>
                </a:moveTo>
                <a:lnTo>
                  <a:pt x="25615" y="1358"/>
                </a:lnTo>
                <a:lnTo>
                  <a:pt x="25615" y="2628"/>
                </a:lnTo>
                <a:lnTo>
                  <a:pt x="12" y="2628"/>
                </a:lnTo>
                <a:lnTo>
                  <a:pt x="12" y="8978"/>
                </a:lnTo>
                <a:lnTo>
                  <a:pt x="0" y="10248"/>
                </a:lnTo>
                <a:lnTo>
                  <a:pt x="47879" y="10248"/>
                </a:lnTo>
                <a:lnTo>
                  <a:pt x="47879" y="8978"/>
                </a:lnTo>
                <a:lnTo>
                  <a:pt x="128308" y="8978"/>
                </a:lnTo>
                <a:lnTo>
                  <a:pt x="128308" y="2628"/>
                </a:lnTo>
                <a:lnTo>
                  <a:pt x="128308" y="1358"/>
                </a:lnTo>
                <a:close/>
              </a:path>
              <a:path w="193040" h="10795">
                <a:moveTo>
                  <a:pt x="192557" y="774"/>
                </a:moveTo>
                <a:lnTo>
                  <a:pt x="187388" y="1054"/>
                </a:lnTo>
                <a:lnTo>
                  <a:pt x="176720" y="1460"/>
                </a:lnTo>
                <a:lnTo>
                  <a:pt x="166065" y="1498"/>
                </a:lnTo>
                <a:lnTo>
                  <a:pt x="155409" y="1155"/>
                </a:lnTo>
                <a:lnTo>
                  <a:pt x="144754" y="444"/>
                </a:lnTo>
                <a:lnTo>
                  <a:pt x="139598" y="0"/>
                </a:lnTo>
                <a:lnTo>
                  <a:pt x="139636" y="8039"/>
                </a:lnTo>
                <a:lnTo>
                  <a:pt x="144754" y="8470"/>
                </a:lnTo>
                <a:lnTo>
                  <a:pt x="155409" y="9182"/>
                </a:lnTo>
                <a:lnTo>
                  <a:pt x="166065" y="9525"/>
                </a:lnTo>
                <a:lnTo>
                  <a:pt x="176720" y="9499"/>
                </a:lnTo>
                <a:lnTo>
                  <a:pt x="187388" y="9093"/>
                </a:lnTo>
                <a:lnTo>
                  <a:pt x="192532" y="8813"/>
                </a:lnTo>
                <a:lnTo>
                  <a:pt x="192557" y="774"/>
                </a:lnTo>
                <a:close/>
              </a:path>
            </a:pathLst>
          </a:custGeom>
          <a:solidFill>
            <a:srgbClr val="DC80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7" name="object 8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530547" y="5523404"/>
            <a:ext cx="146896" cy="188025"/>
          </a:xfrm>
          <a:prstGeom prst="rect">
            <a:avLst/>
          </a:prstGeom>
        </p:spPr>
      </p:pic>
      <p:sp>
        <p:nvSpPr>
          <p:cNvPr id="88" name="object 88" descr=""/>
          <p:cNvSpPr/>
          <p:nvPr/>
        </p:nvSpPr>
        <p:spPr>
          <a:xfrm>
            <a:off x="6317312" y="5618776"/>
            <a:ext cx="12065" cy="328295"/>
          </a:xfrm>
          <a:custGeom>
            <a:avLst/>
            <a:gdLst/>
            <a:ahLst/>
            <a:cxnLst/>
            <a:rect l="l" t="t" r="r" b="b"/>
            <a:pathLst>
              <a:path w="12064" h="328295">
                <a:moveTo>
                  <a:pt x="8041" y="20"/>
                </a:moveTo>
                <a:lnTo>
                  <a:pt x="0" y="0"/>
                </a:lnTo>
                <a:lnTo>
                  <a:pt x="2556" y="111077"/>
                </a:lnTo>
                <a:lnTo>
                  <a:pt x="3429" y="164017"/>
                </a:lnTo>
                <a:lnTo>
                  <a:pt x="3788" y="216957"/>
                </a:lnTo>
                <a:lnTo>
                  <a:pt x="3422" y="269903"/>
                </a:lnTo>
                <a:lnTo>
                  <a:pt x="1926" y="328031"/>
                </a:lnTo>
                <a:lnTo>
                  <a:pt x="9957" y="328021"/>
                </a:lnTo>
                <a:lnTo>
                  <a:pt x="11453" y="269903"/>
                </a:lnTo>
                <a:lnTo>
                  <a:pt x="11820" y="216957"/>
                </a:lnTo>
                <a:lnTo>
                  <a:pt x="11460" y="164017"/>
                </a:lnTo>
                <a:lnTo>
                  <a:pt x="10587" y="111077"/>
                </a:lnTo>
                <a:lnTo>
                  <a:pt x="8156" y="5183"/>
                </a:lnTo>
                <a:lnTo>
                  <a:pt x="8041" y="20"/>
                </a:lnTo>
                <a:close/>
              </a:path>
            </a:pathLst>
          </a:custGeom>
          <a:solidFill>
            <a:srgbClr val="DC80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6318224" y="5091740"/>
            <a:ext cx="10795" cy="514350"/>
          </a:xfrm>
          <a:custGeom>
            <a:avLst/>
            <a:gdLst/>
            <a:ahLst/>
            <a:cxnLst/>
            <a:rect l="l" t="t" r="r" b="b"/>
            <a:pathLst>
              <a:path w="10795" h="514350">
                <a:moveTo>
                  <a:pt x="8686" y="348818"/>
                </a:moveTo>
                <a:lnTo>
                  <a:pt x="660" y="348818"/>
                </a:lnTo>
                <a:lnTo>
                  <a:pt x="660" y="353898"/>
                </a:lnTo>
                <a:lnTo>
                  <a:pt x="330" y="353898"/>
                </a:lnTo>
                <a:lnTo>
                  <a:pt x="330" y="513918"/>
                </a:lnTo>
                <a:lnTo>
                  <a:pt x="8356" y="513918"/>
                </a:lnTo>
                <a:lnTo>
                  <a:pt x="8356" y="353898"/>
                </a:lnTo>
                <a:lnTo>
                  <a:pt x="8686" y="353898"/>
                </a:lnTo>
                <a:lnTo>
                  <a:pt x="8686" y="348818"/>
                </a:lnTo>
                <a:close/>
              </a:path>
              <a:path w="10795" h="514350">
                <a:moveTo>
                  <a:pt x="10680" y="169341"/>
                </a:moveTo>
                <a:lnTo>
                  <a:pt x="10617" y="114617"/>
                </a:lnTo>
                <a:lnTo>
                  <a:pt x="10121" y="59905"/>
                </a:lnTo>
                <a:lnTo>
                  <a:pt x="9182" y="5194"/>
                </a:lnTo>
                <a:lnTo>
                  <a:pt x="1041" y="0"/>
                </a:lnTo>
                <a:lnTo>
                  <a:pt x="2095" y="59905"/>
                </a:lnTo>
                <a:lnTo>
                  <a:pt x="2590" y="114617"/>
                </a:lnTo>
                <a:lnTo>
                  <a:pt x="2641" y="169341"/>
                </a:lnTo>
                <a:lnTo>
                  <a:pt x="2260" y="224053"/>
                </a:lnTo>
                <a:lnTo>
                  <a:pt x="1422" y="278777"/>
                </a:lnTo>
                <a:lnTo>
                  <a:pt x="0" y="338658"/>
                </a:lnTo>
                <a:lnTo>
                  <a:pt x="8026" y="338645"/>
                </a:lnTo>
                <a:lnTo>
                  <a:pt x="9448" y="278777"/>
                </a:lnTo>
                <a:lnTo>
                  <a:pt x="10287" y="224053"/>
                </a:lnTo>
                <a:lnTo>
                  <a:pt x="10680" y="169341"/>
                </a:lnTo>
                <a:close/>
              </a:path>
            </a:pathLst>
          </a:custGeom>
          <a:solidFill>
            <a:srgbClr val="DC80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5652808" y="5090229"/>
            <a:ext cx="243840" cy="8890"/>
          </a:xfrm>
          <a:custGeom>
            <a:avLst/>
            <a:gdLst/>
            <a:ahLst/>
            <a:cxnLst/>
            <a:rect l="l" t="t" r="r" b="b"/>
            <a:pathLst>
              <a:path w="243839" h="8889">
                <a:moveTo>
                  <a:pt x="243738" y="0"/>
                </a:moveTo>
                <a:lnTo>
                  <a:pt x="205562" y="0"/>
                </a:lnTo>
                <a:lnTo>
                  <a:pt x="205562" y="1270"/>
                </a:lnTo>
                <a:lnTo>
                  <a:pt x="35026" y="1270"/>
                </a:lnTo>
                <a:lnTo>
                  <a:pt x="35026" y="0"/>
                </a:lnTo>
                <a:lnTo>
                  <a:pt x="0" y="0"/>
                </a:lnTo>
                <a:lnTo>
                  <a:pt x="0" y="1270"/>
                </a:lnTo>
                <a:lnTo>
                  <a:pt x="0" y="7620"/>
                </a:lnTo>
                <a:lnTo>
                  <a:pt x="13411" y="7620"/>
                </a:lnTo>
                <a:lnTo>
                  <a:pt x="13411" y="8890"/>
                </a:lnTo>
                <a:lnTo>
                  <a:pt x="226021" y="8890"/>
                </a:lnTo>
                <a:lnTo>
                  <a:pt x="226021" y="7620"/>
                </a:lnTo>
                <a:lnTo>
                  <a:pt x="243725" y="7620"/>
                </a:lnTo>
                <a:lnTo>
                  <a:pt x="243725" y="1270"/>
                </a:lnTo>
                <a:lnTo>
                  <a:pt x="243738" y="0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1" name="object 91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002491" y="5088715"/>
            <a:ext cx="249784" cy="249228"/>
          </a:xfrm>
          <a:prstGeom prst="rect">
            <a:avLst/>
          </a:prstGeom>
        </p:spPr>
      </p:pic>
      <p:sp>
        <p:nvSpPr>
          <p:cNvPr id="92" name="object 92" descr=""/>
          <p:cNvSpPr/>
          <p:nvPr/>
        </p:nvSpPr>
        <p:spPr>
          <a:xfrm>
            <a:off x="6431407" y="5089289"/>
            <a:ext cx="13970" cy="593090"/>
          </a:xfrm>
          <a:custGeom>
            <a:avLst/>
            <a:gdLst/>
            <a:ahLst/>
            <a:cxnLst/>
            <a:rect l="l" t="t" r="r" b="b"/>
            <a:pathLst>
              <a:path w="13970" h="593089">
                <a:moveTo>
                  <a:pt x="11772" y="477202"/>
                </a:moveTo>
                <a:lnTo>
                  <a:pt x="10160" y="366522"/>
                </a:lnTo>
                <a:lnTo>
                  <a:pt x="10109" y="361353"/>
                </a:lnTo>
                <a:lnTo>
                  <a:pt x="2082" y="361327"/>
                </a:lnTo>
                <a:lnTo>
                  <a:pt x="3746" y="477202"/>
                </a:lnTo>
                <a:lnTo>
                  <a:pt x="3225" y="532561"/>
                </a:lnTo>
                <a:lnTo>
                  <a:pt x="406" y="587781"/>
                </a:lnTo>
                <a:lnTo>
                  <a:pt x="0" y="592937"/>
                </a:lnTo>
                <a:lnTo>
                  <a:pt x="8026" y="592912"/>
                </a:lnTo>
                <a:lnTo>
                  <a:pt x="8420" y="587781"/>
                </a:lnTo>
                <a:lnTo>
                  <a:pt x="11264" y="532561"/>
                </a:lnTo>
                <a:lnTo>
                  <a:pt x="11772" y="477202"/>
                </a:lnTo>
                <a:close/>
              </a:path>
              <a:path w="13970" h="593089">
                <a:moveTo>
                  <a:pt x="13817" y="351561"/>
                </a:moveTo>
                <a:lnTo>
                  <a:pt x="10210" y="261188"/>
                </a:lnTo>
                <a:lnTo>
                  <a:pt x="9232" y="218567"/>
                </a:lnTo>
                <a:lnTo>
                  <a:pt x="9372" y="175933"/>
                </a:lnTo>
                <a:lnTo>
                  <a:pt x="11658" y="90551"/>
                </a:lnTo>
                <a:lnTo>
                  <a:pt x="11849" y="47866"/>
                </a:lnTo>
                <a:lnTo>
                  <a:pt x="10185" y="5181"/>
                </a:lnTo>
                <a:lnTo>
                  <a:pt x="9842" y="50"/>
                </a:lnTo>
                <a:lnTo>
                  <a:pt x="1816" y="0"/>
                </a:lnTo>
                <a:lnTo>
                  <a:pt x="2159" y="5181"/>
                </a:lnTo>
                <a:lnTo>
                  <a:pt x="3822" y="47866"/>
                </a:lnTo>
                <a:lnTo>
                  <a:pt x="3632" y="90551"/>
                </a:lnTo>
                <a:lnTo>
                  <a:pt x="1346" y="175933"/>
                </a:lnTo>
                <a:lnTo>
                  <a:pt x="1206" y="218567"/>
                </a:lnTo>
                <a:lnTo>
                  <a:pt x="2171" y="261188"/>
                </a:lnTo>
                <a:lnTo>
                  <a:pt x="5791" y="351548"/>
                </a:lnTo>
                <a:lnTo>
                  <a:pt x="13817" y="351561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 descr=""/>
          <p:cNvSpPr/>
          <p:nvPr/>
        </p:nvSpPr>
        <p:spPr>
          <a:xfrm>
            <a:off x="5651675" y="5466437"/>
            <a:ext cx="8890" cy="206375"/>
          </a:xfrm>
          <a:custGeom>
            <a:avLst/>
            <a:gdLst/>
            <a:ahLst/>
            <a:cxnLst/>
            <a:rect l="l" t="t" r="r" b="b"/>
            <a:pathLst>
              <a:path w="8889" h="206375">
                <a:moveTo>
                  <a:pt x="8554" y="10"/>
                </a:moveTo>
                <a:lnTo>
                  <a:pt x="523" y="0"/>
                </a:lnTo>
                <a:lnTo>
                  <a:pt x="840" y="54111"/>
                </a:lnTo>
                <a:lnTo>
                  <a:pt x="849" y="103047"/>
                </a:lnTo>
                <a:lnTo>
                  <a:pt x="593" y="151982"/>
                </a:lnTo>
                <a:lnTo>
                  <a:pt x="0" y="206087"/>
                </a:lnTo>
                <a:lnTo>
                  <a:pt x="8031" y="206087"/>
                </a:lnTo>
                <a:lnTo>
                  <a:pt x="8624" y="151982"/>
                </a:lnTo>
                <a:lnTo>
                  <a:pt x="8880" y="103047"/>
                </a:lnTo>
                <a:lnTo>
                  <a:pt x="8871" y="54111"/>
                </a:lnTo>
                <a:lnTo>
                  <a:pt x="8596" y="5172"/>
                </a:lnTo>
                <a:lnTo>
                  <a:pt x="8554" y="10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 descr=""/>
          <p:cNvSpPr/>
          <p:nvPr/>
        </p:nvSpPr>
        <p:spPr>
          <a:xfrm>
            <a:off x="5904639" y="5658968"/>
            <a:ext cx="71120" cy="9525"/>
          </a:xfrm>
          <a:custGeom>
            <a:avLst/>
            <a:gdLst/>
            <a:ahLst/>
            <a:cxnLst/>
            <a:rect l="l" t="t" r="r" b="b"/>
            <a:pathLst>
              <a:path w="71120" h="9525">
                <a:moveTo>
                  <a:pt x="70835" y="0"/>
                </a:moveTo>
                <a:lnTo>
                  <a:pt x="65652" y="62"/>
                </a:lnTo>
                <a:lnTo>
                  <a:pt x="10" y="900"/>
                </a:lnTo>
                <a:lnTo>
                  <a:pt x="0" y="8931"/>
                </a:lnTo>
                <a:lnTo>
                  <a:pt x="70814" y="8031"/>
                </a:lnTo>
                <a:lnTo>
                  <a:pt x="70835" y="0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/>
          <p:nvPr/>
        </p:nvSpPr>
        <p:spPr>
          <a:xfrm>
            <a:off x="6359000" y="5655694"/>
            <a:ext cx="62865" cy="10160"/>
          </a:xfrm>
          <a:custGeom>
            <a:avLst/>
            <a:gdLst/>
            <a:ahLst/>
            <a:cxnLst/>
            <a:rect l="l" t="t" r="r" b="b"/>
            <a:pathLst>
              <a:path w="62864" h="10160">
                <a:moveTo>
                  <a:pt x="62375" y="0"/>
                </a:moveTo>
                <a:lnTo>
                  <a:pt x="57223" y="502"/>
                </a:lnTo>
                <a:lnTo>
                  <a:pt x="44265" y="1341"/>
                </a:lnTo>
                <a:lnTo>
                  <a:pt x="31225" y="1573"/>
                </a:lnTo>
                <a:lnTo>
                  <a:pt x="10" y="1539"/>
                </a:lnTo>
                <a:lnTo>
                  <a:pt x="0" y="9570"/>
                </a:lnTo>
                <a:lnTo>
                  <a:pt x="31225" y="9604"/>
                </a:lnTo>
                <a:lnTo>
                  <a:pt x="44265" y="9372"/>
                </a:lnTo>
                <a:lnTo>
                  <a:pt x="57223" y="8533"/>
                </a:lnTo>
                <a:lnTo>
                  <a:pt x="62322" y="8041"/>
                </a:lnTo>
                <a:lnTo>
                  <a:pt x="62375" y="0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/>
          <p:nvPr/>
        </p:nvSpPr>
        <p:spPr>
          <a:xfrm>
            <a:off x="6692521" y="5658410"/>
            <a:ext cx="41275" cy="8890"/>
          </a:xfrm>
          <a:custGeom>
            <a:avLst/>
            <a:gdLst/>
            <a:ahLst/>
            <a:cxnLst/>
            <a:rect l="l" t="t" r="r" b="b"/>
            <a:pathLst>
              <a:path w="41275" h="8889">
                <a:moveTo>
                  <a:pt x="20424" y="0"/>
                </a:moveTo>
                <a:lnTo>
                  <a:pt x="10" y="134"/>
                </a:lnTo>
                <a:lnTo>
                  <a:pt x="0" y="8165"/>
                </a:lnTo>
                <a:lnTo>
                  <a:pt x="12802" y="8034"/>
                </a:lnTo>
                <a:lnTo>
                  <a:pt x="28049" y="8092"/>
                </a:lnTo>
                <a:lnTo>
                  <a:pt x="40846" y="8323"/>
                </a:lnTo>
                <a:lnTo>
                  <a:pt x="40846" y="291"/>
                </a:lnTo>
                <a:lnTo>
                  <a:pt x="35674" y="187"/>
                </a:lnTo>
                <a:lnTo>
                  <a:pt x="20424" y="0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5938889" y="5094416"/>
            <a:ext cx="46990" cy="8890"/>
          </a:xfrm>
          <a:custGeom>
            <a:avLst/>
            <a:gdLst/>
            <a:ahLst/>
            <a:cxnLst/>
            <a:rect l="l" t="t" r="r" b="b"/>
            <a:pathLst>
              <a:path w="46989" h="8889">
                <a:moveTo>
                  <a:pt x="46480" y="0"/>
                </a:moveTo>
                <a:lnTo>
                  <a:pt x="41307" y="293"/>
                </a:lnTo>
                <a:lnTo>
                  <a:pt x="32271" y="679"/>
                </a:lnTo>
                <a:lnTo>
                  <a:pt x="23240" y="819"/>
                </a:lnTo>
                <a:lnTo>
                  <a:pt x="14208" y="711"/>
                </a:lnTo>
                <a:lnTo>
                  <a:pt x="0" y="83"/>
                </a:lnTo>
                <a:lnTo>
                  <a:pt x="20" y="8114"/>
                </a:lnTo>
                <a:lnTo>
                  <a:pt x="14208" y="8738"/>
                </a:lnTo>
                <a:lnTo>
                  <a:pt x="23240" y="8846"/>
                </a:lnTo>
                <a:lnTo>
                  <a:pt x="32271" y="8709"/>
                </a:lnTo>
                <a:lnTo>
                  <a:pt x="41307" y="8324"/>
                </a:lnTo>
                <a:lnTo>
                  <a:pt x="46448" y="8031"/>
                </a:lnTo>
                <a:lnTo>
                  <a:pt x="46480" y="0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/>
          <p:nvPr/>
        </p:nvSpPr>
        <p:spPr>
          <a:xfrm>
            <a:off x="6369151" y="5097752"/>
            <a:ext cx="55244" cy="10160"/>
          </a:xfrm>
          <a:custGeom>
            <a:avLst/>
            <a:gdLst/>
            <a:ahLst/>
            <a:cxnLst/>
            <a:rect l="l" t="t" r="r" b="b"/>
            <a:pathLst>
              <a:path w="55245" h="10160">
                <a:moveTo>
                  <a:pt x="38473" y="0"/>
                </a:moveTo>
                <a:lnTo>
                  <a:pt x="52" y="1819"/>
                </a:lnTo>
                <a:lnTo>
                  <a:pt x="0" y="9851"/>
                </a:lnTo>
                <a:lnTo>
                  <a:pt x="5151" y="9379"/>
                </a:lnTo>
                <a:lnTo>
                  <a:pt x="16255" y="8549"/>
                </a:lnTo>
                <a:lnTo>
                  <a:pt x="27360" y="8099"/>
                </a:lnTo>
                <a:lnTo>
                  <a:pt x="38473" y="8031"/>
                </a:lnTo>
                <a:lnTo>
                  <a:pt x="49600" y="8343"/>
                </a:lnTo>
                <a:lnTo>
                  <a:pt x="54762" y="8573"/>
                </a:lnTo>
                <a:lnTo>
                  <a:pt x="54752" y="542"/>
                </a:lnTo>
                <a:lnTo>
                  <a:pt x="49600" y="312"/>
                </a:lnTo>
                <a:lnTo>
                  <a:pt x="38473" y="0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6450386" y="4943187"/>
            <a:ext cx="8255" cy="73025"/>
          </a:xfrm>
          <a:custGeom>
            <a:avLst/>
            <a:gdLst/>
            <a:ahLst/>
            <a:cxnLst/>
            <a:rect l="l" t="t" r="r" b="b"/>
            <a:pathLst>
              <a:path w="8254" h="73025">
                <a:moveTo>
                  <a:pt x="8251" y="0"/>
                </a:moveTo>
                <a:lnTo>
                  <a:pt x="230" y="0"/>
                </a:lnTo>
                <a:lnTo>
                  <a:pt x="209" y="5172"/>
                </a:lnTo>
                <a:lnTo>
                  <a:pt x="0" y="72458"/>
                </a:lnTo>
                <a:lnTo>
                  <a:pt x="8031" y="72458"/>
                </a:lnTo>
                <a:lnTo>
                  <a:pt x="8251" y="0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6307951" y="4944310"/>
            <a:ext cx="10160" cy="125730"/>
          </a:xfrm>
          <a:custGeom>
            <a:avLst/>
            <a:gdLst/>
            <a:ahLst/>
            <a:cxnLst/>
            <a:rect l="l" t="t" r="r" b="b"/>
            <a:pathLst>
              <a:path w="10160" h="125729">
                <a:moveTo>
                  <a:pt x="9538" y="20"/>
                </a:moveTo>
                <a:lnTo>
                  <a:pt x="1507" y="0"/>
                </a:lnTo>
                <a:lnTo>
                  <a:pt x="2001" y="33984"/>
                </a:lnTo>
                <a:lnTo>
                  <a:pt x="1897" y="62779"/>
                </a:lnTo>
                <a:lnTo>
                  <a:pt x="1310" y="91568"/>
                </a:lnTo>
                <a:lnTo>
                  <a:pt x="0" y="125514"/>
                </a:lnTo>
                <a:lnTo>
                  <a:pt x="8031" y="125504"/>
                </a:lnTo>
                <a:lnTo>
                  <a:pt x="9341" y="91568"/>
                </a:lnTo>
                <a:lnTo>
                  <a:pt x="9929" y="62779"/>
                </a:lnTo>
                <a:lnTo>
                  <a:pt x="10033" y="33984"/>
                </a:lnTo>
                <a:lnTo>
                  <a:pt x="9654" y="5183"/>
                </a:lnTo>
                <a:lnTo>
                  <a:pt x="9538" y="20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5578610" y="5942171"/>
            <a:ext cx="452120" cy="14604"/>
          </a:xfrm>
          <a:custGeom>
            <a:avLst/>
            <a:gdLst/>
            <a:ahLst/>
            <a:cxnLst/>
            <a:rect l="l" t="t" r="r" b="b"/>
            <a:pathLst>
              <a:path w="452120" h="14604">
                <a:moveTo>
                  <a:pt x="451556" y="0"/>
                </a:moveTo>
                <a:lnTo>
                  <a:pt x="446373" y="104"/>
                </a:lnTo>
                <a:lnTo>
                  <a:pt x="250270" y="5068"/>
                </a:lnTo>
                <a:lnTo>
                  <a:pt x="201187" y="5896"/>
                </a:lnTo>
                <a:lnTo>
                  <a:pt x="152117" y="6201"/>
                </a:lnTo>
                <a:lnTo>
                  <a:pt x="103077" y="5805"/>
                </a:lnTo>
                <a:lnTo>
                  <a:pt x="54086" y="4526"/>
                </a:lnTo>
                <a:lnTo>
                  <a:pt x="0" y="1884"/>
                </a:lnTo>
                <a:lnTo>
                  <a:pt x="20" y="9915"/>
                </a:lnTo>
                <a:lnTo>
                  <a:pt x="54086" y="12558"/>
                </a:lnTo>
                <a:lnTo>
                  <a:pt x="103077" y="13836"/>
                </a:lnTo>
                <a:lnTo>
                  <a:pt x="152117" y="14233"/>
                </a:lnTo>
                <a:lnTo>
                  <a:pt x="201187" y="13927"/>
                </a:lnTo>
                <a:lnTo>
                  <a:pt x="250270" y="13099"/>
                </a:lnTo>
                <a:lnTo>
                  <a:pt x="397418" y="9265"/>
                </a:lnTo>
                <a:lnTo>
                  <a:pt x="451535" y="8031"/>
                </a:lnTo>
                <a:lnTo>
                  <a:pt x="451556" y="0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6366650" y="5941764"/>
            <a:ext cx="324485" cy="10160"/>
          </a:xfrm>
          <a:custGeom>
            <a:avLst/>
            <a:gdLst/>
            <a:ahLst/>
            <a:cxnLst/>
            <a:rect l="l" t="t" r="r" b="b"/>
            <a:pathLst>
              <a:path w="324484" h="10160">
                <a:moveTo>
                  <a:pt x="324053" y="0"/>
                </a:moveTo>
                <a:lnTo>
                  <a:pt x="283705" y="0"/>
                </a:lnTo>
                <a:lnTo>
                  <a:pt x="283705" y="1270"/>
                </a:lnTo>
                <a:lnTo>
                  <a:pt x="188252" y="1270"/>
                </a:lnTo>
                <a:lnTo>
                  <a:pt x="188252" y="2540"/>
                </a:lnTo>
                <a:lnTo>
                  <a:pt x="0" y="2540"/>
                </a:lnTo>
                <a:lnTo>
                  <a:pt x="0" y="7620"/>
                </a:lnTo>
                <a:lnTo>
                  <a:pt x="0" y="8890"/>
                </a:lnTo>
                <a:lnTo>
                  <a:pt x="0" y="10160"/>
                </a:lnTo>
                <a:lnTo>
                  <a:pt x="226504" y="10160"/>
                </a:lnTo>
                <a:lnTo>
                  <a:pt x="226504" y="8890"/>
                </a:lnTo>
                <a:lnTo>
                  <a:pt x="306044" y="8890"/>
                </a:lnTo>
                <a:lnTo>
                  <a:pt x="306044" y="7620"/>
                </a:lnTo>
                <a:lnTo>
                  <a:pt x="324040" y="7620"/>
                </a:lnTo>
                <a:lnTo>
                  <a:pt x="324040" y="2540"/>
                </a:lnTo>
                <a:lnTo>
                  <a:pt x="324053" y="1270"/>
                </a:lnTo>
                <a:lnTo>
                  <a:pt x="324053" y="0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 descr=""/>
          <p:cNvSpPr/>
          <p:nvPr/>
        </p:nvSpPr>
        <p:spPr>
          <a:xfrm>
            <a:off x="4455906" y="4937169"/>
            <a:ext cx="27305" cy="1010919"/>
          </a:xfrm>
          <a:custGeom>
            <a:avLst/>
            <a:gdLst/>
            <a:ahLst/>
            <a:cxnLst/>
            <a:rect l="l" t="t" r="r" b="b"/>
            <a:pathLst>
              <a:path w="27304" h="1010920">
                <a:moveTo>
                  <a:pt x="26774" y="0"/>
                </a:moveTo>
                <a:lnTo>
                  <a:pt x="0" y="0"/>
                </a:lnTo>
                <a:lnTo>
                  <a:pt x="0" y="1010356"/>
                </a:lnTo>
                <a:lnTo>
                  <a:pt x="26774" y="1010356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 descr=""/>
          <p:cNvSpPr/>
          <p:nvPr/>
        </p:nvSpPr>
        <p:spPr>
          <a:xfrm>
            <a:off x="4207673" y="4937169"/>
            <a:ext cx="27305" cy="1010919"/>
          </a:xfrm>
          <a:custGeom>
            <a:avLst/>
            <a:gdLst/>
            <a:ahLst/>
            <a:cxnLst/>
            <a:rect l="l" t="t" r="r" b="b"/>
            <a:pathLst>
              <a:path w="27304" h="1010920">
                <a:moveTo>
                  <a:pt x="26774" y="0"/>
                </a:moveTo>
                <a:lnTo>
                  <a:pt x="0" y="0"/>
                </a:lnTo>
                <a:lnTo>
                  <a:pt x="0" y="1010356"/>
                </a:lnTo>
                <a:lnTo>
                  <a:pt x="26774" y="1010356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 descr=""/>
          <p:cNvSpPr/>
          <p:nvPr/>
        </p:nvSpPr>
        <p:spPr>
          <a:xfrm>
            <a:off x="5265797" y="4937169"/>
            <a:ext cx="27305" cy="1010919"/>
          </a:xfrm>
          <a:custGeom>
            <a:avLst/>
            <a:gdLst/>
            <a:ahLst/>
            <a:cxnLst/>
            <a:rect l="l" t="t" r="r" b="b"/>
            <a:pathLst>
              <a:path w="27304" h="1010920">
                <a:moveTo>
                  <a:pt x="26774" y="0"/>
                </a:moveTo>
                <a:lnTo>
                  <a:pt x="0" y="0"/>
                </a:lnTo>
                <a:lnTo>
                  <a:pt x="0" y="1010356"/>
                </a:lnTo>
                <a:lnTo>
                  <a:pt x="26774" y="1010356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/>
          <p:nvPr/>
        </p:nvSpPr>
        <p:spPr>
          <a:xfrm>
            <a:off x="5017554" y="4937169"/>
            <a:ext cx="27305" cy="1010919"/>
          </a:xfrm>
          <a:custGeom>
            <a:avLst/>
            <a:gdLst/>
            <a:ahLst/>
            <a:cxnLst/>
            <a:rect l="l" t="t" r="r" b="b"/>
            <a:pathLst>
              <a:path w="27304" h="1010920">
                <a:moveTo>
                  <a:pt x="26774" y="0"/>
                </a:moveTo>
                <a:lnTo>
                  <a:pt x="0" y="0"/>
                </a:lnTo>
                <a:lnTo>
                  <a:pt x="0" y="1010356"/>
                </a:lnTo>
                <a:lnTo>
                  <a:pt x="26774" y="1010356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 descr=""/>
          <p:cNvSpPr/>
          <p:nvPr/>
        </p:nvSpPr>
        <p:spPr>
          <a:xfrm>
            <a:off x="4830229" y="5658424"/>
            <a:ext cx="27305" cy="289560"/>
          </a:xfrm>
          <a:custGeom>
            <a:avLst/>
            <a:gdLst/>
            <a:ahLst/>
            <a:cxnLst/>
            <a:rect l="l" t="t" r="r" b="b"/>
            <a:pathLst>
              <a:path w="27304" h="289560">
                <a:moveTo>
                  <a:pt x="26774" y="0"/>
                </a:moveTo>
                <a:lnTo>
                  <a:pt x="0" y="0"/>
                </a:lnTo>
                <a:lnTo>
                  <a:pt x="0" y="289101"/>
                </a:lnTo>
                <a:lnTo>
                  <a:pt x="26774" y="289101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 descr=""/>
          <p:cNvSpPr/>
          <p:nvPr/>
        </p:nvSpPr>
        <p:spPr>
          <a:xfrm>
            <a:off x="4643230" y="5658424"/>
            <a:ext cx="27305" cy="289560"/>
          </a:xfrm>
          <a:custGeom>
            <a:avLst/>
            <a:gdLst/>
            <a:ahLst/>
            <a:cxnLst/>
            <a:rect l="l" t="t" r="r" b="b"/>
            <a:pathLst>
              <a:path w="27304" h="289560">
                <a:moveTo>
                  <a:pt x="26774" y="0"/>
                </a:moveTo>
                <a:lnTo>
                  <a:pt x="0" y="0"/>
                </a:lnTo>
                <a:lnTo>
                  <a:pt x="0" y="289101"/>
                </a:lnTo>
                <a:lnTo>
                  <a:pt x="26774" y="289101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 descr=""/>
          <p:cNvSpPr/>
          <p:nvPr/>
        </p:nvSpPr>
        <p:spPr>
          <a:xfrm>
            <a:off x="4830229" y="4937169"/>
            <a:ext cx="27305" cy="165735"/>
          </a:xfrm>
          <a:custGeom>
            <a:avLst/>
            <a:gdLst/>
            <a:ahLst/>
            <a:cxnLst/>
            <a:rect l="l" t="t" r="r" b="b"/>
            <a:pathLst>
              <a:path w="27304" h="165735">
                <a:moveTo>
                  <a:pt x="26774" y="0"/>
                </a:moveTo>
                <a:lnTo>
                  <a:pt x="0" y="0"/>
                </a:lnTo>
                <a:lnTo>
                  <a:pt x="0" y="165377"/>
                </a:lnTo>
                <a:lnTo>
                  <a:pt x="26774" y="165377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 descr=""/>
          <p:cNvSpPr/>
          <p:nvPr/>
        </p:nvSpPr>
        <p:spPr>
          <a:xfrm>
            <a:off x="4643230" y="4937169"/>
            <a:ext cx="27305" cy="165735"/>
          </a:xfrm>
          <a:custGeom>
            <a:avLst/>
            <a:gdLst/>
            <a:ahLst/>
            <a:cxnLst/>
            <a:rect l="l" t="t" r="r" b="b"/>
            <a:pathLst>
              <a:path w="27304" h="165735">
                <a:moveTo>
                  <a:pt x="26774" y="0"/>
                </a:moveTo>
                <a:lnTo>
                  <a:pt x="0" y="0"/>
                </a:lnTo>
                <a:lnTo>
                  <a:pt x="0" y="165377"/>
                </a:lnTo>
                <a:lnTo>
                  <a:pt x="26774" y="165377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 descr=""/>
          <p:cNvSpPr/>
          <p:nvPr/>
        </p:nvSpPr>
        <p:spPr>
          <a:xfrm>
            <a:off x="4542877" y="4061572"/>
            <a:ext cx="27305" cy="810260"/>
          </a:xfrm>
          <a:custGeom>
            <a:avLst/>
            <a:gdLst/>
            <a:ahLst/>
            <a:cxnLst/>
            <a:rect l="l" t="t" r="r" b="b"/>
            <a:pathLst>
              <a:path w="27304" h="810260">
                <a:moveTo>
                  <a:pt x="26774" y="0"/>
                </a:moveTo>
                <a:lnTo>
                  <a:pt x="0" y="0"/>
                </a:lnTo>
                <a:lnTo>
                  <a:pt x="0" y="810090"/>
                </a:lnTo>
                <a:lnTo>
                  <a:pt x="26774" y="810090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 descr=""/>
          <p:cNvSpPr/>
          <p:nvPr/>
        </p:nvSpPr>
        <p:spPr>
          <a:xfrm>
            <a:off x="4207673" y="4343899"/>
            <a:ext cx="27305" cy="528320"/>
          </a:xfrm>
          <a:custGeom>
            <a:avLst/>
            <a:gdLst/>
            <a:ahLst/>
            <a:cxnLst/>
            <a:rect l="l" t="t" r="r" b="b"/>
            <a:pathLst>
              <a:path w="27304" h="528320">
                <a:moveTo>
                  <a:pt x="26774" y="0"/>
                </a:moveTo>
                <a:lnTo>
                  <a:pt x="0" y="0"/>
                </a:lnTo>
                <a:lnTo>
                  <a:pt x="0" y="527764"/>
                </a:lnTo>
                <a:lnTo>
                  <a:pt x="26774" y="527764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 descr=""/>
          <p:cNvSpPr/>
          <p:nvPr/>
        </p:nvSpPr>
        <p:spPr>
          <a:xfrm>
            <a:off x="5265797" y="4343899"/>
            <a:ext cx="27305" cy="528320"/>
          </a:xfrm>
          <a:custGeom>
            <a:avLst/>
            <a:gdLst/>
            <a:ahLst/>
            <a:cxnLst/>
            <a:rect l="l" t="t" r="r" b="b"/>
            <a:pathLst>
              <a:path w="27304" h="528320">
                <a:moveTo>
                  <a:pt x="26774" y="0"/>
                </a:moveTo>
                <a:lnTo>
                  <a:pt x="0" y="0"/>
                </a:lnTo>
                <a:lnTo>
                  <a:pt x="0" y="527764"/>
                </a:lnTo>
                <a:lnTo>
                  <a:pt x="26774" y="527764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/>
          <p:nvPr/>
        </p:nvSpPr>
        <p:spPr>
          <a:xfrm>
            <a:off x="4930582" y="4061572"/>
            <a:ext cx="27305" cy="810260"/>
          </a:xfrm>
          <a:custGeom>
            <a:avLst/>
            <a:gdLst/>
            <a:ahLst/>
            <a:cxnLst/>
            <a:rect l="l" t="t" r="r" b="b"/>
            <a:pathLst>
              <a:path w="27304" h="810260">
                <a:moveTo>
                  <a:pt x="26774" y="0"/>
                </a:moveTo>
                <a:lnTo>
                  <a:pt x="0" y="0"/>
                </a:lnTo>
                <a:lnTo>
                  <a:pt x="0" y="810090"/>
                </a:lnTo>
                <a:lnTo>
                  <a:pt x="26774" y="810090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/>
          <p:nvPr/>
        </p:nvSpPr>
        <p:spPr>
          <a:xfrm>
            <a:off x="4830229" y="3974737"/>
            <a:ext cx="27305" cy="265430"/>
          </a:xfrm>
          <a:custGeom>
            <a:avLst/>
            <a:gdLst/>
            <a:ahLst/>
            <a:cxnLst/>
            <a:rect l="l" t="t" r="r" b="b"/>
            <a:pathLst>
              <a:path w="27304" h="265429">
                <a:moveTo>
                  <a:pt x="26774" y="0"/>
                </a:moveTo>
                <a:lnTo>
                  <a:pt x="0" y="0"/>
                </a:lnTo>
                <a:lnTo>
                  <a:pt x="0" y="265426"/>
                </a:lnTo>
                <a:lnTo>
                  <a:pt x="26774" y="265426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 descr=""/>
          <p:cNvSpPr/>
          <p:nvPr/>
        </p:nvSpPr>
        <p:spPr>
          <a:xfrm>
            <a:off x="4643230" y="3974737"/>
            <a:ext cx="27305" cy="265430"/>
          </a:xfrm>
          <a:custGeom>
            <a:avLst/>
            <a:gdLst/>
            <a:ahLst/>
            <a:cxnLst/>
            <a:rect l="l" t="t" r="r" b="b"/>
            <a:pathLst>
              <a:path w="27304" h="265429">
                <a:moveTo>
                  <a:pt x="26774" y="0"/>
                </a:moveTo>
                <a:lnTo>
                  <a:pt x="0" y="0"/>
                </a:lnTo>
                <a:lnTo>
                  <a:pt x="0" y="265426"/>
                </a:lnTo>
                <a:lnTo>
                  <a:pt x="26774" y="265426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 descr=""/>
          <p:cNvSpPr/>
          <p:nvPr/>
        </p:nvSpPr>
        <p:spPr>
          <a:xfrm>
            <a:off x="4830229" y="4606236"/>
            <a:ext cx="27305" cy="265430"/>
          </a:xfrm>
          <a:custGeom>
            <a:avLst/>
            <a:gdLst/>
            <a:ahLst/>
            <a:cxnLst/>
            <a:rect l="l" t="t" r="r" b="b"/>
            <a:pathLst>
              <a:path w="27304" h="265429">
                <a:moveTo>
                  <a:pt x="26774" y="0"/>
                </a:moveTo>
                <a:lnTo>
                  <a:pt x="0" y="0"/>
                </a:lnTo>
                <a:lnTo>
                  <a:pt x="0" y="265426"/>
                </a:lnTo>
                <a:lnTo>
                  <a:pt x="26774" y="265426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 descr=""/>
          <p:cNvSpPr/>
          <p:nvPr/>
        </p:nvSpPr>
        <p:spPr>
          <a:xfrm>
            <a:off x="4643230" y="4606236"/>
            <a:ext cx="27305" cy="265430"/>
          </a:xfrm>
          <a:custGeom>
            <a:avLst/>
            <a:gdLst/>
            <a:ahLst/>
            <a:cxnLst/>
            <a:rect l="l" t="t" r="r" b="b"/>
            <a:pathLst>
              <a:path w="27304" h="265429">
                <a:moveTo>
                  <a:pt x="26774" y="0"/>
                </a:moveTo>
                <a:lnTo>
                  <a:pt x="0" y="0"/>
                </a:lnTo>
                <a:lnTo>
                  <a:pt x="0" y="265426"/>
                </a:lnTo>
                <a:lnTo>
                  <a:pt x="26774" y="265426"/>
                </a:lnTo>
                <a:lnTo>
                  <a:pt x="26774" y="0"/>
                </a:lnTo>
                <a:close/>
              </a:path>
            </a:pathLst>
          </a:custGeom>
          <a:solidFill>
            <a:srgbClr val="F5A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 descr=""/>
          <p:cNvSpPr/>
          <p:nvPr/>
        </p:nvSpPr>
        <p:spPr>
          <a:xfrm>
            <a:off x="3944916" y="4937158"/>
            <a:ext cx="66040" cy="1010919"/>
          </a:xfrm>
          <a:custGeom>
            <a:avLst/>
            <a:gdLst/>
            <a:ahLst/>
            <a:cxnLst/>
            <a:rect l="l" t="t" r="r" b="b"/>
            <a:pathLst>
              <a:path w="66039" h="1010920">
                <a:moveTo>
                  <a:pt x="0" y="1010367"/>
                </a:moveTo>
                <a:lnTo>
                  <a:pt x="65495" y="1010367"/>
                </a:lnTo>
                <a:lnTo>
                  <a:pt x="65495" y="0"/>
                </a:lnTo>
                <a:lnTo>
                  <a:pt x="0" y="0"/>
                </a:lnTo>
                <a:lnTo>
                  <a:pt x="0" y="1010367"/>
                </a:lnTo>
                <a:close/>
              </a:path>
            </a:pathLst>
          </a:custGeom>
          <a:solidFill>
            <a:srgbClr val="F491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 descr=""/>
          <p:cNvSpPr/>
          <p:nvPr/>
        </p:nvSpPr>
        <p:spPr>
          <a:xfrm>
            <a:off x="3784727" y="3870737"/>
            <a:ext cx="1931035" cy="1001394"/>
          </a:xfrm>
          <a:custGeom>
            <a:avLst/>
            <a:gdLst/>
            <a:ahLst/>
            <a:cxnLst/>
            <a:rect l="l" t="t" r="r" b="b"/>
            <a:pathLst>
              <a:path w="1931035" h="1001395">
                <a:moveTo>
                  <a:pt x="1930755" y="809561"/>
                </a:moveTo>
                <a:lnTo>
                  <a:pt x="965390" y="0"/>
                </a:lnTo>
                <a:lnTo>
                  <a:pt x="0" y="809561"/>
                </a:lnTo>
                <a:lnTo>
                  <a:pt x="42087" y="859751"/>
                </a:lnTo>
                <a:lnTo>
                  <a:pt x="160185" y="760717"/>
                </a:lnTo>
                <a:lnTo>
                  <a:pt x="160185" y="1000937"/>
                </a:lnTo>
                <a:lnTo>
                  <a:pt x="225679" y="1000937"/>
                </a:lnTo>
                <a:lnTo>
                  <a:pt x="225679" y="705802"/>
                </a:lnTo>
                <a:lnTo>
                  <a:pt x="965377" y="85496"/>
                </a:lnTo>
                <a:lnTo>
                  <a:pt x="1888680" y="859751"/>
                </a:lnTo>
                <a:lnTo>
                  <a:pt x="1930755" y="809561"/>
                </a:lnTo>
                <a:close/>
              </a:path>
            </a:pathLst>
          </a:custGeom>
          <a:solidFill>
            <a:srgbClr val="F491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 descr=""/>
          <p:cNvSpPr/>
          <p:nvPr/>
        </p:nvSpPr>
        <p:spPr>
          <a:xfrm>
            <a:off x="5489822" y="4558468"/>
            <a:ext cx="66040" cy="313690"/>
          </a:xfrm>
          <a:custGeom>
            <a:avLst/>
            <a:gdLst/>
            <a:ahLst/>
            <a:cxnLst/>
            <a:rect l="l" t="t" r="r" b="b"/>
            <a:pathLst>
              <a:path w="66039" h="313689">
                <a:moveTo>
                  <a:pt x="0" y="313194"/>
                </a:moveTo>
                <a:lnTo>
                  <a:pt x="65495" y="313194"/>
                </a:lnTo>
                <a:lnTo>
                  <a:pt x="65495" y="0"/>
                </a:lnTo>
                <a:lnTo>
                  <a:pt x="0" y="0"/>
                </a:lnTo>
                <a:lnTo>
                  <a:pt x="0" y="313194"/>
                </a:lnTo>
                <a:close/>
              </a:path>
            </a:pathLst>
          </a:custGeom>
          <a:solidFill>
            <a:srgbClr val="F491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 descr=""/>
          <p:cNvSpPr/>
          <p:nvPr/>
        </p:nvSpPr>
        <p:spPr>
          <a:xfrm>
            <a:off x="5489822" y="4937158"/>
            <a:ext cx="66040" cy="1010919"/>
          </a:xfrm>
          <a:custGeom>
            <a:avLst/>
            <a:gdLst/>
            <a:ahLst/>
            <a:cxnLst/>
            <a:rect l="l" t="t" r="r" b="b"/>
            <a:pathLst>
              <a:path w="66039" h="1010920">
                <a:moveTo>
                  <a:pt x="0" y="1010367"/>
                </a:moveTo>
                <a:lnTo>
                  <a:pt x="65495" y="1010367"/>
                </a:lnTo>
                <a:lnTo>
                  <a:pt x="65495" y="0"/>
                </a:lnTo>
                <a:lnTo>
                  <a:pt x="0" y="0"/>
                </a:lnTo>
                <a:lnTo>
                  <a:pt x="0" y="1010367"/>
                </a:lnTo>
                <a:close/>
              </a:path>
            </a:pathLst>
          </a:custGeom>
          <a:solidFill>
            <a:srgbClr val="F491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 descr=""/>
          <p:cNvSpPr/>
          <p:nvPr/>
        </p:nvSpPr>
        <p:spPr>
          <a:xfrm>
            <a:off x="4455909" y="5086825"/>
            <a:ext cx="588645" cy="589280"/>
          </a:xfrm>
          <a:custGeom>
            <a:avLst/>
            <a:gdLst/>
            <a:ahLst/>
            <a:cxnLst/>
            <a:rect l="l" t="t" r="r" b="b"/>
            <a:pathLst>
              <a:path w="588645" h="589279">
                <a:moveTo>
                  <a:pt x="588416" y="27101"/>
                </a:moveTo>
                <a:lnTo>
                  <a:pt x="561644" y="27101"/>
                </a:lnTo>
                <a:lnTo>
                  <a:pt x="561644" y="561987"/>
                </a:lnTo>
                <a:lnTo>
                  <a:pt x="588416" y="561987"/>
                </a:lnTo>
                <a:lnTo>
                  <a:pt x="588416" y="27101"/>
                </a:lnTo>
                <a:close/>
              </a:path>
              <a:path w="588645" h="589279">
                <a:moveTo>
                  <a:pt x="588416" y="0"/>
                </a:moveTo>
                <a:lnTo>
                  <a:pt x="0" y="0"/>
                </a:lnTo>
                <a:lnTo>
                  <a:pt x="0" y="26670"/>
                </a:lnTo>
                <a:lnTo>
                  <a:pt x="0" y="562610"/>
                </a:lnTo>
                <a:lnTo>
                  <a:pt x="0" y="589280"/>
                </a:lnTo>
                <a:lnTo>
                  <a:pt x="588416" y="589280"/>
                </a:lnTo>
                <a:lnTo>
                  <a:pt x="588416" y="562610"/>
                </a:lnTo>
                <a:lnTo>
                  <a:pt x="26758" y="562610"/>
                </a:lnTo>
                <a:lnTo>
                  <a:pt x="26758" y="26670"/>
                </a:lnTo>
                <a:lnTo>
                  <a:pt x="588416" y="26670"/>
                </a:lnTo>
                <a:lnTo>
                  <a:pt x="588416" y="0"/>
                </a:lnTo>
                <a:close/>
              </a:path>
            </a:pathLst>
          </a:custGeom>
          <a:solidFill>
            <a:srgbClr val="F491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 descr=""/>
          <p:cNvSpPr/>
          <p:nvPr/>
        </p:nvSpPr>
        <p:spPr>
          <a:xfrm>
            <a:off x="4542866" y="4239735"/>
            <a:ext cx="414655" cy="391160"/>
          </a:xfrm>
          <a:custGeom>
            <a:avLst/>
            <a:gdLst/>
            <a:ahLst/>
            <a:cxnLst/>
            <a:rect l="l" t="t" r="r" b="b"/>
            <a:pathLst>
              <a:path w="414654" h="391160">
                <a:moveTo>
                  <a:pt x="414489" y="27203"/>
                </a:moveTo>
                <a:lnTo>
                  <a:pt x="387705" y="27203"/>
                </a:lnTo>
                <a:lnTo>
                  <a:pt x="387705" y="364248"/>
                </a:lnTo>
                <a:lnTo>
                  <a:pt x="414489" y="364248"/>
                </a:lnTo>
                <a:lnTo>
                  <a:pt x="414489" y="27203"/>
                </a:lnTo>
                <a:close/>
              </a:path>
              <a:path w="414654" h="391160">
                <a:moveTo>
                  <a:pt x="414489" y="0"/>
                </a:moveTo>
                <a:lnTo>
                  <a:pt x="0" y="0"/>
                </a:lnTo>
                <a:lnTo>
                  <a:pt x="0" y="26670"/>
                </a:lnTo>
                <a:lnTo>
                  <a:pt x="0" y="364490"/>
                </a:lnTo>
                <a:lnTo>
                  <a:pt x="0" y="391160"/>
                </a:lnTo>
                <a:lnTo>
                  <a:pt x="414489" y="391160"/>
                </a:lnTo>
                <a:lnTo>
                  <a:pt x="414489" y="364490"/>
                </a:lnTo>
                <a:lnTo>
                  <a:pt x="26771" y="364490"/>
                </a:lnTo>
                <a:lnTo>
                  <a:pt x="26771" y="26670"/>
                </a:lnTo>
                <a:lnTo>
                  <a:pt x="414489" y="26670"/>
                </a:lnTo>
                <a:lnTo>
                  <a:pt x="414489" y="0"/>
                </a:lnTo>
                <a:close/>
              </a:path>
            </a:pathLst>
          </a:custGeom>
          <a:solidFill>
            <a:srgbClr val="F491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 descr=""/>
          <p:cNvSpPr/>
          <p:nvPr/>
        </p:nvSpPr>
        <p:spPr>
          <a:xfrm>
            <a:off x="3944916" y="5947525"/>
            <a:ext cx="1610995" cy="66040"/>
          </a:xfrm>
          <a:custGeom>
            <a:avLst/>
            <a:gdLst/>
            <a:ahLst/>
            <a:cxnLst/>
            <a:rect l="l" t="t" r="r" b="b"/>
            <a:pathLst>
              <a:path w="1610995" h="66039">
                <a:moveTo>
                  <a:pt x="1610401" y="0"/>
                </a:moveTo>
                <a:lnTo>
                  <a:pt x="0" y="0"/>
                </a:lnTo>
                <a:lnTo>
                  <a:pt x="0" y="65495"/>
                </a:lnTo>
                <a:lnTo>
                  <a:pt x="1610401" y="65495"/>
                </a:lnTo>
                <a:lnTo>
                  <a:pt x="1610401" y="0"/>
                </a:lnTo>
                <a:close/>
              </a:path>
            </a:pathLst>
          </a:custGeom>
          <a:solidFill>
            <a:srgbClr val="E085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 descr=""/>
          <p:cNvSpPr/>
          <p:nvPr/>
        </p:nvSpPr>
        <p:spPr>
          <a:xfrm>
            <a:off x="3944916" y="4871663"/>
            <a:ext cx="1610995" cy="66040"/>
          </a:xfrm>
          <a:custGeom>
            <a:avLst/>
            <a:gdLst/>
            <a:ahLst/>
            <a:cxnLst/>
            <a:rect l="l" t="t" r="r" b="b"/>
            <a:pathLst>
              <a:path w="1610995" h="66039">
                <a:moveTo>
                  <a:pt x="1610401" y="0"/>
                </a:moveTo>
                <a:lnTo>
                  <a:pt x="0" y="0"/>
                </a:lnTo>
                <a:lnTo>
                  <a:pt x="0" y="65495"/>
                </a:lnTo>
                <a:lnTo>
                  <a:pt x="1610401" y="65495"/>
                </a:lnTo>
                <a:lnTo>
                  <a:pt x="1610401" y="0"/>
                </a:lnTo>
                <a:close/>
              </a:path>
            </a:pathLst>
          </a:custGeom>
          <a:solidFill>
            <a:srgbClr val="E0851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7" name="object 12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23649" y="4534093"/>
            <a:ext cx="232474" cy="202182"/>
          </a:xfrm>
          <a:prstGeom prst="rect">
            <a:avLst/>
          </a:prstGeom>
        </p:spPr>
      </p:pic>
      <p:sp>
        <p:nvSpPr>
          <p:cNvPr id="128" name="object 128" descr=""/>
          <p:cNvSpPr/>
          <p:nvPr/>
        </p:nvSpPr>
        <p:spPr>
          <a:xfrm>
            <a:off x="4747133" y="3882078"/>
            <a:ext cx="753745" cy="699770"/>
          </a:xfrm>
          <a:custGeom>
            <a:avLst/>
            <a:gdLst/>
            <a:ahLst/>
            <a:cxnLst/>
            <a:rect l="l" t="t" r="r" b="b"/>
            <a:pathLst>
              <a:path w="753745" h="699770">
                <a:moveTo>
                  <a:pt x="355930" y="358863"/>
                </a:moveTo>
                <a:lnTo>
                  <a:pt x="351980" y="355511"/>
                </a:lnTo>
                <a:lnTo>
                  <a:pt x="177761" y="207225"/>
                </a:lnTo>
                <a:lnTo>
                  <a:pt x="157759" y="190969"/>
                </a:lnTo>
                <a:lnTo>
                  <a:pt x="137325" y="175501"/>
                </a:lnTo>
                <a:lnTo>
                  <a:pt x="95618" y="145478"/>
                </a:lnTo>
                <a:lnTo>
                  <a:pt x="73202" y="128727"/>
                </a:lnTo>
                <a:lnTo>
                  <a:pt x="30213" y="92938"/>
                </a:lnTo>
                <a:lnTo>
                  <a:pt x="8229" y="56845"/>
                </a:lnTo>
                <a:lnTo>
                  <a:pt x="7975" y="40259"/>
                </a:lnTo>
                <a:lnTo>
                  <a:pt x="8851" y="23685"/>
                </a:lnTo>
                <a:lnTo>
                  <a:pt x="10883" y="7112"/>
                </a:lnTo>
                <a:lnTo>
                  <a:pt x="11696" y="2044"/>
                </a:lnTo>
                <a:lnTo>
                  <a:pt x="3924" y="0"/>
                </a:lnTo>
                <a:lnTo>
                  <a:pt x="3111" y="5105"/>
                </a:lnTo>
                <a:lnTo>
                  <a:pt x="977" y="22212"/>
                </a:lnTo>
                <a:lnTo>
                  <a:pt x="0" y="39306"/>
                </a:lnTo>
                <a:lnTo>
                  <a:pt x="190" y="56426"/>
                </a:lnTo>
                <a:lnTo>
                  <a:pt x="1651" y="74282"/>
                </a:lnTo>
                <a:lnTo>
                  <a:pt x="2146" y="75323"/>
                </a:lnTo>
                <a:lnTo>
                  <a:pt x="1803" y="76542"/>
                </a:lnTo>
                <a:lnTo>
                  <a:pt x="42405" y="114096"/>
                </a:lnTo>
                <a:lnTo>
                  <a:pt x="83667" y="146646"/>
                </a:lnTo>
                <a:lnTo>
                  <a:pt x="128498" y="179044"/>
                </a:lnTo>
                <a:lnTo>
                  <a:pt x="150609" y="195580"/>
                </a:lnTo>
                <a:lnTo>
                  <a:pt x="172173" y="213004"/>
                </a:lnTo>
                <a:lnTo>
                  <a:pt x="350329" y="364617"/>
                </a:lnTo>
                <a:lnTo>
                  <a:pt x="355930" y="358863"/>
                </a:lnTo>
                <a:close/>
              </a:path>
              <a:path w="753745" h="699770">
                <a:moveTo>
                  <a:pt x="753237" y="693661"/>
                </a:moveTo>
                <a:lnTo>
                  <a:pt x="749439" y="690143"/>
                </a:lnTo>
                <a:lnTo>
                  <a:pt x="683806" y="629246"/>
                </a:lnTo>
                <a:lnTo>
                  <a:pt x="661797" y="609079"/>
                </a:lnTo>
                <a:lnTo>
                  <a:pt x="640397" y="591007"/>
                </a:lnTo>
                <a:lnTo>
                  <a:pt x="618147" y="574128"/>
                </a:lnTo>
                <a:lnTo>
                  <a:pt x="595541" y="557695"/>
                </a:lnTo>
                <a:lnTo>
                  <a:pt x="573087" y="540956"/>
                </a:lnTo>
                <a:lnTo>
                  <a:pt x="534797" y="510882"/>
                </a:lnTo>
                <a:lnTo>
                  <a:pt x="496938" y="480212"/>
                </a:lnTo>
                <a:lnTo>
                  <a:pt x="459460" y="449072"/>
                </a:lnTo>
                <a:lnTo>
                  <a:pt x="422275" y="417601"/>
                </a:lnTo>
                <a:lnTo>
                  <a:pt x="381431" y="382549"/>
                </a:lnTo>
                <a:lnTo>
                  <a:pt x="375653" y="388137"/>
                </a:lnTo>
                <a:lnTo>
                  <a:pt x="415378" y="422186"/>
                </a:lnTo>
                <a:lnTo>
                  <a:pt x="451396" y="452602"/>
                </a:lnTo>
                <a:lnTo>
                  <a:pt x="487680" y="482727"/>
                </a:lnTo>
                <a:lnTo>
                  <a:pt x="524256" y="512483"/>
                </a:lnTo>
                <a:lnTo>
                  <a:pt x="561174" y="541782"/>
                </a:lnTo>
                <a:lnTo>
                  <a:pt x="608355" y="576605"/>
                </a:lnTo>
                <a:lnTo>
                  <a:pt x="631761" y="594207"/>
                </a:lnTo>
                <a:lnTo>
                  <a:pt x="654227" y="613041"/>
                </a:lnTo>
                <a:lnTo>
                  <a:pt x="699071" y="654278"/>
                </a:lnTo>
                <a:lnTo>
                  <a:pt x="747483" y="699262"/>
                </a:lnTo>
                <a:lnTo>
                  <a:pt x="753237" y="693661"/>
                </a:lnTo>
                <a:close/>
              </a:path>
            </a:pathLst>
          </a:custGeom>
          <a:solidFill>
            <a:srgbClr val="DC80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 descr=""/>
          <p:cNvSpPr/>
          <p:nvPr/>
        </p:nvSpPr>
        <p:spPr>
          <a:xfrm>
            <a:off x="3963935" y="4928927"/>
            <a:ext cx="429895" cy="13970"/>
          </a:xfrm>
          <a:custGeom>
            <a:avLst/>
            <a:gdLst/>
            <a:ahLst/>
            <a:cxnLst/>
            <a:rect l="l" t="t" r="r" b="b"/>
            <a:pathLst>
              <a:path w="429895" h="13970">
                <a:moveTo>
                  <a:pt x="429829" y="0"/>
                </a:moveTo>
                <a:lnTo>
                  <a:pt x="424678" y="460"/>
                </a:lnTo>
                <a:lnTo>
                  <a:pt x="372293" y="3935"/>
                </a:lnTo>
                <a:lnTo>
                  <a:pt x="319881" y="5353"/>
                </a:lnTo>
                <a:lnTo>
                  <a:pt x="267448" y="5263"/>
                </a:lnTo>
                <a:lnTo>
                  <a:pt x="214999" y="4211"/>
                </a:lnTo>
                <a:lnTo>
                  <a:pt x="110080" y="1408"/>
                </a:lnTo>
                <a:lnTo>
                  <a:pt x="57622" y="751"/>
                </a:lnTo>
                <a:lnTo>
                  <a:pt x="20" y="1455"/>
                </a:lnTo>
                <a:lnTo>
                  <a:pt x="0" y="9486"/>
                </a:lnTo>
                <a:lnTo>
                  <a:pt x="57622" y="8782"/>
                </a:lnTo>
                <a:lnTo>
                  <a:pt x="110080" y="9438"/>
                </a:lnTo>
                <a:lnTo>
                  <a:pt x="214999" y="12239"/>
                </a:lnTo>
                <a:lnTo>
                  <a:pt x="267448" y="13290"/>
                </a:lnTo>
                <a:lnTo>
                  <a:pt x="319881" y="13380"/>
                </a:lnTo>
                <a:lnTo>
                  <a:pt x="372293" y="11963"/>
                </a:lnTo>
                <a:lnTo>
                  <a:pt x="424678" y="8491"/>
                </a:lnTo>
                <a:lnTo>
                  <a:pt x="429787" y="8031"/>
                </a:lnTo>
                <a:lnTo>
                  <a:pt x="429829" y="0"/>
                </a:lnTo>
                <a:close/>
              </a:path>
            </a:pathLst>
          </a:custGeom>
          <a:solidFill>
            <a:srgbClr val="DC80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 descr=""/>
          <p:cNvSpPr/>
          <p:nvPr/>
        </p:nvSpPr>
        <p:spPr>
          <a:xfrm>
            <a:off x="5247848" y="4926881"/>
            <a:ext cx="302895" cy="15240"/>
          </a:xfrm>
          <a:custGeom>
            <a:avLst/>
            <a:gdLst/>
            <a:ahLst/>
            <a:cxnLst/>
            <a:rect l="l" t="t" r="r" b="b"/>
            <a:pathLst>
              <a:path w="302895" h="15239">
                <a:moveTo>
                  <a:pt x="302503" y="0"/>
                </a:moveTo>
                <a:lnTo>
                  <a:pt x="297320" y="157"/>
                </a:lnTo>
                <a:lnTo>
                  <a:pt x="114775" y="5869"/>
                </a:lnTo>
                <a:lnTo>
                  <a:pt x="78233" y="6735"/>
                </a:lnTo>
                <a:lnTo>
                  <a:pt x="41690" y="6756"/>
                </a:lnTo>
                <a:lnTo>
                  <a:pt x="5162" y="5392"/>
                </a:lnTo>
                <a:lnTo>
                  <a:pt x="0" y="5067"/>
                </a:lnTo>
                <a:lnTo>
                  <a:pt x="20" y="13099"/>
                </a:lnTo>
                <a:lnTo>
                  <a:pt x="5162" y="13423"/>
                </a:lnTo>
                <a:lnTo>
                  <a:pt x="41686" y="14788"/>
                </a:lnTo>
                <a:lnTo>
                  <a:pt x="78229" y="14766"/>
                </a:lnTo>
                <a:lnTo>
                  <a:pt x="114774" y="13900"/>
                </a:lnTo>
                <a:lnTo>
                  <a:pt x="302472" y="8031"/>
                </a:lnTo>
                <a:lnTo>
                  <a:pt x="302503" y="0"/>
                </a:lnTo>
                <a:close/>
              </a:path>
            </a:pathLst>
          </a:custGeom>
          <a:solidFill>
            <a:srgbClr val="DC80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 descr=""/>
          <p:cNvSpPr/>
          <p:nvPr/>
        </p:nvSpPr>
        <p:spPr>
          <a:xfrm>
            <a:off x="5012690" y="5109228"/>
            <a:ext cx="17145" cy="541020"/>
          </a:xfrm>
          <a:custGeom>
            <a:avLst/>
            <a:gdLst/>
            <a:ahLst/>
            <a:cxnLst/>
            <a:rect l="l" t="t" r="r" b="b"/>
            <a:pathLst>
              <a:path w="17145" h="541020">
                <a:moveTo>
                  <a:pt x="14135" y="513829"/>
                </a:moveTo>
                <a:lnTo>
                  <a:pt x="14122" y="492163"/>
                </a:lnTo>
                <a:lnTo>
                  <a:pt x="12941" y="448894"/>
                </a:lnTo>
                <a:lnTo>
                  <a:pt x="11455" y="352983"/>
                </a:lnTo>
                <a:lnTo>
                  <a:pt x="3416" y="352958"/>
                </a:lnTo>
                <a:lnTo>
                  <a:pt x="4902" y="448894"/>
                </a:lnTo>
                <a:lnTo>
                  <a:pt x="6083" y="492150"/>
                </a:lnTo>
                <a:lnTo>
                  <a:pt x="6096" y="513829"/>
                </a:lnTo>
                <a:lnTo>
                  <a:pt x="4851" y="535355"/>
                </a:lnTo>
                <a:lnTo>
                  <a:pt x="4356" y="540486"/>
                </a:lnTo>
                <a:lnTo>
                  <a:pt x="12382" y="540461"/>
                </a:lnTo>
                <a:lnTo>
                  <a:pt x="12890" y="535355"/>
                </a:lnTo>
                <a:lnTo>
                  <a:pt x="14135" y="513829"/>
                </a:lnTo>
                <a:close/>
              </a:path>
              <a:path w="17145" h="541020">
                <a:moveTo>
                  <a:pt x="16637" y="325018"/>
                </a:moveTo>
                <a:lnTo>
                  <a:pt x="14058" y="159905"/>
                </a:lnTo>
                <a:lnTo>
                  <a:pt x="12395" y="121246"/>
                </a:lnTo>
                <a:lnTo>
                  <a:pt x="9791" y="82511"/>
                </a:lnTo>
                <a:lnTo>
                  <a:pt x="8039" y="43776"/>
                </a:lnTo>
                <a:lnTo>
                  <a:pt x="8864" y="5168"/>
                </a:lnTo>
                <a:lnTo>
                  <a:pt x="9232" y="0"/>
                </a:lnTo>
                <a:lnTo>
                  <a:pt x="1193" y="25"/>
                </a:lnTo>
                <a:lnTo>
                  <a:pt x="825" y="5168"/>
                </a:lnTo>
                <a:lnTo>
                  <a:pt x="0" y="43789"/>
                </a:lnTo>
                <a:lnTo>
                  <a:pt x="1765" y="82511"/>
                </a:lnTo>
                <a:lnTo>
                  <a:pt x="4356" y="121246"/>
                </a:lnTo>
                <a:lnTo>
                  <a:pt x="6019" y="159905"/>
                </a:lnTo>
                <a:lnTo>
                  <a:pt x="8610" y="325005"/>
                </a:lnTo>
                <a:lnTo>
                  <a:pt x="16637" y="325018"/>
                </a:lnTo>
                <a:close/>
              </a:path>
            </a:pathLst>
          </a:custGeom>
          <a:solidFill>
            <a:srgbClr val="DC80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2" name="object 132" descr=""/>
          <p:cNvGrpSpPr/>
          <p:nvPr/>
        </p:nvGrpSpPr>
        <p:grpSpPr>
          <a:xfrm>
            <a:off x="4156652" y="3923651"/>
            <a:ext cx="565150" cy="471170"/>
            <a:chOff x="4156652" y="3923651"/>
            <a:chExt cx="565150" cy="471170"/>
          </a:xfrm>
        </p:grpSpPr>
        <p:pic>
          <p:nvPicPr>
            <p:cNvPr id="133" name="object 13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15126" y="3923651"/>
              <a:ext cx="206129" cy="166298"/>
            </a:xfrm>
            <a:prstGeom prst="rect">
              <a:avLst/>
            </a:prstGeom>
          </p:spPr>
        </p:pic>
        <p:sp>
          <p:nvSpPr>
            <p:cNvPr id="134" name="object 134" descr=""/>
            <p:cNvSpPr/>
            <p:nvPr/>
          </p:nvSpPr>
          <p:spPr>
            <a:xfrm>
              <a:off x="4156652" y="4120132"/>
              <a:ext cx="335915" cy="274320"/>
            </a:xfrm>
            <a:custGeom>
              <a:avLst/>
              <a:gdLst/>
              <a:ahLst/>
              <a:cxnLst/>
              <a:rect l="l" t="t" r="r" b="b"/>
              <a:pathLst>
                <a:path w="335914" h="274320">
                  <a:moveTo>
                    <a:pt x="329885" y="0"/>
                  </a:moveTo>
                  <a:lnTo>
                    <a:pt x="284878" y="39327"/>
                  </a:lnTo>
                  <a:lnTo>
                    <a:pt x="242767" y="74091"/>
                  </a:lnTo>
                  <a:lnTo>
                    <a:pt x="177813" y="122184"/>
                  </a:lnTo>
                  <a:lnTo>
                    <a:pt x="156403" y="138529"/>
                  </a:lnTo>
                  <a:lnTo>
                    <a:pt x="118903" y="170733"/>
                  </a:lnTo>
                  <a:lnTo>
                    <a:pt x="82471" y="204190"/>
                  </a:lnTo>
                  <a:lnTo>
                    <a:pt x="45014" y="236331"/>
                  </a:lnTo>
                  <a:lnTo>
                    <a:pt x="4439" y="264588"/>
                  </a:lnTo>
                  <a:lnTo>
                    <a:pt x="0" y="267227"/>
                  </a:lnTo>
                  <a:lnTo>
                    <a:pt x="4041" y="274169"/>
                  </a:lnTo>
                  <a:lnTo>
                    <a:pt x="8491" y="271520"/>
                  </a:lnTo>
                  <a:lnTo>
                    <a:pt x="48614" y="243683"/>
                  </a:lnTo>
                  <a:lnTo>
                    <a:pt x="85692" y="212052"/>
                  </a:lnTo>
                  <a:lnTo>
                    <a:pt x="121684" y="179033"/>
                  </a:lnTo>
                  <a:lnTo>
                    <a:pt x="158550" y="147032"/>
                  </a:lnTo>
                  <a:lnTo>
                    <a:pt x="180248" y="130260"/>
                  </a:lnTo>
                  <a:lnTo>
                    <a:pt x="224613" y="97954"/>
                  </a:lnTo>
                  <a:lnTo>
                    <a:pt x="246453" y="81348"/>
                  </a:lnTo>
                  <a:lnTo>
                    <a:pt x="268184" y="63783"/>
                  </a:lnTo>
                  <a:lnTo>
                    <a:pt x="289590" y="45828"/>
                  </a:lnTo>
                  <a:lnTo>
                    <a:pt x="310741" y="27570"/>
                  </a:lnTo>
                  <a:lnTo>
                    <a:pt x="335581" y="5664"/>
                  </a:lnTo>
                  <a:lnTo>
                    <a:pt x="329885" y="0"/>
                  </a:lnTo>
                  <a:close/>
                </a:path>
              </a:pathLst>
            </a:custGeom>
            <a:solidFill>
              <a:srgbClr val="F4BD7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5" name="object 135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805778" y="4586222"/>
            <a:ext cx="115902" cy="95986"/>
          </a:xfrm>
          <a:prstGeom prst="rect">
            <a:avLst/>
          </a:prstGeom>
        </p:spPr>
      </p:pic>
      <p:sp>
        <p:nvSpPr>
          <p:cNvPr id="136" name="object 136" descr=""/>
          <p:cNvSpPr/>
          <p:nvPr/>
        </p:nvSpPr>
        <p:spPr>
          <a:xfrm>
            <a:off x="4553753" y="4601514"/>
            <a:ext cx="273685" cy="12700"/>
          </a:xfrm>
          <a:custGeom>
            <a:avLst/>
            <a:gdLst/>
            <a:ahLst/>
            <a:cxnLst/>
            <a:rect l="l" t="t" r="r" b="b"/>
            <a:pathLst>
              <a:path w="273685" h="12700">
                <a:moveTo>
                  <a:pt x="0" y="0"/>
                </a:moveTo>
                <a:lnTo>
                  <a:pt x="0" y="8031"/>
                </a:lnTo>
                <a:lnTo>
                  <a:pt x="57746" y="9806"/>
                </a:lnTo>
                <a:lnTo>
                  <a:pt x="110340" y="11016"/>
                </a:lnTo>
                <a:lnTo>
                  <a:pt x="162942" y="11839"/>
                </a:lnTo>
                <a:lnTo>
                  <a:pt x="215549" y="12275"/>
                </a:lnTo>
                <a:lnTo>
                  <a:pt x="273321" y="12313"/>
                </a:lnTo>
                <a:lnTo>
                  <a:pt x="273331" y="4282"/>
                </a:lnTo>
                <a:lnTo>
                  <a:pt x="268159" y="4293"/>
                </a:lnTo>
                <a:lnTo>
                  <a:pt x="215549" y="4244"/>
                </a:lnTo>
                <a:lnTo>
                  <a:pt x="162942" y="3808"/>
                </a:lnTo>
                <a:lnTo>
                  <a:pt x="110340" y="2985"/>
                </a:lnTo>
                <a:lnTo>
                  <a:pt x="57746" y="1775"/>
                </a:lnTo>
                <a:lnTo>
                  <a:pt x="0" y="0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7" name="object 137" descr=""/>
          <p:cNvGrpSpPr/>
          <p:nvPr/>
        </p:nvGrpSpPr>
        <p:grpSpPr>
          <a:xfrm>
            <a:off x="4540429" y="4236719"/>
            <a:ext cx="269875" cy="233679"/>
            <a:chOff x="4540429" y="4236719"/>
            <a:chExt cx="269875" cy="233679"/>
          </a:xfrm>
        </p:grpSpPr>
        <p:sp>
          <p:nvSpPr>
            <p:cNvPr id="138" name="object 138" descr=""/>
            <p:cNvSpPr/>
            <p:nvPr/>
          </p:nvSpPr>
          <p:spPr>
            <a:xfrm>
              <a:off x="4565148" y="4255843"/>
              <a:ext cx="0" cy="214629"/>
            </a:xfrm>
            <a:custGeom>
              <a:avLst/>
              <a:gdLst/>
              <a:ahLst/>
              <a:cxnLst/>
              <a:rect l="l" t="t" r="r" b="b"/>
              <a:pathLst>
                <a:path w="0" h="214629">
                  <a:moveTo>
                    <a:pt x="0" y="0"/>
                  </a:moveTo>
                  <a:lnTo>
                    <a:pt x="0" y="214349"/>
                  </a:lnTo>
                </a:path>
              </a:pathLst>
            </a:custGeom>
            <a:ln w="10968">
              <a:solidFill>
                <a:srgbClr val="F4BD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4540429" y="4236719"/>
              <a:ext cx="269875" cy="11430"/>
            </a:xfrm>
            <a:custGeom>
              <a:avLst/>
              <a:gdLst/>
              <a:ahLst/>
              <a:cxnLst/>
              <a:rect l="l" t="t" r="r" b="b"/>
              <a:pathLst>
                <a:path w="269875" h="11429">
                  <a:moveTo>
                    <a:pt x="269719" y="0"/>
                  </a:moveTo>
                  <a:lnTo>
                    <a:pt x="212674" y="1527"/>
                  </a:lnTo>
                  <a:lnTo>
                    <a:pt x="160803" y="2447"/>
                  </a:lnTo>
                  <a:lnTo>
                    <a:pt x="108927" y="2915"/>
                  </a:lnTo>
                  <a:lnTo>
                    <a:pt x="57049" y="2930"/>
                  </a:lnTo>
                  <a:lnTo>
                    <a:pt x="0" y="2429"/>
                  </a:lnTo>
                  <a:lnTo>
                    <a:pt x="0" y="10460"/>
                  </a:lnTo>
                  <a:lnTo>
                    <a:pt x="57049" y="10961"/>
                  </a:lnTo>
                  <a:lnTo>
                    <a:pt x="108927" y="10946"/>
                  </a:lnTo>
                  <a:lnTo>
                    <a:pt x="160803" y="10478"/>
                  </a:lnTo>
                  <a:lnTo>
                    <a:pt x="212674" y="9558"/>
                  </a:lnTo>
                  <a:lnTo>
                    <a:pt x="269688" y="8031"/>
                  </a:lnTo>
                  <a:lnTo>
                    <a:pt x="269719" y="0"/>
                  </a:lnTo>
                  <a:close/>
                </a:path>
              </a:pathLst>
            </a:custGeom>
            <a:solidFill>
              <a:srgbClr val="F4BD7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0" name="object 140" descr=""/>
          <p:cNvSpPr/>
          <p:nvPr/>
        </p:nvSpPr>
        <p:spPr>
          <a:xfrm>
            <a:off x="3956081" y="4862261"/>
            <a:ext cx="704850" cy="15875"/>
          </a:xfrm>
          <a:custGeom>
            <a:avLst/>
            <a:gdLst/>
            <a:ahLst/>
            <a:cxnLst/>
            <a:rect l="l" t="t" r="r" b="b"/>
            <a:pathLst>
              <a:path w="704850" h="15875">
                <a:moveTo>
                  <a:pt x="704805" y="0"/>
                </a:moveTo>
                <a:lnTo>
                  <a:pt x="650525" y="3183"/>
                </a:lnTo>
                <a:lnTo>
                  <a:pt x="601402" y="5200"/>
                </a:lnTo>
                <a:lnTo>
                  <a:pt x="552264" y="6503"/>
                </a:lnTo>
                <a:lnTo>
                  <a:pt x="503115" y="7201"/>
                </a:lnTo>
                <a:lnTo>
                  <a:pt x="453957" y="7401"/>
                </a:lnTo>
                <a:lnTo>
                  <a:pt x="404792" y="7210"/>
                </a:lnTo>
                <a:lnTo>
                  <a:pt x="158968" y="4156"/>
                </a:lnTo>
                <a:lnTo>
                  <a:pt x="120519" y="3920"/>
                </a:lnTo>
                <a:lnTo>
                  <a:pt x="82070" y="3900"/>
                </a:lnTo>
                <a:lnTo>
                  <a:pt x="43621" y="4139"/>
                </a:lnTo>
                <a:lnTo>
                  <a:pt x="10" y="4774"/>
                </a:lnTo>
                <a:lnTo>
                  <a:pt x="0" y="12805"/>
                </a:lnTo>
                <a:lnTo>
                  <a:pt x="54349" y="12086"/>
                </a:lnTo>
                <a:lnTo>
                  <a:pt x="103525" y="11947"/>
                </a:lnTo>
                <a:lnTo>
                  <a:pt x="152700" y="12187"/>
                </a:lnTo>
                <a:lnTo>
                  <a:pt x="349393" y="14767"/>
                </a:lnTo>
                <a:lnTo>
                  <a:pt x="398566" y="15274"/>
                </a:lnTo>
                <a:lnTo>
                  <a:pt x="447739" y="15510"/>
                </a:lnTo>
                <a:lnTo>
                  <a:pt x="496913" y="15365"/>
                </a:lnTo>
                <a:lnTo>
                  <a:pt x="546088" y="14732"/>
                </a:lnTo>
                <a:lnTo>
                  <a:pt x="584500" y="13817"/>
                </a:lnTo>
                <a:lnTo>
                  <a:pt x="622899" y="12477"/>
                </a:lnTo>
                <a:lnTo>
                  <a:pt x="661279" y="10675"/>
                </a:lnTo>
                <a:lnTo>
                  <a:pt x="704763" y="8031"/>
                </a:lnTo>
                <a:lnTo>
                  <a:pt x="704805" y="0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 descr=""/>
          <p:cNvSpPr/>
          <p:nvPr/>
        </p:nvSpPr>
        <p:spPr>
          <a:xfrm>
            <a:off x="4835326" y="4865872"/>
            <a:ext cx="405130" cy="12700"/>
          </a:xfrm>
          <a:custGeom>
            <a:avLst/>
            <a:gdLst/>
            <a:ahLst/>
            <a:cxnLst/>
            <a:rect l="l" t="t" r="r" b="b"/>
            <a:pathLst>
              <a:path w="405129" h="12700">
                <a:moveTo>
                  <a:pt x="404783" y="0"/>
                </a:moveTo>
                <a:lnTo>
                  <a:pt x="399610" y="272"/>
                </a:lnTo>
                <a:lnTo>
                  <a:pt x="350347" y="2373"/>
                </a:lnTo>
                <a:lnTo>
                  <a:pt x="301057" y="3618"/>
                </a:lnTo>
                <a:lnTo>
                  <a:pt x="251748" y="4158"/>
                </a:lnTo>
                <a:lnTo>
                  <a:pt x="202427" y="4143"/>
                </a:lnTo>
                <a:lnTo>
                  <a:pt x="153101" y="3725"/>
                </a:lnTo>
                <a:lnTo>
                  <a:pt x="0" y="1497"/>
                </a:lnTo>
                <a:lnTo>
                  <a:pt x="0" y="9528"/>
                </a:lnTo>
                <a:lnTo>
                  <a:pt x="153101" y="11756"/>
                </a:lnTo>
                <a:lnTo>
                  <a:pt x="202427" y="12175"/>
                </a:lnTo>
                <a:lnTo>
                  <a:pt x="251748" y="12189"/>
                </a:lnTo>
                <a:lnTo>
                  <a:pt x="301057" y="11649"/>
                </a:lnTo>
                <a:lnTo>
                  <a:pt x="350347" y="10404"/>
                </a:lnTo>
                <a:lnTo>
                  <a:pt x="404752" y="8031"/>
                </a:lnTo>
                <a:lnTo>
                  <a:pt x="404783" y="0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 descr=""/>
          <p:cNvSpPr/>
          <p:nvPr/>
        </p:nvSpPr>
        <p:spPr>
          <a:xfrm>
            <a:off x="4469947" y="5645103"/>
            <a:ext cx="485775" cy="13335"/>
          </a:xfrm>
          <a:custGeom>
            <a:avLst/>
            <a:gdLst/>
            <a:ahLst/>
            <a:cxnLst/>
            <a:rect l="l" t="t" r="r" b="b"/>
            <a:pathLst>
              <a:path w="485775" h="13335">
                <a:moveTo>
                  <a:pt x="0" y="0"/>
                </a:moveTo>
                <a:lnTo>
                  <a:pt x="57958" y="10005"/>
                </a:lnTo>
                <a:lnTo>
                  <a:pt x="110763" y="11351"/>
                </a:lnTo>
                <a:lnTo>
                  <a:pt x="163575" y="12268"/>
                </a:lnTo>
                <a:lnTo>
                  <a:pt x="216391" y="12757"/>
                </a:lnTo>
                <a:lnTo>
                  <a:pt x="269209" y="12817"/>
                </a:lnTo>
                <a:lnTo>
                  <a:pt x="322025" y="12449"/>
                </a:lnTo>
                <a:lnTo>
                  <a:pt x="374839" y="11652"/>
                </a:lnTo>
                <a:lnTo>
                  <a:pt x="427646" y="10427"/>
                </a:lnTo>
                <a:lnTo>
                  <a:pt x="485597" y="8596"/>
                </a:lnTo>
                <a:lnTo>
                  <a:pt x="485618" y="554"/>
                </a:lnTo>
                <a:lnTo>
                  <a:pt x="480446" y="743"/>
                </a:lnTo>
                <a:lnTo>
                  <a:pt x="427646" y="2396"/>
                </a:lnTo>
                <a:lnTo>
                  <a:pt x="374839" y="3621"/>
                </a:lnTo>
                <a:lnTo>
                  <a:pt x="322025" y="4418"/>
                </a:lnTo>
                <a:lnTo>
                  <a:pt x="269209" y="4786"/>
                </a:lnTo>
                <a:lnTo>
                  <a:pt x="216391" y="4726"/>
                </a:lnTo>
                <a:lnTo>
                  <a:pt x="163575" y="4237"/>
                </a:lnTo>
                <a:lnTo>
                  <a:pt x="110763" y="3320"/>
                </a:lnTo>
                <a:lnTo>
                  <a:pt x="57958" y="1973"/>
                </a:lnTo>
                <a:lnTo>
                  <a:pt x="0" y="0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 descr=""/>
          <p:cNvSpPr/>
          <p:nvPr/>
        </p:nvSpPr>
        <p:spPr>
          <a:xfrm>
            <a:off x="4815427" y="5091718"/>
            <a:ext cx="73660" cy="1270"/>
          </a:xfrm>
          <a:custGeom>
            <a:avLst/>
            <a:gdLst/>
            <a:ahLst/>
            <a:cxnLst/>
            <a:rect l="l" t="t" r="r" b="b"/>
            <a:pathLst>
              <a:path w="73660" h="1270">
                <a:moveTo>
                  <a:pt x="0" y="1270"/>
                </a:moveTo>
                <a:lnTo>
                  <a:pt x="73382" y="1270"/>
                </a:lnTo>
                <a:lnTo>
                  <a:pt x="73382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 descr=""/>
          <p:cNvSpPr/>
          <p:nvPr/>
        </p:nvSpPr>
        <p:spPr>
          <a:xfrm>
            <a:off x="4452833" y="5090448"/>
            <a:ext cx="42545" cy="1270"/>
          </a:xfrm>
          <a:custGeom>
            <a:avLst/>
            <a:gdLst/>
            <a:ahLst/>
            <a:cxnLst/>
            <a:rect l="l" t="t" r="r" b="b"/>
            <a:pathLst>
              <a:path w="42545" h="1270">
                <a:moveTo>
                  <a:pt x="0" y="1270"/>
                </a:moveTo>
                <a:lnTo>
                  <a:pt x="42054" y="1270"/>
                </a:lnTo>
                <a:lnTo>
                  <a:pt x="42054" y="0"/>
                </a:lnTo>
                <a:lnTo>
                  <a:pt x="0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F4BD7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5" name="object 145" descr=""/>
          <p:cNvGrpSpPr/>
          <p:nvPr/>
        </p:nvGrpSpPr>
        <p:grpSpPr>
          <a:xfrm>
            <a:off x="4452837" y="5082828"/>
            <a:ext cx="570230" cy="12700"/>
            <a:chOff x="4452837" y="5082828"/>
            <a:chExt cx="570230" cy="12700"/>
          </a:xfrm>
        </p:grpSpPr>
        <p:sp>
          <p:nvSpPr>
            <p:cNvPr id="146" name="object 146" descr=""/>
            <p:cNvSpPr/>
            <p:nvPr/>
          </p:nvSpPr>
          <p:spPr>
            <a:xfrm>
              <a:off x="4452836" y="5082838"/>
              <a:ext cx="436245" cy="8890"/>
            </a:xfrm>
            <a:custGeom>
              <a:avLst/>
              <a:gdLst/>
              <a:ahLst/>
              <a:cxnLst/>
              <a:rect l="l" t="t" r="r" b="b"/>
              <a:pathLst>
                <a:path w="436245" h="8889">
                  <a:moveTo>
                    <a:pt x="435965" y="2540"/>
                  </a:moveTo>
                  <a:lnTo>
                    <a:pt x="389585" y="2540"/>
                  </a:lnTo>
                  <a:lnTo>
                    <a:pt x="389585" y="1270"/>
                  </a:lnTo>
                  <a:lnTo>
                    <a:pt x="293001" y="1270"/>
                  </a:lnTo>
                  <a:lnTo>
                    <a:pt x="293001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7620"/>
                  </a:lnTo>
                  <a:lnTo>
                    <a:pt x="244373" y="7620"/>
                  </a:lnTo>
                  <a:lnTo>
                    <a:pt x="244373" y="8890"/>
                  </a:lnTo>
                  <a:lnTo>
                    <a:pt x="435965" y="8890"/>
                  </a:lnTo>
                  <a:lnTo>
                    <a:pt x="435965" y="7620"/>
                  </a:lnTo>
                  <a:lnTo>
                    <a:pt x="435965" y="2540"/>
                  </a:lnTo>
                  <a:close/>
                </a:path>
              </a:pathLst>
            </a:custGeom>
            <a:solidFill>
              <a:srgbClr val="F4BD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4906277" y="5090285"/>
              <a:ext cx="116839" cy="0"/>
            </a:xfrm>
            <a:custGeom>
              <a:avLst/>
              <a:gdLst/>
              <a:ahLst/>
              <a:cxnLst/>
              <a:rect l="l" t="t" r="r" b="b"/>
              <a:pathLst>
                <a:path w="116839" h="0">
                  <a:moveTo>
                    <a:pt x="0" y="0"/>
                  </a:moveTo>
                  <a:lnTo>
                    <a:pt x="116530" y="0"/>
                  </a:lnTo>
                </a:path>
              </a:pathLst>
            </a:custGeom>
            <a:ln w="9882">
              <a:solidFill>
                <a:srgbClr val="F4BD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8" name="object 148" descr=""/>
          <p:cNvSpPr/>
          <p:nvPr/>
        </p:nvSpPr>
        <p:spPr>
          <a:xfrm>
            <a:off x="3962246" y="4889803"/>
            <a:ext cx="26034" cy="27305"/>
          </a:xfrm>
          <a:custGeom>
            <a:avLst/>
            <a:gdLst/>
            <a:ahLst/>
            <a:cxnLst/>
            <a:rect l="l" t="t" r="r" b="b"/>
            <a:pathLst>
              <a:path w="26035" h="27304">
                <a:moveTo>
                  <a:pt x="12930" y="0"/>
                </a:moveTo>
                <a:lnTo>
                  <a:pt x="3236" y="4181"/>
                </a:lnTo>
                <a:lnTo>
                  <a:pt x="0" y="13381"/>
                </a:lnTo>
                <a:lnTo>
                  <a:pt x="3228" y="22581"/>
                </a:lnTo>
                <a:lnTo>
                  <a:pt x="12930" y="26763"/>
                </a:lnTo>
                <a:lnTo>
                  <a:pt x="22623" y="22581"/>
                </a:lnTo>
                <a:lnTo>
                  <a:pt x="25860" y="13381"/>
                </a:lnTo>
                <a:lnTo>
                  <a:pt x="22632" y="4181"/>
                </a:lnTo>
                <a:lnTo>
                  <a:pt x="12930" y="0"/>
                </a:lnTo>
                <a:close/>
              </a:path>
            </a:pathLst>
          </a:custGeom>
          <a:solidFill>
            <a:srgbClr val="C574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 descr=""/>
          <p:cNvSpPr/>
          <p:nvPr/>
        </p:nvSpPr>
        <p:spPr>
          <a:xfrm>
            <a:off x="5510157" y="4886290"/>
            <a:ext cx="26034" cy="27305"/>
          </a:xfrm>
          <a:custGeom>
            <a:avLst/>
            <a:gdLst/>
            <a:ahLst/>
            <a:cxnLst/>
            <a:rect l="l" t="t" r="r" b="b"/>
            <a:pathLst>
              <a:path w="26035" h="27304">
                <a:moveTo>
                  <a:pt x="12930" y="0"/>
                </a:moveTo>
                <a:lnTo>
                  <a:pt x="3236" y="4183"/>
                </a:lnTo>
                <a:lnTo>
                  <a:pt x="0" y="13387"/>
                </a:lnTo>
                <a:lnTo>
                  <a:pt x="3228" y="22590"/>
                </a:lnTo>
                <a:lnTo>
                  <a:pt x="12930" y="26774"/>
                </a:lnTo>
                <a:lnTo>
                  <a:pt x="22623" y="22590"/>
                </a:lnTo>
                <a:lnTo>
                  <a:pt x="25860" y="13387"/>
                </a:lnTo>
                <a:lnTo>
                  <a:pt x="22632" y="4183"/>
                </a:lnTo>
                <a:lnTo>
                  <a:pt x="12930" y="0"/>
                </a:lnTo>
                <a:close/>
              </a:path>
            </a:pathLst>
          </a:custGeom>
          <a:solidFill>
            <a:srgbClr val="C574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 descr=""/>
          <p:cNvSpPr/>
          <p:nvPr/>
        </p:nvSpPr>
        <p:spPr>
          <a:xfrm>
            <a:off x="5507648" y="5967419"/>
            <a:ext cx="26034" cy="27305"/>
          </a:xfrm>
          <a:custGeom>
            <a:avLst/>
            <a:gdLst/>
            <a:ahLst/>
            <a:cxnLst/>
            <a:rect l="l" t="t" r="r" b="b"/>
            <a:pathLst>
              <a:path w="26035" h="27304">
                <a:moveTo>
                  <a:pt x="12930" y="0"/>
                </a:moveTo>
                <a:lnTo>
                  <a:pt x="3236" y="4183"/>
                </a:lnTo>
                <a:lnTo>
                  <a:pt x="0" y="13387"/>
                </a:lnTo>
                <a:lnTo>
                  <a:pt x="3228" y="22590"/>
                </a:lnTo>
                <a:lnTo>
                  <a:pt x="12930" y="26774"/>
                </a:lnTo>
                <a:lnTo>
                  <a:pt x="22623" y="22590"/>
                </a:lnTo>
                <a:lnTo>
                  <a:pt x="25860" y="13387"/>
                </a:lnTo>
                <a:lnTo>
                  <a:pt x="22632" y="4183"/>
                </a:lnTo>
                <a:lnTo>
                  <a:pt x="12930" y="0"/>
                </a:lnTo>
                <a:close/>
              </a:path>
            </a:pathLst>
          </a:custGeom>
          <a:solidFill>
            <a:srgbClr val="C574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 descr=""/>
          <p:cNvSpPr/>
          <p:nvPr/>
        </p:nvSpPr>
        <p:spPr>
          <a:xfrm>
            <a:off x="3964756" y="5968925"/>
            <a:ext cx="26034" cy="27305"/>
          </a:xfrm>
          <a:custGeom>
            <a:avLst/>
            <a:gdLst/>
            <a:ahLst/>
            <a:cxnLst/>
            <a:rect l="l" t="t" r="r" b="b"/>
            <a:pathLst>
              <a:path w="26035" h="27304">
                <a:moveTo>
                  <a:pt x="12930" y="0"/>
                </a:moveTo>
                <a:lnTo>
                  <a:pt x="3236" y="4183"/>
                </a:lnTo>
                <a:lnTo>
                  <a:pt x="0" y="13387"/>
                </a:lnTo>
                <a:lnTo>
                  <a:pt x="3228" y="22590"/>
                </a:lnTo>
                <a:lnTo>
                  <a:pt x="12930" y="26774"/>
                </a:lnTo>
                <a:lnTo>
                  <a:pt x="22623" y="22590"/>
                </a:lnTo>
                <a:lnTo>
                  <a:pt x="25860" y="13387"/>
                </a:lnTo>
                <a:lnTo>
                  <a:pt x="22632" y="4183"/>
                </a:lnTo>
                <a:lnTo>
                  <a:pt x="12930" y="0"/>
                </a:lnTo>
                <a:close/>
              </a:path>
            </a:pathLst>
          </a:custGeom>
          <a:solidFill>
            <a:srgbClr val="C574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 descr=""/>
          <p:cNvSpPr/>
          <p:nvPr/>
        </p:nvSpPr>
        <p:spPr>
          <a:xfrm>
            <a:off x="4455128" y="4892062"/>
            <a:ext cx="26034" cy="27305"/>
          </a:xfrm>
          <a:custGeom>
            <a:avLst/>
            <a:gdLst/>
            <a:ahLst/>
            <a:cxnLst/>
            <a:rect l="l" t="t" r="r" b="b"/>
            <a:pathLst>
              <a:path w="26035" h="27304">
                <a:moveTo>
                  <a:pt x="12930" y="0"/>
                </a:moveTo>
                <a:lnTo>
                  <a:pt x="3236" y="4183"/>
                </a:lnTo>
                <a:lnTo>
                  <a:pt x="0" y="13387"/>
                </a:lnTo>
                <a:lnTo>
                  <a:pt x="3228" y="22590"/>
                </a:lnTo>
                <a:lnTo>
                  <a:pt x="12930" y="26774"/>
                </a:lnTo>
                <a:lnTo>
                  <a:pt x="22623" y="22590"/>
                </a:lnTo>
                <a:lnTo>
                  <a:pt x="25860" y="13387"/>
                </a:lnTo>
                <a:lnTo>
                  <a:pt x="22632" y="4183"/>
                </a:lnTo>
                <a:lnTo>
                  <a:pt x="12930" y="0"/>
                </a:lnTo>
                <a:close/>
              </a:path>
            </a:pathLst>
          </a:custGeom>
          <a:solidFill>
            <a:srgbClr val="C574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 descr=""/>
          <p:cNvSpPr/>
          <p:nvPr/>
        </p:nvSpPr>
        <p:spPr>
          <a:xfrm>
            <a:off x="5017525" y="4891309"/>
            <a:ext cx="26034" cy="27305"/>
          </a:xfrm>
          <a:custGeom>
            <a:avLst/>
            <a:gdLst/>
            <a:ahLst/>
            <a:cxnLst/>
            <a:rect l="l" t="t" r="r" b="b"/>
            <a:pathLst>
              <a:path w="26035" h="27304">
                <a:moveTo>
                  <a:pt x="12930" y="0"/>
                </a:moveTo>
                <a:lnTo>
                  <a:pt x="3236" y="4181"/>
                </a:lnTo>
                <a:lnTo>
                  <a:pt x="0" y="13381"/>
                </a:lnTo>
                <a:lnTo>
                  <a:pt x="3228" y="22581"/>
                </a:lnTo>
                <a:lnTo>
                  <a:pt x="12930" y="26763"/>
                </a:lnTo>
                <a:lnTo>
                  <a:pt x="22623" y="22581"/>
                </a:lnTo>
                <a:lnTo>
                  <a:pt x="25860" y="13381"/>
                </a:lnTo>
                <a:lnTo>
                  <a:pt x="22632" y="4181"/>
                </a:lnTo>
                <a:lnTo>
                  <a:pt x="12930" y="0"/>
                </a:lnTo>
                <a:close/>
              </a:path>
            </a:pathLst>
          </a:custGeom>
          <a:solidFill>
            <a:srgbClr val="C574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 descr=""/>
          <p:cNvSpPr/>
          <p:nvPr/>
        </p:nvSpPr>
        <p:spPr>
          <a:xfrm>
            <a:off x="4453622" y="5970180"/>
            <a:ext cx="26034" cy="27305"/>
          </a:xfrm>
          <a:custGeom>
            <a:avLst/>
            <a:gdLst/>
            <a:ahLst/>
            <a:cxnLst/>
            <a:rect l="l" t="t" r="r" b="b"/>
            <a:pathLst>
              <a:path w="26035" h="27304">
                <a:moveTo>
                  <a:pt x="12930" y="0"/>
                </a:moveTo>
                <a:lnTo>
                  <a:pt x="3236" y="4183"/>
                </a:lnTo>
                <a:lnTo>
                  <a:pt x="0" y="13387"/>
                </a:lnTo>
                <a:lnTo>
                  <a:pt x="3228" y="22590"/>
                </a:lnTo>
                <a:lnTo>
                  <a:pt x="12930" y="26774"/>
                </a:lnTo>
                <a:lnTo>
                  <a:pt x="22623" y="22590"/>
                </a:lnTo>
                <a:lnTo>
                  <a:pt x="25860" y="13387"/>
                </a:lnTo>
                <a:lnTo>
                  <a:pt x="22632" y="4183"/>
                </a:lnTo>
                <a:lnTo>
                  <a:pt x="12930" y="0"/>
                </a:lnTo>
                <a:close/>
              </a:path>
            </a:pathLst>
          </a:custGeom>
          <a:solidFill>
            <a:srgbClr val="C5740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5" name="object 155" descr=""/>
          <p:cNvGrpSpPr/>
          <p:nvPr/>
        </p:nvGrpSpPr>
        <p:grpSpPr>
          <a:xfrm>
            <a:off x="3876395" y="5967169"/>
            <a:ext cx="3008630" cy="170815"/>
            <a:chOff x="3876395" y="5967169"/>
            <a:chExt cx="3008630" cy="170815"/>
          </a:xfrm>
        </p:grpSpPr>
        <p:sp>
          <p:nvSpPr>
            <p:cNvPr id="156" name="object 156" descr=""/>
            <p:cNvSpPr/>
            <p:nvPr/>
          </p:nvSpPr>
          <p:spPr>
            <a:xfrm>
              <a:off x="5016773" y="5967169"/>
              <a:ext cx="26034" cy="27305"/>
            </a:xfrm>
            <a:custGeom>
              <a:avLst/>
              <a:gdLst/>
              <a:ahLst/>
              <a:cxnLst/>
              <a:rect l="l" t="t" r="r" b="b"/>
              <a:pathLst>
                <a:path w="26035" h="27304">
                  <a:moveTo>
                    <a:pt x="12930" y="0"/>
                  </a:moveTo>
                  <a:lnTo>
                    <a:pt x="3236" y="4183"/>
                  </a:lnTo>
                  <a:lnTo>
                    <a:pt x="0" y="13387"/>
                  </a:lnTo>
                  <a:lnTo>
                    <a:pt x="3228" y="22590"/>
                  </a:lnTo>
                  <a:lnTo>
                    <a:pt x="12930" y="26774"/>
                  </a:lnTo>
                  <a:lnTo>
                    <a:pt x="22623" y="22590"/>
                  </a:lnTo>
                  <a:lnTo>
                    <a:pt x="25860" y="13387"/>
                  </a:lnTo>
                  <a:lnTo>
                    <a:pt x="22632" y="4183"/>
                  </a:lnTo>
                  <a:lnTo>
                    <a:pt x="12930" y="0"/>
                  </a:lnTo>
                  <a:close/>
                </a:path>
              </a:pathLst>
            </a:custGeom>
            <a:solidFill>
              <a:srgbClr val="C574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3876395" y="6013021"/>
              <a:ext cx="1751330" cy="124460"/>
            </a:xfrm>
            <a:custGeom>
              <a:avLst/>
              <a:gdLst/>
              <a:ahLst/>
              <a:cxnLst/>
              <a:rect l="l" t="t" r="r" b="b"/>
              <a:pathLst>
                <a:path w="1751329" h="124460">
                  <a:moveTo>
                    <a:pt x="1751192" y="0"/>
                  </a:moveTo>
                  <a:lnTo>
                    <a:pt x="0" y="0"/>
                  </a:lnTo>
                  <a:lnTo>
                    <a:pt x="0" y="124226"/>
                  </a:lnTo>
                  <a:lnTo>
                    <a:pt x="1751192" y="124226"/>
                  </a:lnTo>
                  <a:lnTo>
                    <a:pt x="1751192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3912552" y="6013024"/>
              <a:ext cx="2972435" cy="124460"/>
            </a:xfrm>
            <a:custGeom>
              <a:avLst/>
              <a:gdLst/>
              <a:ahLst/>
              <a:cxnLst/>
              <a:rect l="l" t="t" r="r" b="b"/>
              <a:pathLst>
                <a:path w="2972434" h="124460">
                  <a:moveTo>
                    <a:pt x="46710" y="98996"/>
                  </a:moveTo>
                  <a:lnTo>
                    <a:pt x="46062" y="84505"/>
                  </a:lnTo>
                  <a:lnTo>
                    <a:pt x="40513" y="78371"/>
                  </a:lnTo>
                  <a:lnTo>
                    <a:pt x="33007" y="78371"/>
                  </a:lnTo>
                  <a:lnTo>
                    <a:pt x="6934" y="78371"/>
                  </a:lnTo>
                  <a:lnTo>
                    <a:pt x="215" y="84531"/>
                  </a:lnTo>
                  <a:lnTo>
                    <a:pt x="863" y="99009"/>
                  </a:lnTo>
                  <a:lnTo>
                    <a:pt x="6426" y="105143"/>
                  </a:lnTo>
                  <a:lnTo>
                    <a:pt x="40005" y="105143"/>
                  </a:lnTo>
                  <a:lnTo>
                    <a:pt x="46710" y="98996"/>
                  </a:lnTo>
                  <a:close/>
                </a:path>
                <a:path w="2972434" h="124460">
                  <a:moveTo>
                    <a:pt x="57670" y="36830"/>
                  </a:moveTo>
                  <a:lnTo>
                    <a:pt x="21399" y="24307"/>
                  </a:lnTo>
                  <a:lnTo>
                    <a:pt x="12928" y="24180"/>
                  </a:lnTo>
                  <a:lnTo>
                    <a:pt x="3238" y="28435"/>
                  </a:lnTo>
                  <a:lnTo>
                    <a:pt x="0" y="37655"/>
                  </a:lnTo>
                  <a:lnTo>
                    <a:pt x="3225" y="46837"/>
                  </a:lnTo>
                  <a:lnTo>
                    <a:pt x="12928" y="50939"/>
                  </a:lnTo>
                  <a:lnTo>
                    <a:pt x="19583" y="50977"/>
                  </a:lnTo>
                  <a:lnTo>
                    <a:pt x="26238" y="51206"/>
                  </a:lnTo>
                  <a:lnTo>
                    <a:pt x="32880" y="51676"/>
                  </a:lnTo>
                  <a:lnTo>
                    <a:pt x="39484" y="52425"/>
                  </a:lnTo>
                  <a:lnTo>
                    <a:pt x="46634" y="53428"/>
                  </a:lnTo>
                  <a:lnTo>
                    <a:pt x="53860" y="50698"/>
                  </a:lnTo>
                  <a:lnTo>
                    <a:pt x="57670" y="36830"/>
                  </a:lnTo>
                  <a:close/>
                </a:path>
                <a:path w="2972434" h="124460">
                  <a:moveTo>
                    <a:pt x="111912" y="65493"/>
                  </a:moveTo>
                  <a:lnTo>
                    <a:pt x="110172" y="59169"/>
                  </a:lnTo>
                  <a:lnTo>
                    <a:pt x="108051" y="51460"/>
                  </a:lnTo>
                  <a:lnTo>
                    <a:pt x="100888" y="48806"/>
                  </a:lnTo>
                  <a:lnTo>
                    <a:pt x="88303" y="50584"/>
                  </a:lnTo>
                  <a:lnTo>
                    <a:pt x="81191" y="50596"/>
                  </a:lnTo>
                  <a:lnTo>
                    <a:pt x="68173" y="49834"/>
                  </a:lnTo>
                  <a:lnTo>
                    <a:pt x="61468" y="56692"/>
                  </a:lnTo>
                  <a:lnTo>
                    <a:pt x="62128" y="71234"/>
                  </a:lnTo>
                  <a:lnTo>
                    <a:pt x="67665" y="76568"/>
                  </a:lnTo>
                  <a:lnTo>
                    <a:pt x="75158" y="77012"/>
                  </a:lnTo>
                  <a:lnTo>
                    <a:pt x="81622" y="77177"/>
                  </a:lnTo>
                  <a:lnTo>
                    <a:pt x="88023" y="76974"/>
                  </a:lnTo>
                  <a:lnTo>
                    <a:pt x="94411" y="76428"/>
                  </a:lnTo>
                  <a:lnTo>
                    <a:pt x="100812" y="75628"/>
                  </a:lnTo>
                  <a:lnTo>
                    <a:pt x="107975" y="74625"/>
                  </a:lnTo>
                  <a:lnTo>
                    <a:pt x="111912" y="65493"/>
                  </a:lnTo>
                  <a:close/>
                </a:path>
                <a:path w="2972434" h="124460">
                  <a:moveTo>
                    <a:pt x="170865" y="36576"/>
                  </a:moveTo>
                  <a:lnTo>
                    <a:pt x="167411" y="27978"/>
                  </a:lnTo>
                  <a:lnTo>
                    <a:pt x="160032" y="26657"/>
                  </a:lnTo>
                  <a:lnTo>
                    <a:pt x="153200" y="25412"/>
                  </a:lnTo>
                  <a:lnTo>
                    <a:pt x="146354" y="24752"/>
                  </a:lnTo>
                  <a:lnTo>
                    <a:pt x="132435" y="25590"/>
                  </a:lnTo>
                  <a:lnTo>
                    <a:pt x="125691" y="31026"/>
                  </a:lnTo>
                  <a:lnTo>
                    <a:pt x="126339" y="45453"/>
                  </a:lnTo>
                  <a:lnTo>
                    <a:pt x="131927" y="52387"/>
                  </a:lnTo>
                  <a:lnTo>
                    <a:pt x="142049" y="51777"/>
                  </a:lnTo>
                  <a:lnTo>
                    <a:pt x="144678" y="51727"/>
                  </a:lnTo>
                  <a:lnTo>
                    <a:pt x="150761" y="52158"/>
                  </a:lnTo>
                  <a:lnTo>
                    <a:pt x="152908" y="52463"/>
                  </a:lnTo>
                  <a:lnTo>
                    <a:pt x="159778" y="53695"/>
                  </a:lnTo>
                  <a:lnTo>
                    <a:pt x="167678" y="50596"/>
                  </a:lnTo>
                  <a:lnTo>
                    <a:pt x="170865" y="36576"/>
                  </a:lnTo>
                  <a:close/>
                </a:path>
                <a:path w="2972434" h="124460">
                  <a:moveTo>
                    <a:pt x="179209" y="95758"/>
                  </a:moveTo>
                  <a:lnTo>
                    <a:pt x="178562" y="81229"/>
                  </a:lnTo>
                  <a:lnTo>
                    <a:pt x="173012" y="75666"/>
                  </a:lnTo>
                  <a:lnTo>
                    <a:pt x="165506" y="75349"/>
                  </a:lnTo>
                  <a:lnTo>
                    <a:pt x="158597" y="75057"/>
                  </a:lnTo>
                  <a:lnTo>
                    <a:pt x="151536" y="75958"/>
                  </a:lnTo>
                  <a:lnTo>
                    <a:pt x="138176" y="79819"/>
                  </a:lnTo>
                  <a:lnTo>
                    <a:pt x="133299" y="87401"/>
                  </a:lnTo>
                  <a:lnTo>
                    <a:pt x="137756" y="101168"/>
                  </a:lnTo>
                  <a:lnTo>
                    <a:pt x="144805" y="105765"/>
                  </a:lnTo>
                  <a:lnTo>
                    <a:pt x="154393" y="103022"/>
                  </a:lnTo>
                  <a:lnTo>
                    <a:pt x="157810" y="102323"/>
                  </a:lnTo>
                  <a:lnTo>
                    <a:pt x="160388" y="102108"/>
                  </a:lnTo>
                  <a:lnTo>
                    <a:pt x="162915" y="102006"/>
                  </a:lnTo>
                  <a:lnTo>
                    <a:pt x="172516" y="102412"/>
                  </a:lnTo>
                  <a:lnTo>
                    <a:pt x="179209" y="95758"/>
                  </a:lnTo>
                  <a:close/>
                </a:path>
                <a:path w="2972434" h="124460">
                  <a:moveTo>
                    <a:pt x="232422" y="62852"/>
                  </a:moveTo>
                  <a:lnTo>
                    <a:pt x="231775" y="48374"/>
                  </a:lnTo>
                  <a:lnTo>
                    <a:pt x="226225" y="42240"/>
                  </a:lnTo>
                  <a:lnTo>
                    <a:pt x="218719" y="42240"/>
                  </a:lnTo>
                  <a:lnTo>
                    <a:pt x="200672" y="42240"/>
                  </a:lnTo>
                  <a:lnTo>
                    <a:pt x="193967" y="48399"/>
                  </a:lnTo>
                  <a:lnTo>
                    <a:pt x="194614" y="62877"/>
                  </a:lnTo>
                  <a:lnTo>
                    <a:pt x="200164" y="68999"/>
                  </a:lnTo>
                  <a:lnTo>
                    <a:pt x="225717" y="68999"/>
                  </a:lnTo>
                  <a:lnTo>
                    <a:pt x="232422" y="62852"/>
                  </a:lnTo>
                  <a:close/>
                </a:path>
                <a:path w="2972434" h="124460">
                  <a:moveTo>
                    <a:pt x="279603" y="99999"/>
                  </a:moveTo>
                  <a:lnTo>
                    <a:pt x="278955" y="85509"/>
                  </a:lnTo>
                  <a:lnTo>
                    <a:pt x="273405" y="79375"/>
                  </a:lnTo>
                  <a:lnTo>
                    <a:pt x="265899" y="79375"/>
                  </a:lnTo>
                  <a:lnTo>
                    <a:pt x="248856" y="79375"/>
                  </a:lnTo>
                  <a:lnTo>
                    <a:pt x="242150" y="85534"/>
                  </a:lnTo>
                  <a:lnTo>
                    <a:pt x="242798" y="100012"/>
                  </a:lnTo>
                  <a:lnTo>
                    <a:pt x="248361" y="106146"/>
                  </a:lnTo>
                  <a:lnTo>
                    <a:pt x="272897" y="106146"/>
                  </a:lnTo>
                  <a:lnTo>
                    <a:pt x="279603" y="99999"/>
                  </a:lnTo>
                  <a:close/>
                </a:path>
                <a:path w="2972434" h="124460">
                  <a:moveTo>
                    <a:pt x="358076" y="37858"/>
                  </a:moveTo>
                  <a:lnTo>
                    <a:pt x="323532" y="21463"/>
                  </a:lnTo>
                  <a:lnTo>
                    <a:pt x="315709" y="19329"/>
                  </a:lnTo>
                  <a:lnTo>
                    <a:pt x="305206" y="20916"/>
                  </a:lnTo>
                  <a:lnTo>
                    <a:pt x="299631" y="28981"/>
                  </a:lnTo>
                  <a:lnTo>
                    <a:pt x="300316" y="38658"/>
                  </a:lnTo>
                  <a:lnTo>
                    <a:pt x="308584" y="45135"/>
                  </a:lnTo>
                  <a:lnTo>
                    <a:pt x="316407" y="47269"/>
                  </a:lnTo>
                  <a:lnTo>
                    <a:pt x="324180" y="49555"/>
                  </a:lnTo>
                  <a:lnTo>
                    <a:pt x="331914" y="51993"/>
                  </a:lnTo>
                  <a:lnTo>
                    <a:pt x="346417" y="56972"/>
                  </a:lnTo>
                  <a:lnTo>
                    <a:pt x="354241" y="51879"/>
                  </a:lnTo>
                  <a:lnTo>
                    <a:pt x="358076" y="37858"/>
                  </a:lnTo>
                  <a:close/>
                </a:path>
                <a:path w="2972434" h="124460">
                  <a:moveTo>
                    <a:pt x="375196" y="83731"/>
                  </a:moveTo>
                  <a:lnTo>
                    <a:pt x="371957" y="74523"/>
                  </a:lnTo>
                  <a:lnTo>
                    <a:pt x="362267" y="70345"/>
                  </a:lnTo>
                  <a:lnTo>
                    <a:pt x="333146" y="70345"/>
                  </a:lnTo>
                  <a:lnTo>
                    <a:pt x="323456" y="74523"/>
                  </a:lnTo>
                  <a:lnTo>
                    <a:pt x="320217" y="83731"/>
                  </a:lnTo>
                  <a:lnTo>
                    <a:pt x="323456" y="92925"/>
                  </a:lnTo>
                  <a:lnTo>
                    <a:pt x="333146" y="97104"/>
                  </a:lnTo>
                  <a:lnTo>
                    <a:pt x="362267" y="97104"/>
                  </a:lnTo>
                  <a:lnTo>
                    <a:pt x="371957" y="92925"/>
                  </a:lnTo>
                  <a:lnTo>
                    <a:pt x="375196" y="83731"/>
                  </a:lnTo>
                  <a:close/>
                </a:path>
                <a:path w="2972434" h="124460">
                  <a:moveTo>
                    <a:pt x="428167" y="56832"/>
                  </a:moveTo>
                  <a:lnTo>
                    <a:pt x="427520" y="42354"/>
                  </a:lnTo>
                  <a:lnTo>
                    <a:pt x="421970" y="36220"/>
                  </a:lnTo>
                  <a:lnTo>
                    <a:pt x="414464" y="36220"/>
                  </a:lnTo>
                  <a:lnTo>
                    <a:pt x="392404" y="36220"/>
                  </a:lnTo>
                  <a:lnTo>
                    <a:pt x="385699" y="42367"/>
                  </a:lnTo>
                  <a:lnTo>
                    <a:pt x="386346" y="56857"/>
                  </a:lnTo>
                  <a:lnTo>
                    <a:pt x="391896" y="62979"/>
                  </a:lnTo>
                  <a:lnTo>
                    <a:pt x="421462" y="62979"/>
                  </a:lnTo>
                  <a:lnTo>
                    <a:pt x="428167" y="56832"/>
                  </a:lnTo>
                  <a:close/>
                </a:path>
                <a:path w="2972434" h="124460">
                  <a:moveTo>
                    <a:pt x="476351" y="101003"/>
                  </a:moveTo>
                  <a:lnTo>
                    <a:pt x="475703" y="86512"/>
                  </a:lnTo>
                  <a:lnTo>
                    <a:pt x="470154" y="80378"/>
                  </a:lnTo>
                  <a:lnTo>
                    <a:pt x="462648" y="80378"/>
                  </a:lnTo>
                  <a:lnTo>
                    <a:pt x="446608" y="80378"/>
                  </a:lnTo>
                  <a:lnTo>
                    <a:pt x="439902" y="86537"/>
                  </a:lnTo>
                  <a:lnTo>
                    <a:pt x="440550" y="101015"/>
                  </a:lnTo>
                  <a:lnTo>
                    <a:pt x="446112" y="107162"/>
                  </a:lnTo>
                  <a:lnTo>
                    <a:pt x="469646" y="107162"/>
                  </a:lnTo>
                  <a:lnTo>
                    <a:pt x="476351" y="101003"/>
                  </a:lnTo>
                  <a:close/>
                </a:path>
                <a:path w="2972434" h="124460">
                  <a:moveTo>
                    <a:pt x="544817" y="41973"/>
                  </a:moveTo>
                  <a:lnTo>
                    <a:pt x="541604" y="32893"/>
                  </a:lnTo>
                  <a:lnTo>
                    <a:pt x="531901" y="29070"/>
                  </a:lnTo>
                  <a:lnTo>
                    <a:pt x="520598" y="29337"/>
                  </a:lnTo>
                  <a:lnTo>
                    <a:pt x="509308" y="29311"/>
                  </a:lnTo>
                  <a:lnTo>
                    <a:pt x="498017" y="28994"/>
                  </a:lnTo>
                  <a:lnTo>
                    <a:pt x="486727" y="28384"/>
                  </a:lnTo>
                  <a:lnTo>
                    <a:pt x="477062" y="31927"/>
                  </a:lnTo>
                  <a:lnTo>
                    <a:pt x="509308" y="56083"/>
                  </a:lnTo>
                  <a:lnTo>
                    <a:pt x="520598" y="56108"/>
                  </a:lnTo>
                  <a:lnTo>
                    <a:pt x="531901" y="55841"/>
                  </a:lnTo>
                  <a:lnTo>
                    <a:pt x="541578" y="51308"/>
                  </a:lnTo>
                  <a:lnTo>
                    <a:pt x="544817" y="41973"/>
                  </a:lnTo>
                  <a:close/>
                </a:path>
                <a:path w="2972434" h="124460">
                  <a:moveTo>
                    <a:pt x="557657" y="88950"/>
                  </a:moveTo>
                  <a:lnTo>
                    <a:pt x="557009" y="74472"/>
                  </a:lnTo>
                  <a:lnTo>
                    <a:pt x="551459" y="68338"/>
                  </a:lnTo>
                  <a:lnTo>
                    <a:pt x="543953" y="68338"/>
                  </a:lnTo>
                  <a:lnTo>
                    <a:pt x="527926" y="68338"/>
                  </a:lnTo>
                  <a:lnTo>
                    <a:pt x="521208" y="74498"/>
                  </a:lnTo>
                  <a:lnTo>
                    <a:pt x="521868" y="88976"/>
                  </a:lnTo>
                  <a:lnTo>
                    <a:pt x="527418" y="95110"/>
                  </a:lnTo>
                  <a:lnTo>
                    <a:pt x="550964" y="95110"/>
                  </a:lnTo>
                  <a:lnTo>
                    <a:pt x="557657" y="88950"/>
                  </a:lnTo>
                  <a:close/>
                </a:path>
                <a:path w="2972434" h="124460">
                  <a:moveTo>
                    <a:pt x="2971927" y="0"/>
                  </a:moveTo>
                  <a:lnTo>
                    <a:pt x="1715033" y="0"/>
                  </a:lnTo>
                  <a:lnTo>
                    <a:pt x="1715033" y="124231"/>
                  </a:lnTo>
                  <a:lnTo>
                    <a:pt x="2971927" y="124231"/>
                  </a:lnTo>
                  <a:lnTo>
                    <a:pt x="2971927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9" name="object 15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494331" y="6042597"/>
              <a:ext cx="67924" cy="73651"/>
            </a:xfrm>
            <a:prstGeom prst="rect">
              <a:avLst/>
            </a:prstGeom>
          </p:spPr>
        </p:pic>
        <p:pic>
          <p:nvPicPr>
            <p:cNvPr id="160" name="object 16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98400" y="6038705"/>
              <a:ext cx="139614" cy="81301"/>
            </a:xfrm>
            <a:prstGeom prst="rect">
              <a:avLst/>
            </a:prstGeom>
          </p:spPr>
        </p:pic>
        <p:sp>
          <p:nvSpPr>
            <p:cNvPr id="161" name="object 161" descr=""/>
            <p:cNvSpPr/>
            <p:nvPr/>
          </p:nvSpPr>
          <p:spPr>
            <a:xfrm>
              <a:off x="4765306" y="6044723"/>
              <a:ext cx="165100" cy="65405"/>
            </a:xfrm>
            <a:custGeom>
              <a:avLst/>
              <a:gdLst/>
              <a:ahLst/>
              <a:cxnLst/>
              <a:rect l="l" t="t" r="r" b="b"/>
              <a:pathLst>
                <a:path w="165100" h="65404">
                  <a:moveTo>
                    <a:pt x="46215" y="59169"/>
                  </a:moveTo>
                  <a:lnTo>
                    <a:pt x="45567" y="44729"/>
                  </a:lnTo>
                  <a:lnTo>
                    <a:pt x="40005" y="38087"/>
                  </a:lnTo>
                  <a:lnTo>
                    <a:pt x="32499" y="38379"/>
                  </a:lnTo>
                  <a:lnTo>
                    <a:pt x="26200" y="38608"/>
                  </a:lnTo>
                  <a:lnTo>
                    <a:pt x="19939" y="38379"/>
                  </a:lnTo>
                  <a:lnTo>
                    <a:pt x="6692" y="36880"/>
                  </a:lnTo>
                  <a:lnTo>
                    <a:pt x="0" y="44386"/>
                  </a:lnTo>
                  <a:lnTo>
                    <a:pt x="647" y="58966"/>
                  </a:lnTo>
                  <a:lnTo>
                    <a:pt x="6197" y="63588"/>
                  </a:lnTo>
                  <a:lnTo>
                    <a:pt x="19939" y="65138"/>
                  </a:lnTo>
                  <a:lnTo>
                    <a:pt x="26212" y="65379"/>
                  </a:lnTo>
                  <a:lnTo>
                    <a:pt x="39484" y="64884"/>
                  </a:lnTo>
                  <a:lnTo>
                    <a:pt x="46215" y="59169"/>
                  </a:lnTo>
                  <a:close/>
                </a:path>
                <a:path w="165100" h="65404">
                  <a:moveTo>
                    <a:pt x="52819" y="16713"/>
                  </a:moveTo>
                  <a:lnTo>
                    <a:pt x="52336" y="6134"/>
                  </a:lnTo>
                  <a:lnTo>
                    <a:pt x="46786" y="0"/>
                  </a:lnTo>
                  <a:lnTo>
                    <a:pt x="39281" y="0"/>
                  </a:lnTo>
                  <a:lnTo>
                    <a:pt x="28321" y="0"/>
                  </a:lnTo>
                  <a:lnTo>
                    <a:pt x="24714" y="1498"/>
                  </a:lnTo>
                  <a:lnTo>
                    <a:pt x="19964" y="6235"/>
                  </a:lnTo>
                  <a:lnTo>
                    <a:pt x="18211" y="10045"/>
                  </a:lnTo>
                  <a:lnTo>
                    <a:pt x="18694" y="20637"/>
                  </a:lnTo>
                  <a:lnTo>
                    <a:pt x="24244" y="26771"/>
                  </a:lnTo>
                  <a:lnTo>
                    <a:pt x="42710" y="26771"/>
                  </a:lnTo>
                  <a:lnTo>
                    <a:pt x="46316" y="25273"/>
                  </a:lnTo>
                  <a:lnTo>
                    <a:pt x="51066" y="20523"/>
                  </a:lnTo>
                  <a:lnTo>
                    <a:pt x="52819" y="16713"/>
                  </a:lnTo>
                  <a:close/>
                </a:path>
                <a:path w="165100" h="65404">
                  <a:moveTo>
                    <a:pt x="114782" y="45999"/>
                  </a:moveTo>
                  <a:lnTo>
                    <a:pt x="111048" y="38582"/>
                  </a:lnTo>
                  <a:lnTo>
                    <a:pt x="103822" y="36601"/>
                  </a:lnTo>
                  <a:lnTo>
                    <a:pt x="92189" y="33413"/>
                  </a:lnTo>
                  <a:lnTo>
                    <a:pt x="88239" y="33921"/>
                  </a:lnTo>
                  <a:lnTo>
                    <a:pt x="82461" y="37312"/>
                  </a:lnTo>
                  <a:lnTo>
                    <a:pt x="79806" y="40487"/>
                  </a:lnTo>
                  <a:lnTo>
                    <a:pt x="77470" y="50749"/>
                  </a:lnTo>
                  <a:lnTo>
                    <a:pt x="81203" y="58166"/>
                  </a:lnTo>
                  <a:lnTo>
                    <a:pt x="100063" y="63334"/>
                  </a:lnTo>
                  <a:lnTo>
                    <a:pt x="104025" y="62814"/>
                  </a:lnTo>
                  <a:lnTo>
                    <a:pt x="109791" y="59436"/>
                  </a:lnTo>
                  <a:lnTo>
                    <a:pt x="112445" y="56248"/>
                  </a:lnTo>
                  <a:lnTo>
                    <a:pt x="114782" y="45999"/>
                  </a:lnTo>
                  <a:close/>
                </a:path>
                <a:path w="165100" h="65404">
                  <a:moveTo>
                    <a:pt x="165074" y="15913"/>
                  </a:moveTo>
                  <a:lnTo>
                    <a:pt x="122859" y="317"/>
                  </a:lnTo>
                  <a:lnTo>
                    <a:pt x="113068" y="215"/>
                  </a:lnTo>
                  <a:lnTo>
                    <a:pt x="103365" y="4368"/>
                  </a:lnTo>
                  <a:lnTo>
                    <a:pt x="100126" y="13563"/>
                  </a:lnTo>
                  <a:lnTo>
                    <a:pt x="103365" y="22771"/>
                  </a:lnTo>
                  <a:lnTo>
                    <a:pt x="113068" y="26974"/>
                  </a:lnTo>
                  <a:lnTo>
                    <a:pt x="122859" y="27076"/>
                  </a:lnTo>
                  <a:lnTo>
                    <a:pt x="132638" y="27355"/>
                  </a:lnTo>
                  <a:lnTo>
                    <a:pt x="142430" y="27787"/>
                  </a:lnTo>
                  <a:lnTo>
                    <a:pt x="152209" y="28397"/>
                  </a:lnTo>
                  <a:lnTo>
                    <a:pt x="161861" y="24892"/>
                  </a:lnTo>
                  <a:lnTo>
                    <a:pt x="165074" y="15913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2" name="object 16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956541" y="6038033"/>
              <a:ext cx="86543" cy="73213"/>
            </a:xfrm>
            <a:prstGeom prst="rect">
              <a:avLst/>
            </a:prstGeom>
          </p:spPr>
        </p:pic>
        <p:pic>
          <p:nvPicPr>
            <p:cNvPr id="163" name="object 16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087045" y="6032268"/>
              <a:ext cx="458273" cy="84256"/>
            </a:xfrm>
            <a:prstGeom prst="rect">
              <a:avLst/>
            </a:prstGeom>
          </p:spPr>
        </p:pic>
        <p:sp>
          <p:nvSpPr>
            <p:cNvPr id="164" name="object 164" descr=""/>
            <p:cNvSpPr/>
            <p:nvPr/>
          </p:nvSpPr>
          <p:spPr>
            <a:xfrm>
              <a:off x="5564609" y="6075922"/>
              <a:ext cx="45720" cy="38100"/>
            </a:xfrm>
            <a:custGeom>
              <a:avLst/>
              <a:gdLst/>
              <a:ahLst/>
              <a:cxnLst/>
              <a:rect l="l" t="t" r="r" b="b"/>
              <a:pathLst>
                <a:path w="45720" h="38100">
                  <a:moveTo>
                    <a:pt x="23477" y="3236"/>
                  </a:moveTo>
                  <a:lnTo>
                    <a:pt x="19999" y="5853"/>
                  </a:lnTo>
                  <a:lnTo>
                    <a:pt x="18428" y="6858"/>
                  </a:lnTo>
                  <a:lnTo>
                    <a:pt x="17413" y="7444"/>
                  </a:lnTo>
                  <a:lnTo>
                    <a:pt x="15622" y="8408"/>
                  </a:lnTo>
                  <a:lnTo>
                    <a:pt x="15140" y="8690"/>
                  </a:lnTo>
                  <a:lnTo>
                    <a:pt x="14051" y="9224"/>
                  </a:lnTo>
                  <a:lnTo>
                    <a:pt x="12764" y="9538"/>
                  </a:lnTo>
                  <a:lnTo>
                    <a:pt x="4952" y="11968"/>
                  </a:lnTo>
                  <a:lnTo>
                    <a:pt x="0" y="19329"/>
                  </a:lnTo>
                  <a:lnTo>
                    <a:pt x="4450" y="33077"/>
                  </a:lnTo>
                  <a:lnTo>
                    <a:pt x="11580" y="37936"/>
                  </a:lnTo>
                  <a:lnTo>
                    <a:pt x="26648" y="33255"/>
                  </a:lnTo>
                  <a:lnTo>
                    <a:pt x="33297" y="29402"/>
                  </a:lnTo>
                  <a:lnTo>
                    <a:pt x="45244" y="19915"/>
                  </a:lnTo>
                  <a:lnTo>
                    <a:pt x="44647" y="9874"/>
                  </a:lnTo>
                  <a:lnTo>
                    <a:pt x="39737" y="5361"/>
                  </a:lnTo>
                  <a:lnTo>
                    <a:pt x="20805" y="5361"/>
                  </a:lnTo>
                  <a:lnTo>
                    <a:pt x="23477" y="3236"/>
                  </a:lnTo>
                  <a:close/>
                </a:path>
                <a:path w="45720" h="38100">
                  <a:moveTo>
                    <a:pt x="37363" y="3183"/>
                  </a:moveTo>
                  <a:lnTo>
                    <a:pt x="23549" y="3183"/>
                  </a:lnTo>
                  <a:lnTo>
                    <a:pt x="20805" y="5361"/>
                  </a:lnTo>
                  <a:lnTo>
                    <a:pt x="39737" y="5361"/>
                  </a:lnTo>
                  <a:lnTo>
                    <a:pt x="37363" y="3183"/>
                  </a:lnTo>
                  <a:close/>
                </a:path>
                <a:path w="45720" h="38100">
                  <a:moveTo>
                    <a:pt x="33894" y="0"/>
                  </a:moveTo>
                  <a:lnTo>
                    <a:pt x="26679" y="691"/>
                  </a:lnTo>
                  <a:lnTo>
                    <a:pt x="23477" y="3236"/>
                  </a:lnTo>
                  <a:lnTo>
                    <a:pt x="37363" y="3183"/>
                  </a:lnTo>
                  <a:lnTo>
                    <a:pt x="33894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5" name="object 16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66795" y="6034156"/>
              <a:ext cx="286509" cy="81972"/>
            </a:xfrm>
            <a:prstGeom prst="rect">
              <a:avLst/>
            </a:prstGeom>
          </p:spPr>
        </p:pic>
        <p:sp>
          <p:nvSpPr>
            <p:cNvPr id="166" name="object 166" descr=""/>
            <p:cNvSpPr/>
            <p:nvPr/>
          </p:nvSpPr>
          <p:spPr>
            <a:xfrm>
              <a:off x="6513449" y="6039313"/>
              <a:ext cx="175895" cy="74930"/>
            </a:xfrm>
            <a:custGeom>
              <a:avLst/>
              <a:gdLst/>
              <a:ahLst/>
              <a:cxnLst/>
              <a:rect l="l" t="t" r="r" b="b"/>
              <a:pathLst>
                <a:path w="175895" h="74929">
                  <a:moveTo>
                    <a:pt x="43472" y="68592"/>
                  </a:moveTo>
                  <a:lnTo>
                    <a:pt x="42824" y="54114"/>
                  </a:lnTo>
                  <a:lnTo>
                    <a:pt x="37274" y="47980"/>
                  </a:lnTo>
                  <a:lnTo>
                    <a:pt x="29768" y="47980"/>
                  </a:lnTo>
                  <a:lnTo>
                    <a:pt x="13728" y="47980"/>
                  </a:lnTo>
                  <a:lnTo>
                    <a:pt x="7023" y="54127"/>
                  </a:lnTo>
                  <a:lnTo>
                    <a:pt x="7670" y="68618"/>
                  </a:lnTo>
                  <a:lnTo>
                    <a:pt x="13233" y="74752"/>
                  </a:lnTo>
                  <a:lnTo>
                    <a:pt x="36766" y="74752"/>
                  </a:lnTo>
                  <a:lnTo>
                    <a:pt x="43472" y="68592"/>
                  </a:lnTo>
                  <a:close/>
                </a:path>
                <a:path w="175895" h="74929">
                  <a:moveTo>
                    <a:pt x="70967" y="13589"/>
                  </a:moveTo>
                  <a:lnTo>
                    <a:pt x="67754" y="4508"/>
                  </a:lnTo>
                  <a:lnTo>
                    <a:pt x="58051" y="685"/>
                  </a:lnTo>
                  <a:lnTo>
                    <a:pt x="46748" y="952"/>
                  </a:lnTo>
                  <a:lnTo>
                    <a:pt x="35458" y="927"/>
                  </a:lnTo>
                  <a:lnTo>
                    <a:pt x="24168" y="609"/>
                  </a:lnTo>
                  <a:lnTo>
                    <a:pt x="12877" y="0"/>
                  </a:lnTo>
                  <a:lnTo>
                    <a:pt x="3213" y="3543"/>
                  </a:lnTo>
                  <a:lnTo>
                    <a:pt x="35458" y="27698"/>
                  </a:lnTo>
                  <a:lnTo>
                    <a:pt x="46748" y="27724"/>
                  </a:lnTo>
                  <a:lnTo>
                    <a:pt x="58051" y="27457"/>
                  </a:lnTo>
                  <a:lnTo>
                    <a:pt x="67729" y="22910"/>
                  </a:lnTo>
                  <a:lnTo>
                    <a:pt x="70967" y="13589"/>
                  </a:lnTo>
                  <a:close/>
                </a:path>
                <a:path w="175895" h="74929">
                  <a:moveTo>
                    <a:pt x="107099" y="68592"/>
                  </a:moveTo>
                  <a:lnTo>
                    <a:pt x="106451" y="54114"/>
                  </a:lnTo>
                  <a:lnTo>
                    <a:pt x="100901" y="47980"/>
                  </a:lnTo>
                  <a:lnTo>
                    <a:pt x="93395" y="47980"/>
                  </a:lnTo>
                  <a:lnTo>
                    <a:pt x="77368" y="47980"/>
                  </a:lnTo>
                  <a:lnTo>
                    <a:pt x="70650" y="54127"/>
                  </a:lnTo>
                  <a:lnTo>
                    <a:pt x="71310" y="68618"/>
                  </a:lnTo>
                  <a:lnTo>
                    <a:pt x="76860" y="74752"/>
                  </a:lnTo>
                  <a:lnTo>
                    <a:pt x="100406" y="74752"/>
                  </a:lnTo>
                  <a:lnTo>
                    <a:pt x="107099" y="68592"/>
                  </a:lnTo>
                  <a:close/>
                </a:path>
                <a:path w="175895" h="74929">
                  <a:moveTo>
                    <a:pt x="157784" y="9309"/>
                  </a:moveTo>
                  <a:lnTo>
                    <a:pt x="151638" y="4241"/>
                  </a:lnTo>
                  <a:lnTo>
                    <a:pt x="144399" y="3644"/>
                  </a:lnTo>
                  <a:lnTo>
                    <a:pt x="114096" y="1193"/>
                  </a:lnTo>
                  <a:lnTo>
                    <a:pt x="107924" y="8356"/>
                  </a:lnTo>
                  <a:lnTo>
                    <a:pt x="107924" y="22885"/>
                  </a:lnTo>
                  <a:lnTo>
                    <a:pt x="114071" y="27952"/>
                  </a:lnTo>
                  <a:lnTo>
                    <a:pt x="151625" y="31000"/>
                  </a:lnTo>
                  <a:lnTo>
                    <a:pt x="157784" y="23850"/>
                  </a:lnTo>
                  <a:lnTo>
                    <a:pt x="157784" y="9309"/>
                  </a:lnTo>
                  <a:close/>
                </a:path>
                <a:path w="175895" h="74929">
                  <a:moveTo>
                    <a:pt x="175844" y="58407"/>
                  </a:moveTo>
                  <a:lnTo>
                    <a:pt x="172402" y="49644"/>
                  </a:lnTo>
                  <a:lnTo>
                    <a:pt x="165023" y="48412"/>
                  </a:lnTo>
                  <a:lnTo>
                    <a:pt x="149339" y="45770"/>
                  </a:lnTo>
                  <a:lnTo>
                    <a:pt x="145961" y="45808"/>
                  </a:lnTo>
                  <a:lnTo>
                    <a:pt x="139890" y="49364"/>
                  </a:lnTo>
                  <a:lnTo>
                    <a:pt x="137248" y="52552"/>
                  </a:lnTo>
                  <a:lnTo>
                    <a:pt x="135039" y="62217"/>
                  </a:lnTo>
                  <a:lnTo>
                    <a:pt x="138480" y="70954"/>
                  </a:lnTo>
                  <a:lnTo>
                    <a:pt x="161556" y="74841"/>
                  </a:lnTo>
                  <a:lnTo>
                    <a:pt x="164922" y="74815"/>
                  </a:lnTo>
                  <a:lnTo>
                    <a:pt x="170992" y="71247"/>
                  </a:lnTo>
                  <a:lnTo>
                    <a:pt x="173634" y="68072"/>
                  </a:lnTo>
                  <a:lnTo>
                    <a:pt x="175844" y="58407"/>
                  </a:lnTo>
                  <a:close/>
                </a:path>
              </a:pathLst>
            </a:custGeom>
            <a:solidFill>
              <a:srgbClr val="75757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7" name="object 16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725449" y="6036606"/>
              <a:ext cx="139614" cy="81300"/>
            </a:xfrm>
            <a:prstGeom prst="rect">
              <a:avLst/>
            </a:prstGeom>
          </p:spPr>
        </p:pic>
        <p:sp>
          <p:nvSpPr>
            <p:cNvPr id="168" name="object 168" descr=""/>
            <p:cNvSpPr/>
            <p:nvPr/>
          </p:nvSpPr>
          <p:spPr>
            <a:xfrm>
              <a:off x="6021146" y="6013021"/>
              <a:ext cx="469900" cy="41910"/>
            </a:xfrm>
            <a:custGeom>
              <a:avLst/>
              <a:gdLst/>
              <a:ahLst/>
              <a:cxnLst/>
              <a:rect l="l" t="t" r="r" b="b"/>
              <a:pathLst>
                <a:path w="469900" h="41910">
                  <a:moveTo>
                    <a:pt x="469797" y="0"/>
                  </a:moveTo>
                  <a:lnTo>
                    <a:pt x="0" y="0"/>
                  </a:lnTo>
                  <a:lnTo>
                    <a:pt x="0" y="41412"/>
                  </a:lnTo>
                  <a:lnTo>
                    <a:pt x="469797" y="41412"/>
                  </a:lnTo>
                  <a:lnTo>
                    <a:pt x="46979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6078610" y="6054423"/>
              <a:ext cx="469900" cy="41910"/>
            </a:xfrm>
            <a:custGeom>
              <a:avLst/>
              <a:gdLst/>
              <a:ahLst/>
              <a:cxnLst/>
              <a:rect l="l" t="t" r="r" b="b"/>
              <a:pathLst>
                <a:path w="469900" h="41910">
                  <a:moveTo>
                    <a:pt x="469797" y="0"/>
                  </a:moveTo>
                  <a:lnTo>
                    <a:pt x="0" y="0"/>
                  </a:lnTo>
                  <a:lnTo>
                    <a:pt x="0" y="41412"/>
                  </a:lnTo>
                  <a:lnTo>
                    <a:pt x="469797" y="41412"/>
                  </a:lnTo>
                  <a:lnTo>
                    <a:pt x="469797" y="0"/>
                  </a:lnTo>
                  <a:close/>
                </a:path>
              </a:pathLst>
            </a:custGeom>
            <a:solidFill>
              <a:srgbClr val="8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6136075" y="6095835"/>
              <a:ext cx="469900" cy="41910"/>
            </a:xfrm>
            <a:custGeom>
              <a:avLst/>
              <a:gdLst/>
              <a:ahLst/>
              <a:cxnLst/>
              <a:rect l="l" t="t" r="r" b="b"/>
              <a:pathLst>
                <a:path w="469900" h="41910">
                  <a:moveTo>
                    <a:pt x="469797" y="0"/>
                  </a:moveTo>
                  <a:lnTo>
                    <a:pt x="0" y="0"/>
                  </a:lnTo>
                  <a:lnTo>
                    <a:pt x="0" y="41412"/>
                  </a:lnTo>
                  <a:lnTo>
                    <a:pt x="469797" y="41412"/>
                  </a:lnTo>
                  <a:lnTo>
                    <a:pt x="46979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5980201" y="6013024"/>
              <a:ext cx="156210" cy="124460"/>
            </a:xfrm>
            <a:custGeom>
              <a:avLst/>
              <a:gdLst/>
              <a:ahLst/>
              <a:cxnLst/>
              <a:rect l="l" t="t" r="r" b="b"/>
              <a:pathLst>
                <a:path w="156210" h="124460">
                  <a:moveTo>
                    <a:pt x="155867" y="82550"/>
                  </a:moveTo>
                  <a:lnTo>
                    <a:pt x="98412" y="82550"/>
                  </a:lnTo>
                  <a:lnTo>
                    <a:pt x="98412" y="41910"/>
                  </a:lnTo>
                  <a:lnTo>
                    <a:pt x="40932" y="41910"/>
                  </a:lnTo>
                  <a:lnTo>
                    <a:pt x="40932" y="0"/>
                  </a:lnTo>
                  <a:lnTo>
                    <a:pt x="0" y="0"/>
                  </a:lnTo>
                  <a:lnTo>
                    <a:pt x="0" y="41910"/>
                  </a:lnTo>
                  <a:lnTo>
                    <a:pt x="0" y="82550"/>
                  </a:lnTo>
                  <a:lnTo>
                    <a:pt x="0" y="124460"/>
                  </a:lnTo>
                  <a:lnTo>
                    <a:pt x="155867" y="124460"/>
                  </a:lnTo>
                  <a:lnTo>
                    <a:pt x="155867" y="8255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2" name="object 172" descr=""/>
          <p:cNvGrpSpPr/>
          <p:nvPr/>
        </p:nvGrpSpPr>
        <p:grpSpPr>
          <a:xfrm>
            <a:off x="7152867" y="3833769"/>
            <a:ext cx="2830195" cy="2303780"/>
            <a:chOff x="7152867" y="3833769"/>
            <a:chExt cx="2830195" cy="2303780"/>
          </a:xfrm>
        </p:grpSpPr>
        <p:sp>
          <p:nvSpPr>
            <p:cNvPr id="173" name="object 173" descr=""/>
            <p:cNvSpPr/>
            <p:nvPr/>
          </p:nvSpPr>
          <p:spPr>
            <a:xfrm>
              <a:off x="8458472" y="3864935"/>
              <a:ext cx="1275080" cy="2272665"/>
            </a:xfrm>
            <a:custGeom>
              <a:avLst/>
              <a:gdLst/>
              <a:ahLst/>
              <a:cxnLst/>
              <a:rect l="l" t="t" r="r" b="b"/>
              <a:pathLst>
                <a:path w="1275079" h="2272665">
                  <a:moveTo>
                    <a:pt x="637383" y="0"/>
                  </a:moveTo>
                  <a:lnTo>
                    <a:pt x="0" y="592118"/>
                  </a:lnTo>
                  <a:lnTo>
                    <a:pt x="0" y="2272307"/>
                  </a:lnTo>
                  <a:lnTo>
                    <a:pt x="1274767" y="2272307"/>
                  </a:lnTo>
                  <a:lnTo>
                    <a:pt x="1274767" y="592118"/>
                  </a:lnTo>
                  <a:lnTo>
                    <a:pt x="637383" y="0"/>
                  </a:lnTo>
                  <a:close/>
                </a:path>
              </a:pathLst>
            </a:custGeom>
            <a:solidFill>
              <a:srgbClr val="925C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7276135" y="3833780"/>
              <a:ext cx="1819910" cy="708660"/>
            </a:xfrm>
            <a:custGeom>
              <a:avLst/>
              <a:gdLst/>
              <a:ahLst/>
              <a:cxnLst/>
              <a:rect l="l" t="t" r="r" b="b"/>
              <a:pathLst>
                <a:path w="1819909" h="708660">
                  <a:moveTo>
                    <a:pt x="1819719" y="0"/>
                  </a:moveTo>
                  <a:lnTo>
                    <a:pt x="1634832" y="171742"/>
                  </a:lnTo>
                  <a:lnTo>
                    <a:pt x="1621536" y="171742"/>
                  </a:lnTo>
                  <a:lnTo>
                    <a:pt x="1621536" y="184099"/>
                  </a:lnTo>
                  <a:lnTo>
                    <a:pt x="1439989" y="352742"/>
                  </a:lnTo>
                  <a:lnTo>
                    <a:pt x="1426692" y="352742"/>
                  </a:lnTo>
                  <a:lnTo>
                    <a:pt x="1426692" y="365099"/>
                  </a:lnTo>
                  <a:lnTo>
                    <a:pt x="1245171" y="533730"/>
                  </a:lnTo>
                  <a:lnTo>
                    <a:pt x="878649" y="533730"/>
                  </a:lnTo>
                  <a:lnTo>
                    <a:pt x="1060170" y="365099"/>
                  </a:lnTo>
                  <a:lnTo>
                    <a:pt x="1426692" y="365099"/>
                  </a:lnTo>
                  <a:lnTo>
                    <a:pt x="1426692" y="352742"/>
                  </a:lnTo>
                  <a:lnTo>
                    <a:pt x="1073467" y="352742"/>
                  </a:lnTo>
                  <a:lnTo>
                    <a:pt x="1255014" y="184099"/>
                  </a:lnTo>
                  <a:lnTo>
                    <a:pt x="1621536" y="184099"/>
                  </a:lnTo>
                  <a:lnTo>
                    <a:pt x="1621536" y="171742"/>
                  </a:lnTo>
                  <a:lnTo>
                    <a:pt x="1268310" y="171742"/>
                  </a:lnTo>
                  <a:lnTo>
                    <a:pt x="1419644" y="31165"/>
                  </a:lnTo>
                  <a:lnTo>
                    <a:pt x="1419644" y="0"/>
                  </a:lnTo>
                  <a:lnTo>
                    <a:pt x="1234757" y="171742"/>
                  </a:lnTo>
                  <a:lnTo>
                    <a:pt x="1221460" y="171742"/>
                  </a:lnTo>
                  <a:lnTo>
                    <a:pt x="1221460" y="184099"/>
                  </a:lnTo>
                  <a:lnTo>
                    <a:pt x="1039914" y="352742"/>
                  </a:lnTo>
                  <a:lnTo>
                    <a:pt x="1026617" y="352742"/>
                  </a:lnTo>
                  <a:lnTo>
                    <a:pt x="1026617" y="365099"/>
                  </a:lnTo>
                  <a:lnTo>
                    <a:pt x="845096" y="533730"/>
                  </a:lnTo>
                  <a:lnTo>
                    <a:pt x="478574" y="533730"/>
                  </a:lnTo>
                  <a:lnTo>
                    <a:pt x="660095" y="365099"/>
                  </a:lnTo>
                  <a:lnTo>
                    <a:pt x="1026617" y="365099"/>
                  </a:lnTo>
                  <a:lnTo>
                    <a:pt x="1026617" y="352742"/>
                  </a:lnTo>
                  <a:lnTo>
                    <a:pt x="673392" y="352742"/>
                  </a:lnTo>
                  <a:lnTo>
                    <a:pt x="854938" y="184099"/>
                  </a:lnTo>
                  <a:lnTo>
                    <a:pt x="1221460" y="184099"/>
                  </a:lnTo>
                  <a:lnTo>
                    <a:pt x="1221460" y="171742"/>
                  </a:lnTo>
                  <a:lnTo>
                    <a:pt x="868235" y="171742"/>
                  </a:lnTo>
                  <a:lnTo>
                    <a:pt x="1019568" y="31165"/>
                  </a:lnTo>
                  <a:lnTo>
                    <a:pt x="1019568" y="0"/>
                  </a:lnTo>
                  <a:lnTo>
                    <a:pt x="834682" y="171742"/>
                  </a:lnTo>
                  <a:lnTo>
                    <a:pt x="381825" y="171742"/>
                  </a:lnTo>
                  <a:lnTo>
                    <a:pt x="381825" y="184099"/>
                  </a:lnTo>
                  <a:lnTo>
                    <a:pt x="821385" y="184099"/>
                  </a:lnTo>
                  <a:lnTo>
                    <a:pt x="639838" y="352742"/>
                  </a:lnTo>
                  <a:lnTo>
                    <a:pt x="184150" y="352742"/>
                  </a:lnTo>
                  <a:lnTo>
                    <a:pt x="184150" y="365099"/>
                  </a:lnTo>
                  <a:lnTo>
                    <a:pt x="626541" y="365099"/>
                  </a:lnTo>
                  <a:lnTo>
                    <a:pt x="445020" y="533730"/>
                  </a:lnTo>
                  <a:lnTo>
                    <a:pt x="0" y="533730"/>
                  </a:lnTo>
                  <a:lnTo>
                    <a:pt x="0" y="546087"/>
                  </a:lnTo>
                  <a:lnTo>
                    <a:pt x="431711" y="546087"/>
                  </a:lnTo>
                  <a:lnTo>
                    <a:pt x="276796" y="690003"/>
                  </a:lnTo>
                  <a:lnTo>
                    <a:pt x="290474" y="708469"/>
                  </a:lnTo>
                  <a:lnTo>
                    <a:pt x="465264" y="546087"/>
                  </a:lnTo>
                  <a:lnTo>
                    <a:pt x="831786" y="546087"/>
                  </a:lnTo>
                  <a:lnTo>
                    <a:pt x="676871" y="690003"/>
                  </a:lnTo>
                  <a:lnTo>
                    <a:pt x="690549" y="708469"/>
                  </a:lnTo>
                  <a:lnTo>
                    <a:pt x="865339" y="546087"/>
                  </a:lnTo>
                  <a:lnTo>
                    <a:pt x="1231861" y="546087"/>
                  </a:lnTo>
                  <a:lnTo>
                    <a:pt x="1076947" y="690003"/>
                  </a:lnTo>
                  <a:lnTo>
                    <a:pt x="1090625" y="708469"/>
                  </a:lnTo>
                  <a:lnTo>
                    <a:pt x="1265415" y="546087"/>
                  </a:lnTo>
                  <a:lnTo>
                    <a:pt x="1299806" y="546087"/>
                  </a:lnTo>
                  <a:lnTo>
                    <a:pt x="1299806" y="533730"/>
                  </a:lnTo>
                  <a:lnTo>
                    <a:pt x="1278724" y="533730"/>
                  </a:lnTo>
                  <a:lnTo>
                    <a:pt x="1460246" y="365099"/>
                  </a:lnTo>
                  <a:lnTo>
                    <a:pt x="1483944" y="365099"/>
                  </a:lnTo>
                  <a:lnTo>
                    <a:pt x="1483944" y="352742"/>
                  </a:lnTo>
                  <a:lnTo>
                    <a:pt x="1473542" y="352742"/>
                  </a:lnTo>
                  <a:lnTo>
                    <a:pt x="1655089" y="184099"/>
                  </a:lnTo>
                  <a:lnTo>
                    <a:pt x="1681632" y="184099"/>
                  </a:lnTo>
                  <a:lnTo>
                    <a:pt x="1681632" y="171742"/>
                  </a:lnTo>
                  <a:lnTo>
                    <a:pt x="1668386" y="171742"/>
                  </a:lnTo>
                  <a:lnTo>
                    <a:pt x="1819719" y="31165"/>
                  </a:lnTo>
                  <a:lnTo>
                    <a:pt x="1819719" y="0"/>
                  </a:lnTo>
                  <a:close/>
                </a:path>
              </a:pathLst>
            </a:custGeom>
            <a:solidFill>
              <a:srgbClr val="D29C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7166537" y="4445164"/>
              <a:ext cx="151765" cy="97155"/>
            </a:xfrm>
            <a:custGeom>
              <a:avLst/>
              <a:gdLst/>
              <a:ahLst/>
              <a:cxnLst/>
              <a:rect l="l" t="t" r="r" b="b"/>
              <a:pathLst>
                <a:path w="151765" h="97154">
                  <a:moveTo>
                    <a:pt x="104509" y="0"/>
                  </a:moveTo>
                  <a:lnTo>
                    <a:pt x="0" y="97086"/>
                  </a:lnTo>
                  <a:lnTo>
                    <a:pt x="151251" y="97086"/>
                  </a:lnTo>
                  <a:lnTo>
                    <a:pt x="104509" y="0"/>
                  </a:lnTo>
                  <a:close/>
                </a:path>
              </a:pathLst>
            </a:custGeom>
            <a:solidFill>
              <a:srgbClr val="B77E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6" name="object 17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152867" y="3833769"/>
              <a:ext cx="2830134" cy="2303478"/>
            </a:xfrm>
            <a:prstGeom prst="rect">
              <a:avLst/>
            </a:prstGeom>
          </p:spPr>
        </p:pic>
      </p:grpSp>
      <p:pic>
        <p:nvPicPr>
          <p:cNvPr id="177" name="object 177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916514" y="1757934"/>
            <a:ext cx="2712307" cy="1708775"/>
          </a:xfrm>
          <a:prstGeom prst="rect">
            <a:avLst/>
          </a:prstGeom>
        </p:spPr>
      </p:pic>
      <p:grpSp>
        <p:nvGrpSpPr>
          <p:cNvPr id="178" name="object 178" descr=""/>
          <p:cNvGrpSpPr/>
          <p:nvPr/>
        </p:nvGrpSpPr>
        <p:grpSpPr>
          <a:xfrm>
            <a:off x="6993923" y="1800112"/>
            <a:ext cx="2774315" cy="1666875"/>
            <a:chOff x="6993923" y="1800112"/>
            <a:chExt cx="2774315" cy="1666875"/>
          </a:xfrm>
        </p:grpSpPr>
        <p:sp>
          <p:nvSpPr>
            <p:cNvPr id="179" name="object 179" descr=""/>
            <p:cNvSpPr/>
            <p:nvPr/>
          </p:nvSpPr>
          <p:spPr>
            <a:xfrm>
              <a:off x="8390875" y="1800112"/>
              <a:ext cx="1377315" cy="1666875"/>
            </a:xfrm>
            <a:custGeom>
              <a:avLst/>
              <a:gdLst/>
              <a:ahLst/>
              <a:cxnLst/>
              <a:rect l="l" t="t" r="r" b="b"/>
              <a:pathLst>
                <a:path w="1377315" h="1666875">
                  <a:moveTo>
                    <a:pt x="688575" y="0"/>
                  </a:moveTo>
                  <a:lnTo>
                    <a:pt x="666566" y="0"/>
                  </a:lnTo>
                  <a:lnTo>
                    <a:pt x="0" y="584380"/>
                  </a:lnTo>
                  <a:lnTo>
                    <a:pt x="0" y="1666378"/>
                  </a:lnTo>
                  <a:lnTo>
                    <a:pt x="1377162" y="1666378"/>
                  </a:lnTo>
                  <a:lnTo>
                    <a:pt x="1377162" y="1219889"/>
                  </a:lnTo>
                  <a:lnTo>
                    <a:pt x="443379" y="1219889"/>
                  </a:lnTo>
                  <a:lnTo>
                    <a:pt x="443379" y="729496"/>
                  </a:lnTo>
                  <a:lnTo>
                    <a:pt x="1377162" y="729496"/>
                  </a:lnTo>
                  <a:lnTo>
                    <a:pt x="1377162" y="584380"/>
                  </a:lnTo>
                  <a:lnTo>
                    <a:pt x="688575" y="0"/>
                  </a:lnTo>
                  <a:close/>
                </a:path>
                <a:path w="1377315" h="1666875">
                  <a:moveTo>
                    <a:pt x="1377162" y="729496"/>
                  </a:moveTo>
                  <a:lnTo>
                    <a:pt x="933772" y="729496"/>
                  </a:lnTo>
                  <a:lnTo>
                    <a:pt x="933772" y="1219889"/>
                  </a:lnTo>
                  <a:lnTo>
                    <a:pt x="1377162" y="1219889"/>
                  </a:lnTo>
                  <a:lnTo>
                    <a:pt x="1377162" y="729496"/>
                  </a:lnTo>
                  <a:close/>
                </a:path>
              </a:pathLst>
            </a:custGeom>
            <a:solidFill>
              <a:srgbClr val="DC9C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8368865" y="1800112"/>
              <a:ext cx="1377315" cy="1666875"/>
            </a:xfrm>
            <a:custGeom>
              <a:avLst/>
              <a:gdLst/>
              <a:ahLst/>
              <a:cxnLst/>
              <a:rect l="l" t="t" r="r" b="b"/>
              <a:pathLst>
                <a:path w="1377315" h="1666875">
                  <a:moveTo>
                    <a:pt x="688575" y="0"/>
                  </a:moveTo>
                  <a:lnTo>
                    <a:pt x="0" y="584380"/>
                  </a:lnTo>
                  <a:lnTo>
                    <a:pt x="0" y="1666378"/>
                  </a:lnTo>
                  <a:lnTo>
                    <a:pt x="1377151" y="1666378"/>
                  </a:lnTo>
                  <a:lnTo>
                    <a:pt x="1377151" y="1219889"/>
                  </a:lnTo>
                  <a:lnTo>
                    <a:pt x="443379" y="1219889"/>
                  </a:lnTo>
                  <a:lnTo>
                    <a:pt x="443379" y="729496"/>
                  </a:lnTo>
                  <a:lnTo>
                    <a:pt x="1377151" y="729496"/>
                  </a:lnTo>
                  <a:lnTo>
                    <a:pt x="1377151" y="584380"/>
                  </a:lnTo>
                  <a:lnTo>
                    <a:pt x="688575" y="0"/>
                  </a:lnTo>
                  <a:close/>
                </a:path>
                <a:path w="1377315" h="1666875">
                  <a:moveTo>
                    <a:pt x="1377151" y="729496"/>
                  </a:moveTo>
                  <a:lnTo>
                    <a:pt x="933772" y="729496"/>
                  </a:lnTo>
                  <a:lnTo>
                    <a:pt x="933772" y="1219889"/>
                  </a:lnTo>
                  <a:lnTo>
                    <a:pt x="1377151" y="1219889"/>
                  </a:lnTo>
                  <a:lnTo>
                    <a:pt x="1377151" y="729496"/>
                  </a:lnTo>
                  <a:close/>
                </a:path>
              </a:pathLst>
            </a:custGeom>
            <a:solidFill>
              <a:srgbClr val="CD89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8396917" y="1836897"/>
              <a:ext cx="1321435" cy="1602105"/>
            </a:xfrm>
            <a:custGeom>
              <a:avLst/>
              <a:gdLst/>
              <a:ahLst/>
              <a:cxnLst/>
              <a:rect l="l" t="t" r="r" b="b"/>
              <a:pathLst>
                <a:path w="1321434" h="1602104">
                  <a:moveTo>
                    <a:pt x="660524" y="0"/>
                  </a:moveTo>
                  <a:lnTo>
                    <a:pt x="0" y="560579"/>
                  </a:lnTo>
                  <a:lnTo>
                    <a:pt x="0" y="1601542"/>
                  </a:lnTo>
                  <a:lnTo>
                    <a:pt x="1321059" y="1601542"/>
                  </a:lnTo>
                  <a:lnTo>
                    <a:pt x="1321059" y="1211156"/>
                  </a:lnTo>
                  <a:lnTo>
                    <a:pt x="387286" y="1211156"/>
                  </a:lnTo>
                  <a:lnTo>
                    <a:pt x="387286" y="664670"/>
                  </a:lnTo>
                  <a:lnTo>
                    <a:pt x="1321059" y="664670"/>
                  </a:lnTo>
                  <a:lnTo>
                    <a:pt x="1321059" y="560579"/>
                  </a:lnTo>
                  <a:lnTo>
                    <a:pt x="660524" y="0"/>
                  </a:lnTo>
                  <a:close/>
                </a:path>
                <a:path w="1321434" h="1602104">
                  <a:moveTo>
                    <a:pt x="1321059" y="664670"/>
                  </a:moveTo>
                  <a:lnTo>
                    <a:pt x="933772" y="664670"/>
                  </a:lnTo>
                  <a:lnTo>
                    <a:pt x="933772" y="1211156"/>
                  </a:lnTo>
                  <a:lnTo>
                    <a:pt x="1321059" y="1211156"/>
                  </a:lnTo>
                  <a:lnTo>
                    <a:pt x="1321059" y="664670"/>
                  </a:lnTo>
                  <a:close/>
                </a:path>
              </a:pathLst>
            </a:custGeom>
            <a:solidFill>
              <a:srgbClr val="B16F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8612924" y="1836895"/>
              <a:ext cx="889635" cy="1602105"/>
            </a:xfrm>
            <a:custGeom>
              <a:avLst/>
              <a:gdLst/>
              <a:ahLst/>
              <a:cxnLst/>
              <a:rect l="l" t="t" r="r" b="b"/>
              <a:pathLst>
                <a:path w="889634" h="1602104">
                  <a:moveTo>
                    <a:pt x="676732" y="1211160"/>
                  </a:moveTo>
                  <a:lnTo>
                    <a:pt x="458546" y="1211160"/>
                  </a:lnTo>
                  <a:lnTo>
                    <a:pt x="430491" y="1211160"/>
                  </a:lnTo>
                  <a:lnTo>
                    <a:pt x="236524" y="1211160"/>
                  </a:lnTo>
                  <a:lnTo>
                    <a:pt x="236524" y="1234046"/>
                  </a:lnTo>
                  <a:lnTo>
                    <a:pt x="430491" y="1234046"/>
                  </a:lnTo>
                  <a:lnTo>
                    <a:pt x="430491" y="1406359"/>
                  </a:lnTo>
                  <a:lnTo>
                    <a:pt x="236524" y="1406359"/>
                  </a:lnTo>
                  <a:lnTo>
                    <a:pt x="236524" y="1429245"/>
                  </a:lnTo>
                  <a:lnTo>
                    <a:pt x="430491" y="1429245"/>
                  </a:lnTo>
                  <a:lnTo>
                    <a:pt x="430491" y="1601546"/>
                  </a:lnTo>
                  <a:lnTo>
                    <a:pt x="458546" y="1601546"/>
                  </a:lnTo>
                  <a:lnTo>
                    <a:pt x="458546" y="1429245"/>
                  </a:lnTo>
                  <a:lnTo>
                    <a:pt x="676732" y="1429245"/>
                  </a:lnTo>
                  <a:lnTo>
                    <a:pt x="676732" y="1406359"/>
                  </a:lnTo>
                  <a:lnTo>
                    <a:pt x="458546" y="1406359"/>
                  </a:lnTo>
                  <a:lnTo>
                    <a:pt x="458546" y="1234046"/>
                  </a:lnTo>
                  <a:lnTo>
                    <a:pt x="676732" y="1234046"/>
                  </a:lnTo>
                  <a:lnTo>
                    <a:pt x="676732" y="1211160"/>
                  </a:lnTo>
                  <a:close/>
                </a:path>
                <a:path w="889634" h="1602104">
                  <a:moveTo>
                    <a:pt x="889038" y="377253"/>
                  </a:moveTo>
                  <a:lnTo>
                    <a:pt x="862076" y="354380"/>
                  </a:lnTo>
                  <a:lnTo>
                    <a:pt x="717765" y="354380"/>
                  </a:lnTo>
                  <a:lnTo>
                    <a:pt x="717765" y="231902"/>
                  </a:lnTo>
                  <a:lnTo>
                    <a:pt x="689711" y="208102"/>
                  </a:lnTo>
                  <a:lnTo>
                    <a:pt x="689711" y="354380"/>
                  </a:lnTo>
                  <a:lnTo>
                    <a:pt x="458546" y="354380"/>
                  </a:lnTo>
                  <a:lnTo>
                    <a:pt x="458546" y="11912"/>
                  </a:lnTo>
                  <a:lnTo>
                    <a:pt x="444512" y="0"/>
                  </a:lnTo>
                  <a:lnTo>
                    <a:pt x="430491" y="11912"/>
                  </a:lnTo>
                  <a:lnTo>
                    <a:pt x="430491" y="354380"/>
                  </a:lnTo>
                  <a:lnTo>
                    <a:pt x="199313" y="354380"/>
                  </a:lnTo>
                  <a:lnTo>
                    <a:pt x="199313" y="208102"/>
                  </a:lnTo>
                  <a:lnTo>
                    <a:pt x="171272" y="231902"/>
                  </a:lnTo>
                  <a:lnTo>
                    <a:pt x="171272" y="354380"/>
                  </a:lnTo>
                  <a:lnTo>
                    <a:pt x="26949" y="354380"/>
                  </a:lnTo>
                  <a:lnTo>
                    <a:pt x="0" y="377253"/>
                  </a:lnTo>
                  <a:lnTo>
                    <a:pt x="171272" y="377253"/>
                  </a:lnTo>
                  <a:lnTo>
                    <a:pt x="171272" y="664679"/>
                  </a:lnTo>
                  <a:lnTo>
                    <a:pt x="199313" y="664679"/>
                  </a:lnTo>
                  <a:lnTo>
                    <a:pt x="199313" y="377253"/>
                  </a:lnTo>
                  <a:lnTo>
                    <a:pt x="430491" y="377253"/>
                  </a:lnTo>
                  <a:lnTo>
                    <a:pt x="430491" y="664679"/>
                  </a:lnTo>
                  <a:lnTo>
                    <a:pt x="458546" y="664679"/>
                  </a:lnTo>
                  <a:lnTo>
                    <a:pt x="458546" y="377253"/>
                  </a:lnTo>
                  <a:lnTo>
                    <a:pt x="689711" y="377253"/>
                  </a:lnTo>
                  <a:lnTo>
                    <a:pt x="689711" y="664679"/>
                  </a:lnTo>
                  <a:lnTo>
                    <a:pt x="717765" y="664679"/>
                  </a:lnTo>
                  <a:lnTo>
                    <a:pt x="717765" y="377253"/>
                  </a:lnTo>
                  <a:lnTo>
                    <a:pt x="889038" y="377253"/>
                  </a:lnTo>
                  <a:close/>
                </a:path>
              </a:pathLst>
            </a:custGeom>
            <a:solidFill>
              <a:srgbClr val="BE77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808140" y="2066461"/>
              <a:ext cx="142911" cy="130268"/>
            </a:xfrm>
            <a:prstGeom prst="rect">
              <a:avLst/>
            </a:prstGeom>
          </p:spPr>
        </p:pic>
        <p:sp>
          <p:nvSpPr>
            <p:cNvPr id="184" name="object 184" descr=""/>
            <p:cNvSpPr/>
            <p:nvPr/>
          </p:nvSpPr>
          <p:spPr>
            <a:xfrm>
              <a:off x="8811502" y="1861330"/>
              <a:ext cx="525145" cy="1385570"/>
            </a:xfrm>
            <a:custGeom>
              <a:avLst/>
              <a:gdLst/>
              <a:ahLst/>
              <a:cxnLst/>
              <a:rect l="l" t="t" r="r" b="b"/>
              <a:pathLst>
                <a:path w="525145" h="1385570">
                  <a:moveTo>
                    <a:pt x="213829" y="1205395"/>
                  </a:moveTo>
                  <a:lnTo>
                    <a:pt x="37947" y="1205395"/>
                  </a:lnTo>
                  <a:lnTo>
                    <a:pt x="37947" y="1216812"/>
                  </a:lnTo>
                  <a:lnTo>
                    <a:pt x="213829" y="1216812"/>
                  </a:lnTo>
                  <a:lnTo>
                    <a:pt x="213829" y="1205395"/>
                  </a:lnTo>
                  <a:close/>
                </a:path>
                <a:path w="525145" h="1385570">
                  <a:moveTo>
                    <a:pt x="235572" y="353136"/>
                  </a:moveTo>
                  <a:lnTo>
                    <a:pt x="230149" y="353263"/>
                  </a:lnTo>
                  <a:lnTo>
                    <a:pt x="173926" y="353656"/>
                  </a:lnTo>
                  <a:lnTo>
                    <a:pt x="117741" y="352526"/>
                  </a:lnTo>
                  <a:lnTo>
                    <a:pt x="61569" y="350367"/>
                  </a:lnTo>
                  <a:lnTo>
                    <a:pt x="0" y="347395"/>
                  </a:lnTo>
                  <a:lnTo>
                    <a:pt x="25" y="355815"/>
                  </a:lnTo>
                  <a:lnTo>
                    <a:pt x="61569" y="358787"/>
                  </a:lnTo>
                  <a:lnTo>
                    <a:pt x="117741" y="360946"/>
                  </a:lnTo>
                  <a:lnTo>
                    <a:pt x="173926" y="362077"/>
                  </a:lnTo>
                  <a:lnTo>
                    <a:pt x="235546" y="361556"/>
                  </a:lnTo>
                  <a:lnTo>
                    <a:pt x="235572" y="353136"/>
                  </a:lnTo>
                  <a:close/>
                </a:path>
                <a:path w="525145" h="1385570">
                  <a:moveTo>
                    <a:pt x="266306" y="1339557"/>
                  </a:moveTo>
                  <a:lnTo>
                    <a:pt x="265531" y="1339557"/>
                  </a:lnTo>
                  <a:lnTo>
                    <a:pt x="265531" y="1257007"/>
                  </a:lnTo>
                  <a:lnTo>
                    <a:pt x="264477" y="1257007"/>
                  </a:lnTo>
                  <a:lnTo>
                    <a:pt x="264477" y="1215097"/>
                  </a:lnTo>
                  <a:lnTo>
                    <a:pt x="263969" y="1215097"/>
                  </a:lnTo>
                  <a:lnTo>
                    <a:pt x="263969" y="1210017"/>
                  </a:lnTo>
                  <a:lnTo>
                    <a:pt x="255549" y="1210017"/>
                  </a:lnTo>
                  <a:lnTo>
                    <a:pt x="255549" y="1215097"/>
                  </a:lnTo>
                  <a:lnTo>
                    <a:pt x="256057" y="1215097"/>
                  </a:lnTo>
                  <a:lnTo>
                    <a:pt x="256057" y="1257007"/>
                  </a:lnTo>
                  <a:lnTo>
                    <a:pt x="257111" y="1257007"/>
                  </a:lnTo>
                  <a:lnTo>
                    <a:pt x="257111" y="1339557"/>
                  </a:lnTo>
                  <a:lnTo>
                    <a:pt x="257886" y="1339557"/>
                  </a:lnTo>
                  <a:lnTo>
                    <a:pt x="257886" y="1385277"/>
                  </a:lnTo>
                  <a:lnTo>
                    <a:pt x="266306" y="1385277"/>
                  </a:lnTo>
                  <a:lnTo>
                    <a:pt x="266306" y="1339557"/>
                  </a:lnTo>
                  <a:close/>
                </a:path>
                <a:path w="525145" h="1385570">
                  <a:moveTo>
                    <a:pt x="268846" y="335330"/>
                  </a:moveTo>
                  <a:lnTo>
                    <a:pt x="267220" y="288404"/>
                  </a:lnTo>
                  <a:lnTo>
                    <a:pt x="266103" y="246888"/>
                  </a:lnTo>
                  <a:lnTo>
                    <a:pt x="265328" y="205359"/>
                  </a:lnTo>
                  <a:lnTo>
                    <a:pt x="264883" y="163830"/>
                  </a:lnTo>
                  <a:lnTo>
                    <a:pt x="264845" y="101536"/>
                  </a:lnTo>
                  <a:lnTo>
                    <a:pt x="265214" y="61861"/>
                  </a:lnTo>
                  <a:lnTo>
                    <a:pt x="265226" y="42989"/>
                  </a:lnTo>
                  <a:lnTo>
                    <a:pt x="264553" y="24142"/>
                  </a:lnTo>
                  <a:lnTo>
                    <a:pt x="262737" y="5334"/>
                  </a:lnTo>
                  <a:lnTo>
                    <a:pt x="262026" y="0"/>
                  </a:lnTo>
                  <a:lnTo>
                    <a:pt x="253911" y="2260"/>
                  </a:lnTo>
                  <a:lnTo>
                    <a:pt x="254635" y="7569"/>
                  </a:lnTo>
                  <a:lnTo>
                    <a:pt x="256540" y="28549"/>
                  </a:lnTo>
                  <a:lnTo>
                    <a:pt x="257048" y="49644"/>
                  </a:lnTo>
                  <a:lnTo>
                    <a:pt x="256476" y="91846"/>
                  </a:lnTo>
                  <a:lnTo>
                    <a:pt x="256387" y="149987"/>
                  </a:lnTo>
                  <a:lnTo>
                    <a:pt x="256971" y="209511"/>
                  </a:lnTo>
                  <a:lnTo>
                    <a:pt x="257759" y="249656"/>
                  </a:lnTo>
                  <a:lnTo>
                    <a:pt x="258851" y="289788"/>
                  </a:lnTo>
                  <a:lnTo>
                    <a:pt x="260438" y="335305"/>
                  </a:lnTo>
                  <a:lnTo>
                    <a:pt x="268846" y="335330"/>
                  </a:lnTo>
                  <a:close/>
                </a:path>
                <a:path w="525145" h="1385570">
                  <a:moveTo>
                    <a:pt x="428015" y="1209065"/>
                  </a:moveTo>
                  <a:lnTo>
                    <a:pt x="385216" y="1208824"/>
                  </a:lnTo>
                  <a:lnTo>
                    <a:pt x="310476" y="1207477"/>
                  </a:lnTo>
                  <a:lnTo>
                    <a:pt x="267703" y="1206169"/>
                  </a:lnTo>
                  <a:lnTo>
                    <a:pt x="267716" y="1214589"/>
                  </a:lnTo>
                  <a:lnTo>
                    <a:pt x="310476" y="1215898"/>
                  </a:lnTo>
                  <a:lnTo>
                    <a:pt x="347853" y="1216723"/>
                  </a:lnTo>
                  <a:lnTo>
                    <a:pt x="385216" y="1217244"/>
                  </a:lnTo>
                  <a:lnTo>
                    <a:pt x="428015" y="1217485"/>
                  </a:lnTo>
                  <a:lnTo>
                    <a:pt x="428015" y="1209065"/>
                  </a:lnTo>
                  <a:close/>
                </a:path>
                <a:path w="525145" h="1385570">
                  <a:moveTo>
                    <a:pt x="472592" y="1207884"/>
                  </a:moveTo>
                  <a:lnTo>
                    <a:pt x="467169" y="1207795"/>
                  </a:lnTo>
                  <a:lnTo>
                    <a:pt x="432955" y="1207223"/>
                  </a:lnTo>
                  <a:lnTo>
                    <a:pt x="432955" y="1215631"/>
                  </a:lnTo>
                  <a:lnTo>
                    <a:pt x="472579" y="1216291"/>
                  </a:lnTo>
                  <a:lnTo>
                    <a:pt x="472592" y="1207884"/>
                  </a:lnTo>
                  <a:close/>
                </a:path>
                <a:path w="525145" h="1385570">
                  <a:moveTo>
                    <a:pt x="493077" y="325069"/>
                  </a:moveTo>
                  <a:lnTo>
                    <a:pt x="458838" y="325069"/>
                  </a:lnTo>
                  <a:lnTo>
                    <a:pt x="458838" y="326339"/>
                  </a:lnTo>
                  <a:lnTo>
                    <a:pt x="379120" y="326339"/>
                  </a:lnTo>
                  <a:lnTo>
                    <a:pt x="379120" y="325069"/>
                  </a:lnTo>
                  <a:lnTo>
                    <a:pt x="315150" y="325069"/>
                  </a:lnTo>
                  <a:lnTo>
                    <a:pt x="315150" y="323799"/>
                  </a:lnTo>
                  <a:lnTo>
                    <a:pt x="287020" y="323799"/>
                  </a:lnTo>
                  <a:lnTo>
                    <a:pt x="287020" y="325069"/>
                  </a:lnTo>
                  <a:lnTo>
                    <a:pt x="287020" y="326339"/>
                  </a:lnTo>
                  <a:lnTo>
                    <a:pt x="287020" y="332689"/>
                  </a:lnTo>
                  <a:lnTo>
                    <a:pt x="339153" y="332689"/>
                  </a:lnTo>
                  <a:lnTo>
                    <a:pt x="339153" y="333959"/>
                  </a:lnTo>
                  <a:lnTo>
                    <a:pt x="490689" y="333959"/>
                  </a:lnTo>
                  <a:lnTo>
                    <a:pt x="490689" y="332689"/>
                  </a:lnTo>
                  <a:lnTo>
                    <a:pt x="493064" y="332689"/>
                  </a:lnTo>
                  <a:lnTo>
                    <a:pt x="493064" y="326339"/>
                  </a:lnTo>
                  <a:lnTo>
                    <a:pt x="493077" y="325069"/>
                  </a:lnTo>
                  <a:close/>
                </a:path>
                <a:path w="525145" h="1385570">
                  <a:moveTo>
                    <a:pt x="525043" y="333387"/>
                  </a:moveTo>
                  <a:lnTo>
                    <a:pt x="525030" y="279450"/>
                  </a:lnTo>
                  <a:lnTo>
                    <a:pt x="524484" y="230936"/>
                  </a:lnTo>
                  <a:lnTo>
                    <a:pt x="524383" y="225513"/>
                  </a:lnTo>
                  <a:lnTo>
                    <a:pt x="515975" y="225501"/>
                  </a:lnTo>
                  <a:lnTo>
                    <a:pt x="516623" y="279450"/>
                  </a:lnTo>
                  <a:lnTo>
                    <a:pt x="516636" y="333387"/>
                  </a:lnTo>
                  <a:lnTo>
                    <a:pt x="525043" y="333387"/>
                  </a:lnTo>
                  <a:close/>
                </a:path>
              </a:pathLst>
            </a:custGeom>
            <a:solidFill>
              <a:srgbClr val="A262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8129228" y="1800112"/>
              <a:ext cx="1377315" cy="584835"/>
            </a:xfrm>
            <a:custGeom>
              <a:avLst/>
              <a:gdLst/>
              <a:ahLst/>
              <a:cxnLst/>
              <a:rect l="l" t="t" r="r" b="b"/>
              <a:pathLst>
                <a:path w="1377315" h="584835">
                  <a:moveTo>
                    <a:pt x="688575" y="0"/>
                  </a:moveTo>
                  <a:lnTo>
                    <a:pt x="677466" y="0"/>
                  </a:lnTo>
                  <a:lnTo>
                    <a:pt x="0" y="584380"/>
                  </a:lnTo>
                  <a:lnTo>
                    <a:pt x="43349" y="584380"/>
                  </a:lnTo>
                  <a:lnTo>
                    <a:pt x="688575" y="36784"/>
                  </a:lnTo>
                  <a:lnTo>
                    <a:pt x="1333802" y="584380"/>
                  </a:lnTo>
                  <a:lnTo>
                    <a:pt x="1377151" y="584380"/>
                  </a:lnTo>
                  <a:lnTo>
                    <a:pt x="688575" y="0"/>
                  </a:lnTo>
                  <a:close/>
                </a:path>
              </a:pathLst>
            </a:custGeom>
            <a:solidFill>
              <a:srgbClr val="DC9C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8118117" y="1800112"/>
              <a:ext cx="1377315" cy="584835"/>
            </a:xfrm>
            <a:custGeom>
              <a:avLst/>
              <a:gdLst/>
              <a:ahLst/>
              <a:cxnLst/>
              <a:rect l="l" t="t" r="r" b="b"/>
              <a:pathLst>
                <a:path w="1377315" h="584835">
                  <a:moveTo>
                    <a:pt x="688575" y="0"/>
                  </a:moveTo>
                  <a:lnTo>
                    <a:pt x="0" y="584380"/>
                  </a:lnTo>
                  <a:lnTo>
                    <a:pt x="43349" y="584380"/>
                  </a:lnTo>
                  <a:lnTo>
                    <a:pt x="688575" y="36784"/>
                  </a:lnTo>
                  <a:lnTo>
                    <a:pt x="1333802" y="584380"/>
                  </a:lnTo>
                  <a:lnTo>
                    <a:pt x="1377151" y="584380"/>
                  </a:lnTo>
                  <a:lnTo>
                    <a:pt x="688575" y="0"/>
                  </a:lnTo>
                  <a:close/>
                </a:path>
              </a:pathLst>
            </a:custGeom>
            <a:solidFill>
              <a:srgbClr val="CD89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7737411" y="1800112"/>
              <a:ext cx="1377315" cy="584835"/>
            </a:xfrm>
            <a:custGeom>
              <a:avLst/>
              <a:gdLst/>
              <a:ahLst/>
              <a:cxnLst/>
              <a:rect l="l" t="t" r="r" b="b"/>
              <a:pathLst>
                <a:path w="1377315" h="584835">
                  <a:moveTo>
                    <a:pt x="688575" y="0"/>
                  </a:moveTo>
                  <a:lnTo>
                    <a:pt x="677466" y="0"/>
                  </a:lnTo>
                  <a:lnTo>
                    <a:pt x="0" y="584380"/>
                  </a:lnTo>
                  <a:lnTo>
                    <a:pt x="43349" y="584380"/>
                  </a:lnTo>
                  <a:lnTo>
                    <a:pt x="688575" y="36784"/>
                  </a:lnTo>
                  <a:lnTo>
                    <a:pt x="1333802" y="584380"/>
                  </a:lnTo>
                  <a:lnTo>
                    <a:pt x="1377151" y="584380"/>
                  </a:lnTo>
                  <a:lnTo>
                    <a:pt x="688575" y="0"/>
                  </a:lnTo>
                  <a:close/>
                </a:path>
              </a:pathLst>
            </a:custGeom>
            <a:solidFill>
              <a:srgbClr val="DC9C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7726301" y="1800112"/>
              <a:ext cx="1377315" cy="584835"/>
            </a:xfrm>
            <a:custGeom>
              <a:avLst/>
              <a:gdLst/>
              <a:ahLst/>
              <a:cxnLst/>
              <a:rect l="l" t="t" r="r" b="b"/>
              <a:pathLst>
                <a:path w="1377315" h="584835">
                  <a:moveTo>
                    <a:pt x="688575" y="0"/>
                  </a:moveTo>
                  <a:lnTo>
                    <a:pt x="0" y="584380"/>
                  </a:lnTo>
                  <a:lnTo>
                    <a:pt x="43349" y="584380"/>
                  </a:lnTo>
                  <a:lnTo>
                    <a:pt x="688575" y="36784"/>
                  </a:lnTo>
                  <a:lnTo>
                    <a:pt x="1333802" y="584380"/>
                  </a:lnTo>
                  <a:lnTo>
                    <a:pt x="1377151" y="584380"/>
                  </a:lnTo>
                  <a:lnTo>
                    <a:pt x="688575" y="0"/>
                  </a:lnTo>
                  <a:close/>
                </a:path>
              </a:pathLst>
            </a:custGeom>
            <a:solidFill>
              <a:srgbClr val="CD89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7345595" y="1800112"/>
              <a:ext cx="1377315" cy="584835"/>
            </a:xfrm>
            <a:custGeom>
              <a:avLst/>
              <a:gdLst/>
              <a:ahLst/>
              <a:cxnLst/>
              <a:rect l="l" t="t" r="r" b="b"/>
              <a:pathLst>
                <a:path w="1377315" h="584835">
                  <a:moveTo>
                    <a:pt x="688575" y="0"/>
                  </a:moveTo>
                  <a:lnTo>
                    <a:pt x="677466" y="0"/>
                  </a:lnTo>
                  <a:lnTo>
                    <a:pt x="0" y="584380"/>
                  </a:lnTo>
                  <a:lnTo>
                    <a:pt x="43349" y="584380"/>
                  </a:lnTo>
                  <a:lnTo>
                    <a:pt x="688575" y="36784"/>
                  </a:lnTo>
                  <a:lnTo>
                    <a:pt x="1333802" y="584380"/>
                  </a:lnTo>
                  <a:lnTo>
                    <a:pt x="1377151" y="584380"/>
                  </a:lnTo>
                  <a:lnTo>
                    <a:pt x="688575" y="0"/>
                  </a:lnTo>
                  <a:close/>
                </a:path>
              </a:pathLst>
            </a:custGeom>
            <a:solidFill>
              <a:srgbClr val="DC9C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7334484" y="1800112"/>
              <a:ext cx="1377315" cy="584835"/>
            </a:xfrm>
            <a:custGeom>
              <a:avLst/>
              <a:gdLst/>
              <a:ahLst/>
              <a:cxnLst/>
              <a:rect l="l" t="t" r="r" b="b"/>
              <a:pathLst>
                <a:path w="1377315" h="584835">
                  <a:moveTo>
                    <a:pt x="688575" y="0"/>
                  </a:moveTo>
                  <a:lnTo>
                    <a:pt x="0" y="584380"/>
                  </a:lnTo>
                  <a:lnTo>
                    <a:pt x="43349" y="584380"/>
                  </a:lnTo>
                  <a:lnTo>
                    <a:pt x="688575" y="36784"/>
                  </a:lnTo>
                  <a:lnTo>
                    <a:pt x="1333802" y="584380"/>
                  </a:lnTo>
                  <a:lnTo>
                    <a:pt x="1377151" y="584380"/>
                  </a:lnTo>
                  <a:lnTo>
                    <a:pt x="688575" y="0"/>
                  </a:lnTo>
                  <a:close/>
                </a:path>
              </a:pathLst>
            </a:custGeom>
            <a:solidFill>
              <a:srgbClr val="CD89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7015933" y="1800112"/>
              <a:ext cx="1377315" cy="1666875"/>
            </a:xfrm>
            <a:custGeom>
              <a:avLst/>
              <a:gdLst/>
              <a:ahLst/>
              <a:cxnLst/>
              <a:rect l="l" t="t" r="r" b="b"/>
              <a:pathLst>
                <a:path w="1377315" h="1666875">
                  <a:moveTo>
                    <a:pt x="688586" y="0"/>
                  </a:moveTo>
                  <a:lnTo>
                    <a:pt x="666576" y="0"/>
                  </a:lnTo>
                  <a:lnTo>
                    <a:pt x="0" y="584380"/>
                  </a:lnTo>
                  <a:lnTo>
                    <a:pt x="0" y="1666378"/>
                  </a:lnTo>
                  <a:lnTo>
                    <a:pt x="1377162" y="1666378"/>
                  </a:lnTo>
                  <a:lnTo>
                    <a:pt x="1377162" y="1219889"/>
                  </a:lnTo>
                  <a:lnTo>
                    <a:pt x="443389" y="1219889"/>
                  </a:lnTo>
                  <a:lnTo>
                    <a:pt x="443389" y="729496"/>
                  </a:lnTo>
                  <a:lnTo>
                    <a:pt x="1377162" y="729496"/>
                  </a:lnTo>
                  <a:lnTo>
                    <a:pt x="1377162" y="584380"/>
                  </a:lnTo>
                  <a:lnTo>
                    <a:pt x="688586" y="0"/>
                  </a:lnTo>
                  <a:close/>
                </a:path>
                <a:path w="1377315" h="1666875">
                  <a:moveTo>
                    <a:pt x="1377162" y="729496"/>
                  </a:moveTo>
                  <a:lnTo>
                    <a:pt x="933783" y="729496"/>
                  </a:lnTo>
                  <a:lnTo>
                    <a:pt x="933783" y="1219889"/>
                  </a:lnTo>
                  <a:lnTo>
                    <a:pt x="1377162" y="1219889"/>
                  </a:lnTo>
                  <a:lnTo>
                    <a:pt x="1377162" y="729496"/>
                  </a:lnTo>
                  <a:close/>
                </a:path>
              </a:pathLst>
            </a:custGeom>
            <a:solidFill>
              <a:srgbClr val="DC9C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6993923" y="1800112"/>
              <a:ext cx="1377315" cy="1666875"/>
            </a:xfrm>
            <a:custGeom>
              <a:avLst/>
              <a:gdLst/>
              <a:ahLst/>
              <a:cxnLst/>
              <a:rect l="l" t="t" r="r" b="b"/>
              <a:pathLst>
                <a:path w="1377315" h="1666875">
                  <a:moveTo>
                    <a:pt x="688586" y="0"/>
                  </a:moveTo>
                  <a:lnTo>
                    <a:pt x="0" y="584380"/>
                  </a:lnTo>
                  <a:lnTo>
                    <a:pt x="0" y="1666378"/>
                  </a:lnTo>
                  <a:lnTo>
                    <a:pt x="1377162" y="1666378"/>
                  </a:lnTo>
                  <a:lnTo>
                    <a:pt x="1377162" y="1219889"/>
                  </a:lnTo>
                  <a:lnTo>
                    <a:pt x="443379" y="1219889"/>
                  </a:lnTo>
                  <a:lnTo>
                    <a:pt x="443379" y="729496"/>
                  </a:lnTo>
                  <a:lnTo>
                    <a:pt x="1377162" y="729496"/>
                  </a:lnTo>
                  <a:lnTo>
                    <a:pt x="1377162" y="584380"/>
                  </a:lnTo>
                  <a:lnTo>
                    <a:pt x="688586" y="0"/>
                  </a:lnTo>
                  <a:close/>
                </a:path>
                <a:path w="1377315" h="1666875">
                  <a:moveTo>
                    <a:pt x="1377162" y="729496"/>
                  </a:moveTo>
                  <a:lnTo>
                    <a:pt x="933772" y="729496"/>
                  </a:lnTo>
                  <a:lnTo>
                    <a:pt x="933772" y="1219889"/>
                  </a:lnTo>
                  <a:lnTo>
                    <a:pt x="1377162" y="1219889"/>
                  </a:lnTo>
                  <a:lnTo>
                    <a:pt x="1377162" y="729496"/>
                  </a:lnTo>
                  <a:close/>
                </a:path>
              </a:pathLst>
            </a:custGeom>
            <a:solidFill>
              <a:srgbClr val="EBA7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7027545" y="1831587"/>
              <a:ext cx="1293495" cy="1612265"/>
            </a:xfrm>
            <a:custGeom>
              <a:avLst/>
              <a:gdLst/>
              <a:ahLst/>
              <a:cxnLst/>
              <a:rect l="l" t="t" r="r" b="b"/>
              <a:pathLst>
                <a:path w="1293495" h="1612264">
                  <a:moveTo>
                    <a:pt x="388543" y="1258900"/>
                  </a:moveTo>
                  <a:lnTo>
                    <a:pt x="269417" y="1258900"/>
                  </a:lnTo>
                  <a:lnTo>
                    <a:pt x="269417" y="1255090"/>
                  </a:lnTo>
                  <a:lnTo>
                    <a:pt x="159994" y="1255090"/>
                  </a:lnTo>
                  <a:lnTo>
                    <a:pt x="159994" y="1258900"/>
                  </a:lnTo>
                  <a:lnTo>
                    <a:pt x="159994" y="1263980"/>
                  </a:lnTo>
                  <a:lnTo>
                    <a:pt x="298056" y="1263980"/>
                  </a:lnTo>
                  <a:lnTo>
                    <a:pt x="298056" y="1267790"/>
                  </a:lnTo>
                  <a:lnTo>
                    <a:pt x="388543" y="1267790"/>
                  </a:lnTo>
                  <a:lnTo>
                    <a:pt x="388543" y="1263980"/>
                  </a:lnTo>
                  <a:lnTo>
                    <a:pt x="388543" y="1258900"/>
                  </a:lnTo>
                  <a:close/>
                </a:path>
                <a:path w="1293495" h="1612264">
                  <a:moveTo>
                    <a:pt x="414502" y="691883"/>
                  </a:moveTo>
                  <a:lnTo>
                    <a:pt x="406082" y="691883"/>
                  </a:lnTo>
                  <a:lnTo>
                    <a:pt x="403745" y="796213"/>
                  </a:lnTo>
                  <a:lnTo>
                    <a:pt x="402145" y="895146"/>
                  </a:lnTo>
                  <a:lnTo>
                    <a:pt x="401129" y="994092"/>
                  </a:lnTo>
                  <a:lnTo>
                    <a:pt x="400710" y="1093038"/>
                  </a:lnTo>
                  <a:lnTo>
                    <a:pt x="400900" y="1197394"/>
                  </a:lnTo>
                  <a:lnTo>
                    <a:pt x="409321" y="1197406"/>
                  </a:lnTo>
                  <a:lnTo>
                    <a:pt x="409117" y="1093038"/>
                  </a:lnTo>
                  <a:lnTo>
                    <a:pt x="409549" y="994092"/>
                  </a:lnTo>
                  <a:lnTo>
                    <a:pt x="410565" y="895146"/>
                  </a:lnTo>
                  <a:lnTo>
                    <a:pt x="412165" y="796213"/>
                  </a:lnTo>
                  <a:lnTo>
                    <a:pt x="414362" y="697293"/>
                  </a:lnTo>
                  <a:lnTo>
                    <a:pt x="414502" y="691883"/>
                  </a:lnTo>
                  <a:close/>
                </a:path>
                <a:path w="1293495" h="1612264">
                  <a:moveTo>
                    <a:pt x="542556" y="1415008"/>
                  </a:moveTo>
                  <a:lnTo>
                    <a:pt x="542531" y="1406588"/>
                  </a:lnTo>
                  <a:lnTo>
                    <a:pt x="537146" y="1406271"/>
                  </a:lnTo>
                  <a:lnTo>
                    <a:pt x="257314" y="1389710"/>
                  </a:lnTo>
                  <a:lnTo>
                    <a:pt x="257340" y="1398117"/>
                  </a:lnTo>
                  <a:lnTo>
                    <a:pt x="542556" y="1415008"/>
                  </a:lnTo>
                  <a:close/>
                </a:path>
                <a:path w="1293495" h="1612264">
                  <a:moveTo>
                    <a:pt x="559231" y="1595526"/>
                  </a:moveTo>
                  <a:lnTo>
                    <a:pt x="503974" y="1597748"/>
                  </a:lnTo>
                  <a:lnTo>
                    <a:pt x="454126" y="1598891"/>
                  </a:lnTo>
                  <a:lnTo>
                    <a:pt x="404266" y="1599387"/>
                  </a:lnTo>
                  <a:lnTo>
                    <a:pt x="354406" y="1599438"/>
                  </a:lnTo>
                  <a:lnTo>
                    <a:pt x="204800" y="1598777"/>
                  </a:lnTo>
                  <a:lnTo>
                    <a:pt x="154940" y="1598930"/>
                  </a:lnTo>
                  <a:lnTo>
                    <a:pt x="105079" y="1599565"/>
                  </a:lnTo>
                  <a:lnTo>
                    <a:pt x="55232" y="1600885"/>
                  </a:lnTo>
                  <a:lnTo>
                    <a:pt x="25" y="1603362"/>
                  </a:lnTo>
                  <a:lnTo>
                    <a:pt x="0" y="1611782"/>
                  </a:lnTo>
                  <a:lnTo>
                    <a:pt x="55232" y="1609293"/>
                  </a:lnTo>
                  <a:lnTo>
                    <a:pt x="105079" y="1607972"/>
                  </a:lnTo>
                  <a:lnTo>
                    <a:pt x="154940" y="1607337"/>
                  </a:lnTo>
                  <a:lnTo>
                    <a:pt x="204800" y="1607197"/>
                  </a:lnTo>
                  <a:lnTo>
                    <a:pt x="354406" y="1607858"/>
                  </a:lnTo>
                  <a:lnTo>
                    <a:pt x="404266" y="1607807"/>
                  </a:lnTo>
                  <a:lnTo>
                    <a:pt x="454126" y="1607312"/>
                  </a:lnTo>
                  <a:lnTo>
                    <a:pt x="503974" y="1606169"/>
                  </a:lnTo>
                  <a:lnTo>
                    <a:pt x="559206" y="1603933"/>
                  </a:lnTo>
                  <a:lnTo>
                    <a:pt x="559231" y="1595526"/>
                  </a:lnTo>
                  <a:close/>
                </a:path>
                <a:path w="1293495" h="1612264">
                  <a:moveTo>
                    <a:pt x="646455" y="6413"/>
                  </a:moveTo>
                  <a:lnTo>
                    <a:pt x="640994" y="0"/>
                  </a:lnTo>
                  <a:lnTo>
                    <a:pt x="637019" y="3695"/>
                  </a:lnTo>
                  <a:lnTo>
                    <a:pt x="600824" y="37096"/>
                  </a:lnTo>
                  <a:lnTo>
                    <a:pt x="564400" y="70256"/>
                  </a:lnTo>
                  <a:lnTo>
                    <a:pt x="527773" y="103174"/>
                  </a:lnTo>
                  <a:lnTo>
                    <a:pt x="490943" y="135864"/>
                  </a:lnTo>
                  <a:lnTo>
                    <a:pt x="453948" y="168363"/>
                  </a:lnTo>
                  <a:lnTo>
                    <a:pt x="416775" y="200672"/>
                  </a:lnTo>
                  <a:lnTo>
                    <a:pt x="342011" y="264782"/>
                  </a:lnTo>
                  <a:lnTo>
                    <a:pt x="266738" y="328333"/>
                  </a:lnTo>
                  <a:lnTo>
                    <a:pt x="191109" y="391414"/>
                  </a:lnTo>
                  <a:lnTo>
                    <a:pt x="8712" y="541820"/>
                  </a:lnTo>
                  <a:lnTo>
                    <a:pt x="14173" y="548220"/>
                  </a:lnTo>
                  <a:lnTo>
                    <a:pt x="170421" y="419506"/>
                  </a:lnTo>
                  <a:lnTo>
                    <a:pt x="246164" y="356539"/>
                  </a:lnTo>
                  <a:lnTo>
                    <a:pt x="321576" y="293166"/>
                  </a:lnTo>
                  <a:lnTo>
                    <a:pt x="396544" y="229273"/>
                  </a:lnTo>
                  <a:lnTo>
                    <a:pt x="433819" y="197091"/>
                  </a:lnTo>
                  <a:lnTo>
                    <a:pt x="470941" y="164719"/>
                  </a:lnTo>
                  <a:lnTo>
                    <a:pt x="507898" y="132156"/>
                  </a:lnTo>
                  <a:lnTo>
                    <a:pt x="541807" y="101930"/>
                  </a:lnTo>
                  <a:lnTo>
                    <a:pt x="575551" y="71526"/>
                  </a:lnTo>
                  <a:lnTo>
                    <a:pt x="609117" y="40906"/>
                  </a:lnTo>
                  <a:lnTo>
                    <a:pt x="646455" y="6413"/>
                  </a:lnTo>
                  <a:close/>
                </a:path>
                <a:path w="1293495" h="1612264">
                  <a:moveTo>
                    <a:pt x="678345" y="456234"/>
                  </a:moveTo>
                  <a:lnTo>
                    <a:pt x="632955" y="456234"/>
                  </a:lnTo>
                  <a:lnTo>
                    <a:pt x="632955" y="453694"/>
                  </a:lnTo>
                  <a:lnTo>
                    <a:pt x="453034" y="453694"/>
                  </a:lnTo>
                  <a:lnTo>
                    <a:pt x="453034" y="444804"/>
                  </a:lnTo>
                  <a:lnTo>
                    <a:pt x="309346" y="444804"/>
                  </a:lnTo>
                  <a:lnTo>
                    <a:pt x="309346" y="453694"/>
                  </a:lnTo>
                  <a:lnTo>
                    <a:pt x="368223" y="453694"/>
                  </a:lnTo>
                  <a:lnTo>
                    <a:pt x="368223" y="456234"/>
                  </a:lnTo>
                  <a:lnTo>
                    <a:pt x="548043" y="456234"/>
                  </a:lnTo>
                  <a:lnTo>
                    <a:pt x="548043" y="465124"/>
                  </a:lnTo>
                  <a:lnTo>
                    <a:pt x="678345" y="465124"/>
                  </a:lnTo>
                  <a:lnTo>
                    <a:pt x="678345" y="456234"/>
                  </a:lnTo>
                  <a:close/>
                </a:path>
                <a:path w="1293495" h="1612264">
                  <a:moveTo>
                    <a:pt x="767105" y="1188186"/>
                  </a:moveTo>
                  <a:lnTo>
                    <a:pt x="761682" y="1188262"/>
                  </a:lnTo>
                  <a:lnTo>
                    <a:pt x="719480" y="1188745"/>
                  </a:lnTo>
                  <a:lnTo>
                    <a:pt x="677265" y="1189024"/>
                  </a:lnTo>
                  <a:lnTo>
                    <a:pt x="635063" y="1189050"/>
                  </a:lnTo>
                  <a:lnTo>
                    <a:pt x="592848" y="1188859"/>
                  </a:lnTo>
                  <a:lnTo>
                    <a:pt x="551218" y="1187970"/>
                  </a:lnTo>
                  <a:lnTo>
                    <a:pt x="509397" y="1186776"/>
                  </a:lnTo>
                  <a:lnTo>
                    <a:pt x="467601" y="1186472"/>
                  </a:lnTo>
                  <a:lnTo>
                    <a:pt x="426046" y="1188262"/>
                  </a:lnTo>
                  <a:lnTo>
                    <a:pt x="420674" y="1188681"/>
                  </a:lnTo>
                  <a:lnTo>
                    <a:pt x="420636" y="1197089"/>
                  </a:lnTo>
                  <a:lnTo>
                    <a:pt x="426046" y="1196670"/>
                  </a:lnTo>
                  <a:lnTo>
                    <a:pt x="467601" y="1194879"/>
                  </a:lnTo>
                  <a:lnTo>
                    <a:pt x="509397" y="1195184"/>
                  </a:lnTo>
                  <a:lnTo>
                    <a:pt x="551218" y="1196390"/>
                  </a:lnTo>
                  <a:lnTo>
                    <a:pt x="592848" y="1197267"/>
                  </a:lnTo>
                  <a:lnTo>
                    <a:pt x="635063" y="1197470"/>
                  </a:lnTo>
                  <a:lnTo>
                    <a:pt x="677265" y="1197432"/>
                  </a:lnTo>
                  <a:lnTo>
                    <a:pt x="719480" y="1197165"/>
                  </a:lnTo>
                  <a:lnTo>
                    <a:pt x="767092" y="1196594"/>
                  </a:lnTo>
                  <a:lnTo>
                    <a:pt x="767105" y="1188186"/>
                  </a:lnTo>
                  <a:close/>
                </a:path>
                <a:path w="1293495" h="1612264">
                  <a:moveTo>
                    <a:pt x="905929" y="1189850"/>
                  </a:moveTo>
                  <a:lnTo>
                    <a:pt x="883145" y="1189850"/>
                  </a:lnTo>
                  <a:lnTo>
                    <a:pt x="883145" y="1188580"/>
                  </a:lnTo>
                  <a:lnTo>
                    <a:pt x="782713" y="1188580"/>
                  </a:lnTo>
                  <a:lnTo>
                    <a:pt x="782713" y="1189850"/>
                  </a:lnTo>
                  <a:lnTo>
                    <a:pt x="782701" y="1196200"/>
                  </a:lnTo>
                  <a:lnTo>
                    <a:pt x="782688" y="1197470"/>
                  </a:lnTo>
                  <a:lnTo>
                    <a:pt x="797979" y="1197470"/>
                  </a:lnTo>
                  <a:lnTo>
                    <a:pt x="797979" y="1196200"/>
                  </a:lnTo>
                  <a:lnTo>
                    <a:pt x="852385" y="1196200"/>
                  </a:lnTo>
                  <a:lnTo>
                    <a:pt x="852385" y="1197470"/>
                  </a:lnTo>
                  <a:lnTo>
                    <a:pt x="895273" y="1197470"/>
                  </a:lnTo>
                  <a:lnTo>
                    <a:pt x="895273" y="1198740"/>
                  </a:lnTo>
                  <a:lnTo>
                    <a:pt x="905929" y="1198740"/>
                  </a:lnTo>
                  <a:lnTo>
                    <a:pt x="905929" y="1197470"/>
                  </a:lnTo>
                  <a:lnTo>
                    <a:pt x="905929" y="1196200"/>
                  </a:lnTo>
                  <a:lnTo>
                    <a:pt x="905929" y="1189850"/>
                  </a:lnTo>
                  <a:close/>
                </a:path>
                <a:path w="1293495" h="1612264">
                  <a:moveTo>
                    <a:pt x="1096822" y="573620"/>
                  </a:moveTo>
                  <a:lnTo>
                    <a:pt x="1040536" y="564222"/>
                  </a:lnTo>
                  <a:lnTo>
                    <a:pt x="990003" y="563613"/>
                  </a:lnTo>
                  <a:lnTo>
                    <a:pt x="939482" y="563283"/>
                  </a:lnTo>
                  <a:lnTo>
                    <a:pt x="888949" y="563206"/>
                  </a:lnTo>
                  <a:lnTo>
                    <a:pt x="838415" y="563410"/>
                  </a:lnTo>
                  <a:lnTo>
                    <a:pt x="787895" y="563880"/>
                  </a:lnTo>
                  <a:lnTo>
                    <a:pt x="737374" y="564629"/>
                  </a:lnTo>
                  <a:lnTo>
                    <a:pt x="686854" y="565645"/>
                  </a:lnTo>
                  <a:lnTo>
                    <a:pt x="636333" y="566928"/>
                  </a:lnTo>
                  <a:lnTo>
                    <a:pt x="580415" y="568655"/>
                  </a:lnTo>
                  <a:lnTo>
                    <a:pt x="580758" y="577062"/>
                  </a:lnTo>
                  <a:lnTo>
                    <a:pt x="636689" y="575335"/>
                  </a:lnTo>
                  <a:lnTo>
                    <a:pt x="687209" y="574040"/>
                  </a:lnTo>
                  <a:lnTo>
                    <a:pt x="737717" y="573036"/>
                  </a:lnTo>
                  <a:lnTo>
                    <a:pt x="788250" y="572287"/>
                  </a:lnTo>
                  <a:lnTo>
                    <a:pt x="838771" y="571817"/>
                  </a:lnTo>
                  <a:lnTo>
                    <a:pt x="889304" y="571614"/>
                  </a:lnTo>
                  <a:lnTo>
                    <a:pt x="939825" y="571677"/>
                  </a:lnTo>
                  <a:lnTo>
                    <a:pt x="990358" y="572020"/>
                  </a:lnTo>
                  <a:lnTo>
                    <a:pt x="1040892" y="572630"/>
                  </a:lnTo>
                  <a:lnTo>
                    <a:pt x="1096822" y="573620"/>
                  </a:lnTo>
                  <a:close/>
                </a:path>
                <a:path w="1293495" h="1612264">
                  <a:moveTo>
                    <a:pt x="1190371" y="1264602"/>
                  </a:moveTo>
                  <a:lnTo>
                    <a:pt x="1184948" y="1264729"/>
                  </a:lnTo>
                  <a:lnTo>
                    <a:pt x="1080033" y="1266609"/>
                  </a:lnTo>
                  <a:lnTo>
                    <a:pt x="975106" y="1267815"/>
                  </a:lnTo>
                  <a:lnTo>
                    <a:pt x="870178" y="1268349"/>
                  </a:lnTo>
                  <a:lnTo>
                    <a:pt x="765251" y="1268196"/>
                  </a:lnTo>
                  <a:lnTo>
                    <a:pt x="660323" y="1267371"/>
                  </a:lnTo>
                  <a:lnTo>
                    <a:pt x="566737" y="1266037"/>
                  </a:lnTo>
                  <a:lnTo>
                    <a:pt x="437972" y="1263332"/>
                  </a:lnTo>
                  <a:lnTo>
                    <a:pt x="437972" y="1271752"/>
                  </a:lnTo>
                  <a:lnTo>
                    <a:pt x="548297" y="1274127"/>
                  </a:lnTo>
                  <a:lnTo>
                    <a:pt x="653224" y="1275689"/>
                  </a:lnTo>
                  <a:lnTo>
                    <a:pt x="758151" y="1276578"/>
                  </a:lnTo>
                  <a:lnTo>
                    <a:pt x="863079" y="1276781"/>
                  </a:lnTo>
                  <a:lnTo>
                    <a:pt x="968006" y="1276299"/>
                  </a:lnTo>
                  <a:lnTo>
                    <a:pt x="1061593" y="1275295"/>
                  </a:lnTo>
                  <a:lnTo>
                    <a:pt x="1190358" y="1273022"/>
                  </a:lnTo>
                  <a:lnTo>
                    <a:pt x="1190371" y="1264602"/>
                  </a:lnTo>
                  <a:close/>
                </a:path>
                <a:path w="1293495" h="1612264">
                  <a:moveTo>
                    <a:pt x="1230769" y="564172"/>
                  </a:moveTo>
                  <a:lnTo>
                    <a:pt x="1230591" y="564172"/>
                  </a:lnTo>
                  <a:lnTo>
                    <a:pt x="1230591" y="561632"/>
                  </a:lnTo>
                  <a:lnTo>
                    <a:pt x="1163307" y="561632"/>
                  </a:lnTo>
                  <a:lnTo>
                    <a:pt x="1163307" y="564172"/>
                  </a:lnTo>
                  <a:lnTo>
                    <a:pt x="1131506" y="564172"/>
                  </a:lnTo>
                  <a:lnTo>
                    <a:pt x="1131506" y="570522"/>
                  </a:lnTo>
                  <a:lnTo>
                    <a:pt x="1131658" y="570522"/>
                  </a:lnTo>
                  <a:lnTo>
                    <a:pt x="1131658" y="571792"/>
                  </a:lnTo>
                  <a:lnTo>
                    <a:pt x="1170724" y="571792"/>
                  </a:lnTo>
                  <a:lnTo>
                    <a:pt x="1170724" y="570522"/>
                  </a:lnTo>
                  <a:lnTo>
                    <a:pt x="1230769" y="570522"/>
                  </a:lnTo>
                  <a:lnTo>
                    <a:pt x="1230769" y="564172"/>
                  </a:lnTo>
                  <a:close/>
                </a:path>
                <a:path w="1293495" h="1612264">
                  <a:moveTo>
                    <a:pt x="1292898" y="1592732"/>
                  </a:moveTo>
                  <a:lnTo>
                    <a:pt x="1129830" y="1595450"/>
                  </a:lnTo>
                  <a:lnTo>
                    <a:pt x="972172" y="1597406"/>
                  </a:lnTo>
                  <a:lnTo>
                    <a:pt x="814514" y="1598701"/>
                  </a:lnTo>
                  <a:lnTo>
                    <a:pt x="656844" y="1599323"/>
                  </a:lnTo>
                  <a:lnTo>
                    <a:pt x="598881" y="1599374"/>
                  </a:lnTo>
                  <a:lnTo>
                    <a:pt x="598868" y="1607794"/>
                  </a:lnTo>
                  <a:lnTo>
                    <a:pt x="761961" y="1607388"/>
                  </a:lnTo>
                  <a:lnTo>
                    <a:pt x="919619" y="1606321"/>
                  </a:lnTo>
                  <a:lnTo>
                    <a:pt x="1077277" y="1604594"/>
                  </a:lnTo>
                  <a:lnTo>
                    <a:pt x="1234922" y="1602206"/>
                  </a:lnTo>
                  <a:lnTo>
                    <a:pt x="1292885" y="1601152"/>
                  </a:lnTo>
                  <a:lnTo>
                    <a:pt x="1292898" y="1592732"/>
                  </a:lnTo>
                  <a:close/>
                </a:path>
              </a:pathLst>
            </a:custGeom>
            <a:solidFill>
              <a:srgbClr val="EBB6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8393087" y="2384494"/>
              <a:ext cx="1353185" cy="1082040"/>
            </a:xfrm>
            <a:custGeom>
              <a:avLst/>
              <a:gdLst/>
              <a:ahLst/>
              <a:cxnLst/>
              <a:rect l="l" t="t" r="r" b="b"/>
              <a:pathLst>
                <a:path w="1353184" h="1082039">
                  <a:moveTo>
                    <a:pt x="1352931" y="0"/>
                  </a:moveTo>
                  <a:lnTo>
                    <a:pt x="0" y="0"/>
                  </a:lnTo>
                  <a:lnTo>
                    <a:pt x="0" y="144780"/>
                  </a:lnTo>
                  <a:lnTo>
                    <a:pt x="0" y="1082040"/>
                  </a:lnTo>
                  <a:lnTo>
                    <a:pt x="456361" y="1082040"/>
                  </a:lnTo>
                  <a:lnTo>
                    <a:pt x="456361" y="144780"/>
                  </a:lnTo>
                  <a:lnTo>
                    <a:pt x="896569" y="144780"/>
                  </a:lnTo>
                  <a:lnTo>
                    <a:pt x="896569" y="1082040"/>
                  </a:lnTo>
                  <a:lnTo>
                    <a:pt x="1352931" y="1082040"/>
                  </a:lnTo>
                  <a:lnTo>
                    <a:pt x="1352931" y="144780"/>
                  </a:lnTo>
                  <a:lnTo>
                    <a:pt x="1352931" y="0"/>
                  </a:lnTo>
                  <a:close/>
                </a:path>
              </a:pathLst>
            </a:custGeom>
            <a:solidFill>
              <a:srgbClr val="D694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9269770" y="2529211"/>
              <a:ext cx="20320" cy="937894"/>
            </a:xfrm>
            <a:custGeom>
              <a:avLst/>
              <a:gdLst/>
              <a:ahLst/>
              <a:cxnLst/>
              <a:rect l="l" t="t" r="r" b="b"/>
              <a:pathLst>
                <a:path w="20320" h="937895">
                  <a:moveTo>
                    <a:pt x="19894" y="0"/>
                  </a:moveTo>
                  <a:lnTo>
                    <a:pt x="0" y="0"/>
                  </a:lnTo>
                  <a:lnTo>
                    <a:pt x="0" y="937280"/>
                  </a:lnTo>
                  <a:lnTo>
                    <a:pt x="19894" y="937280"/>
                  </a:lnTo>
                  <a:lnTo>
                    <a:pt x="19894" y="0"/>
                  </a:lnTo>
                  <a:close/>
                </a:path>
              </a:pathLst>
            </a:custGeom>
            <a:solidFill>
              <a:srgbClr val="C98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8420507" y="2427166"/>
              <a:ext cx="875665" cy="1030605"/>
            </a:xfrm>
            <a:custGeom>
              <a:avLst/>
              <a:gdLst/>
              <a:ahLst/>
              <a:cxnLst/>
              <a:rect l="l" t="t" r="r" b="b"/>
              <a:pathLst>
                <a:path w="875665" h="1030604">
                  <a:moveTo>
                    <a:pt x="21526" y="896162"/>
                  </a:moveTo>
                  <a:lnTo>
                    <a:pt x="14592" y="496951"/>
                  </a:lnTo>
                  <a:lnTo>
                    <a:pt x="10591" y="201587"/>
                  </a:lnTo>
                  <a:lnTo>
                    <a:pt x="8420" y="63"/>
                  </a:lnTo>
                  <a:lnTo>
                    <a:pt x="0" y="0"/>
                  </a:lnTo>
                  <a:lnTo>
                    <a:pt x="4749" y="399237"/>
                  </a:lnTo>
                  <a:lnTo>
                    <a:pt x="11150" y="792632"/>
                  </a:lnTo>
                  <a:lnTo>
                    <a:pt x="13119" y="896086"/>
                  </a:lnTo>
                  <a:lnTo>
                    <a:pt x="21526" y="896162"/>
                  </a:lnTo>
                  <a:close/>
                </a:path>
                <a:path w="875665" h="1030604">
                  <a:moveTo>
                    <a:pt x="874039" y="97205"/>
                  </a:moveTo>
                  <a:lnTo>
                    <a:pt x="865632" y="97205"/>
                  </a:lnTo>
                  <a:lnTo>
                    <a:pt x="865632" y="102285"/>
                  </a:lnTo>
                  <a:lnTo>
                    <a:pt x="864311" y="102285"/>
                  </a:lnTo>
                  <a:lnTo>
                    <a:pt x="864311" y="842695"/>
                  </a:lnTo>
                  <a:lnTo>
                    <a:pt x="872718" y="842695"/>
                  </a:lnTo>
                  <a:lnTo>
                    <a:pt x="872718" y="102285"/>
                  </a:lnTo>
                  <a:lnTo>
                    <a:pt x="874039" y="102285"/>
                  </a:lnTo>
                  <a:lnTo>
                    <a:pt x="874039" y="97205"/>
                  </a:lnTo>
                  <a:close/>
                </a:path>
                <a:path w="875665" h="1030604">
                  <a:moveTo>
                    <a:pt x="875093" y="984529"/>
                  </a:moveTo>
                  <a:lnTo>
                    <a:pt x="874750" y="944295"/>
                  </a:lnTo>
                  <a:lnTo>
                    <a:pt x="873874" y="904062"/>
                  </a:lnTo>
                  <a:lnTo>
                    <a:pt x="872477" y="863841"/>
                  </a:lnTo>
                  <a:lnTo>
                    <a:pt x="863841" y="858418"/>
                  </a:lnTo>
                  <a:lnTo>
                    <a:pt x="865454" y="904062"/>
                  </a:lnTo>
                  <a:lnTo>
                    <a:pt x="866330" y="944295"/>
                  </a:lnTo>
                  <a:lnTo>
                    <a:pt x="866673" y="984529"/>
                  </a:lnTo>
                  <a:lnTo>
                    <a:pt x="866444" y="1030185"/>
                  </a:lnTo>
                  <a:lnTo>
                    <a:pt x="874864" y="1030185"/>
                  </a:lnTo>
                  <a:lnTo>
                    <a:pt x="875093" y="984529"/>
                  </a:lnTo>
                  <a:close/>
                </a:path>
              </a:pathLst>
            </a:custGeom>
            <a:solidFill>
              <a:srgbClr val="EBA7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8439049" y="2400407"/>
              <a:ext cx="1280795" cy="1047750"/>
            </a:xfrm>
            <a:custGeom>
              <a:avLst/>
              <a:gdLst/>
              <a:ahLst/>
              <a:cxnLst/>
              <a:rect l="l" t="t" r="r" b="b"/>
              <a:pathLst>
                <a:path w="1280795" h="1047750">
                  <a:moveTo>
                    <a:pt x="344449" y="1047153"/>
                  </a:moveTo>
                  <a:lnTo>
                    <a:pt x="169456" y="1030973"/>
                  </a:lnTo>
                  <a:lnTo>
                    <a:pt x="128371" y="1029322"/>
                  </a:lnTo>
                  <a:lnTo>
                    <a:pt x="87299" y="1028623"/>
                  </a:lnTo>
                  <a:lnTo>
                    <a:pt x="46278" y="1029754"/>
                  </a:lnTo>
                  <a:lnTo>
                    <a:pt x="5334" y="1033640"/>
                  </a:lnTo>
                  <a:lnTo>
                    <a:pt x="0" y="1034364"/>
                  </a:lnTo>
                  <a:lnTo>
                    <a:pt x="2273" y="1042479"/>
                  </a:lnTo>
                  <a:lnTo>
                    <a:pt x="7569" y="1041755"/>
                  </a:lnTo>
                  <a:lnTo>
                    <a:pt x="49301" y="1037894"/>
                  </a:lnTo>
                  <a:lnTo>
                    <a:pt x="91160" y="1036942"/>
                  </a:lnTo>
                  <a:lnTo>
                    <a:pt x="133057" y="1037856"/>
                  </a:lnTo>
                  <a:lnTo>
                    <a:pt x="344449" y="1047153"/>
                  </a:lnTo>
                  <a:close/>
                </a:path>
                <a:path w="1280795" h="1047750">
                  <a:moveTo>
                    <a:pt x="1280617" y="0"/>
                  </a:moveTo>
                  <a:lnTo>
                    <a:pt x="705815" y="850"/>
                  </a:lnTo>
                  <a:lnTo>
                    <a:pt x="205828" y="3657"/>
                  </a:lnTo>
                  <a:lnTo>
                    <a:pt x="205676" y="12077"/>
                  </a:lnTo>
                  <a:lnTo>
                    <a:pt x="780453" y="9004"/>
                  </a:lnTo>
                  <a:lnTo>
                    <a:pt x="1038771" y="8458"/>
                  </a:lnTo>
                  <a:lnTo>
                    <a:pt x="1280464" y="8420"/>
                  </a:lnTo>
                  <a:lnTo>
                    <a:pt x="1280617" y="0"/>
                  </a:lnTo>
                  <a:close/>
                </a:path>
              </a:pathLst>
            </a:custGeom>
            <a:solidFill>
              <a:srgbClr val="C98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8913914" y="2434545"/>
              <a:ext cx="815975" cy="561340"/>
            </a:xfrm>
            <a:custGeom>
              <a:avLst/>
              <a:gdLst/>
              <a:ahLst/>
              <a:cxnLst/>
              <a:rect l="l" t="t" r="r" b="b"/>
              <a:pathLst>
                <a:path w="815975" h="561339">
                  <a:moveTo>
                    <a:pt x="92087" y="69278"/>
                  </a:moveTo>
                  <a:lnTo>
                    <a:pt x="0" y="69278"/>
                  </a:lnTo>
                  <a:lnTo>
                    <a:pt x="0" y="76898"/>
                  </a:lnTo>
                  <a:lnTo>
                    <a:pt x="60896" y="76898"/>
                  </a:lnTo>
                  <a:lnTo>
                    <a:pt x="60896" y="78168"/>
                  </a:lnTo>
                  <a:lnTo>
                    <a:pt x="92087" y="78168"/>
                  </a:lnTo>
                  <a:lnTo>
                    <a:pt x="92087" y="76898"/>
                  </a:lnTo>
                  <a:lnTo>
                    <a:pt x="92087" y="69278"/>
                  </a:lnTo>
                  <a:close/>
                </a:path>
                <a:path w="815975" h="561339">
                  <a:moveTo>
                    <a:pt x="380822" y="73126"/>
                  </a:moveTo>
                  <a:lnTo>
                    <a:pt x="273672" y="73126"/>
                  </a:lnTo>
                  <a:lnTo>
                    <a:pt x="273672" y="71856"/>
                  </a:lnTo>
                  <a:lnTo>
                    <a:pt x="112026" y="71856"/>
                  </a:lnTo>
                  <a:lnTo>
                    <a:pt x="112026" y="73126"/>
                  </a:lnTo>
                  <a:lnTo>
                    <a:pt x="112014" y="79476"/>
                  </a:lnTo>
                  <a:lnTo>
                    <a:pt x="247650" y="79476"/>
                  </a:lnTo>
                  <a:lnTo>
                    <a:pt x="247650" y="82016"/>
                  </a:lnTo>
                  <a:lnTo>
                    <a:pt x="380822" y="82016"/>
                  </a:lnTo>
                  <a:lnTo>
                    <a:pt x="380822" y="79476"/>
                  </a:lnTo>
                  <a:lnTo>
                    <a:pt x="380822" y="73126"/>
                  </a:lnTo>
                  <a:close/>
                </a:path>
                <a:path w="815975" h="561339">
                  <a:moveTo>
                    <a:pt x="812330" y="245859"/>
                  </a:moveTo>
                  <a:lnTo>
                    <a:pt x="811987" y="197751"/>
                  </a:lnTo>
                  <a:lnTo>
                    <a:pt x="811110" y="149644"/>
                  </a:lnTo>
                  <a:lnTo>
                    <a:pt x="809701" y="101549"/>
                  </a:lnTo>
                  <a:lnTo>
                    <a:pt x="807770" y="53479"/>
                  </a:lnTo>
                  <a:lnTo>
                    <a:pt x="805294" y="5422"/>
                  </a:lnTo>
                  <a:lnTo>
                    <a:pt x="796569" y="0"/>
                  </a:lnTo>
                  <a:lnTo>
                    <a:pt x="799350" y="53479"/>
                  </a:lnTo>
                  <a:lnTo>
                    <a:pt x="801281" y="101549"/>
                  </a:lnTo>
                  <a:lnTo>
                    <a:pt x="802690" y="149644"/>
                  </a:lnTo>
                  <a:lnTo>
                    <a:pt x="803567" y="197751"/>
                  </a:lnTo>
                  <a:lnTo>
                    <a:pt x="803910" y="245859"/>
                  </a:lnTo>
                  <a:lnTo>
                    <a:pt x="803719" y="293966"/>
                  </a:lnTo>
                  <a:lnTo>
                    <a:pt x="802881" y="347497"/>
                  </a:lnTo>
                  <a:lnTo>
                    <a:pt x="811288" y="347497"/>
                  </a:lnTo>
                  <a:lnTo>
                    <a:pt x="812139" y="293966"/>
                  </a:lnTo>
                  <a:lnTo>
                    <a:pt x="812330" y="245859"/>
                  </a:lnTo>
                  <a:close/>
                </a:path>
                <a:path w="815975" h="561339">
                  <a:moveTo>
                    <a:pt x="815962" y="561301"/>
                  </a:moveTo>
                  <a:lnTo>
                    <a:pt x="815797" y="511302"/>
                  </a:lnTo>
                  <a:lnTo>
                    <a:pt x="815149" y="466712"/>
                  </a:lnTo>
                  <a:lnTo>
                    <a:pt x="814006" y="422135"/>
                  </a:lnTo>
                  <a:lnTo>
                    <a:pt x="812393" y="377571"/>
                  </a:lnTo>
                  <a:lnTo>
                    <a:pt x="803744" y="372148"/>
                  </a:lnTo>
                  <a:lnTo>
                    <a:pt x="805586" y="422135"/>
                  </a:lnTo>
                  <a:lnTo>
                    <a:pt x="806729" y="466712"/>
                  </a:lnTo>
                  <a:lnTo>
                    <a:pt x="807377" y="511302"/>
                  </a:lnTo>
                  <a:lnTo>
                    <a:pt x="807542" y="561301"/>
                  </a:lnTo>
                  <a:lnTo>
                    <a:pt x="815962" y="561301"/>
                  </a:lnTo>
                  <a:close/>
                </a:path>
              </a:pathLst>
            </a:custGeom>
            <a:solidFill>
              <a:srgbClr val="EBA75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99" name="object 199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475023" y="6651828"/>
            <a:ext cx="2282234" cy="1603260"/>
          </a:xfrm>
          <a:prstGeom prst="rect">
            <a:avLst/>
          </a:prstGeom>
        </p:spPr>
      </p:pic>
      <p:pic>
        <p:nvPicPr>
          <p:cNvPr id="200" name="object 200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243739" y="6548339"/>
            <a:ext cx="1765794" cy="1682454"/>
          </a:xfrm>
          <a:prstGeom prst="rect">
            <a:avLst/>
          </a:prstGeom>
        </p:spPr>
      </p:pic>
      <p:pic>
        <p:nvPicPr>
          <p:cNvPr id="201" name="object 201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427449" y="9275738"/>
            <a:ext cx="763688" cy="509933"/>
          </a:xfrm>
          <a:prstGeom prst="rect">
            <a:avLst/>
          </a:prstGeom>
        </p:spPr>
      </p:pic>
      <p:grpSp>
        <p:nvGrpSpPr>
          <p:cNvPr id="202" name="object 202" descr=""/>
          <p:cNvGrpSpPr/>
          <p:nvPr/>
        </p:nvGrpSpPr>
        <p:grpSpPr>
          <a:xfrm>
            <a:off x="2444878" y="8698567"/>
            <a:ext cx="845819" cy="335280"/>
            <a:chOff x="2444878" y="8698567"/>
            <a:chExt cx="845819" cy="335280"/>
          </a:xfrm>
        </p:grpSpPr>
        <p:sp>
          <p:nvSpPr>
            <p:cNvPr id="203" name="object 203" descr=""/>
            <p:cNvSpPr/>
            <p:nvPr/>
          </p:nvSpPr>
          <p:spPr>
            <a:xfrm>
              <a:off x="2450092" y="8864568"/>
              <a:ext cx="658495" cy="169545"/>
            </a:xfrm>
            <a:custGeom>
              <a:avLst/>
              <a:gdLst/>
              <a:ahLst/>
              <a:cxnLst/>
              <a:rect l="l" t="t" r="r" b="b"/>
              <a:pathLst>
                <a:path w="658494" h="169545">
                  <a:moveTo>
                    <a:pt x="658346" y="0"/>
                  </a:moveTo>
                  <a:lnTo>
                    <a:pt x="0" y="0"/>
                  </a:lnTo>
                  <a:lnTo>
                    <a:pt x="0" y="168989"/>
                  </a:lnTo>
                  <a:lnTo>
                    <a:pt x="658346" y="168989"/>
                  </a:lnTo>
                  <a:lnTo>
                    <a:pt x="658346" y="0"/>
                  </a:lnTo>
                  <a:close/>
                </a:path>
              </a:pathLst>
            </a:custGeom>
            <a:solidFill>
              <a:srgbClr val="C944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3108434" y="8702390"/>
              <a:ext cx="182245" cy="331470"/>
            </a:xfrm>
            <a:custGeom>
              <a:avLst/>
              <a:gdLst/>
              <a:ahLst/>
              <a:cxnLst/>
              <a:rect l="l" t="t" r="r" b="b"/>
              <a:pathLst>
                <a:path w="182245" h="331470">
                  <a:moveTo>
                    <a:pt x="181921" y="0"/>
                  </a:moveTo>
                  <a:lnTo>
                    <a:pt x="0" y="162173"/>
                  </a:lnTo>
                  <a:lnTo>
                    <a:pt x="0" y="331162"/>
                  </a:lnTo>
                  <a:lnTo>
                    <a:pt x="181921" y="168989"/>
                  </a:lnTo>
                  <a:lnTo>
                    <a:pt x="181921" y="0"/>
                  </a:lnTo>
                  <a:close/>
                </a:path>
              </a:pathLst>
            </a:custGeom>
            <a:solidFill>
              <a:srgbClr val="B53C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2450092" y="8702390"/>
              <a:ext cx="840740" cy="162560"/>
            </a:xfrm>
            <a:custGeom>
              <a:avLst/>
              <a:gdLst/>
              <a:ahLst/>
              <a:cxnLst/>
              <a:rect l="l" t="t" r="r" b="b"/>
              <a:pathLst>
                <a:path w="840739" h="162559">
                  <a:moveTo>
                    <a:pt x="840267" y="0"/>
                  </a:moveTo>
                  <a:lnTo>
                    <a:pt x="181921" y="0"/>
                  </a:lnTo>
                  <a:lnTo>
                    <a:pt x="0" y="162173"/>
                  </a:lnTo>
                  <a:lnTo>
                    <a:pt x="658346" y="162173"/>
                  </a:lnTo>
                  <a:lnTo>
                    <a:pt x="840267" y="0"/>
                  </a:lnTo>
                  <a:close/>
                </a:path>
              </a:pathLst>
            </a:custGeom>
            <a:solidFill>
              <a:srgbClr val="D7481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2527198" y="8727154"/>
              <a:ext cx="686435" cy="113030"/>
            </a:xfrm>
            <a:custGeom>
              <a:avLst/>
              <a:gdLst/>
              <a:ahLst/>
              <a:cxnLst/>
              <a:rect l="l" t="t" r="r" b="b"/>
              <a:pathLst>
                <a:path w="686435" h="113029">
                  <a:moveTo>
                    <a:pt x="120116" y="41516"/>
                  </a:moveTo>
                  <a:lnTo>
                    <a:pt x="87985" y="41516"/>
                  </a:lnTo>
                  <a:lnTo>
                    <a:pt x="80911" y="42684"/>
                  </a:lnTo>
                  <a:lnTo>
                    <a:pt x="47371" y="64516"/>
                  </a:lnTo>
                  <a:lnTo>
                    <a:pt x="46570" y="71132"/>
                  </a:lnTo>
                  <a:lnTo>
                    <a:pt x="78701" y="71132"/>
                  </a:lnTo>
                  <a:lnTo>
                    <a:pt x="119316" y="48145"/>
                  </a:lnTo>
                  <a:lnTo>
                    <a:pt x="120116" y="41516"/>
                  </a:lnTo>
                  <a:close/>
                </a:path>
                <a:path w="686435" h="113029">
                  <a:moveTo>
                    <a:pt x="147739" y="83032"/>
                  </a:moveTo>
                  <a:lnTo>
                    <a:pt x="41402" y="83032"/>
                  </a:lnTo>
                  <a:lnTo>
                    <a:pt x="34328" y="84201"/>
                  </a:lnTo>
                  <a:lnTo>
                    <a:pt x="812" y="106032"/>
                  </a:lnTo>
                  <a:lnTo>
                    <a:pt x="0" y="112661"/>
                  </a:lnTo>
                  <a:lnTo>
                    <a:pt x="106324" y="112661"/>
                  </a:lnTo>
                  <a:lnTo>
                    <a:pt x="146913" y="89662"/>
                  </a:lnTo>
                  <a:lnTo>
                    <a:pt x="147739" y="83032"/>
                  </a:lnTo>
                  <a:close/>
                </a:path>
                <a:path w="686435" h="113029">
                  <a:moveTo>
                    <a:pt x="240880" y="0"/>
                  </a:moveTo>
                  <a:lnTo>
                    <a:pt x="134556" y="0"/>
                  </a:lnTo>
                  <a:lnTo>
                    <a:pt x="127482" y="1168"/>
                  </a:lnTo>
                  <a:lnTo>
                    <a:pt x="93954" y="22987"/>
                  </a:lnTo>
                  <a:lnTo>
                    <a:pt x="93154" y="29616"/>
                  </a:lnTo>
                  <a:lnTo>
                    <a:pt x="199478" y="29616"/>
                  </a:lnTo>
                  <a:lnTo>
                    <a:pt x="240080" y="6629"/>
                  </a:lnTo>
                  <a:lnTo>
                    <a:pt x="240880" y="0"/>
                  </a:lnTo>
                  <a:close/>
                </a:path>
                <a:path w="686435" h="113029">
                  <a:moveTo>
                    <a:pt x="268503" y="41516"/>
                  </a:moveTo>
                  <a:lnTo>
                    <a:pt x="162166" y="41516"/>
                  </a:lnTo>
                  <a:lnTo>
                    <a:pt x="155105" y="42684"/>
                  </a:lnTo>
                  <a:lnTo>
                    <a:pt x="121577" y="64516"/>
                  </a:lnTo>
                  <a:lnTo>
                    <a:pt x="120764" y="71132"/>
                  </a:lnTo>
                  <a:lnTo>
                    <a:pt x="227088" y="71132"/>
                  </a:lnTo>
                  <a:lnTo>
                    <a:pt x="267703" y="48145"/>
                  </a:lnTo>
                  <a:lnTo>
                    <a:pt x="268503" y="41516"/>
                  </a:lnTo>
                  <a:close/>
                </a:path>
                <a:path w="686435" h="113029">
                  <a:moveTo>
                    <a:pt x="296125" y="83032"/>
                  </a:moveTo>
                  <a:lnTo>
                    <a:pt x="189788" y="83032"/>
                  </a:lnTo>
                  <a:lnTo>
                    <a:pt x="182714" y="84201"/>
                  </a:lnTo>
                  <a:lnTo>
                    <a:pt x="149199" y="106032"/>
                  </a:lnTo>
                  <a:lnTo>
                    <a:pt x="148386" y="112661"/>
                  </a:lnTo>
                  <a:lnTo>
                    <a:pt x="254711" y="112661"/>
                  </a:lnTo>
                  <a:lnTo>
                    <a:pt x="295300" y="89662"/>
                  </a:lnTo>
                  <a:lnTo>
                    <a:pt x="296125" y="83032"/>
                  </a:lnTo>
                  <a:close/>
                </a:path>
                <a:path w="686435" h="113029">
                  <a:moveTo>
                    <a:pt x="389267" y="0"/>
                  </a:moveTo>
                  <a:lnTo>
                    <a:pt x="282943" y="0"/>
                  </a:lnTo>
                  <a:lnTo>
                    <a:pt x="275869" y="1168"/>
                  </a:lnTo>
                  <a:lnTo>
                    <a:pt x="242341" y="22987"/>
                  </a:lnTo>
                  <a:lnTo>
                    <a:pt x="241541" y="29616"/>
                  </a:lnTo>
                  <a:lnTo>
                    <a:pt x="347865" y="29616"/>
                  </a:lnTo>
                  <a:lnTo>
                    <a:pt x="388467" y="6629"/>
                  </a:lnTo>
                  <a:lnTo>
                    <a:pt x="389267" y="0"/>
                  </a:lnTo>
                  <a:close/>
                </a:path>
                <a:path w="686435" h="113029">
                  <a:moveTo>
                    <a:pt x="416890" y="41516"/>
                  </a:moveTo>
                  <a:lnTo>
                    <a:pt x="310553" y="41516"/>
                  </a:lnTo>
                  <a:lnTo>
                    <a:pt x="303491" y="42684"/>
                  </a:lnTo>
                  <a:lnTo>
                    <a:pt x="269963" y="64516"/>
                  </a:lnTo>
                  <a:lnTo>
                    <a:pt x="269151" y="71132"/>
                  </a:lnTo>
                  <a:lnTo>
                    <a:pt x="375475" y="71132"/>
                  </a:lnTo>
                  <a:lnTo>
                    <a:pt x="416090" y="48145"/>
                  </a:lnTo>
                  <a:lnTo>
                    <a:pt x="416890" y="41516"/>
                  </a:lnTo>
                  <a:close/>
                </a:path>
                <a:path w="686435" h="113029">
                  <a:moveTo>
                    <a:pt x="444512" y="83032"/>
                  </a:moveTo>
                  <a:lnTo>
                    <a:pt x="338175" y="83032"/>
                  </a:lnTo>
                  <a:lnTo>
                    <a:pt x="331101" y="84201"/>
                  </a:lnTo>
                  <a:lnTo>
                    <a:pt x="297586" y="106032"/>
                  </a:lnTo>
                  <a:lnTo>
                    <a:pt x="296773" y="112661"/>
                  </a:lnTo>
                  <a:lnTo>
                    <a:pt x="403098" y="112661"/>
                  </a:lnTo>
                  <a:lnTo>
                    <a:pt x="443687" y="89662"/>
                  </a:lnTo>
                  <a:lnTo>
                    <a:pt x="444512" y="83032"/>
                  </a:lnTo>
                  <a:close/>
                </a:path>
                <a:path w="686435" h="113029">
                  <a:moveTo>
                    <a:pt x="537654" y="0"/>
                  </a:moveTo>
                  <a:lnTo>
                    <a:pt x="431330" y="0"/>
                  </a:lnTo>
                  <a:lnTo>
                    <a:pt x="424256" y="1168"/>
                  </a:lnTo>
                  <a:lnTo>
                    <a:pt x="390728" y="22987"/>
                  </a:lnTo>
                  <a:lnTo>
                    <a:pt x="389928" y="29616"/>
                  </a:lnTo>
                  <a:lnTo>
                    <a:pt x="496252" y="29616"/>
                  </a:lnTo>
                  <a:lnTo>
                    <a:pt x="536854" y="6629"/>
                  </a:lnTo>
                  <a:lnTo>
                    <a:pt x="537654" y="0"/>
                  </a:lnTo>
                  <a:close/>
                </a:path>
                <a:path w="686435" h="113029">
                  <a:moveTo>
                    <a:pt x="565277" y="41516"/>
                  </a:moveTo>
                  <a:lnTo>
                    <a:pt x="458939" y="41516"/>
                  </a:lnTo>
                  <a:lnTo>
                    <a:pt x="451878" y="42684"/>
                  </a:lnTo>
                  <a:lnTo>
                    <a:pt x="418350" y="64516"/>
                  </a:lnTo>
                  <a:lnTo>
                    <a:pt x="417537" y="71132"/>
                  </a:lnTo>
                  <a:lnTo>
                    <a:pt x="523862" y="71132"/>
                  </a:lnTo>
                  <a:lnTo>
                    <a:pt x="564476" y="48145"/>
                  </a:lnTo>
                  <a:lnTo>
                    <a:pt x="565277" y="41516"/>
                  </a:lnTo>
                  <a:close/>
                </a:path>
                <a:path w="686435" h="113029">
                  <a:moveTo>
                    <a:pt x="592899" y="83032"/>
                  </a:moveTo>
                  <a:lnTo>
                    <a:pt x="486562" y="83032"/>
                  </a:lnTo>
                  <a:lnTo>
                    <a:pt x="479488" y="84201"/>
                  </a:lnTo>
                  <a:lnTo>
                    <a:pt x="445973" y="106032"/>
                  </a:lnTo>
                  <a:lnTo>
                    <a:pt x="445160" y="112661"/>
                  </a:lnTo>
                  <a:lnTo>
                    <a:pt x="551484" y="112661"/>
                  </a:lnTo>
                  <a:lnTo>
                    <a:pt x="592074" y="89662"/>
                  </a:lnTo>
                  <a:lnTo>
                    <a:pt x="592899" y="83032"/>
                  </a:lnTo>
                  <a:close/>
                </a:path>
                <a:path w="686435" h="113029">
                  <a:moveTo>
                    <a:pt x="639470" y="41516"/>
                  </a:moveTo>
                  <a:lnTo>
                    <a:pt x="607339" y="41516"/>
                  </a:lnTo>
                  <a:lnTo>
                    <a:pt x="600265" y="42684"/>
                  </a:lnTo>
                  <a:lnTo>
                    <a:pt x="566724" y="64516"/>
                  </a:lnTo>
                  <a:lnTo>
                    <a:pt x="565924" y="71132"/>
                  </a:lnTo>
                  <a:lnTo>
                    <a:pt x="598055" y="71132"/>
                  </a:lnTo>
                  <a:lnTo>
                    <a:pt x="638670" y="48145"/>
                  </a:lnTo>
                  <a:lnTo>
                    <a:pt x="639470" y="41516"/>
                  </a:lnTo>
                  <a:close/>
                </a:path>
                <a:path w="686435" h="113029">
                  <a:moveTo>
                    <a:pt x="686041" y="0"/>
                  </a:moveTo>
                  <a:lnTo>
                    <a:pt x="579716" y="0"/>
                  </a:lnTo>
                  <a:lnTo>
                    <a:pt x="572643" y="1168"/>
                  </a:lnTo>
                  <a:lnTo>
                    <a:pt x="539115" y="22987"/>
                  </a:lnTo>
                  <a:lnTo>
                    <a:pt x="538314" y="29616"/>
                  </a:lnTo>
                  <a:lnTo>
                    <a:pt x="644626" y="29616"/>
                  </a:lnTo>
                  <a:lnTo>
                    <a:pt x="685241" y="6629"/>
                  </a:lnTo>
                  <a:lnTo>
                    <a:pt x="686041" y="0"/>
                  </a:lnTo>
                  <a:close/>
                </a:path>
              </a:pathLst>
            </a:custGeom>
            <a:solidFill>
              <a:srgbClr val="B53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7" name="object 207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524897" y="8892593"/>
              <a:ext cx="210544" cy="100423"/>
            </a:xfrm>
            <a:prstGeom prst="rect">
              <a:avLst/>
            </a:prstGeom>
          </p:spPr>
        </p:pic>
        <p:pic>
          <p:nvPicPr>
            <p:cNvPr id="208" name="object 208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754531" y="8898740"/>
              <a:ext cx="263249" cy="94062"/>
            </a:xfrm>
            <a:prstGeom prst="rect">
              <a:avLst/>
            </a:prstGeom>
          </p:spPr>
        </p:pic>
        <p:sp>
          <p:nvSpPr>
            <p:cNvPr id="209" name="object 209" descr=""/>
            <p:cNvSpPr/>
            <p:nvPr/>
          </p:nvSpPr>
          <p:spPr>
            <a:xfrm>
              <a:off x="2444877" y="8734926"/>
              <a:ext cx="709930" cy="287655"/>
            </a:xfrm>
            <a:custGeom>
              <a:avLst/>
              <a:gdLst/>
              <a:ahLst/>
              <a:cxnLst/>
              <a:rect l="l" t="t" r="r" b="b"/>
              <a:pathLst>
                <a:path w="709930" h="287654">
                  <a:moveTo>
                    <a:pt x="317804" y="125412"/>
                  </a:moveTo>
                  <a:lnTo>
                    <a:pt x="311937" y="125476"/>
                  </a:lnTo>
                  <a:lnTo>
                    <a:pt x="214223" y="126174"/>
                  </a:lnTo>
                  <a:lnTo>
                    <a:pt x="116509" y="126288"/>
                  </a:lnTo>
                  <a:lnTo>
                    <a:pt x="18796" y="125818"/>
                  </a:lnTo>
                  <a:lnTo>
                    <a:pt x="23622" y="121119"/>
                  </a:lnTo>
                  <a:lnTo>
                    <a:pt x="149072" y="6413"/>
                  </a:lnTo>
                  <a:lnTo>
                    <a:pt x="142621" y="0"/>
                  </a:lnTo>
                  <a:lnTo>
                    <a:pt x="38811" y="94907"/>
                  </a:lnTo>
                  <a:lnTo>
                    <a:pt x="22491" y="108953"/>
                  </a:lnTo>
                  <a:lnTo>
                    <a:pt x="14490" y="116293"/>
                  </a:lnTo>
                  <a:lnTo>
                    <a:pt x="7391" y="124155"/>
                  </a:lnTo>
                  <a:lnTo>
                    <a:pt x="2273" y="130657"/>
                  </a:lnTo>
                  <a:lnTo>
                    <a:pt x="1460" y="136728"/>
                  </a:lnTo>
                  <a:lnTo>
                    <a:pt x="3721" y="155371"/>
                  </a:lnTo>
                  <a:lnTo>
                    <a:pt x="4432" y="165696"/>
                  </a:lnTo>
                  <a:lnTo>
                    <a:pt x="4686" y="176047"/>
                  </a:lnTo>
                  <a:lnTo>
                    <a:pt x="4470" y="186588"/>
                  </a:lnTo>
                  <a:lnTo>
                    <a:pt x="0" y="287604"/>
                  </a:lnTo>
                  <a:lnTo>
                    <a:pt x="9093" y="287591"/>
                  </a:lnTo>
                  <a:lnTo>
                    <a:pt x="13970" y="178930"/>
                  </a:lnTo>
                  <a:lnTo>
                    <a:pt x="14122" y="169125"/>
                  </a:lnTo>
                  <a:lnTo>
                    <a:pt x="13728" y="159359"/>
                  </a:lnTo>
                  <a:lnTo>
                    <a:pt x="13322" y="154025"/>
                  </a:lnTo>
                  <a:lnTo>
                    <a:pt x="11595" y="148386"/>
                  </a:lnTo>
                  <a:lnTo>
                    <a:pt x="11595" y="139941"/>
                  </a:lnTo>
                  <a:lnTo>
                    <a:pt x="12115" y="137287"/>
                  </a:lnTo>
                  <a:lnTo>
                    <a:pt x="12992" y="134886"/>
                  </a:lnTo>
                  <a:lnTo>
                    <a:pt x="112636" y="135382"/>
                  </a:lnTo>
                  <a:lnTo>
                    <a:pt x="212293" y="135280"/>
                  </a:lnTo>
                  <a:lnTo>
                    <a:pt x="317792" y="134518"/>
                  </a:lnTo>
                  <a:lnTo>
                    <a:pt x="317804" y="125412"/>
                  </a:lnTo>
                  <a:close/>
                </a:path>
                <a:path w="709930" h="287654">
                  <a:moveTo>
                    <a:pt x="709853" y="94119"/>
                  </a:moveTo>
                  <a:lnTo>
                    <a:pt x="703427" y="87668"/>
                  </a:lnTo>
                  <a:lnTo>
                    <a:pt x="699503" y="92024"/>
                  </a:lnTo>
                  <a:lnTo>
                    <a:pt x="684276" y="107518"/>
                  </a:lnTo>
                  <a:lnTo>
                    <a:pt x="668324" y="119494"/>
                  </a:lnTo>
                  <a:lnTo>
                    <a:pt x="650189" y="127203"/>
                  </a:lnTo>
                  <a:lnTo>
                    <a:pt x="628446" y="129895"/>
                  </a:lnTo>
                  <a:lnTo>
                    <a:pt x="605917" y="129387"/>
                  </a:lnTo>
                  <a:lnTo>
                    <a:pt x="560857" y="127076"/>
                  </a:lnTo>
                  <a:lnTo>
                    <a:pt x="538340" y="126187"/>
                  </a:lnTo>
                  <a:lnTo>
                    <a:pt x="493382" y="126225"/>
                  </a:lnTo>
                  <a:lnTo>
                    <a:pt x="448437" y="127330"/>
                  </a:lnTo>
                  <a:lnTo>
                    <a:pt x="403517" y="127635"/>
                  </a:lnTo>
                  <a:lnTo>
                    <a:pt x="358622" y="125234"/>
                  </a:lnTo>
                  <a:lnTo>
                    <a:pt x="352806" y="124663"/>
                  </a:lnTo>
                  <a:lnTo>
                    <a:pt x="352831" y="133769"/>
                  </a:lnTo>
                  <a:lnTo>
                    <a:pt x="358622" y="134327"/>
                  </a:lnTo>
                  <a:lnTo>
                    <a:pt x="407860" y="136893"/>
                  </a:lnTo>
                  <a:lnTo>
                    <a:pt x="457174" y="136486"/>
                  </a:lnTo>
                  <a:lnTo>
                    <a:pt x="506526" y="135394"/>
                  </a:lnTo>
                  <a:lnTo>
                    <a:pt x="555840" y="135877"/>
                  </a:lnTo>
                  <a:lnTo>
                    <a:pt x="601065" y="138988"/>
                  </a:lnTo>
                  <a:lnTo>
                    <a:pt x="623862" y="139661"/>
                  </a:lnTo>
                  <a:lnTo>
                    <a:pt x="646188" y="138099"/>
                  </a:lnTo>
                  <a:lnTo>
                    <a:pt x="663968" y="132969"/>
                  </a:lnTo>
                  <a:lnTo>
                    <a:pt x="679437" y="123812"/>
                  </a:lnTo>
                  <a:lnTo>
                    <a:pt x="693204" y="111874"/>
                  </a:lnTo>
                  <a:lnTo>
                    <a:pt x="705929" y="98450"/>
                  </a:lnTo>
                  <a:lnTo>
                    <a:pt x="709853" y="94119"/>
                  </a:lnTo>
                  <a:close/>
                </a:path>
              </a:pathLst>
            </a:custGeom>
            <a:solidFill>
              <a:srgbClr val="E358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0" name="object 210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164152" y="8727791"/>
              <a:ext cx="104164" cy="89421"/>
            </a:xfrm>
            <a:prstGeom prst="rect">
              <a:avLst/>
            </a:prstGeom>
          </p:spPr>
        </p:pic>
        <p:sp>
          <p:nvSpPr>
            <p:cNvPr id="211" name="object 211" descr=""/>
            <p:cNvSpPr/>
            <p:nvPr/>
          </p:nvSpPr>
          <p:spPr>
            <a:xfrm>
              <a:off x="2622448" y="8698579"/>
              <a:ext cx="488950" cy="301625"/>
            </a:xfrm>
            <a:custGeom>
              <a:avLst/>
              <a:gdLst/>
              <a:ahLst/>
              <a:cxnLst/>
              <a:rect l="l" t="t" r="r" b="b"/>
              <a:pathLst>
                <a:path w="488950" h="301625">
                  <a:moveTo>
                    <a:pt x="273824" y="1460"/>
                  </a:moveTo>
                  <a:lnTo>
                    <a:pt x="267957" y="1676"/>
                  </a:lnTo>
                  <a:lnTo>
                    <a:pt x="233578" y="2755"/>
                  </a:lnTo>
                  <a:lnTo>
                    <a:pt x="199199" y="3429"/>
                  </a:lnTo>
                  <a:lnTo>
                    <a:pt x="164807" y="3670"/>
                  </a:lnTo>
                  <a:lnTo>
                    <a:pt x="130429" y="3467"/>
                  </a:lnTo>
                  <a:lnTo>
                    <a:pt x="81089" y="2400"/>
                  </a:lnTo>
                  <a:lnTo>
                    <a:pt x="64643" y="1828"/>
                  </a:lnTo>
                  <a:lnTo>
                    <a:pt x="34759" y="0"/>
                  </a:lnTo>
                  <a:lnTo>
                    <a:pt x="19748" y="533"/>
                  </a:lnTo>
                  <a:lnTo>
                    <a:pt x="5435" y="3860"/>
                  </a:lnTo>
                  <a:lnTo>
                    <a:pt x="0" y="5892"/>
                  </a:lnTo>
                  <a:lnTo>
                    <a:pt x="2349" y="14693"/>
                  </a:lnTo>
                  <a:lnTo>
                    <a:pt x="7835" y="12623"/>
                  </a:lnTo>
                  <a:lnTo>
                    <a:pt x="22860" y="9296"/>
                  </a:lnTo>
                  <a:lnTo>
                    <a:pt x="38912" y="8966"/>
                  </a:lnTo>
                  <a:lnTo>
                    <a:pt x="70624" y="11137"/>
                  </a:lnTo>
                  <a:lnTo>
                    <a:pt x="119951" y="12407"/>
                  </a:lnTo>
                  <a:lnTo>
                    <a:pt x="169303" y="12763"/>
                  </a:lnTo>
                  <a:lnTo>
                    <a:pt x="202196" y="12484"/>
                  </a:lnTo>
                  <a:lnTo>
                    <a:pt x="235077" y="11823"/>
                  </a:lnTo>
                  <a:lnTo>
                    <a:pt x="273786" y="10553"/>
                  </a:lnTo>
                  <a:lnTo>
                    <a:pt x="273824" y="1460"/>
                  </a:lnTo>
                  <a:close/>
                </a:path>
                <a:path w="488950" h="301625">
                  <a:moveTo>
                    <a:pt x="488911" y="301447"/>
                  </a:moveTo>
                  <a:lnTo>
                    <a:pt x="487083" y="268693"/>
                  </a:lnTo>
                  <a:lnTo>
                    <a:pt x="486549" y="241376"/>
                  </a:lnTo>
                  <a:lnTo>
                    <a:pt x="486918" y="214071"/>
                  </a:lnTo>
                  <a:lnTo>
                    <a:pt x="488251" y="187172"/>
                  </a:lnTo>
                  <a:lnTo>
                    <a:pt x="488645" y="181330"/>
                  </a:lnTo>
                  <a:lnTo>
                    <a:pt x="479552" y="181356"/>
                  </a:lnTo>
                  <a:lnTo>
                    <a:pt x="477812" y="214071"/>
                  </a:lnTo>
                  <a:lnTo>
                    <a:pt x="477443" y="241376"/>
                  </a:lnTo>
                  <a:lnTo>
                    <a:pt x="477989" y="268693"/>
                  </a:lnTo>
                  <a:lnTo>
                    <a:pt x="479818" y="301396"/>
                  </a:lnTo>
                  <a:lnTo>
                    <a:pt x="488911" y="301447"/>
                  </a:lnTo>
                  <a:close/>
                </a:path>
              </a:pathLst>
            </a:custGeom>
            <a:solidFill>
              <a:srgbClr val="E3582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2" name="object 212" descr=""/>
          <p:cNvGrpSpPr/>
          <p:nvPr/>
        </p:nvGrpSpPr>
        <p:grpSpPr>
          <a:xfrm>
            <a:off x="3462716" y="8698062"/>
            <a:ext cx="848360" cy="335915"/>
            <a:chOff x="3462716" y="8698062"/>
            <a:chExt cx="848360" cy="335915"/>
          </a:xfrm>
        </p:grpSpPr>
        <p:sp>
          <p:nvSpPr>
            <p:cNvPr id="213" name="object 213" descr=""/>
            <p:cNvSpPr/>
            <p:nvPr/>
          </p:nvSpPr>
          <p:spPr>
            <a:xfrm>
              <a:off x="3468515" y="8702388"/>
              <a:ext cx="840740" cy="162560"/>
            </a:xfrm>
            <a:custGeom>
              <a:avLst/>
              <a:gdLst/>
              <a:ahLst/>
              <a:cxnLst/>
              <a:rect l="l" t="t" r="r" b="b"/>
              <a:pathLst>
                <a:path w="840739" h="162559">
                  <a:moveTo>
                    <a:pt x="840267" y="0"/>
                  </a:moveTo>
                  <a:lnTo>
                    <a:pt x="181931" y="0"/>
                  </a:lnTo>
                  <a:lnTo>
                    <a:pt x="0" y="162173"/>
                  </a:lnTo>
                  <a:lnTo>
                    <a:pt x="658346" y="162173"/>
                  </a:lnTo>
                  <a:lnTo>
                    <a:pt x="840267" y="0"/>
                  </a:lnTo>
                  <a:close/>
                </a:path>
              </a:pathLst>
            </a:custGeom>
            <a:solidFill>
              <a:srgbClr val="D7481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3552215" y="8727458"/>
              <a:ext cx="673100" cy="112395"/>
            </a:xfrm>
            <a:custGeom>
              <a:avLst/>
              <a:gdLst/>
              <a:ahLst/>
              <a:cxnLst/>
              <a:rect l="l" t="t" r="r" b="b"/>
              <a:pathLst>
                <a:path w="673100" h="112395">
                  <a:moveTo>
                    <a:pt x="101993" y="76085"/>
                  </a:moveTo>
                  <a:lnTo>
                    <a:pt x="100076" y="72529"/>
                  </a:lnTo>
                  <a:lnTo>
                    <a:pt x="46253" y="72529"/>
                  </a:lnTo>
                  <a:lnTo>
                    <a:pt x="36334" y="76085"/>
                  </a:lnTo>
                  <a:lnTo>
                    <a:pt x="0" y="108483"/>
                  </a:lnTo>
                  <a:lnTo>
                    <a:pt x="1917" y="112052"/>
                  </a:lnTo>
                  <a:lnTo>
                    <a:pt x="48450" y="112052"/>
                  </a:lnTo>
                  <a:lnTo>
                    <a:pt x="55740" y="112052"/>
                  </a:lnTo>
                  <a:lnTo>
                    <a:pt x="65659" y="108483"/>
                  </a:lnTo>
                  <a:lnTo>
                    <a:pt x="101993" y="76085"/>
                  </a:lnTo>
                  <a:close/>
                </a:path>
                <a:path w="673100" h="112395">
                  <a:moveTo>
                    <a:pt x="183362" y="3556"/>
                  </a:moveTo>
                  <a:lnTo>
                    <a:pt x="181444" y="0"/>
                  </a:lnTo>
                  <a:lnTo>
                    <a:pt x="127622" y="0"/>
                  </a:lnTo>
                  <a:lnTo>
                    <a:pt x="117703" y="3556"/>
                  </a:lnTo>
                  <a:lnTo>
                    <a:pt x="81368" y="35953"/>
                  </a:lnTo>
                  <a:lnTo>
                    <a:pt x="83286" y="39509"/>
                  </a:lnTo>
                  <a:lnTo>
                    <a:pt x="129819" y="39509"/>
                  </a:lnTo>
                  <a:lnTo>
                    <a:pt x="137109" y="39509"/>
                  </a:lnTo>
                  <a:lnTo>
                    <a:pt x="147027" y="35953"/>
                  </a:lnTo>
                  <a:lnTo>
                    <a:pt x="183362" y="3556"/>
                  </a:lnTo>
                  <a:close/>
                </a:path>
                <a:path w="673100" h="112395">
                  <a:moveTo>
                    <a:pt x="224370" y="76085"/>
                  </a:moveTo>
                  <a:lnTo>
                    <a:pt x="222453" y="72529"/>
                  </a:lnTo>
                  <a:lnTo>
                    <a:pt x="168617" y="72529"/>
                  </a:lnTo>
                  <a:lnTo>
                    <a:pt x="158711" y="76085"/>
                  </a:lnTo>
                  <a:lnTo>
                    <a:pt x="122377" y="108483"/>
                  </a:lnTo>
                  <a:lnTo>
                    <a:pt x="124294" y="112052"/>
                  </a:lnTo>
                  <a:lnTo>
                    <a:pt x="170827" y="112052"/>
                  </a:lnTo>
                  <a:lnTo>
                    <a:pt x="178117" y="112052"/>
                  </a:lnTo>
                  <a:lnTo>
                    <a:pt x="188036" y="108483"/>
                  </a:lnTo>
                  <a:lnTo>
                    <a:pt x="224370" y="76085"/>
                  </a:lnTo>
                  <a:close/>
                </a:path>
                <a:path w="673100" h="112395">
                  <a:moveTo>
                    <a:pt x="305739" y="3556"/>
                  </a:moveTo>
                  <a:lnTo>
                    <a:pt x="303822" y="0"/>
                  </a:lnTo>
                  <a:lnTo>
                    <a:pt x="249986" y="0"/>
                  </a:lnTo>
                  <a:lnTo>
                    <a:pt x="240068" y="3556"/>
                  </a:lnTo>
                  <a:lnTo>
                    <a:pt x="203746" y="35953"/>
                  </a:lnTo>
                  <a:lnTo>
                    <a:pt x="205651" y="39509"/>
                  </a:lnTo>
                  <a:lnTo>
                    <a:pt x="252183" y="39509"/>
                  </a:lnTo>
                  <a:lnTo>
                    <a:pt x="259486" y="39509"/>
                  </a:lnTo>
                  <a:lnTo>
                    <a:pt x="269405" y="35953"/>
                  </a:lnTo>
                  <a:lnTo>
                    <a:pt x="305739" y="3556"/>
                  </a:lnTo>
                  <a:close/>
                </a:path>
                <a:path w="673100" h="112395">
                  <a:moveTo>
                    <a:pt x="346748" y="76085"/>
                  </a:moveTo>
                  <a:lnTo>
                    <a:pt x="344830" y="72529"/>
                  </a:lnTo>
                  <a:lnTo>
                    <a:pt x="290995" y="72529"/>
                  </a:lnTo>
                  <a:lnTo>
                    <a:pt x="281076" y="76085"/>
                  </a:lnTo>
                  <a:lnTo>
                    <a:pt x="244741" y="108483"/>
                  </a:lnTo>
                  <a:lnTo>
                    <a:pt x="246659" y="112052"/>
                  </a:lnTo>
                  <a:lnTo>
                    <a:pt x="293192" y="112052"/>
                  </a:lnTo>
                  <a:lnTo>
                    <a:pt x="300494" y="112052"/>
                  </a:lnTo>
                  <a:lnTo>
                    <a:pt x="310413" y="108483"/>
                  </a:lnTo>
                  <a:lnTo>
                    <a:pt x="346748" y="76085"/>
                  </a:lnTo>
                  <a:close/>
                </a:path>
                <a:path w="673100" h="112395">
                  <a:moveTo>
                    <a:pt x="428117" y="3556"/>
                  </a:moveTo>
                  <a:lnTo>
                    <a:pt x="426199" y="0"/>
                  </a:lnTo>
                  <a:lnTo>
                    <a:pt x="372364" y="0"/>
                  </a:lnTo>
                  <a:lnTo>
                    <a:pt x="362445" y="3556"/>
                  </a:lnTo>
                  <a:lnTo>
                    <a:pt x="326110" y="35953"/>
                  </a:lnTo>
                  <a:lnTo>
                    <a:pt x="328028" y="39509"/>
                  </a:lnTo>
                  <a:lnTo>
                    <a:pt x="374561" y="39509"/>
                  </a:lnTo>
                  <a:lnTo>
                    <a:pt x="381863" y="39509"/>
                  </a:lnTo>
                  <a:lnTo>
                    <a:pt x="391782" y="35953"/>
                  </a:lnTo>
                  <a:lnTo>
                    <a:pt x="428117" y="3556"/>
                  </a:lnTo>
                  <a:close/>
                </a:path>
                <a:path w="673100" h="112395">
                  <a:moveTo>
                    <a:pt x="469112" y="76085"/>
                  </a:moveTo>
                  <a:lnTo>
                    <a:pt x="467207" y="72529"/>
                  </a:lnTo>
                  <a:lnTo>
                    <a:pt x="413372" y="72529"/>
                  </a:lnTo>
                  <a:lnTo>
                    <a:pt x="403453" y="76085"/>
                  </a:lnTo>
                  <a:lnTo>
                    <a:pt x="367118" y="108483"/>
                  </a:lnTo>
                  <a:lnTo>
                    <a:pt x="369036" y="112052"/>
                  </a:lnTo>
                  <a:lnTo>
                    <a:pt x="415569" y="112052"/>
                  </a:lnTo>
                  <a:lnTo>
                    <a:pt x="422871" y="112052"/>
                  </a:lnTo>
                  <a:lnTo>
                    <a:pt x="432777" y="108483"/>
                  </a:lnTo>
                  <a:lnTo>
                    <a:pt x="469112" y="76085"/>
                  </a:lnTo>
                  <a:close/>
                </a:path>
                <a:path w="673100" h="112395">
                  <a:moveTo>
                    <a:pt x="550481" y="3556"/>
                  </a:moveTo>
                  <a:lnTo>
                    <a:pt x="548563" y="0"/>
                  </a:lnTo>
                  <a:lnTo>
                    <a:pt x="494741" y="0"/>
                  </a:lnTo>
                  <a:lnTo>
                    <a:pt x="484822" y="3556"/>
                  </a:lnTo>
                  <a:lnTo>
                    <a:pt x="448487" y="35953"/>
                  </a:lnTo>
                  <a:lnTo>
                    <a:pt x="450405" y="39509"/>
                  </a:lnTo>
                  <a:lnTo>
                    <a:pt x="496938" y="39509"/>
                  </a:lnTo>
                  <a:lnTo>
                    <a:pt x="504240" y="39509"/>
                  </a:lnTo>
                  <a:lnTo>
                    <a:pt x="514146" y="35953"/>
                  </a:lnTo>
                  <a:lnTo>
                    <a:pt x="550481" y="3556"/>
                  </a:lnTo>
                  <a:close/>
                </a:path>
                <a:path w="673100" h="112395">
                  <a:moveTo>
                    <a:pt x="591489" y="76085"/>
                  </a:moveTo>
                  <a:lnTo>
                    <a:pt x="589572" y="72529"/>
                  </a:lnTo>
                  <a:lnTo>
                    <a:pt x="535749" y="72529"/>
                  </a:lnTo>
                  <a:lnTo>
                    <a:pt x="525830" y="76085"/>
                  </a:lnTo>
                  <a:lnTo>
                    <a:pt x="489496" y="108483"/>
                  </a:lnTo>
                  <a:lnTo>
                    <a:pt x="491413" y="112052"/>
                  </a:lnTo>
                  <a:lnTo>
                    <a:pt x="537946" y="112052"/>
                  </a:lnTo>
                  <a:lnTo>
                    <a:pt x="545236" y="112052"/>
                  </a:lnTo>
                  <a:lnTo>
                    <a:pt x="555155" y="108483"/>
                  </a:lnTo>
                  <a:lnTo>
                    <a:pt x="591489" y="76085"/>
                  </a:lnTo>
                  <a:close/>
                </a:path>
                <a:path w="673100" h="112395">
                  <a:moveTo>
                    <a:pt x="672858" y="3556"/>
                  </a:moveTo>
                  <a:lnTo>
                    <a:pt x="670941" y="0"/>
                  </a:lnTo>
                  <a:lnTo>
                    <a:pt x="617118" y="0"/>
                  </a:lnTo>
                  <a:lnTo>
                    <a:pt x="607199" y="3556"/>
                  </a:lnTo>
                  <a:lnTo>
                    <a:pt x="570865" y="35953"/>
                  </a:lnTo>
                  <a:lnTo>
                    <a:pt x="572782" y="39509"/>
                  </a:lnTo>
                  <a:lnTo>
                    <a:pt x="619315" y="39509"/>
                  </a:lnTo>
                  <a:lnTo>
                    <a:pt x="626605" y="39509"/>
                  </a:lnTo>
                  <a:lnTo>
                    <a:pt x="636524" y="35953"/>
                  </a:lnTo>
                  <a:lnTo>
                    <a:pt x="672858" y="3556"/>
                  </a:lnTo>
                  <a:close/>
                </a:path>
              </a:pathLst>
            </a:custGeom>
            <a:solidFill>
              <a:srgbClr val="B53C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3468512" y="8864567"/>
              <a:ext cx="658495" cy="169545"/>
            </a:xfrm>
            <a:custGeom>
              <a:avLst/>
              <a:gdLst/>
              <a:ahLst/>
              <a:cxnLst/>
              <a:rect l="l" t="t" r="r" b="b"/>
              <a:pathLst>
                <a:path w="658495" h="169545">
                  <a:moveTo>
                    <a:pt x="658346" y="0"/>
                  </a:moveTo>
                  <a:lnTo>
                    <a:pt x="0" y="0"/>
                  </a:lnTo>
                  <a:lnTo>
                    <a:pt x="0" y="168989"/>
                  </a:lnTo>
                  <a:lnTo>
                    <a:pt x="658346" y="168989"/>
                  </a:lnTo>
                  <a:lnTo>
                    <a:pt x="658346" y="0"/>
                  </a:lnTo>
                  <a:close/>
                </a:path>
              </a:pathLst>
            </a:custGeom>
            <a:solidFill>
              <a:srgbClr val="C944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4126861" y="8702390"/>
              <a:ext cx="182245" cy="331470"/>
            </a:xfrm>
            <a:custGeom>
              <a:avLst/>
              <a:gdLst/>
              <a:ahLst/>
              <a:cxnLst/>
              <a:rect l="l" t="t" r="r" b="b"/>
              <a:pathLst>
                <a:path w="182245" h="331470">
                  <a:moveTo>
                    <a:pt x="181921" y="0"/>
                  </a:moveTo>
                  <a:lnTo>
                    <a:pt x="0" y="162173"/>
                  </a:lnTo>
                  <a:lnTo>
                    <a:pt x="0" y="331162"/>
                  </a:lnTo>
                  <a:lnTo>
                    <a:pt x="181921" y="168989"/>
                  </a:lnTo>
                  <a:lnTo>
                    <a:pt x="181921" y="0"/>
                  </a:lnTo>
                  <a:close/>
                </a:path>
              </a:pathLst>
            </a:custGeom>
            <a:solidFill>
              <a:srgbClr val="B53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7" name="object 21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568727" y="8898678"/>
              <a:ext cx="210541" cy="100423"/>
            </a:xfrm>
            <a:prstGeom prst="rect">
              <a:avLst/>
            </a:prstGeom>
          </p:spPr>
        </p:pic>
        <p:pic>
          <p:nvPicPr>
            <p:cNvPr id="218" name="object 218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798358" y="8904825"/>
              <a:ext cx="263248" cy="94062"/>
            </a:xfrm>
            <a:prstGeom prst="rect">
              <a:avLst/>
            </a:prstGeom>
          </p:spPr>
        </p:pic>
        <p:pic>
          <p:nvPicPr>
            <p:cNvPr id="219" name="object 219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462716" y="8807670"/>
              <a:ext cx="69107" cy="177711"/>
            </a:xfrm>
            <a:prstGeom prst="rect">
              <a:avLst/>
            </a:prstGeom>
          </p:spPr>
        </p:pic>
        <p:sp>
          <p:nvSpPr>
            <p:cNvPr id="220" name="object 220" descr=""/>
            <p:cNvSpPr/>
            <p:nvPr/>
          </p:nvSpPr>
          <p:spPr>
            <a:xfrm>
              <a:off x="3486061" y="8802261"/>
              <a:ext cx="713105" cy="220345"/>
            </a:xfrm>
            <a:custGeom>
              <a:avLst/>
              <a:gdLst/>
              <a:ahLst/>
              <a:cxnLst/>
              <a:rect l="l" t="t" r="r" b="b"/>
              <a:pathLst>
                <a:path w="713104" h="220345">
                  <a:moveTo>
                    <a:pt x="290322" y="64985"/>
                  </a:moveTo>
                  <a:lnTo>
                    <a:pt x="290309" y="55892"/>
                  </a:lnTo>
                  <a:lnTo>
                    <a:pt x="284467" y="55626"/>
                  </a:lnTo>
                  <a:lnTo>
                    <a:pt x="248881" y="54622"/>
                  </a:lnTo>
                  <a:lnTo>
                    <a:pt x="213309" y="54673"/>
                  </a:lnTo>
                  <a:lnTo>
                    <a:pt x="177736" y="55473"/>
                  </a:lnTo>
                  <a:lnTo>
                    <a:pt x="88773" y="58521"/>
                  </a:lnTo>
                  <a:lnTo>
                    <a:pt x="70967" y="58940"/>
                  </a:lnTo>
                  <a:lnTo>
                    <a:pt x="38303" y="59245"/>
                  </a:lnTo>
                  <a:lnTo>
                    <a:pt x="22009" y="59918"/>
                  </a:lnTo>
                  <a:lnTo>
                    <a:pt x="5778" y="61595"/>
                  </a:lnTo>
                  <a:lnTo>
                    <a:pt x="0" y="62433"/>
                  </a:lnTo>
                  <a:lnTo>
                    <a:pt x="2463" y="71196"/>
                  </a:lnTo>
                  <a:lnTo>
                    <a:pt x="8204" y="70370"/>
                  </a:lnTo>
                  <a:lnTo>
                    <a:pt x="26009" y="68605"/>
                  </a:lnTo>
                  <a:lnTo>
                    <a:pt x="43967" y="68033"/>
                  </a:lnTo>
                  <a:lnTo>
                    <a:pt x="79870" y="67843"/>
                  </a:lnTo>
                  <a:lnTo>
                    <a:pt x="182181" y="64439"/>
                  </a:lnTo>
                  <a:lnTo>
                    <a:pt x="216268" y="63728"/>
                  </a:lnTo>
                  <a:lnTo>
                    <a:pt x="250367" y="63741"/>
                  </a:lnTo>
                  <a:lnTo>
                    <a:pt x="290322" y="64985"/>
                  </a:lnTo>
                  <a:close/>
                </a:path>
                <a:path w="713104" h="220345">
                  <a:moveTo>
                    <a:pt x="643267" y="177050"/>
                  </a:moveTo>
                  <a:lnTo>
                    <a:pt x="634161" y="177076"/>
                  </a:lnTo>
                  <a:lnTo>
                    <a:pt x="633780" y="182892"/>
                  </a:lnTo>
                  <a:lnTo>
                    <a:pt x="631380" y="220268"/>
                  </a:lnTo>
                  <a:lnTo>
                    <a:pt x="640461" y="220243"/>
                  </a:lnTo>
                  <a:lnTo>
                    <a:pt x="643267" y="177050"/>
                  </a:lnTo>
                  <a:close/>
                </a:path>
                <a:path w="713104" h="220345">
                  <a:moveTo>
                    <a:pt x="712685" y="6451"/>
                  </a:moveTo>
                  <a:lnTo>
                    <a:pt x="706259" y="0"/>
                  </a:lnTo>
                  <a:lnTo>
                    <a:pt x="702221" y="4254"/>
                  </a:lnTo>
                  <a:lnTo>
                    <a:pt x="694791" y="11925"/>
                  </a:lnTo>
                  <a:lnTo>
                    <a:pt x="661644" y="41998"/>
                  </a:lnTo>
                  <a:lnTo>
                    <a:pt x="602678" y="56159"/>
                  </a:lnTo>
                  <a:lnTo>
                    <a:pt x="327571" y="56896"/>
                  </a:lnTo>
                  <a:lnTo>
                    <a:pt x="327571" y="66001"/>
                  </a:lnTo>
                  <a:lnTo>
                    <a:pt x="597420" y="65024"/>
                  </a:lnTo>
                  <a:lnTo>
                    <a:pt x="606628" y="65278"/>
                  </a:lnTo>
                  <a:lnTo>
                    <a:pt x="616445" y="65773"/>
                  </a:lnTo>
                  <a:lnTo>
                    <a:pt x="626440" y="66001"/>
                  </a:lnTo>
                  <a:lnTo>
                    <a:pt x="636155" y="65455"/>
                  </a:lnTo>
                  <a:lnTo>
                    <a:pt x="634301" y="89255"/>
                  </a:lnTo>
                  <a:lnTo>
                    <a:pt x="633425" y="113068"/>
                  </a:lnTo>
                  <a:lnTo>
                    <a:pt x="633526" y="136893"/>
                  </a:lnTo>
                  <a:lnTo>
                    <a:pt x="635012" y="166560"/>
                  </a:lnTo>
                  <a:lnTo>
                    <a:pt x="644105" y="166598"/>
                  </a:lnTo>
                  <a:lnTo>
                    <a:pt x="643712" y="160743"/>
                  </a:lnTo>
                  <a:lnTo>
                    <a:pt x="642607" y="136410"/>
                  </a:lnTo>
                  <a:lnTo>
                    <a:pt x="642518" y="112102"/>
                  </a:lnTo>
                  <a:lnTo>
                    <a:pt x="643458" y="87807"/>
                  </a:lnTo>
                  <a:lnTo>
                    <a:pt x="645414" y="63538"/>
                  </a:lnTo>
                  <a:lnTo>
                    <a:pt x="652551" y="60261"/>
                  </a:lnTo>
                  <a:lnTo>
                    <a:pt x="659295" y="55651"/>
                  </a:lnTo>
                  <a:lnTo>
                    <a:pt x="681342" y="37109"/>
                  </a:lnTo>
                  <a:lnTo>
                    <a:pt x="690714" y="28587"/>
                  </a:lnTo>
                  <a:lnTo>
                    <a:pt x="699808" y="19773"/>
                  </a:lnTo>
                  <a:lnTo>
                    <a:pt x="712685" y="6451"/>
                  </a:lnTo>
                  <a:close/>
                </a:path>
              </a:pathLst>
            </a:custGeom>
            <a:solidFill>
              <a:srgbClr val="E358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1" name="object 221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184002" y="8698062"/>
              <a:ext cx="126802" cy="76856"/>
            </a:xfrm>
            <a:prstGeom prst="rect">
              <a:avLst/>
            </a:prstGeom>
          </p:spPr>
        </p:pic>
        <p:sp>
          <p:nvSpPr>
            <p:cNvPr id="222" name="object 222" descr=""/>
            <p:cNvSpPr/>
            <p:nvPr/>
          </p:nvSpPr>
          <p:spPr>
            <a:xfrm>
              <a:off x="3615040" y="8698813"/>
              <a:ext cx="135890" cy="37465"/>
            </a:xfrm>
            <a:custGeom>
              <a:avLst/>
              <a:gdLst/>
              <a:ahLst/>
              <a:cxnLst/>
              <a:rect l="l" t="t" r="r" b="b"/>
              <a:pathLst>
                <a:path w="135889" h="37465">
                  <a:moveTo>
                    <a:pt x="70700" y="0"/>
                  </a:moveTo>
                  <a:lnTo>
                    <a:pt x="25242" y="8589"/>
                  </a:lnTo>
                  <a:lnTo>
                    <a:pt x="0" y="30930"/>
                  </a:lnTo>
                  <a:lnTo>
                    <a:pt x="6429" y="37370"/>
                  </a:lnTo>
                  <a:lnTo>
                    <a:pt x="16205" y="27562"/>
                  </a:lnTo>
                  <a:lnTo>
                    <a:pt x="22183" y="21988"/>
                  </a:lnTo>
                  <a:lnTo>
                    <a:pt x="58989" y="9009"/>
                  </a:lnTo>
                  <a:lnTo>
                    <a:pt x="82677" y="9554"/>
                  </a:lnTo>
                  <a:lnTo>
                    <a:pt x="135639" y="11611"/>
                  </a:lnTo>
                  <a:lnTo>
                    <a:pt x="135629" y="2512"/>
                  </a:lnTo>
                  <a:lnTo>
                    <a:pt x="129786" y="2292"/>
                  </a:lnTo>
                  <a:lnTo>
                    <a:pt x="90417" y="534"/>
                  </a:lnTo>
                  <a:lnTo>
                    <a:pt x="70700" y="0"/>
                  </a:lnTo>
                  <a:close/>
                </a:path>
              </a:pathLst>
            </a:custGeom>
            <a:solidFill>
              <a:srgbClr val="E3582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3" name="object 223" descr=""/>
          <p:cNvGrpSpPr/>
          <p:nvPr/>
        </p:nvGrpSpPr>
        <p:grpSpPr>
          <a:xfrm>
            <a:off x="2702777" y="1556287"/>
            <a:ext cx="852169" cy="4581525"/>
            <a:chOff x="2702777" y="1556287"/>
            <a:chExt cx="852169" cy="4581525"/>
          </a:xfrm>
        </p:grpSpPr>
        <p:sp>
          <p:nvSpPr>
            <p:cNvPr id="224" name="object 224" descr=""/>
            <p:cNvSpPr/>
            <p:nvPr/>
          </p:nvSpPr>
          <p:spPr>
            <a:xfrm>
              <a:off x="2739906" y="5948667"/>
              <a:ext cx="780415" cy="94615"/>
            </a:xfrm>
            <a:custGeom>
              <a:avLst/>
              <a:gdLst/>
              <a:ahLst/>
              <a:cxnLst/>
              <a:rect l="l" t="t" r="r" b="b"/>
              <a:pathLst>
                <a:path w="780414" h="94614">
                  <a:moveTo>
                    <a:pt x="780028" y="0"/>
                  </a:moveTo>
                  <a:lnTo>
                    <a:pt x="0" y="0"/>
                  </a:lnTo>
                  <a:lnTo>
                    <a:pt x="0" y="94290"/>
                  </a:lnTo>
                  <a:lnTo>
                    <a:pt x="780028" y="94290"/>
                  </a:lnTo>
                  <a:lnTo>
                    <a:pt x="780028" y="0"/>
                  </a:lnTo>
                  <a:close/>
                </a:path>
              </a:pathLst>
            </a:custGeom>
            <a:solidFill>
              <a:srgbClr val="307C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2705299" y="6042957"/>
              <a:ext cx="849630" cy="94615"/>
            </a:xfrm>
            <a:custGeom>
              <a:avLst/>
              <a:gdLst/>
              <a:ahLst/>
              <a:cxnLst/>
              <a:rect l="l" t="t" r="r" b="b"/>
              <a:pathLst>
                <a:path w="849629" h="94614">
                  <a:moveTo>
                    <a:pt x="849241" y="0"/>
                  </a:moveTo>
                  <a:lnTo>
                    <a:pt x="0" y="0"/>
                  </a:lnTo>
                  <a:lnTo>
                    <a:pt x="0" y="94290"/>
                  </a:lnTo>
                  <a:lnTo>
                    <a:pt x="849241" y="94290"/>
                  </a:lnTo>
                  <a:lnTo>
                    <a:pt x="849241" y="0"/>
                  </a:lnTo>
                  <a:close/>
                </a:path>
              </a:pathLst>
            </a:custGeom>
            <a:solidFill>
              <a:srgbClr val="2E78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2702776" y="5944393"/>
              <a:ext cx="852169" cy="133350"/>
            </a:xfrm>
            <a:custGeom>
              <a:avLst/>
              <a:gdLst/>
              <a:ahLst/>
              <a:cxnLst/>
              <a:rect l="l" t="t" r="r" b="b"/>
              <a:pathLst>
                <a:path w="852170" h="133350">
                  <a:moveTo>
                    <a:pt x="740829" y="120700"/>
                  </a:moveTo>
                  <a:lnTo>
                    <a:pt x="734402" y="120840"/>
                  </a:lnTo>
                  <a:lnTo>
                    <a:pt x="643064" y="122402"/>
                  </a:lnTo>
                  <a:lnTo>
                    <a:pt x="545299" y="123342"/>
                  </a:lnTo>
                  <a:lnTo>
                    <a:pt x="545287" y="133324"/>
                  </a:lnTo>
                  <a:lnTo>
                    <a:pt x="643064" y="132372"/>
                  </a:lnTo>
                  <a:lnTo>
                    <a:pt x="740816" y="130683"/>
                  </a:lnTo>
                  <a:lnTo>
                    <a:pt x="740829" y="120700"/>
                  </a:lnTo>
                  <a:close/>
                </a:path>
                <a:path w="852170" h="133350">
                  <a:moveTo>
                    <a:pt x="775144" y="59969"/>
                  </a:moveTo>
                  <a:lnTo>
                    <a:pt x="775131" y="49987"/>
                  </a:lnTo>
                  <a:lnTo>
                    <a:pt x="768718" y="49720"/>
                  </a:lnTo>
                  <a:lnTo>
                    <a:pt x="735457" y="48298"/>
                  </a:lnTo>
                  <a:lnTo>
                    <a:pt x="735482" y="58267"/>
                  </a:lnTo>
                  <a:lnTo>
                    <a:pt x="775144" y="59969"/>
                  </a:lnTo>
                  <a:close/>
                </a:path>
                <a:path w="852170" h="133350">
                  <a:moveTo>
                    <a:pt x="776376" y="23787"/>
                  </a:moveTo>
                  <a:lnTo>
                    <a:pt x="674700" y="23787"/>
                  </a:lnTo>
                  <a:lnTo>
                    <a:pt x="674700" y="25057"/>
                  </a:lnTo>
                  <a:lnTo>
                    <a:pt x="663143" y="25057"/>
                  </a:lnTo>
                  <a:lnTo>
                    <a:pt x="663143" y="33947"/>
                  </a:lnTo>
                  <a:lnTo>
                    <a:pt x="776376" y="33947"/>
                  </a:lnTo>
                  <a:lnTo>
                    <a:pt x="776376" y="25057"/>
                  </a:lnTo>
                  <a:lnTo>
                    <a:pt x="776376" y="23787"/>
                  </a:lnTo>
                  <a:close/>
                </a:path>
                <a:path w="852170" h="133350">
                  <a:moveTo>
                    <a:pt x="821817" y="0"/>
                  </a:moveTo>
                  <a:lnTo>
                    <a:pt x="815403" y="457"/>
                  </a:lnTo>
                  <a:lnTo>
                    <a:pt x="761974" y="3060"/>
                  </a:lnTo>
                  <a:lnTo>
                    <a:pt x="708482" y="3835"/>
                  </a:lnTo>
                  <a:lnTo>
                    <a:pt x="654964" y="3556"/>
                  </a:lnTo>
                  <a:lnTo>
                    <a:pt x="380174" y="1574"/>
                  </a:lnTo>
                  <a:lnTo>
                    <a:pt x="380161" y="11557"/>
                  </a:lnTo>
                  <a:lnTo>
                    <a:pt x="601484" y="13030"/>
                  </a:lnTo>
                  <a:lnTo>
                    <a:pt x="654964" y="13538"/>
                  </a:lnTo>
                  <a:lnTo>
                    <a:pt x="708482" y="13804"/>
                  </a:lnTo>
                  <a:lnTo>
                    <a:pt x="761974" y="13042"/>
                  </a:lnTo>
                  <a:lnTo>
                    <a:pt x="815403" y="10439"/>
                  </a:lnTo>
                  <a:lnTo>
                    <a:pt x="821766" y="9982"/>
                  </a:lnTo>
                  <a:lnTo>
                    <a:pt x="821817" y="0"/>
                  </a:lnTo>
                  <a:close/>
                </a:path>
                <a:path w="852170" h="133350">
                  <a:moveTo>
                    <a:pt x="851776" y="99301"/>
                  </a:moveTo>
                  <a:lnTo>
                    <a:pt x="845350" y="99212"/>
                  </a:lnTo>
                  <a:lnTo>
                    <a:pt x="499922" y="93599"/>
                  </a:lnTo>
                  <a:lnTo>
                    <a:pt x="401205" y="92367"/>
                  </a:lnTo>
                  <a:lnTo>
                    <a:pt x="302488" y="91681"/>
                  </a:lnTo>
                  <a:lnTo>
                    <a:pt x="253123" y="91617"/>
                  </a:lnTo>
                  <a:lnTo>
                    <a:pt x="203771" y="91757"/>
                  </a:lnTo>
                  <a:lnTo>
                    <a:pt x="154432" y="92138"/>
                  </a:lnTo>
                  <a:lnTo>
                    <a:pt x="105092" y="92773"/>
                  </a:lnTo>
                  <a:lnTo>
                    <a:pt x="55753" y="93713"/>
                  </a:lnTo>
                  <a:lnTo>
                    <a:pt x="25" y="95148"/>
                  </a:lnTo>
                  <a:lnTo>
                    <a:pt x="0" y="105117"/>
                  </a:lnTo>
                  <a:lnTo>
                    <a:pt x="55753" y="103695"/>
                  </a:lnTo>
                  <a:lnTo>
                    <a:pt x="105092" y="102755"/>
                  </a:lnTo>
                  <a:lnTo>
                    <a:pt x="154432" y="102108"/>
                  </a:lnTo>
                  <a:lnTo>
                    <a:pt x="203771" y="101727"/>
                  </a:lnTo>
                  <a:lnTo>
                    <a:pt x="253123" y="101587"/>
                  </a:lnTo>
                  <a:lnTo>
                    <a:pt x="351840" y="101930"/>
                  </a:lnTo>
                  <a:lnTo>
                    <a:pt x="450570" y="102908"/>
                  </a:lnTo>
                  <a:lnTo>
                    <a:pt x="851776" y="109283"/>
                  </a:lnTo>
                  <a:lnTo>
                    <a:pt x="851776" y="99301"/>
                  </a:lnTo>
                  <a:close/>
                </a:path>
              </a:pathLst>
            </a:custGeom>
            <a:solidFill>
              <a:srgbClr val="2367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2892984" y="2071210"/>
              <a:ext cx="281305" cy="3877945"/>
            </a:xfrm>
            <a:custGeom>
              <a:avLst/>
              <a:gdLst/>
              <a:ahLst/>
              <a:cxnLst/>
              <a:rect l="l" t="t" r="r" b="b"/>
              <a:pathLst>
                <a:path w="281305" h="3877945">
                  <a:moveTo>
                    <a:pt x="281076" y="0"/>
                  </a:moveTo>
                  <a:lnTo>
                    <a:pt x="233045" y="0"/>
                  </a:lnTo>
                  <a:lnTo>
                    <a:pt x="233045" y="231368"/>
                  </a:lnTo>
                  <a:lnTo>
                    <a:pt x="233045" y="273329"/>
                  </a:lnTo>
                  <a:lnTo>
                    <a:pt x="233045" y="3617785"/>
                  </a:lnTo>
                  <a:lnTo>
                    <a:pt x="48031" y="3802913"/>
                  </a:lnTo>
                  <a:lnTo>
                    <a:pt x="48031" y="3419665"/>
                  </a:lnTo>
                  <a:lnTo>
                    <a:pt x="233045" y="3604793"/>
                  </a:lnTo>
                  <a:lnTo>
                    <a:pt x="233045" y="3562832"/>
                  </a:lnTo>
                  <a:lnTo>
                    <a:pt x="48031" y="3377704"/>
                  </a:lnTo>
                  <a:lnTo>
                    <a:pt x="48031" y="3368954"/>
                  </a:lnTo>
                  <a:lnTo>
                    <a:pt x="233045" y="3183826"/>
                  </a:lnTo>
                  <a:lnTo>
                    <a:pt x="233045" y="3141865"/>
                  </a:lnTo>
                  <a:lnTo>
                    <a:pt x="48031" y="3326993"/>
                  </a:lnTo>
                  <a:lnTo>
                    <a:pt x="48031" y="2943745"/>
                  </a:lnTo>
                  <a:lnTo>
                    <a:pt x="233045" y="3128873"/>
                  </a:lnTo>
                  <a:lnTo>
                    <a:pt x="233045" y="3086900"/>
                  </a:lnTo>
                  <a:lnTo>
                    <a:pt x="48031" y="2901785"/>
                  </a:lnTo>
                  <a:lnTo>
                    <a:pt x="48031" y="2893034"/>
                  </a:lnTo>
                  <a:lnTo>
                    <a:pt x="233045" y="2707906"/>
                  </a:lnTo>
                  <a:lnTo>
                    <a:pt x="233045" y="2665946"/>
                  </a:lnTo>
                  <a:lnTo>
                    <a:pt x="48031" y="2851061"/>
                  </a:lnTo>
                  <a:lnTo>
                    <a:pt x="48031" y="2467826"/>
                  </a:lnTo>
                  <a:lnTo>
                    <a:pt x="233045" y="2652941"/>
                  </a:lnTo>
                  <a:lnTo>
                    <a:pt x="233045" y="2610980"/>
                  </a:lnTo>
                  <a:lnTo>
                    <a:pt x="48031" y="2425865"/>
                  </a:lnTo>
                  <a:lnTo>
                    <a:pt x="48031" y="2417102"/>
                  </a:lnTo>
                  <a:lnTo>
                    <a:pt x="233045" y="2231987"/>
                  </a:lnTo>
                  <a:lnTo>
                    <a:pt x="233045" y="2190026"/>
                  </a:lnTo>
                  <a:lnTo>
                    <a:pt x="48031" y="2375141"/>
                  </a:lnTo>
                  <a:lnTo>
                    <a:pt x="48031" y="1991906"/>
                  </a:lnTo>
                  <a:lnTo>
                    <a:pt x="233045" y="2177021"/>
                  </a:lnTo>
                  <a:lnTo>
                    <a:pt x="233045" y="2135060"/>
                  </a:lnTo>
                  <a:lnTo>
                    <a:pt x="48031" y="1949932"/>
                  </a:lnTo>
                  <a:lnTo>
                    <a:pt x="48031" y="1941182"/>
                  </a:lnTo>
                  <a:lnTo>
                    <a:pt x="233045" y="1756067"/>
                  </a:lnTo>
                  <a:lnTo>
                    <a:pt x="233045" y="1714093"/>
                  </a:lnTo>
                  <a:lnTo>
                    <a:pt x="48031" y="1899221"/>
                  </a:lnTo>
                  <a:lnTo>
                    <a:pt x="48031" y="1515973"/>
                  </a:lnTo>
                  <a:lnTo>
                    <a:pt x="233045" y="1701101"/>
                  </a:lnTo>
                  <a:lnTo>
                    <a:pt x="233045" y="1659128"/>
                  </a:lnTo>
                  <a:lnTo>
                    <a:pt x="48031" y="1474012"/>
                  </a:lnTo>
                  <a:lnTo>
                    <a:pt x="48031" y="1465262"/>
                  </a:lnTo>
                  <a:lnTo>
                    <a:pt x="233045" y="1280134"/>
                  </a:lnTo>
                  <a:lnTo>
                    <a:pt x="233045" y="1238173"/>
                  </a:lnTo>
                  <a:lnTo>
                    <a:pt x="48031" y="1423301"/>
                  </a:lnTo>
                  <a:lnTo>
                    <a:pt x="48031" y="1040053"/>
                  </a:lnTo>
                  <a:lnTo>
                    <a:pt x="233045" y="1225169"/>
                  </a:lnTo>
                  <a:lnTo>
                    <a:pt x="233045" y="1183208"/>
                  </a:lnTo>
                  <a:lnTo>
                    <a:pt x="48031" y="998093"/>
                  </a:lnTo>
                  <a:lnTo>
                    <a:pt x="48031" y="989342"/>
                  </a:lnTo>
                  <a:lnTo>
                    <a:pt x="233045" y="804214"/>
                  </a:lnTo>
                  <a:lnTo>
                    <a:pt x="233045" y="762254"/>
                  </a:lnTo>
                  <a:lnTo>
                    <a:pt x="48031" y="947369"/>
                  </a:lnTo>
                  <a:lnTo>
                    <a:pt x="48031" y="564134"/>
                  </a:lnTo>
                  <a:lnTo>
                    <a:pt x="233045" y="749249"/>
                  </a:lnTo>
                  <a:lnTo>
                    <a:pt x="233045" y="707288"/>
                  </a:lnTo>
                  <a:lnTo>
                    <a:pt x="48031" y="522160"/>
                  </a:lnTo>
                  <a:lnTo>
                    <a:pt x="48031" y="513410"/>
                  </a:lnTo>
                  <a:lnTo>
                    <a:pt x="233045" y="328295"/>
                  </a:lnTo>
                  <a:lnTo>
                    <a:pt x="233045" y="286334"/>
                  </a:lnTo>
                  <a:lnTo>
                    <a:pt x="48031" y="471449"/>
                  </a:lnTo>
                  <a:lnTo>
                    <a:pt x="48031" y="88201"/>
                  </a:lnTo>
                  <a:lnTo>
                    <a:pt x="233045" y="273329"/>
                  </a:lnTo>
                  <a:lnTo>
                    <a:pt x="233045" y="231368"/>
                  </a:lnTo>
                  <a:lnTo>
                    <a:pt x="48031" y="46240"/>
                  </a:lnTo>
                  <a:lnTo>
                    <a:pt x="48031" y="0"/>
                  </a:lnTo>
                  <a:lnTo>
                    <a:pt x="0" y="0"/>
                  </a:lnTo>
                  <a:lnTo>
                    <a:pt x="0" y="3877475"/>
                  </a:lnTo>
                  <a:lnTo>
                    <a:pt x="48031" y="3877475"/>
                  </a:lnTo>
                  <a:lnTo>
                    <a:pt x="48031" y="3844874"/>
                  </a:lnTo>
                  <a:lnTo>
                    <a:pt x="233045" y="3659759"/>
                  </a:lnTo>
                  <a:lnTo>
                    <a:pt x="233045" y="3877475"/>
                  </a:lnTo>
                  <a:lnTo>
                    <a:pt x="281076" y="3877475"/>
                  </a:lnTo>
                  <a:lnTo>
                    <a:pt x="281076" y="0"/>
                  </a:lnTo>
                  <a:close/>
                </a:path>
              </a:pathLst>
            </a:custGeom>
            <a:solidFill>
              <a:srgbClr val="F491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3174060" y="2071210"/>
              <a:ext cx="208279" cy="3877945"/>
            </a:xfrm>
            <a:custGeom>
              <a:avLst/>
              <a:gdLst/>
              <a:ahLst/>
              <a:cxnLst/>
              <a:rect l="l" t="t" r="r" b="b"/>
              <a:pathLst>
                <a:path w="208279" h="3877945">
                  <a:moveTo>
                    <a:pt x="208140" y="0"/>
                  </a:moveTo>
                  <a:lnTo>
                    <a:pt x="172567" y="0"/>
                  </a:lnTo>
                  <a:lnTo>
                    <a:pt x="172567" y="32588"/>
                  </a:lnTo>
                  <a:lnTo>
                    <a:pt x="172567" y="74549"/>
                  </a:lnTo>
                  <a:lnTo>
                    <a:pt x="172567" y="3789286"/>
                  </a:lnTo>
                  <a:lnTo>
                    <a:pt x="35560" y="3604145"/>
                  </a:lnTo>
                  <a:lnTo>
                    <a:pt x="35560" y="3591153"/>
                  </a:lnTo>
                  <a:lnTo>
                    <a:pt x="172567" y="3406013"/>
                  </a:lnTo>
                  <a:lnTo>
                    <a:pt x="172567" y="3364052"/>
                  </a:lnTo>
                  <a:lnTo>
                    <a:pt x="35560" y="3549192"/>
                  </a:lnTo>
                  <a:lnTo>
                    <a:pt x="35560" y="3170186"/>
                  </a:lnTo>
                  <a:lnTo>
                    <a:pt x="172567" y="3355327"/>
                  </a:lnTo>
                  <a:lnTo>
                    <a:pt x="172567" y="3313366"/>
                  </a:lnTo>
                  <a:lnTo>
                    <a:pt x="35560" y="3128226"/>
                  </a:lnTo>
                  <a:lnTo>
                    <a:pt x="35560" y="3115233"/>
                  </a:lnTo>
                  <a:lnTo>
                    <a:pt x="172567" y="2930093"/>
                  </a:lnTo>
                  <a:lnTo>
                    <a:pt x="172567" y="2888132"/>
                  </a:lnTo>
                  <a:lnTo>
                    <a:pt x="35560" y="3073260"/>
                  </a:lnTo>
                  <a:lnTo>
                    <a:pt x="35560" y="2694267"/>
                  </a:lnTo>
                  <a:lnTo>
                    <a:pt x="172567" y="2879407"/>
                  </a:lnTo>
                  <a:lnTo>
                    <a:pt x="172567" y="2837446"/>
                  </a:lnTo>
                  <a:lnTo>
                    <a:pt x="35560" y="2652306"/>
                  </a:lnTo>
                  <a:lnTo>
                    <a:pt x="35560" y="2639301"/>
                  </a:lnTo>
                  <a:lnTo>
                    <a:pt x="172567" y="2454160"/>
                  </a:lnTo>
                  <a:lnTo>
                    <a:pt x="172567" y="2412212"/>
                  </a:lnTo>
                  <a:lnTo>
                    <a:pt x="35560" y="2597340"/>
                  </a:lnTo>
                  <a:lnTo>
                    <a:pt x="35560" y="2218347"/>
                  </a:lnTo>
                  <a:lnTo>
                    <a:pt x="172567" y="2403475"/>
                  </a:lnTo>
                  <a:lnTo>
                    <a:pt x="172567" y="2361527"/>
                  </a:lnTo>
                  <a:lnTo>
                    <a:pt x="35560" y="2176386"/>
                  </a:lnTo>
                  <a:lnTo>
                    <a:pt x="35560" y="2163381"/>
                  </a:lnTo>
                  <a:lnTo>
                    <a:pt x="172567" y="1978240"/>
                  </a:lnTo>
                  <a:lnTo>
                    <a:pt x="172567" y="1936280"/>
                  </a:lnTo>
                  <a:lnTo>
                    <a:pt x="35560" y="2121420"/>
                  </a:lnTo>
                  <a:lnTo>
                    <a:pt x="35560" y="1742427"/>
                  </a:lnTo>
                  <a:lnTo>
                    <a:pt x="172567" y="1927555"/>
                  </a:lnTo>
                  <a:lnTo>
                    <a:pt x="172567" y="1885594"/>
                  </a:lnTo>
                  <a:lnTo>
                    <a:pt x="35560" y="1700453"/>
                  </a:lnTo>
                  <a:lnTo>
                    <a:pt x="35560" y="1687461"/>
                  </a:lnTo>
                  <a:lnTo>
                    <a:pt x="172567" y="1502321"/>
                  </a:lnTo>
                  <a:lnTo>
                    <a:pt x="172567" y="1460360"/>
                  </a:lnTo>
                  <a:lnTo>
                    <a:pt x="35560" y="1645500"/>
                  </a:lnTo>
                  <a:lnTo>
                    <a:pt x="35560" y="1266494"/>
                  </a:lnTo>
                  <a:lnTo>
                    <a:pt x="172567" y="1451635"/>
                  </a:lnTo>
                  <a:lnTo>
                    <a:pt x="172567" y="1409674"/>
                  </a:lnTo>
                  <a:lnTo>
                    <a:pt x="35560" y="1224534"/>
                  </a:lnTo>
                  <a:lnTo>
                    <a:pt x="35560" y="1211529"/>
                  </a:lnTo>
                  <a:lnTo>
                    <a:pt x="172567" y="1026388"/>
                  </a:lnTo>
                  <a:lnTo>
                    <a:pt x="172567" y="984440"/>
                  </a:lnTo>
                  <a:lnTo>
                    <a:pt x="35560" y="1169568"/>
                  </a:lnTo>
                  <a:lnTo>
                    <a:pt x="35560" y="790575"/>
                  </a:lnTo>
                  <a:lnTo>
                    <a:pt x="172567" y="975715"/>
                  </a:lnTo>
                  <a:lnTo>
                    <a:pt x="172567" y="933754"/>
                  </a:lnTo>
                  <a:lnTo>
                    <a:pt x="35560" y="748614"/>
                  </a:lnTo>
                  <a:lnTo>
                    <a:pt x="35560" y="735609"/>
                  </a:lnTo>
                  <a:lnTo>
                    <a:pt x="172567" y="550468"/>
                  </a:lnTo>
                  <a:lnTo>
                    <a:pt x="172567" y="508508"/>
                  </a:lnTo>
                  <a:lnTo>
                    <a:pt x="35560" y="693648"/>
                  </a:lnTo>
                  <a:lnTo>
                    <a:pt x="35560" y="314655"/>
                  </a:lnTo>
                  <a:lnTo>
                    <a:pt x="172567" y="499783"/>
                  </a:lnTo>
                  <a:lnTo>
                    <a:pt x="172567" y="457835"/>
                  </a:lnTo>
                  <a:lnTo>
                    <a:pt x="35560" y="272694"/>
                  </a:lnTo>
                  <a:lnTo>
                    <a:pt x="35560" y="259689"/>
                  </a:lnTo>
                  <a:lnTo>
                    <a:pt x="172567" y="74549"/>
                  </a:lnTo>
                  <a:lnTo>
                    <a:pt x="172567" y="32588"/>
                  </a:lnTo>
                  <a:lnTo>
                    <a:pt x="35560" y="217728"/>
                  </a:lnTo>
                  <a:lnTo>
                    <a:pt x="35560" y="0"/>
                  </a:lnTo>
                  <a:lnTo>
                    <a:pt x="0" y="0"/>
                  </a:lnTo>
                  <a:lnTo>
                    <a:pt x="0" y="3877475"/>
                  </a:lnTo>
                  <a:lnTo>
                    <a:pt x="35560" y="3877475"/>
                  </a:lnTo>
                  <a:lnTo>
                    <a:pt x="35560" y="3646119"/>
                  </a:lnTo>
                  <a:lnTo>
                    <a:pt x="172567" y="3831247"/>
                  </a:lnTo>
                  <a:lnTo>
                    <a:pt x="172567" y="3877475"/>
                  </a:lnTo>
                  <a:lnTo>
                    <a:pt x="208140" y="3877475"/>
                  </a:lnTo>
                  <a:lnTo>
                    <a:pt x="208140" y="0"/>
                  </a:lnTo>
                  <a:close/>
                </a:path>
              </a:pathLst>
            </a:custGeom>
            <a:solidFill>
              <a:srgbClr val="DD80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3170720" y="2618872"/>
              <a:ext cx="6985" cy="3228975"/>
            </a:xfrm>
            <a:custGeom>
              <a:avLst/>
              <a:gdLst/>
              <a:ahLst/>
              <a:cxnLst/>
              <a:rect l="l" t="t" r="r" b="b"/>
              <a:pathLst>
                <a:path w="6985" h="3228975">
                  <a:moveTo>
                    <a:pt x="6654" y="311581"/>
                  </a:moveTo>
                  <a:lnTo>
                    <a:pt x="5168" y="310095"/>
                  </a:lnTo>
                  <a:lnTo>
                    <a:pt x="1485" y="310095"/>
                  </a:lnTo>
                  <a:lnTo>
                    <a:pt x="0" y="311581"/>
                  </a:lnTo>
                  <a:lnTo>
                    <a:pt x="0" y="3227159"/>
                  </a:lnTo>
                  <a:lnTo>
                    <a:pt x="1485" y="3228644"/>
                  </a:lnTo>
                  <a:lnTo>
                    <a:pt x="3327" y="3228644"/>
                  </a:lnTo>
                  <a:lnTo>
                    <a:pt x="5168" y="3228644"/>
                  </a:lnTo>
                  <a:lnTo>
                    <a:pt x="6654" y="3227159"/>
                  </a:lnTo>
                  <a:lnTo>
                    <a:pt x="6654" y="311581"/>
                  </a:lnTo>
                  <a:close/>
                </a:path>
                <a:path w="6985" h="3228975">
                  <a:moveTo>
                    <a:pt x="6654" y="1485"/>
                  </a:moveTo>
                  <a:lnTo>
                    <a:pt x="5168" y="0"/>
                  </a:lnTo>
                  <a:lnTo>
                    <a:pt x="1485" y="0"/>
                  </a:lnTo>
                  <a:lnTo>
                    <a:pt x="0" y="1485"/>
                  </a:lnTo>
                  <a:lnTo>
                    <a:pt x="0" y="254266"/>
                  </a:lnTo>
                  <a:lnTo>
                    <a:pt x="1485" y="255752"/>
                  </a:lnTo>
                  <a:lnTo>
                    <a:pt x="3327" y="255752"/>
                  </a:lnTo>
                  <a:lnTo>
                    <a:pt x="5168" y="255752"/>
                  </a:lnTo>
                  <a:lnTo>
                    <a:pt x="6654" y="254266"/>
                  </a:lnTo>
                  <a:lnTo>
                    <a:pt x="6654" y="1485"/>
                  </a:lnTo>
                  <a:close/>
                </a:path>
              </a:pathLst>
            </a:custGeom>
            <a:solidFill>
              <a:srgbClr val="F3A3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3378876" y="2067875"/>
              <a:ext cx="6985" cy="3659504"/>
            </a:xfrm>
            <a:custGeom>
              <a:avLst/>
              <a:gdLst/>
              <a:ahLst/>
              <a:cxnLst/>
              <a:rect l="l" t="t" r="r" b="b"/>
              <a:pathLst>
                <a:path w="6985" h="3659504">
                  <a:moveTo>
                    <a:pt x="5151" y="0"/>
                  </a:moveTo>
                  <a:lnTo>
                    <a:pt x="1486" y="0"/>
                  </a:lnTo>
                  <a:lnTo>
                    <a:pt x="0" y="1486"/>
                  </a:lnTo>
                  <a:lnTo>
                    <a:pt x="0" y="3657846"/>
                  </a:lnTo>
                  <a:lnTo>
                    <a:pt x="1486" y="3659333"/>
                  </a:lnTo>
                  <a:lnTo>
                    <a:pt x="3319" y="3659333"/>
                  </a:lnTo>
                  <a:lnTo>
                    <a:pt x="5151" y="3659333"/>
                  </a:lnTo>
                  <a:lnTo>
                    <a:pt x="6649" y="3657846"/>
                  </a:lnTo>
                  <a:lnTo>
                    <a:pt x="6649" y="1486"/>
                  </a:lnTo>
                  <a:lnTo>
                    <a:pt x="5151" y="0"/>
                  </a:lnTo>
                  <a:close/>
                </a:path>
              </a:pathLst>
            </a:custGeom>
            <a:solidFill>
              <a:srgbClr val="BE5E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2873399" y="2022995"/>
              <a:ext cx="528955" cy="48260"/>
            </a:xfrm>
            <a:custGeom>
              <a:avLst/>
              <a:gdLst/>
              <a:ahLst/>
              <a:cxnLst/>
              <a:rect l="l" t="t" r="r" b="b"/>
              <a:pathLst>
                <a:path w="528954" h="48260">
                  <a:moveTo>
                    <a:pt x="528392" y="0"/>
                  </a:moveTo>
                  <a:lnTo>
                    <a:pt x="0" y="0"/>
                  </a:lnTo>
                  <a:lnTo>
                    <a:pt x="0" y="48207"/>
                  </a:lnTo>
                  <a:lnTo>
                    <a:pt x="528392" y="48207"/>
                  </a:lnTo>
                  <a:lnTo>
                    <a:pt x="528392" y="0"/>
                  </a:lnTo>
                  <a:close/>
                </a:path>
              </a:pathLst>
            </a:custGeom>
            <a:solidFill>
              <a:srgbClr val="DD80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3038475" y="1556289"/>
              <a:ext cx="229870" cy="466725"/>
            </a:xfrm>
            <a:custGeom>
              <a:avLst/>
              <a:gdLst/>
              <a:ahLst/>
              <a:cxnLst/>
              <a:rect l="l" t="t" r="r" b="b"/>
              <a:pathLst>
                <a:path w="229870" h="466725">
                  <a:moveTo>
                    <a:pt x="229717" y="418503"/>
                  </a:moveTo>
                  <a:lnTo>
                    <a:pt x="0" y="418503"/>
                  </a:lnTo>
                  <a:lnTo>
                    <a:pt x="0" y="466712"/>
                  </a:lnTo>
                  <a:lnTo>
                    <a:pt x="229717" y="466712"/>
                  </a:lnTo>
                  <a:lnTo>
                    <a:pt x="229717" y="418503"/>
                  </a:lnTo>
                  <a:close/>
                </a:path>
                <a:path w="229870" h="466725">
                  <a:moveTo>
                    <a:pt x="229717" y="387108"/>
                  </a:moveTo>
                  <a:lnTo>
                    <a:pt x="146913" y="25552"/>
                  </a:lnTo>
                  <a:lnTo>
                    <a:pt x="114858" y="0"/>
                  </a:lnTo>
                  <a:lnTo>
                    <a:pt x="103860" y="1892"/>
                  </a:lnTo>
                  <a:lnTo>
                    <a:pt x="94361" y="7175"/>
                  </a:lnTo>
                  <a:lnTo>
                    <a:pt x="87096" y="15252"/>
                  </a:lnTo>
                  <a:lnTo>
                    <a:pt x="82791" y="25552"/>
                  </a:lnTo>
                  <a:lnTo>
                    <a:pt x="0" y="387108"/>
                  </a:lnTo>
                  <a:lnTo>
                    <a:pt x="229717" y="387108"/>
                  </a:lnTo>
                  <a:close/>
                </a:path>
              </a:pathLst>
            </a:custGeom>
            <a:solidFill>
              <a:srgbClr val="C5730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3" name="object 233" descr=""/>
          <p:cNvGrpSpPr/>
          <p:nvPr/>
        </p:nvGrpSpPr>
        <p:grpSpPr>
          <a:xfrm>
            <a:off x="919958" y="1779808"/>
            <a:ext cx="3150235" cy="196850"/>
            <a:chOff x="919958" y="1779808"/>
            <a:chExt cx="3150235" cy="196850"/>
          </a:xfrm>
        </p:grpSpPr>
        <p:sp>
          <p:nvSpPr>
            <p:cNvPr id="234" name="object 234" descr=""/>
            <p:cNvSpPr/>
            <p:nvPr/>
          </p:nvSpPr>
          <p:spPr>
            <a:xfrm>
              <a:off x="919949" y="1783136"/>
              <a:ext cx="3150235" cy="193675"/>
            </a:xfrm>
            <a:custGeom>
              <a:avLst/>
              <a:gdLst/>
              <a:ahLst/>
              <a:cxnLst/>
              <a:rect l="l" t="t" r="r" b="b"/>
              <a:pathLst>
                <a:path w="3150235" h="193675">
                  <a:moveTo>
                    <a:pt x="3149892" y="193306"/>
                  </a:moveTo>
                  <a:lnTo>
                    <a:pt x="3105289" y="160261"/>
                  </a:lnTo>
                  <a:lnTo>
                    <a:pt x="3065945" y="131127"/>
                  </a:lnTo>
                  <a:lnTo>
                    <a:pt x="3065945" y="160261"/>
                  </a:lnTo>
                  <a:lnTo>
                    <a:pt x="2714218" y="160261"/>
                  </a:lnTo>
                  <a:lnTo>
                    <a:pt x="2886037" y="33032"/>
                  </a:lnTo>
                  <a:lnTo>
                    <a:pt x="2894126" y="33032"/>
                  </a:lnTo>
                  <a:lnTo>
                    <a:pt x="3065945" y="160261"/>
                  </a:lnTo>
                  <a:lnTo>
                    <a:pt x="3065945" y="131127"/>
                  </a:lnTo>
                  <a:lnTo>
                    <a:pt x="2933471" y="33032"/>
                  </a:lnTo>
                  <a:lnTo>
                    <a:pt x="2888856" y="0"/>
                  </a:lnTo>
                  <a:lnTo>
                    <a:pt x="2847086" y="0"/>
                  </a:lnTo>
                  <a:lnTo>
                    <a:pt x="2847086" y="33032"/>
                  </a:lnTo>
                  <a:lnTo>
                    <a:pt x="2675280" y="160261"/>
                  </a:lnTo>
                  <a:lnTo>
                    <a:pt x="2663177" y="160261"/>
                  </a:lnTo>
                  <a:lnTo>
                    <a:pt x="2624226" y="131419"/>
                  </a:lnTo>
                  <a:lnTo>
                    <a:pt x="2624226" y="160261"/>
                  </a:lnTo>
                  <a:lnTo>
                    <a:pt x="2272474" y="160261"/>
                  </a:lnTo>
                  <a:lnTo>
                    <a:pt x="2444305" y="33032"/>
                  </a:lnTo>
                  <a:lnTo>
                    <a:pt x="2452395" y="33032"/>
                  </a:lnTo>
                  <a:lnTo>
                    <a:pt x="2624226" y="160261"/>
                  </a:lnTo>
                  <a:lnTo>
                    <a:pt x="2624226" y="131419"/>
                  </a:lnTo>
                  <a:lnTo>
                    <a:pt x="2491371" y="33032"/>
                  </a:lnTo>
                  <a:lnTo>
                    <a:pt x="2847086" y="33032"/>
                  </a:lnTo>
                  <a:lnTo>
                    <a:pt x="2847086" y="0"/>
                  </a:lnTo>
                  <a:lnTo>
                    <a:pt x="2405342" y="0"/>
                  </a:lnTo>
                  <a:lnTo>
                    <a:pt x="2405342" y="33032"/>
                  </a:lnTo>
                  <a:lnTo>
                    <a:pt x="2233536" y="160261"/>
                  </a:lnTo>
                  <a:lnTo>
                    <a:pt x="2221433" y="160261"/>
                  </a:lnTo>
                  <a:lnTo>
                    <a:pt x="2182495" y="131432"/>
                  </a:lnTo>
                  <a:lnTo>
                    <a:pt x="2182495" y="160261"/>
                  </a:lnTo>
                  <a:lnTo>
                    <a:pt x="1830743" y="160261"/>
                  </a:lnTo>
                  <a:lnTo>
                    <a:pt x="2002574" y="33032"/>
                  </a:lnTo>
                  <a:lnTo>
                    <a:pt x="2010664" y="33032"/>
                  </a:lnTo>
                  <a:lnTo>
                    <a:pt x="2182495" y="160261"/>
                  </a:lnTo>
                  <a:lnTo>
                    <a:pt x="2182495" y="131432"/>
                  </a:lnTo>
                  <a:lnTo>
                    <a:pt x="2049640" y="33032"/>
                  </a:lnTo>
                  <a:lnTo>
                    <a:pt x="2405342" y="33032"/>
                  </a:lnTo>
                  <a:lnTo>
                    <a:pt x="2405342" y="0"/>
                  </a:lnTo>
                  <a:lnTo>
                    <a:pt x="1963610" y="0"/>
                  </a:lnTo>
                  <a:lnTo>
                    <a:pt x="1963610" y="33032"/>
                  </a:lnTo>
                  <a:lnTo>
                    <a:pt x="1791804" y="160261"/>
                  </a:lnTo>
                  <a:lnTo>
                    <a:pt x="1779701" y="160261"/>
                  </a:lnTo>
                  <a:lnTo>
                    <a:pt x="1740763" y="131432"/>
                  </a:lnTo>
                  <a:lnTo>
                    <a:pt x="1740763" y="160261"/>
                  </a:lnTo>
                  <a:lnTo>
                    <a:pt x="1389011" y="160261"/>
                  </a:lnTo>
                  <a:lnTo>
                    <a:pt x="1560842" y="33032"/>
                  </a:lnTo>
                  <a:lnTo>
                    <a:pt x="1568932" y="33032"/>
                  </a:lnTo>
                  <a:lnTo>
                    <a:pt x="1740763" y="160261"/>
                  </a:lnTo>
                  <a:lnTo>
                    <a:pt x="1740763" y="131432"/>
                  </a:lnTo>
                  <a:lnTo>
                    <a:pt x="1607908" y="33032"/>
                  </a:lnTo>
                  <a:lnTo>
                    <a:pt x="1963610" y="33032"/>
                  </a:lnTo>
                  <a:lnTo>
                    <a:pt x="1963610" y="0"/>
                  </a:lnTo>
                  <a:lnTo>
                    <a:pt x="1521879" y="0"/>
                  </a:lnTo>
                  <a:lnTo>
                    <a:pt x="1521879" y="33032"/>
                  </a:lnTo>
                  <a:lnTo>
                    <a:pt x="1350073" y="160261"/>
                  </a:lnTo>
                  <a:lnTo>
                    <a:pt x="1337970" y="160261"/>
                  </a:lnTo>
                  <a:lnTo>
                    <a:pt x="1299032" y="131432"/>
                  </a:lnTo>
                  <a:lnTo>
                    <a:pt x="1299032" y="160261"/>
                  </a:lnTo>
                  <a:lnTo>
                    <a:pt x="947280" y="160261"/>
                  </a:lnTo>
                  <a:lnTo>
                    <a:pt x="1119111" y="33032"/>
                  </a:lnTo>
                  <a:lnTo>
                    <a:pt x="1127201" y="33032"/>
                  </a:lnTo>
                  <a:lnTo>
                    <a:pt x="1299032" y="160261"/>
                  </a:lnTo>
                  <a:lnTo>
                    <a:pt x="1299032" y="131432"/>
                  </a:lnTo>
                  <a:lnTo>
                    <a:pt x="1166177" y="33032"/>
                  </a:lnTo>
                  <a:lnTo>
                    <a:pt x="1521879" y="33032"/>
                  </a:lnTo>
                  <a:lnTo>
                    <a:pt x="1521879" y="0"/>
                  </a:lnTo>
                  <a:lnTo>
                    <a:pt x="1080147" y="0"/>
                  </a:lnTo>
                  <a:lnTo>
                    <a:pt x="1080147" y="33032"/>
                  </a:lnTo>
                  <a:lnTo>
                    <a:pt x="908342" y="160261"/>
                  </a:lnTo>
                  <a:lnTo>
                    <a:pt x="896239" y="160261"/>
                  </a:lnTo>
                  <a:lnTo>
                    <a:pt x="857288" y="131419"/>
                  </a:lnTo>
                  <a:lnTo>
                    <a:pt x="857288" y="160261"/>
                  </a:lnTo>
                  <a:lnTo>
                    <a:pt x="505536" y="160261"/>
                  </a:lnTo>
                  <a:lnTo>
                    <a:pt x="677367" y="33032"/>
                  </a:lnTo>
                  <a:lnTo>
                    <a:pt x="685457" y="33032"/>
                  </a:lnTo>
                  <a:lnTo>
                    <a:pt x="857288" y="160261"/>
                  </a:lnTo>
                  <a:lnTo>
                    <a:pt x="857288" y="131419"/>
                  </a:lnTo>
                  <a:lnTo>
                    <a:pt x="724433" y="33032"/>
                  </a:lnTo>
                  <a:lnTo>
                    <a:pt x="1080147" y="33032"/>
                  </a:lnTo>
                  <a:lnTo>
                    <a:pt x="1080147" y="0"/>
                  </a:lnTo>
                  <a:lnTo>
                    <a:pt x="638403" y="0"/>
                  </a:lnTo>
                  <a:lnTo>
                    <a:pt x="638403" y="33032"/>
                  </a:lnTo>
                  <a:lnTo>
                    <a:pt x="466598" y="160261"/>
                  </a:lnTo>
                  <a:lnTo>
                    <a:pt x="454494" y="160261"/>
                  </a:lnTo>
                  <a:lnTo>
                    <a:pt x="415556" y="131432"/>
                  </a:lnTo>
                  <a:lnTo>
                    <a:pt x="415556" y="160261"/>
                  </a:lnTo>
                  <a:lnTo>
                    <a:pt x="63830" y="160261"/>
                  </a:lnTo>
                  <a:lnTo>
                    <a:pt x="235635" y="33032"/>
                  </a:lnTo>
                  <a:lnTo>
                    <a:pt x="243725" y="33032"/>
                  </a:lnTo>
                  <a:lnTo>
                    <a:pt x="415556" y="160261"/>
                  </a:lnTo>
                  <a:lnTo>
                    <a:pt x="415556" y="131432"/>
                  </a:lnTo>
                  <a:lnTo>
                    <a:pt x="282702" y="33032"/>
                  </a:lnTo>
                  <a:lnTo>
                    <a:pt x="638403" y="33032"/>
                  </a:lnTo>
                  <a:lnTo>
                    <a:pt x="638403" y="0"/>
                  </a:lnTo>
                  <a:lnTo>
                    <a:pt x="252272" y="0"/>
                  </a:lnTo>
                  <a:lnTo>
                    <a:pt x="244411" y="698"/>
                  </a:lnTo>
                  <a:lnTo>
                    <a:pt x="236855" y="2730"/>
                  </a:lnTo>
                  <a:lnTo>
                    <a:pt x="229755" y="6045"/>
                  </a:lnTo>
                  <a:lnTo>
                    <a:pt x="223304" y="10591"/>
                  </a:lnTo>
                  <a:lnTo>
                    <a:pt x="196684" y="33032"/>
                  </a:lnTo>
                  <a:lnTo>
                    <a:pt x="21983" y="160261"/>
                  </a:lnTo>
                  <a:lnTo>
                    <a:pt x="3632" y="174802"/>
                  </a:lnTo>
                  <a:lnTo>
                    <a:pt x="0" y="180263"/>
                  </a:lnTo>
                  <a:lnTo>
                    <a:pt x="266" y="186334"/>
                  </a:lnTo>
                  <a:lnTo>
                    <a:pt x="3822" y="191274"/>
                  </a:lnTo>
                  <a:lnTo>
                    <a:pt x="10058" y="193306"/>
                  </a:lnTo>
                  <a:lnTo>
                    <a:pt x="3149892" y="193306"/>
                  </a:lnTo>
                  <a:close/>
                </a:path>
              </a:pathLst>
            </a:custGeom>
            <a:solidFill>
              <a:srgbClr val="DD80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203490" y="1779809"/>
              <a:ext cx="2551430" cy="6985"/>
            </a:xfrm>
            <a:custGeom>
              <a:avLst/>
              <a:gdLst/>
              <a:ahLst/>
              <a:cxnLst/>
              <a:rect l="l" t="t" r="r" b="b"/>
              <a:pathLst>
                <a:path w="2551429" h="6985">
                  <a:moveTo>
                    <a:pt x="1603248" y="1485"/>
                  </a:moveTo>
                  <a:lnTo>
                    <a:pt x="1601762" y="0"/>
                  </a:lnTo>
                  <a:lnTo>
                    <a:pt x="1485" y="0"/>
                  </a:lnTo>
                  <a:lnTo>
                    <a:pt x="0" y="1485"/>
                  </a:lnTo>
                  <a:lnTo>
                    <a:pt x="0" y="5168"/>
                  </a:lnTo>
                  <a:lnTo>
                    <a:pt x="1485" y="6654"/>
                  </a:lnTo>
                  <a:lnTo>
                    <a:pt x="1599920" y="6654"/>
                  </a:lnTo>
                  <a:lnTo>
                    <a:pt x="1601762" y="6654"/>
                  </a:lnTo>
                  <a:lnTo>
                    <a:pt x="1603248" y="5168"/>
                  </a:lnTo>
                  <a:lnTo>
                    <a:pt x="1603248" y="1485"/>
                  </a:lnTo>
                  <a:close/>
                </a:path>
                <a:path w="2551429" h="6985">
                  <a:moveTo>
                    <a:pt x="2551417" y="1485"/>
                  </a:moveTo>
                  <a:lnTo>
                    <a:pt x="2549918" y="0"/>
                  </a:lnTo>
                  <a:lnTo>
                    <a:pt x="1873923" y="0"/>
                  </a:lnTo>
                  <a:lnTo>
                    <a:pt x="1872437" y="1485"/>
                  </a:lnTo>
                  <a:lnTo>
                    <a:pt x="1872437" y="5168"/>
                  </a:lnTo>
                  <a:lnTo>
                    <a:pt x="1873923" y="6654"/>
                  </a:lnTo>
                  <a:lnTo>
                    <a:pt x="2548090" y="6654"/>
                  </a:lnTo>
                  <a:lnTo>
                    <a:pt x="2549918" y="6654"/>
                  </a:lnTo>
                  <a:lnTo>
                    <a:pt x="2551417" y="5168"/>
                  </a:lnTo>
                  <a:lnTo>
                    <a:pt x="2551417" y="1485"/>
                  </a:lnTo>
                  <a:close/>
                </a:path>
              </a:pathLst>
            </a:custGeom>
            <a:solidFill>
              <a:srgbClr val="F3A3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975284" y="1956587"/>
              <a:ext cx="2992120" cy="6985"/>
            </a:xfrm>
            <a:custGeom>
              <a:avLst/>
              <a:gdLst/>
              <a:ahLst/>
              <a:cxnLst/>
              <a:rect l="l" t="t" r="r" b="b"/>
              <a:pathLst>
                <a:path w="2992120" h="6985">
                  <a:moveTo>
                    <a:pt x="2990600" y="0"/>
                  </a:moveTo>
                  <a:lnTo>
                    <a:pt x="1486" y="0"/>
                  </a:lnTo>
                  <a:lnTo>
                    <a:pt x="0" y="1486"/>
                  </a:lnTo>
                  <a:lnTo>
                    <a:pt x="0" y="5162"/>
                  </a:lnTo>
                  <a:lnTo>
                    <a:pt x="1486" y="6649"/>
                  </a:lnTo>
                  <a:lnTo>
                    <a:pt x="2988757" y="6649"/>
                  </a:lnTo>
                  <a:lnTo>
                    <a:pt x="2990600" y="6649"/>
                  </a:lnTo>
                  <a:lnTo>
                    <a:pt x="2992076" y="5162"/>
                  </a:lnTo>
                  <a:lnTo>
                    <a:pt x="2992076" y="1486"/>
                  </a:lnTo>
                  <a:lnTo>
                    <a:pt x="2990600" y="0"/>
                  </a:lnTo>
                  <a:close/>
                </a:path>
              </a:pathLst>
            </a:custGeom>
            <a:solidFill>
              <a:srgbClr val="BE5E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7" name="object 237" descr=""/>
          <p:cNvGrpSpPr/>
          <p:nvPr/>
        </p:nvGrpSpPr>
        <p:grpSpPr>
          <a:xfrm>
            <a:off x="2741625" y="2062936"/>
            <a:ext cx="438784" cy="535305"/>
            <a:chOff x="2741625" y="2062936"/>
            <a:chExt cx="438784" cy="535305"/>
          </a:xfrm>
        </p:grpSpPr>
        <p:sp>
          <p:nvSpPr>
            <p:cNvPr id="238" name="object 238" descr=""/>
            <p:cNvSpPr/>
            <p:nvPr/>
          </p:nvSpPr>
          <p:spPr>
            <a:xfrm>
              <a:off x="2741625" y="2071202"/>
              <a:ext cx="432434" cy="525145"/>
            </a:xfrm>
            <a:custGeom>
              <a:avLst/>
              <a:gdLst/>
              <a:ahLst/>
              <a:cxnLst/>
              <a:rect l="l" t="t" r="r" b="b"/>
              <a:pathLst>
                <a:path w="432435" h="525144">
                  <a:moveTo>
                    <a:pt x="432433" y="0"/>
                  </a:moveTo>
                  <a:lnTo>
                    <a:pt x="8885" y="0"/>
                  </a:lnTo>
                  <a:lnTo>
                    <a:pt x="5821" y="13840"/>
                  </a:lnTo>
                  <a:lnTo>
                    <a:pt x="3378" y="51480"/>
                  </a:lnTo>
                  <a:lnTo>
                    <a:pt x="1578" y="107097"/>
                  </a:lnTo>
                  <a:lnTo>
                    <a:pt x="445" y="174868"/>
                  </a:lnTo>
                  <a:lnTo>
                    <a:pt x="0" y="248970"/>
                  </a:lnTo>
                  <a:lnTo>
                    <a:pt x="265" y="323580"/>
                  </a:lnTo>
                  <a:lnTo>
                    <a:pt x="1264" y="392877"/>
                  </a:lnTo>
                  <a:lnTo>
                    <a:pt x="3019" y="451036"/>
                  </a:lnTo>
                  <a:lnTo>
                    <a:pt x="5552" y="492236"/>
                  </a:lnTo>
                  <a:lnTo>
                    <a:pt x="80653" y="521730"/>
                  </a:lnTo>
                  <a:lnTo>
                    <a:pt x="142330" y="523837"/>
                  </a:lnTo>
                  <a:lnTo>
                    <a:pt x="204600" y="524530"/>
                  </a:lnTo>
                  <a:lnTo>
                    <a:pt x="281107" y="524298"/>
                  </a:lnTo>
                  <a:lnTo>
                    <a:pt x="432433" y="524298"/>
                  </a:lnTo>
                  <a:lnTo>
                    <a:pt x="432433" y="0"/>
                  </a:lnTo>
                  <a:close/>
                </a:path>
              </a:pathLst>
            </a:custGeom>
            <a:solidFill>
              <a:srgbClr val="DE75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2741656" y="2092915"/>
              <a:ext cx="330200" cy="463550"/>
            </a:xfrm>
            <a:custGeom>
              <a:avLst/>
              <a:gdLst/>
              <a:ahLst/>
              <a:cxnLst/>
              <a:rect l="l" t="t" r="r" b="b"/>
              <a:pathLst>
                <a:path w="330200" h="463550">
                  <a:moveTo>
                    <a:pt x="324354" y="0"/>
                  </a:moveTo>
                  <a:lnTo>
                    <a:pt x="5086" y="0"/>
                  </a:lnTo>
                  <a:lnTo>
                    <a:pt x="3140" y="34626"/>
                  </a:lnTo>
                  <a:lnTo>
                    <a:pt x="1645" y="81410"/>
                  </a:lnTo>
                  <a:lnTo>
                    <a:pt x="615" y="136951"/>
                  </a:lnTo>
                  <a:lnTo>
                    <a:pt x="62" y="197843"/>
                  </a:lnTo>
                  <a:lnTo>
                    <a:pt x="0" y="260686"/>
                  </a:lnTo>
                  <a:lnTo>
                    <a:pt x="441" y="322075"/>
                  </a:lnTo>
                  <a:lnTo>
                    <a:pt x="1399" y="378608"/>
                  </a:lnTo>
                  <a:lnTo>
                    <a:pt x="2887" y="426881"/>
                  </a:lnTo>
                  <a:lnTo>
                    <a:pt x="4919" y="463493"/>
                  </a:lnTo>
                  <a:lnTo>
                    <a:pt x="38458" y="463219"/>
                  </a:lnTo>
                  <a:lnTo>
                    <a:pt x="90254" y="462465"/>
                  </a:lnTo>
                  <a:lnTo>
                    <a:pt x="151771" y="461074"/>
                  </a:lnTo>
                  <a:lnTo>
                    <a:pt x="214474" y="458892"/>
                  </a:lnTo>
                  <a:lnTo>
                    <a:pt x="269828" y="455764"/>
                  </a:lnTo>
                  <a:lnTo>
                    <a:pt x="309300" y="451535"/>
                  </a:lnTo>
                  <a:lnTo>
                    <a:pt x="327125" y="323756"/>
                  </a:lnTo>
                  <a:lnTo>
                    <a:pt x="328460" y="253884"/>
                  </a:lnTo>
                  <a:lnTo>
                    <a:pt x="329486" y="181080"/>
                  </a:lnTo>
                  <a:lnTo>
                    <a:pt x="329896" y="112317"/>
                  </a:lnTo>
                  <a:lnTo>
                    <a:pt x="329383" y="54567"/>
                  </a:lnTo>
                  <a:lnTo>
                    <a:pt x="327638" y="14804"/>
                  </a:lnTo>
                  <a:lnTo>
                    <a:pt x="324354" y="0"/>
                  </a:lnTo>
                  <a:close/>
                </a:path>
              </a:pathLst>
            </a:custGeom>
            <a:solidFill>
              <a:srgbClr val="0570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2741634" y="2106553"/>
              <a:ext cx="262890" cy="427990"/>
            </a:xfrm>
            <a:custGeom>
              <a:avLst/>
              <a:gdLst/>
              <a:ahLst/>
              <a:cxnLst/>
              <a:rect l="l" t="t" r="r" b="b"/>
              <a:pathLst>
                <a:path w="262889" h="427989">
                  <a:moveTo>
                    <a:pt x="257036" y="0"/>
                  </a:moveTo>
                  <a:lnTo>
                    <a:pt x="4185" y="0"/>
                  </a:lnTo>
                  <a:lnTo>
                    <a:pt x="2457" y="39879"/>
                  </a:lnTo>
                  <a:lnTo>
                    <a:pt x="1175" y="90194"/>
                  </a:lnTo>
                  <a:lnTo>
                    <a:pt x="351" y="147662"/>
                  </a:lnTo>
                  <a:lnTo>
                    <a:pt x="0" y="209001"/>
                  </a:lnTo>
                  <a:lnTo>
                    <a:pt x="132" y="270930"/>
                  </a:lnTo>
                  <a:lnTo>
                    <a:pt x="760" y="330168"/>
                  </a:lnTo>
                  <a:lnTo>
                    <a:pt x="1898" y="383433"/>
                  </a:lnTo>
                  <a:lnTo>
                    <a:pt x="3557" y="427442"/>
                  </a:lnTo>
                  <a:lnTo>
                    <a:pt x="108940" y="417536"/>
                  </a:lnTo>
                  <a:lnTo>
                    <a:pt x="172145" y="411292"/>
                  </a:lnTo>
                  <a:lnTo>
                    <a:pt x="222687" y="405856"/>
                  </a:lnTo>
                  <a:lnTo>
                    <a:pt x="253354" y="338015"/>
                  </a:lnTo>
                  <a:lnTo>
                    <a:pt x="257146" y="273490"/>
                  </a:lnTo>
                  <a:lnTo>
                    <a:pt x="260310" y="199838"/>
                  </a:lnTo>
                  <a:lnTo>
                    <a:pt x="262363" y="126361"/>
                  </a:lnTo>
                  <a:lnTo>
                    <a:pt x="262823" y="62361"/>
                  </a:lnTo>
                  <a:lnTo>
                    <a:pt x="261208" y="17140"/>
                  </a:lnTo>
                  <a:lnTo>
                    <a:pt x="257036" y="0"/>
                  </a:lnTo>
                  <a:close/>
                </a:path>
              </a:pathLst>
            </a:custGeom>
            <a:solidFill>
              <a:srgbClr val="0686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1" name="object 241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930476" y="2333144"/>
              <a:ext cx="139859" cy="218349"/>
            </a:xfrm>
            <a:prstGeom prst="rect">
              <a:avLst/>
            </a:prstGeom>
          </p:spPr>
        </p:pic>
        <p:sp>
          <p:nvSpPr>
            <p:cNvPr id="242" name="object 242" descr=""/>
            <p:cNvSpPr/>
            <p:nvPr/>
          </p:nvSpPr>
          <p:spPr>
            <a:xfrm>
              <a:off x="2786416" y="2291317"/>
              <a:ext cx="165100" cy="264795"/>
            </a:xfrm>
            <a:custGeom>
              <a:avLst/>
              <a:gdLst/>
              <a:ahLst/>
              <a:cxnLst/>
              <a:rect l="l" t="t" r="r" b="b"/>
              <a:pathLst>
                <a:path w="165100" h="264794">
                  <a:moveTo>
                    <a:pt x="91913" y="0"/>
                  </a:moveTo>
                  <a:lnTo>
                    <a:pt x="80900" y="4113"/>
                  </a:lnTo>
                  <a:lnTo>
                    <a:pt x="76090" y="13629"/>
                  </a:lnTo>
                  <a:lnTo>
                    <a:pt x="77490" y="24308"/>
                  </a:lnTo>
                  <a:lnTo>
                    <a:pt x="85107" y="31915"/>
                  </a:lnTo>
                  <a:lnTo>
                    <a:pt x="83808" y="43899"/>
                  </a:lnTo>
                  <a:lnTo>
                    <a:pt x="81848" y="55909"/>
                  </a:lnTo>
                  <a:lnTo>
                    <a:pt x="77097" y="79777"/>
                  </a:lnTo>
                  <a:lnTo>
                    <a:pt x="64892" y="78892"/>
                  </a:lnTo>
                  <a:lnTo>
                    <a:pt x="53631" y="78950"/>
                  </a:lnTo>
                  <a:lnTo>
                    <a:pt x="45182" y="80390"/>
                  </a:lnTo>
                  <a:lnTo>
                    <a:pt x="41412" y="83651"/>
                  </a:lnTo>
                  <a:lnTo>
                    <a:pt x="23364" y="163290"/>
                  </a:lnTo>
                  <a:lnTo>
                    <a:pt x="0" y="264745"/>
                  </a:lnTo>
                  <a:lnTo>
                    <a:pt x="78759" y="263383"/>
                  </a:lnTo>
                  <a:lnTo>
                    <a:pt x="108426" y="262630"/>
                  </a:lnTo>
                  <a:lnTo>
                    <a:pt x="105713" y="175373"/>
                  </a:lnTo>
                  <a:lnTo>
                    <a:pt x="104457" y="141796"/>
                  </a:lnTo>
                  <a:lnTo>
                    <a:pt x="117911" y="108866"/>
                  </a:lnTo>
                  <a:lnTo>
                    <a:pt x="122530" y="97944"/>
                  </a:lnTo>
                  <a:lnTo>
                    <a:pt x="136104" y="67444"/>
                  </a:lnTo>
                  <a:lnTo>
                    <a:pt x="142251" y="51907"/>
                  </a:lnTo>
                  <a:lnTo>
                    <a:pt x="147000" y="35977"/>
                  </a:lnTo>
                  <a:lnTo>
                    <a:pt x="148655" y="36061"/>
                  </a:lnTo>
                  <a:lnTo>
                    <a:pt x="160698" y="30865"/>
                  </a:lnTo>
                  <a:lnTo>
                    <a:pt x="164718" y="19433"/>
                  </a:lnTo>
                  <a:lnTo>
                    <a:pt x="160707" y="8002"/>
                  </a:lnTo>
                  <a:lnTo>
                    <a:pt x="148655" y="2806"/>
                  </a:lnTo>
                  <a:lnTo>
                    <a:pt x="138546" y="6129"/>
                  </a:lnTo>
                  <a:lnTo>
                    <a:pt x="133355" y="14105"/>
                  </a:lnTo>
                  <a:lnTo>
                    <a:pt x="133086" y="23740"/>
                  </a:lnTo>
                  <a:lnTo>
                    <a:pt x="137744" y="32040"/>
                  </a:lnTo>
                  <a:lnTo>
                    <a:pt x="132448" y="50143"/>
                  </a:lnTo>
                  <a:lnTo>
                    <a:pt x="125388" y="67814"/>
                  </a:lnTo>
                  <a:lnTo>
                    <a:pt x="109860" y="102457"/>
                  </a:lnTo>
                  <a:lnTo>
                    <a:pt x="103420" y="118163"/>
                  </a:lnTo>
                  <a:lnTo>
                    <a:pt x="86897" y="80960"/>
                  </a:lnTo>
                  <a:lnTo>
                    <a:pt x="91582" y="57067"/>
                  </a:lnTo>
                  <a:lnTo>
                    <a:pt x="93590" y="45037"/>
                  </a:lnTo>
                  <a:lnTo>
                    <a:pt x="94970" y="32993"/>
                  </a:lnTo>
                  <a:lnTo>
                    <a:pt x="105064" y="26561"/>
                  </a:lnTo>
                  <a:lnTo>
                    <a:pt x="107927" y="15362"/>
                  </a:lnTo>
                  <a:lnTo>
                    <a:pt x="103548" y="4729"/>
                  </a:lnTo>
                  <a:lnTo>
                    <a:pt x="91913" y="0"/>
                  </a:lnTo>
                  <a:close/>
                </a:path>
              </a:pathLst>
            </a:custGeom>
            <a:solidFill>
              <a:srgbClr val="0063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2741676" y="2092927"/>
              <a:ext cx="330200" cy="424815"/>
            </a:xfrm>
            <a:custGeom>
              <a:avLst/>
              <a:gdLst/>
              <a:ahLst/>
              <a:cxnLst/>
              <a:rect l="l" t="t" r="r" b="b"/>
              <a:pathLst>
                <a:path w="330200" h="424814">
                  <a:moveTo>
                    <a:pt x="329692" y="156895"/>
                  </a:moveTo>
                  <a:lnTo>
                    <a:pt x="0" y="268262"/>
                  </a:lnTo>
                  <a:lnTo>
                    <a:pt x="304" y="311607"/>
                  </a:lnTo>
                  <a:lnTo>
                    <a:pt x="863" y="352844"/>
                  </a:lnTo>
                  <a:lnTo>
                    <a:pt x="1676" y="390766"/>
                  </a:lnTo>
                  <a:lnTo>
                    <a:pt x="2755" y="424205"/>
                  </a:lnTo>
                  <a:lnTo>
                    <a:pt x="327291" y="314579"/>
                  </a:lnTo>
                  <a:lnTo>
                    <a:pt x="328714" y="236512"/>
                  </a:lnTo>
                  <a:lnTo>
                    <a:pt x="329692" y="156895"/>
                  </a:lnTo>
                  <a:close/>
                </a:path>
                <a:path w="330200" h="424814">
                  <a:moveTo>
                    <a:pt x="329742" y="81076"/>
                  </a:moveTo>
                  <a:lnTo>
                    <a:pt x="329196" y="48133"/>
                  </a:lnTo>
                  <a:lnTo>
                    <a:pt x="328168" y="22517"/>
                  </a:lnTo>
                  <a:lnTo>
                    <a:pt x="326567" y="5905"/>
                  </a:lnTo>
                  <a:lnTo>
                    <a:pt x="324319" y="0"/>
                  </a:lnTo>
                  <a:lnTo>
                    <a:pt x="281711" y="0"/>
                  </a:lnTo>
                  <a:lnTo>
                    <a:pt x="1308" y="94703"/>
                  </a:lnTo>
                  <a:lnTo>
                    <a:pt x="254" y="166814"/>
                  </a:lnTo>
                  <a:lnTo>
                    <a:pt x="63" y="192443"/>
                  </a:lnTo>
                  <a:lnTo>
                    <a:pt x="329742" y="81076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2745524" y="2062943"/>
              <a:ext cx="434975" cy="535305"/>
            </a:xfrm>
            <a:custGeom>
              <a:avLst/>
              <a:gdLst/>
              <a:ahLst/>
              <a:cxnLst/>
              <a:rect l="l" t="t" r="r" b="b"/>
              <a:pathLst>
                <a:path w="434975" h="535305">
                  <a:moveTo>
                    <a:pt x="336448" y="141287"/>
                  </a:moveTo>
                  <a:lnTo>
                    <a:pt x="335483" y="87033"/>
                  </a:lnTo>
                  <a:lnTo>
                    <a:pt x="327990" y="33426"/>
                  </a:lnTo>
                  <a:lnTo>
                    <a:pt x="326593" y="27165"/>
                  </a:lnTo>
                  <a:lnTo>
                    <a:pt x="316979" y="29819"/>
                  </a:lnTo>
                  <a:lnTo>
                    <a:pt x="318363" y="36080"/>
                  </a:lnTo>
                  <a:lnTo>
                    <a:pt x="325856" y="90601"/>
                  </a:lnTo>
                  <a:lnTo>
                    <a:pt x="326593" y="145910"/>
                  </a:lnTo>
                  <a:lnTo>
                    <a:pt x="323786" y="201383"/>
                  </a:lnTo>
                  <a:lnTo>
                    <a:pt x="320687" y="256413"/>
                  </a:lnTo>
                  <a:lnTo>
                    <a:pt x="318757" y="312775"/>
                  </a:lnTo>
                  <a:lnTo>
                    <a:pt x="317474" y="369150"/>
                  </a:lnTo>
                  <a:lnTo>
                    <a:pt x="316801" y="425551"/>
                  </a:lnTo>
                  <a:lnTo>
                    <a:pt x="316776" y="488365"/>
                  </a:lnTo>
                  <a:lnTo>
                    <a:pt x="326758" y="488378"/>
                  </a:lnTo>
                  <a:lnTo>
                    <a:pt x="326732" y="435508"/>
                  </a:lnTo>
                  <a:lnTo>
                    <a:pt x="327139" y="389064"/>
                  </a:lnTo>
                  <a:lnTo>
                    <a:pt x="327977" y="342620"/>
                  </a:lnTo>
                  <a:lnTo>
                    <a:pt x="329234" y="296189"/>
                  </a:lnTo>
                  <a:lnTo>
                    <a:pt x="330936" y="249783"/>
                  </a:lnTo>
                  <a:lnTo>
                    <a:pt x="333933" y="195681"/>
                  </a:lnTo>
                  <a:lnTo>
                    <a:pt x="336448" y="141287"/>
                  </a:lnTo>
                  <a:close/>
                </a:path>
                <a:path w="434975" h="535305">
                  <a:moveTo>
                    <a:pt x="406387" y="495211"/>
                  </a:moveTo>
                  <a:lnTo>
                    <a:pt x="399961" y="495325"/>
                  </a:lnTo>
                  <a:lnTo>
                    <a:pt x="292417" y="497446"/>
                  </a:lnTo>
                  <a:lnTo>
                    <a:pt x="267055" y="497382"/>
                  </a:lnTo>
                  <a:lnTo>
                    <a:pt x="216420" y="495808"/>
                  </a:lnTo>
                  <a:lnTo>
                    <a:pt x="184683" y="495681"/>
                  </a:lnTo>
                  <a:lnTo>
                    <a:pt x="184658" y="505650"/>
                  </a:lnTo>
                  <a:lnTo>
                    <a:pt x="216420" y="505790"/>
                  </a:lnTo>
                  <a:lnTo>
                    <a:pt x="267055" y="507365"/>
                  </a:lnTo>
                  <a:lnTo>
                    <a:pt x="292417" y="507428"/>
                  </a:lnTo>
                  <a:lnTo>
                    <a:pt x="406361" y="505180"/>
                  </a:lnTo>
                  <a:lnTo>
                    <a:pt x="406387" y="495211"/>
                  </a:lnTo>
                  <a:close/>
                </a:path>
                <a:path w="434975" h="535305">
                  <a:moveTo>
                    <a:pt x="407911" y="2273"/>
                  </a:moveTo>
                  <a:lnTo>
                    <a:pt x="401485" y="2171"/>
                  </a:lnTo>
                  <a:lnTo>
                    <a:pt x="351650" y="1397"/>
                  </a:lnTo>
                  <a:lnTo>
                    <a:pt x="301802" y="914"/>
                  </a:lnTo>
                  <a:lnTo>
                    <a:pt x="251955" y="1003"/>
                  </a:lnTo>
                  <a:lnTo>
                    <a:pt x="202120" y="1917"/>
                  </a:lnTo>
                  <a:lnTo>
                    <a:pt x="153149" y="3467"/>
                  </a:lnTo>
                  <a:lnTo>
                    <a:pt x="104190" y="4546"/>
                  </a:lnTo>
                  <a:lnTo>
                    <a:pt x="55270" y="4000"/>
                  </a:lnTo>
                  <a:lnTo>
                    <a:pt x="6388" y="673"/>
                  </a:lnTo>
                  <a:lnTo>
                    <a:pt x="0" y="0"/>
                  </a:lnTo>
                  <a:lnTo>
                    <a:pt x="50" y="9982"/>
                  </a:lnTo>
                  <a:lnTo>
                    <a:pt x="6388" y="10642"/>
                  </a:lnTo>
                  <a:lnTo>
                    <a:pt x="55270" y="13970"/>
                  </a:lnTo>
                  <a:lnTo>
                    <a:pt x="104190" y="14516"/>
                  </a:lnTo>
                  <a:lnTo>
                    <a:pt x="153149" y="13436"/>
                  </a:lnTo>
                  <a:lnTo>
                    <a:pt x="202120" y="11899"/>
                  </a:lnTo>
                  <a:lnTo>
                    <a:pt x="251955" y="10972"/>
                  </a:lnTo>
                  <a:lnTo>
                    <a:pt x="301802" y="10896"/>
                  </a:lnTo>
                  <a:lnTo>
                    <a:pt x="351650" y="11379"/>
                  </a:lnTo>
                  <a:lnTo>
                    <a:pt x="407911" y="12255"/>
                  </a:lnTo>
                  <a:lnTo>
                    <a:pt x="407911" y="2273"/>
                  </a:lnTo>
                  <a:close/>
                </a:path>
                <a:path w="434975" h="535305">
                  <a:moveTo>
                    <a:pt x="434721" y="535139"/>
                  </a:moveTo>
                  <a:lnTo>
                    <a:pt x="431634" y="8686"/>
                  </a:lnTo>
                  <a:lnTo>
                    <a:pt x="431596" y="2273"/>
                  </a:lnTo>
                  <a:lnTo>
                    <a:pt x="421627" y="2260"/>
                  </a:lnTo>
                  <a:lnTo>
                    <a:pt x="424738" y="535127"/>
                  </a:lnTo>
                  <a:lnTo>
                    <a:pt x="434721" y="535139"/>
                  </a:lnTo>
                  <a:close/>
                </a:path>
              </a:pathLst>
            </a:custGeom>
            <a:solidFill>
              <a:srgbClr val="C9630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5" name="object 245" descr=""/>
          <p:cNvGrpSpPr/>
          <p:nvPr/>
        </p:nvGrpSpPr>
        <p:grpSpPr>
          <a:xfrm>
            <a:off x="1551732" y="2850657"/>
            <a:ext cx="920115" cy="645160"/>
            <a:chOff x="1551732" y="2850657"/>
            <a:chExt cx="920115" cy="645160"/>
          </a:xfrm>
        </p:grpSpPr>
        <p:sp>
          <p:nvSpPr>
            <p:cNvPr id="246" name="object 246" descr=""/>
            <p:cNvSpPr/>
            <p:nvPr/>
          </p:nvSpPr>
          <p:spPr>
            <a:xfrm>
              <a:off x="1551732" y="2850667"/>
              <a:ext cx="920115" cy="645160"/>
            </a:xfrm>
            <a:custGeom>
              <a:avLst/>
              <a:gdLst/>
              <a:ahLst/>
              <a:cxnLst/>
              <a:rect l="l" t="t" r="r" b="b"/>
              <a:pathLst>
                <a:path w="920114" h="645160">
                  <a:moveTo>
                    <a:pt x="919951" y="0"/>
                  </a:moveTo>
                  <a:lnTo>
                    <a:pt x="0" y="0"/>
                  </a:lnTo>
                  <a:lnTo>
                    <a:pt x="0" y="644807"/>
                  </a:lnTo>
                  <a:lnTo>
                    <a:pt x="919951" y="644807"/>
                  </a:lnTo>
                  <a:lnTo>
                    <a:pt x="919951" y="0"/>
                  </a:lnTo>
                  <a:close/>
                </a:path>
              </a:pathLst>
            </a:custGeom>
            <a:solidFill>
              <a:srgbClr val="2DA9DF">
                <a:alpha val="63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1551724" y="2850660"/>
              <a:ext cx="920115" cy="645160"/>
            </a:xfrm>
            <a:custGeom>
              <a:avLst/>
              <a:gdLst/>
              <a:ahLst/>
              <a:cxnLst/>
              <a:rect l="l" t="t" r="r" b="b"/>
              <a:pathLst>
                <a:path w="920114" h="645160">
                  <a:moveTo>
                    <a:pt x="517017" y="12"/>
                  </a:moveTo>
                  <a:lnTo>
                    <a:pt x="256857" y="12"/>
                  </a:lnTo>
                  <a:lnTo>
                    <a:pt x="0" y="373811"/>
                  </a:lnTo>
                  <a:lnTo>
                    <a:pt x="0" y="644817"/>
                  </a:lnTo>
                  <a:lnTo>
                    <a:pt x="73952" y="644817"/>
                  </a:lnTo>
                  <a:lnTo>
                    <a:pt x="517017" y="12"/>
                  </a:lnTo>
                  <a:close/>
                </a:path>
                <a:path w="920114" h="645160">
                  <a:moveTo>
                    <a:pt x="919949" y="0"/>
                  </a:moveTo>
                  <a:lnTo>
                    <a:pt x="673061" y="0"/>
                  </a:lnTo>
                  <a:lnTo>
                    <a:pt x="229997" y="644804"/>
                  </a:lnTo>
                  <a:lnTo>
                    <a:pt x="652856" y="644804"/>
                  </a:lnTo>
                  <a:lnTo>
                    <a:pt x="919949" y="256095"/>
                  </a:lnTo>
                  <a:lnTo>
                    <a:pt x="919949" y="0"/>
                  </a:lnTo>
                  <a:close/>
                </a:path>
              </a:pathLst>
            </a:custGeom>
            <a:solidFill>
              <a:srgbClr val="91DCFC">
                <a:alpha val="63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2460919" y="2850667"/>
              <a:ext cx="10795" cy="645160"/>
            </a:xfrm>
            <a:custGeom>
              <a:avLst/>
              <a:gdLst/>
              <a:ahLst/>
              <a:cxnLst/>
              <a:rect l="l" t="t" r="r" b="b"/>
              <a:pathLst>
                <a:path w="10794" h="645160">
                  <a:moveTo>
                    <a:pt x="10764" y="0"/>
                  </a:moveTo>
                  <a:lnTo>
                    <a:pt x="0" y="0"/>
                  </a:lnTo>
                  <a:lnTo>
                    <a:pt x="0" y="644807"/>
                  </a:lnTo>
                  <a:lnTo>
                    <a:pt x="10764" y="644807"/>
                  </a:lnTo>
                  <a:lnTo>
                    <a:pt x="10764" y="0"/>
                  </a:lnTo>
                  <a:close/>
                </a:path>
              </a:pathLst>
            </a:custGeom>
            <a:solidFill>
              <a:srgbClr val="FFFFFF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9" name="object 249" descr=""/>
          <p:cNvSpPr/>
          <p:nvPr/>
        </p:nvSpPr>
        <p:spPr>
          <a:xfrm>
            <a:off x="1938258" y="1992493"/>
            <a:ext cx="17145" cy="450215"/>
          </a:xfrm>
          <a:custGeom>
            <a:avLst/>
            <a:gdLst/>
            <a:ahLst/>
            <a:cxnLst/>
            <a:rect l="l" t="t" r="r" b="b"/>
            <a:pathLst>
              <a:path w="17144" h="450214">
                <a:moveTo>
                  <a:pt x="12983" y="0"/>
                </a:moveTo>
                <a:lnTo>
                  <a:pt x="3748" y="0"/>
                </a:lnTo>
                <a:lnTo>
                  <a:pt x="0" y="3748"/>
                </a:lnTo>
                <a:lnTo>
                  <a:pt x="0" y="446237"/>
                </a:lnTo>
                <a:lnTo>
                  <a:pt x="3748" y="449986"/>
                </a:lnTo>
                <a:lnTo>
                  <a:pt x="8366" y="449986"/>
                </a:lnTo>
                <a:lnTo>
                  <a:pt x="12983" y="449986"/>
                </a:lnTo>
                <a:lnTo>
                  <a:pt x="16732" y="446237"/>
                </a:lnTo>
                <a:lnTo>
                  <a:pt x="16732" y="3748"/>
                </a:lnTo>
                <a:lnTo>
                  <a:pt x="12983" y="0"/>
                </a:lnTo>
                <a:close/>
              </a:path>
            </a:pathLst>
          </a:custGeom>
          <a:solidFill>
            <a:srgbClr val="2023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object 250" descr=""/>
          <p:cNvSpPr/>
          <p:nvPr/>
        </p:nvSpPr>
        <p:spPr>
          <a:xfrm>
            <a:off x="2068426" y="1992493"/>
            <a:ext cx="17145" cy="450215"/>
          </a:xfrm>
          <a:custGeom>
            <a:avLst/>
            <a:gdLst/>
            <a:ahLst/>
            <a:cxnLst/>
            <a:rect l="l" t="t" r="r" b="b"/>
            <a:pathLst>
              <a:path w="17144" h="450214">
                <a:moveTo>
                  <a:pt x="12983" y="0"/>
                </a:moveTo>
                <a:lnTo>
                  <a:pt x="3748" y="0"/>
                </a:lnTo>
                <a:lnTo>
                  <a:pt x="0" y="3748"/>
                </a:lnTo>
                <a:lnTo>
                  <a:pt x="0" y="446237"/>
                </a:lnTo>
                <a:lnTo>
                  <a:pt x="3748" y="449986"/>
                </a:lnTo>
                <a:lnTo>
                  <a:pt x="8366" y="449986"/>
                </a:lnTo>
                <a:lnTo>
                  <a:pt x="12983" y="449986"/>
                </a:lnTo>
                <a:lnTo>
                  <a:pt x="16732" y="446237"/>
                </a:lnTo>
                <a:lnTo>
                  <a:pt x="16732" y="3748"/>
                </a:lnTo>
                <a:lnTo>
                  <a:pt x="12983" y="0"/>
                </a:lnTo>
                <a:close/>
              </a:path>
            </a:pathLst>
          </a:custGeom>
          <a:solidFill>
            <a:srgbClr val="2023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object 251" descr=""/>
          <p:cNvSpPr/>
          <p:nvPr/>
        </p:nvSpPr>
        <p:spPr>
          <a:xfrm>
            <a:off x="2003342" y="2432421"/>
            <a:ext cx="17145" cy="262890"/>
          </a:xfrm>
          <a:custGeom>
            <a:avLst/>
            <a:gdLst/>
            <a:ahLst/>
            <a:cxnLst/>
            <a:rect l="l" t="t" r="r" b="b"/>
            <a:pathLst>
              <a:path w="17144" h="262889">
                <a:moveTo>
                  <a:pt x="12983" y="0"/>
                </a:moveTo>
                <a:lnTo>
                  <a:pt x="3748" y="0"/>
                </a:lnTo>
                <a:lnTo>
                  <a:pt x="0" y="3748"/>
                </a:lnTo>
                <a:lnTo>
                  <a:pt x="0" y="258924"/>
                </a:lnTo>
                <a:lnTo>
                  <a:pt x="3748" y="262672"/>
                </a:lnTo>
                <a:lnTo>
                  <a:pt x="8366" y="262672"/>
                </a:lnTo>
                <a:lnTo>
                  <a:pt x="12983" y="262672"/>
                </a:lnTo>
                <a:lnTo>
                  <a:pt x="16732" y="258924"/>
                </a:lnTo>
                <a:lnTo>
                  <a:pt x="16732" y="3748"/>
                </a:lnTo>
                <a:lnTo>
                  <a:pt x="12983" y="0"/>
                </a:lnTo>
                <a:close/>
              </a:path>
            </a:pathLst>
          </a:custGeom>
          <a:solidFill>
            <a:srgbClr val="20236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2" name="object 252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906467" y="1959908"/>
            <a:ext cx="210538" cy="94440"/>
          </a:xfrm>
          <a:prstGeom prst="rect">
            <a:avLst/>
          </a:prstGeom>
        </p:spPr>
      </p:pic>
      <p:pic>
        <p:nvPicPr>
          <p:cNvPr id="253" name="object 253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936787" y="2359195"/>
            <a:ext cx="149838" cy="149838"/>
          </a:xfrm>
          <a:prstGeom prst="rect">
            <a:avLst/>
          </a:prstGeom>
        </p:spPr>
      </p:pic>
      <p:sp>
        <p:nvSpPr>
          <p:cNvPr id="254" name="object 254" descr=""/>
          <p:cNvSpPr/>
          <p:nvPr/>
        </p:nvSpPr>
        <p:spPr>
          <a:xfrm>
            <a:off x="1553386" y="2683211"/>
            <a:ext cx="916940" cy="171450"/>
          </a:xfrm>
          <a:custGeom>
            <a:avLst/>
            <a:gdLst/>
            <a:ahLst/>
            <a:cxnLst/>
            <a:rect l="l" t="t" r="r" b="b"/>
            <a:pathLst>
              <a:path w="916939" h="171450">
                <a:moveTo>
                  <a:pt x="458321" y="0"/>
                </a:moveTo>
                <a:lnTo>
                  <a:pt x="890" y="164958"/>
                </a:lnTo>
                <a:lnTo>
                  <a:pt x="0" y="166853"/>
                </a:lnTo>
                <a:lnTo>
                  <a:pt x="1235" y="170288"/>
                </a:lnTo>
                <a:lnTo>
                  <a:pt x="3141" y="171188"/>
                </a:lnTo>
                <a:lnTo>
                  <a:pt x="458321" y="7025"/>
                </a:lnTo>
                <a:lnTo>
                  <a:pt x="911794" y="170560"/>
                </a:lnTo>
                <a:lnTo>
                  <a:pt x="912914" y="170759"/>
                </a:lnTo>
                <a:lnTo>
                  <a:pt x="914265" y="170759"/>
                </a:lnTo>
                <a:lnTo>
                  <a:pt x="915542" y="169921"/>
                </a:lnTo>
                <a:lnTo>
                  <a:pt x="916642" y="166853"/>
                </a:lnTo>
                <a:lnTo>
                  <a:pt x="915752" y="164958"/>
                </a:lnTo>
                <a:lnTo>
                  <a:pt x="458321" y="0"/>
                </a:lnTo>
                <a:close/>
              </a:path>
            </a:pathLst>
          </a:custGeom>
          <a:solidFill>
            <a:srgbClr val="2023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object 255" descr=""/>
          <p:cNvSpPr/>
          <p:nvPr/>
        </p:nvSpPr>
        <p:spPr>
          <a:xfrm>
            <a:off x="1912835" y="1964568"/>
            <a:ext cx="154940" cy="19050"/>
          </a:xfrm>
          <a:custGeom>
            <a:avLst/>
            <a:gdLst/>
            <a:ahLst/>
            <a:cxnLst/>
            <a:rect l="l" t="t" r="r" b="b"/>
            <a:pathLst>
              <a:path w="154939" h="19050">
                <a:moveTo>
                  <a:pt x="108940" y="660"/>
                </a:moveTo>
                <a:lnTo>
                  <a:pt x="102501" y="774"/>
                </a:lnTo>
                <a:lnTo>
                  <a:pt x="37236" y="1905"/>
                </a:lnTo>
                <a:lnTo>
                  <a:pt x="28448" y="1587"/>
                </a:lnTo>
                <a:lnTo>
                  <a:pt x="18935" y="1485"/>
                </a:lnTo>
                <a:lnTo>
                  <a:pt x="10134" y="3263"/>
                </a:lnTo>
                <a:lnTo>
                  <a:pt x="3530" y="8623"/>
                </a:lnTo>
                <a:lnTo>
                  <a:pt x="0" y="14008"/>
                </a:lnTo>
                <a:lnTo>
                  <a:pt x="8636" y="19011"/>
                </a:lnTo>
                <a:lnTo>
                  <a:pt x="12128" y="13652"/>
                </a:lnTo>
                <a:lnTo>
                  <a:pt x="19570" y="10972"/>
                </a:lnTo>
                <a:lnTo>
                  <a:pt x="32842" y="10541"/>
                </a:lnTo>
                <a:lnTo>
                  <a:pt x="55880" y="11557"/>
                </a:lnTo>
                <a:lnTo>
                  <a:pt x="108915" y="10642"/>
                </a:lnTo>
                <a:lnTo>
                  <a:pt x="108940" y="660"/>
                </a:lnTo>
                <a:close/>
              </a:path>
              <a:path w="154939" h="19050">
                <a:moveTo>
                  <a:pt x="154482" y="0"/>
                </a:moveTo>
                <a:lnTo>
                  <a:pt x="148056" y="317"/>
                </a:lnTo>
                <a:lnTo>
                  <a:pt x="113296" y="2019"/>
                </a:lnTo>
                <a:lnTo>
                  <a:pt x="113258" y="12001"/>
                </a:lnTo>
                <a:lnTo>
                  <a:pt x="154444" y="9982"/>
                </a:lnTo>
                <a:lnTo>
                  <a:pt x="1544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6" name="object 256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956851" y="2377006"/>
            <a:ext cx="116491" cy="68154"/>
          </a:xfrm>
          <a:prstGeom prst="rect">
            <a:avLst/>
          </a:prstGeom>
        </p:spPr>
      </p:pic>
      <p:grpSp>
        <p:nvGrpSpPr>
          <p:cNvPr id="257" name="object 257" descr=""/>
          <p:cNvGrpSpPr/>
          <p:nvPr/>
        </p:nvGrpSpPr>
        <p:grpSpPr>
          <a:xfrm>
            <a:off x="1500860" y="5873067"/>
            <a:ext cx="824230" cy="264795"/>
            <a:chOff x="1500860" y="5873067"/>
            <a:chExt cx="824230" cy="264795"/>
          </a:xfrm>
        </p:grpSpPr>
        <p:sp>
          <p:nvSpPr>
            <p:cNvPr id="258" name="object 258" descr=""/>
            <p:cNvSpPr/>
            <p:nvPr/>
          </p:nvSpPr>
          <p:spPr>
            <a:xfrm>
              <a:off x="1552413" y="5999241"/>
              <a:ext cx="641350" cy="137795"/>
            </a:xfrm>
            <a:custGeom>
              <a:avLst/>
              <a:gdLst/>
              <a:ahLst/>
              <a:cxnLst/>
              <a:rect l="l" t="t" r="r" b="b"/>
              <a:pathLst>
                <a:path w="641350" h="137795">
                  <a:moveTo>
                    <a:pt x="641268" y="0"/>
                  </a:moveTo>
                  <a:lnTo>
                    <a:pt x="0" y="0"/>
                  </a:lnTo>
                  <a:lnTo>
                    <a:pt x="0" y="137388"/>
                  </a:lnTo>
                  <a:lnTo>
                    <a:pt x="641268" y="137388"/>
                  </a:lnTo>
                  <a:lnTo>
                    <a:pt x="641268" y="0"/>
                  </a:lnTo>
                  <a:close/>
                </a:path>
              </a:pathLst>
            </a:custGeom>
            <a:solidFill>
              <a:srgbClr val="55AF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9" name="object 259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500860" y="5999240"/>
              <a:ext cx="226522" cy="138006"/>
            </a:xfrm>
            <a:prstGeom prst="rect">
              <a:avLst/>
            </a:prstGeom>
          </p:spPr>
        </p:pic>
        <p:sp>
          <p:nvSpPr>
            <p:cNvPr id="260" name="object 260" descr=""/>
            <p:cNvSpPr/>
            <p:nvPr/>
          </p:nvSpPr>
          <p:spPr>
            <a:xfrm>
              <a:off x="1604429" y="6116364"/>
              <a:ext cx="79375" cy="11430"/>
            </a:xfrm>
            <a:custGeom>
              <a:avLst/>
              <a:gdLst/>
              <a:ahLst/>
              <a:cxnLst/>
              <a:rect l="l" t="t" r="r" b="b"/>
              <a:pathLst>
                <a:path w="79375" h="11429">
                  <a:moveTo>
                    <a:pt x="78905" y="0"/>
                  </a:moveTo>
                  <a:lnTo>
                    <a:pt x="39331" y="0"/>
                  </a:lnTo>
                  <a:lnTo>
                    <a:pt x="39331" y="1270"/>
                  </a:lnTo>
                  <a:lnTo>
                    <a:pt x="0" y="1270"/>
                  </a:lnTo>
                  <a:lnTo>
                    <a:pt x="0" y="11430"/>
                  </a:lnTo>
                  <a:lnTo>
                    <a:pt x="78905" y="11430"/>
                  </a:lnTo>
                  <a:lnTo>
                    <a:pt x="78905" y="1270"/>
                  </a:lnTo>
                  <a:lnTo>
                    <a:pt x="78905" y="0"/>
                  </a:lnTo>
                  <a:close/>
                </a:path>
              </a:pathLst>
            </a:custGeom>
            <a:solidFill>
              <a:srgbClr val="3DA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1620685" y="6015691"/>
              <a:ext cx="62865" cy="11430"/>
            </a:xfrm>
            <a:custGeom>
              <a:avLst/>
              <a:gdLst/>
              <a:ahLst/>
              <a:cxnLst/>
              <a:rect l="l" t="t" r="r" b="b"/>
              <a:pathLst>
                <a:path w="62864" h="11429">
                  <a:moveTo>
                    <a:pt x="62649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63" y="11430"/>
                  </a:lnTo>
                  <a:lnTo>
                    <a:pt x="62649" y="11430"/>
                  </a:lnTo>
                  <a:lnTo>
                    <a:pt x="62649" y="1270"/>
                  </a:lnTo>
                  <a:lnTo>
                    <a:pt x="62649" y="0"/>
                  </a:lnTo>
                  <a:close/>
                </a:path>
              </a:pathLst>
            </a:custGeom>
            <a:solidFill>
              <a:srgbClr val="69B9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1608453" y="5873067"/>
              <a:ext cx="641350" cy="137795"/>
            </a:xfrm>
            <a:custGeom>
              <a:avLst/>
              <a:gdLst/>
              <a:ahLst/>
              <a:cxnLst/>
              <a:rect l="l" t="t" r="r" b="b"/>
              <a:pathLst>
                <a:path w="641350" h="137795">
                  <a:moveTo>
                    <a:pt x="641268" y="0"/>
                  </a:moveTo>
                  <a:lnTo>
                    <a:pt x="0" y="0"/>
                  </a:lnTo>
                  <a:lnTo>
                    <a:pt x="0" y="137388"/>
                  </a:lnTo>
                  <a:lnTo>
                    <a:pt x="641268" y="137388"/>
                  </a:lnTo>
                  <a:lnTo>
                    <a:pt x="641268" y="0"/>
                  </a:lnTo>
                  <a:close/>
                </a:path>
              </a:pathLst>
            </a:custGeom>
            <a:solidFill>
              <a:srgbClr val="55AF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3" name="object 263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556903" y="5873067"/>
              <a:ext cx="226523" cy="138006"/>
            </a:xfrm>
            <a:prstGeom prst="rect">
              <a:avLst/>
            </a:prstGeom>
          </p:spPr>
        </p:pic>
        <p:sp>
          <p:nvSpPr>
            <p:cNvPr id="264" name="object 264" descr=""/>
            <p:cNvSpPr/>
            <p:nvPr/>
          </p:nvSpPr>
          <p:spPr>
            <a:xfrm>
              <a:off x="1660474" y="5990189"/>
              <a:ext cx="93345" cy="11430"/>
            </a:xfrm>
            <a:custGeom>
              <a:avLst/>
              <a:gdLst/>
              <a:ahLst/>
              <a:cxnLst/>
              <a:rect l="l" t="t" r="r" b="b"/>
              <a:pathLst>
                <a:path w="93344" h="11429">
                  <a:moveTo>
                    <a:pt x="92824" y="0"/>
                  </a:moveTo>
                  <a:lnTo>
                    <a:pt x="39319" y="0"/>
                  </a:lnTo>
                  <a:lnTo>
                    <a:pt x="39319" y="1270"/>
                  </a:lnTo>
                  <a:lnTo>
                    <a:pt x="0" y="1270"/>
                  </a:lnTo>
                  <a:lnTo>
                    <a:pt x="0" y="9055"/>
                  </a:lnTo>
                  <a:lnTo>
                    <a:pt x="0" y="11430"/>
                  </a:lnTo>
                  <a:lnTo>
                    <a:pt x="22860" y="11430"/>
                  </a:lnTo>
                  <a:lnTo>
                    <a:pt x="22860" y="9055"/>
                  </a:lnTo>
                  <a:lnTo>
                    <a:pt x="92824" y="9055"/>
                  </a:lnTo>
                  <a:lnTo>
                    <a:pt x="92824" y="1270"/>
                  </a:lnTo>
                  <a:lnTo>
                    <a:pt x="92824" y="0"/>
                  </a:lnTo>
                  <a:close/>
                </a:path>
              </a:pathLst>
            </a:custGeom>
            <a:solidFill>
              <a:srgbClr val="3DA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1676717" y="5889516"/>
              <a:ext cx="76835" cy="11430"/>
            </a:xfrm>
            <a:custGeom>
              <a:avLst/>
              <a:gdLst/>
              <a:ahLst/>
              <a:cxnLst/>
              <a:rect l="l" t="t" r="r" b="b"/>
              <a:pathLst>
                <a:path w="76835" h="11429">
                  <a:moveTo>
                    <a:pt x="76581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76" y="11430"/>
                  </a:lnTo>
                  <a:lnTo>
                    <a:pt x="76581" y="11430"/>
                  </a:lnTo>
                  <a:lnTo>
                    <a:pt x="76581" y="1270"/>
                  </a:lnTo>
                  <a:lnTo>
                    <a:pt x="76581" y="0"/>
                  </a:lnTo>
                  <a:close/>
                </a:path>
              </a:pathLst>
            </a:custGeom>
            <a:solidFill>
              <a:srgbClr val="69B9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1683341" y="5999241"/>
              <a:ext cx="641350" cy="137795"/>
            </a:xfrm>
            <a:custGeom>
              <a:avLst/>
              <a:gdLst/>
              <a:ahLst/>
              <a:cxnLst/>
              <a:rect l="l" t="t" r="r" b="b"/>
              <a:pathLst>
                <a:path w="641350" h="137795">
                  <a:moveTo>
                    <a:pt x="641268" y="0"/>
                  </a:moveTo>
                  <a:lnTo>
                    <a:pt x="0" y="0"/>
                  </a:lnTo>
                  <a:lnTo>
                    <a:pt x="0" y="137388"/>
                  </a:lnTo>
                  <a:lnTo>
                    <a:pt x="641268" y="137388"/>
                  </a:lnTo>
                  <a:lnTo>
                    <a:pt x="641268" y="0"/>
                  </a:lnTo>
                  <a:close/>
                </a:path>
              </a:pathLst>
            </a:custGeom>
            <a:solidFill>
              <a:srgbClr val="55AF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7" name="object 267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631783" y="5999240"/>
              <a:ext cx="226523" cy="138006"/>
            </a:xfrm>
            <a:prstGeom prst="rect">
              <a:avLst/>
            </a:prstGeom>
          </p:spPr>
        </p:pic>
        <p:sp>
          <p:nvSpPr>
            <p:cNvPr id="268" name="object 268" descr=""/>
            <p:cNvSpPr/>
            <p:nvPr/>
          </p:nvSpPr>
          <p:spPr>
            <a:xfrm>
              <a:off x="1735353" y="6116364"/>
              <a:ext cx="93345" cy="11430"/>
            </a:xfrm>
            <a:custGeom>
              <a:avLst/>
              <a:gdLst/>
              <a:ahLst/>
              <a:cxnLst/>
              <a:rect l="l" t="t" r="r" b="b"/>
              <a:pathLst>
                <a:path w="93344" h="11429">
                  <a:moveTo>
                    <a:pt x="92837" y="0"/>
                  </a:moveTo>
                  <a:lnTo>
                    <a:pt x="39331" y="0"/>
                  </a:lnTo>
                  <a:lnTo>
                    <a:pt x="39331" y="1270"/>
                  </a:lnTo>
                  <a:lnTo>
                    <a:pt x="0" y="1270"/>
                  </a:lnTo>
                  <a:lnTo>
                    <a:pt x="0" y="11430"/>
                  </a:lnTo>
                  <a:lnTo>
                    <a:pt x="92837" y="11430"/>
                  </a:lnTo>
                  <a:lnTo>
                    <a:pt x="92837" y="1270"/>
                  </a:lnTo>
                  <a:lnTo>
                    <a:pt x="92837" y="0"/>
                  </a:lnTo>
                  <a:close/>
                </a:path>
              </a:pathLst>
            </a:custGeom>
            <a:solidFill>
              <a:srgbClr val="3DA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1751609" y="6015691"/>
              <a:ext cx="76835" cy="11430"/>
            </a:xfrm>
            <a:custGeom>
              <a:avLst/>
              <a:gdLst/>
              <a:ahLst/>
              <a:cxnLst/>
              <a:rect l="l" t="t" r="r" b="b"/>
              <a:pathLst>
                <a:path w="76835" h="11429">
                  <a:moveTo>
                    <a:pt x="76581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63" y="11430"/>
                  </a:lnTo>
                  <a:lnTo>
                    <a:pt x="76581" y="11430"/>
                  </a:lnTo>
                  <a:lnTo>
                    <a:pt x="76581" y="1270"/>
                  </a:lnTo>
                  <a:lnTo>
                    <a:pt x="76581" y="0"/>
                  </a:lnTo>
                  <a:close/>
                </a:path>
              </a:pathLst>
            </a:custGeom>
            <a:solidFill>
              <a:srgbClr val="69B9F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0" name="object 270" descr=""/>
          <p:cNvGrpSpPr/>
          <p:nvPr/>
        </p:nvGrpSpPr>
        <p:grpSpPr>
          <a:xfrm>
            <a:off x="1701759" y="5873067"/>
            <a:ext cx="819785" cy="264795"/>
            <a:chOff x="1701759" y="5873067"/>
            <a:chExt cx="819785" cy="264795"/>
          </a:xfrm>
        </p:grpSpPr>
        <p:pic>
          <p:nvPicPr>
            <p:cNvPr id="271" name="object 271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417903" y="5999240"/>
              <a:ext cx="103117" cy="138006"/>
            </a:xfrm>
            <a:prstGeom prst="rect">
              <a:avLst/>
            </a:prstGeom>
          </p:spPr>
        </p:pic>
        <p:sp>
          <p:nvSpPr>
            <p:cNvPr id="272" name="object 272" descr=""/>
            <p:cNvSpPr/>
            <p:nvPr/>
          </p:nvSpPr>
          <p:spPr>
            <a:xfrm>
              <a:off x="1828195" y="5999241"/>
              <a:ext cx="641350" cy="137795"/>
            </a:xfrm>
            <a:custGeom>
              <a:avLst/>
              <a:gdLst/>
              <a:ahLst/>
              <a:cxnLst/>
              <a:rect l="l" t="t" r="r" b="b"/>
              <a:pathLst>
                <a:path w="641350" h="137795">
                  <a:moveTo>
                    <a:pt x="641268" y="0"/>
                  </a:moveTo>
                  <a:lnTo>
                    <a:pt x="0" y="0"/>
                  </a:lnTo>
                  <a:lnTo>
                    <a:pt x="0" y="137388"/>
                  </a:lnTo>
                  <a:lnTo>
                    <a:pt x="641268" y="137388"/>
                  </a:lnTo>
                  <a:lnTo>
                    <a:pt x="641268" y="0"/>
                  </a:lnTo>
                  <a:close/>
                </a:path>
              </a:pathLst>
            </a:custGeom>
            <a:solidFill>
              <a:srgbClr val="55AF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3" name="object 273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776639" y="5999240"/>
              <a:ext cx="226523" cy="138006"/>
            </a:xfrm>
            <a:prstGeom prst="rect">
              <a:avLst/>
            </a:prstGeom>
          </p:spPr>
        </p:pic>
        <p:sp>
          <p:nvSpPr>
            <p:cNvPr id="274" name="object 274" descr=""/>
            <p:cNvSpPr/>
            <p:nvPr/>
          </p:nvSpPr>
          <p:spPr>
            <a:xfrm>
              <a:off x="1880209" y="6100476"/>
              <a:ext cx="612775" cy="32384"/>
            </a:xfrm>
            <a:custGeom>
              <a:avLst/>
              <a:gdLst/>
              <a:ahLst/>
              <a:cxnLst/>
              <a:rect l="l" t="t" r="r" b="b"/>
              <a:pathLst>
                <a:path w="612775" h="32385">
                  <a:moveTo>
                    <a:pt x="421995" y="27317"/>
                  </a:moveTo>
                  <a:lnTo>
                    <a:pt x="421843" y="27317"/>
                  </a:lnTo>
                  <a:lnTo>
                    <a:pt x="421843" y="17157"/>
                  </a:lnTo>
                  <a:lnTo>
                    <a:pt x="331101" y="17157"/>
                  </a:lnTo>
                  <a:lnTo>
                    <a:pt x="331101" y="15887"/>
                  </a:lnTo>
                  <a:lnTo>
                    <a:pt x="39319" y="15887"/>
                  </a:lnTo>
                  <a:lnTo>
                    <a:pt x="39319" y="17157"/>
                  </a:lnTo>
                  <a:lnTo>
                    <a:pt x="0" y="17157"/>
                  </a:lnTo>
                  <a:lnTo>
                    <a:pt x="0" y="27317"/>
                  </a:lnTo>
                  <a:lnTo>
                    <a:pt x="237744" y="27317"/>
                  </a:lnTo>
                  <a:lnTo>
                    <a:pt x="237744" y="28587"/>
                  </a:lnTo>
                  <a:lnTo>
                    <a:pt x="421995" y="28587"/>
                  </a:lnTo>
                  <a:lnTo>
                    <a:pt x="421995" y="27317"/>
                  </a:lnTo>
                  <a:close/>
                </a:path>
                <a:path w="612775" h="32385">
                  <a:moveTo>
                    <a:pt x="612711" y="4127"/>
                  </a:moveTo>
                  <a:lnTo>
                    <a:pt x="609790" y="774"/>
                  </a:lnTo>
                  <a:lnTo>
                    <a:pt x="605701" y="0"/>
                  </a:lnTo>
                  <a:lnTo>
                    <a:pt x="602373" y="2971"/>
                  </a:lnTo>
                  <a:lnTo>
                    <a:pt x="588200" y="15265"/>
                  </a:lnTo>
                  <a:lnTo>
                    <a:pt x="565315" y="20027"/>
                  </a:lnTo>
                  <a:lnTo>
                    <a:pt x="540283" y="20574"/>
                  </a:lnTo>
                  <a:lnTo>
                    <a:pt x="519658" y="20205"/>
                  </a:lnTo>
                  <a:lnTo>
                    <a:pt x="500595" y="20345"/>
                  </a:lnTo>
                  <a:lnTo>
                    <a:pt x="481545" y="20142"/>
                  </a:lnTo>
                  <a:lnTo>
                    <a:pt x="462495" y="19621"/>
                  </a:lnTo>
                  <a:lnTo>
                    <a:pt x="435838" y="18427"/>
                  </a:lnTo>
                  <a:lnTo>
                    <a:pt x="435864" y="30251"/>
                  </a:lnTo>
                  <a:lnTo>
                    <a:pt x="470115" y="31686"/>
                  </a:lnTo>
                  <a:lnTo>
                    <a:pt x="496785" y="32131"/>
                  </a:lnTo>
                  <a:lnTo>
                    <a:pt x="523455" y="31940"/>
                  </a:lnTo>
                  <a:lnTo>
                    <a:pt x="567626" y="30530"/>
                  </a:lnTo>
                  <a:lnTo>
                    <a:pt x="585597" y="28524"/>
                  </a:lnTo>
                  <a:lnTo>
                    <a:pt x="601446" y="22263"/>
                  </a:lnTo>
                  <a:lnTo>
                    <a:pt x="612584" y="8940"/>
                  </a:lnTo>
                  <a:lnTo>
                    <a:pt x="612711" y="4127"/>
                  </a:lnTo>
                  <a:close/>
                </a:path>
              </a:pathLst>
            </a:custGeom>
            <a:solidFill>
              <a:srgbClr val="3DA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1896452" y="6015106"/>
              <a:ext cx="568960" cy="13335"/>
            </a:xfrm>
            <a:custGeom>
              <a:avLst/>
              <a:gdLst/>
              <a:ahLst/>
              <a:cxnLst/>
              <a:rect l="l" t="t" r="r" b="b"/>
              <a:pathLst>
                <a:path w="568960" h="13335">
                  <a:moveTo>
                    <a:pt x="226047" y="12014"/>
                  </a:moveTo>
                  <a:lnTo>
                    <a:pt x="225983" y="1854"/>
                  </a:lnTo>
                  <a:lnTo>
                    <a:pt x="144348" y="1854"/>
                  </a:lnTo>
                  <a:lnTo>
                    <a:pt x="144348" y="584"/>
                  </a:lnTo>
                  <a:lnTo>
                    <a:pt x="0" y="584"/>
                  </a:lnTo>
                  <a:lnTo>
                    <a:pt x="0" y="1854"/>
                  </a:lnTo>
                  <a:lnTo>
                    <a:pt x="76" y="12014"/>
                  </a:lnTo>
                  <a:lnTo>
                    <a:pt x="98463" y="12014"/>
                  </a:lnTo>
                  <a:lnTo>
                    <a:pt x="98463" y="13284"/>
                  </a:lnTo>
                  <a:lnTo>
                    <a:pt x="226047" y="13284"/>
                  </a:lnTo>
                  <a:lnTo>
                    <a:pt x="226047" y="12014"/>
                  </a:lnTo>
                  <a:close/>
                </a:path>
                <a:path w="568960" h="13335">
                  <a:moveTo>
                    <a:pt x="568604" y="1270"/>
                  </a:moveTo>
                  <a:lnTo>
                    <a:pt x="493712" y="1270"/>
                  </a:lnTo>
                  <a:lnTo>
                    <a:pt x="493712" y="0"/>
                  </a:lnTo>
                  <a:lnTo>
                    <a:pt x="248754" y="0"/>
                  </a:lnTo>
                  <a:lnTo>
                    <a:pt x="248754" y="1270"/>
                  </a:lnTo>
                  <a:lnTo>
                    <a:pt x="248818" y="11430"/>
                  </a:lnTo>
                  <a:lnTo>
                    <a:pt x="248869" y="12700"/>
                  </a:lnTo>
                  <a:lnTo>
                    <a:pt x="439762" y="12700"/>
                  </a:lnTo>
                  <a:lnTo>
                    <a:pt x="439762" y="11430"/>
                  </a:lnTo>
                  <a:lnTo>
                    <a:pt x="568604" y="11430"/>
                  </a:lnTo>
                  <a:lnTo>
                    <a:pt x="568604" y="1270"/>
                  </a:lnTo>
                  <a:close/>
                </a:path>
              </a:pathLst>
            </a:custGeom>
            <a:solidFill>
              <a:srgbClr val="69B9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1753298" y="5873070"/>
              <a:ext cx="693420" cy="138430"/>
            </a:xfrm>
            <a:custGeom>
              <a:avLst/>
              <a:gdLst/>
              <a:ahLst/>
              <a:cxnLst/>
              <a:rect l="l" t="t" r="r" b="b"/>
              <a:pathLst>
                <a:path w="693419" h="138429">
                  <a:moveTo>
                    <a:pt x="692835" y="69011"/>
                  </a:moveTo>
                  <a:lnTo>
                    <a:pt x="688784" y="42151"/>
                  </a:lnTo>
                  <a:lnTo>
                    <a:pt x="677735" y="20205"/>
                  </a:lnTo>
                  <a:lnTo>
                    <a:pt x="661339" y="5422"/>
                  </a:lnTo>
                  <a:lnTo>
                    <a:pt x="641273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638962" y="137388"/>
                  </a:lnTo>
                  <a:lnTo>
                    <a:pt x="641273" y="138010"/>
                  </a:lnTo>
                  <a:lnTo>
                    <a:pt x="661339" y="132588"/>
                  </a:lnTo>
                  <a:lnTo>
                    <a:pt x="677735" y="117805"/>
                  </a:lnTo>
                  <a:lnTo>
                    <a:pt x="688784" y="95872"/>
                  </a:lnTo>
                  <a:lnTo>
                    <a:pt x="692835" y="69011"/>
                  </a:lnTo>
                  <a:close/>
                </a:path>
              </a:pathLst>
            </a:custGeom>
            <a:solidFill>
              <a:srgbClr val="55AF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7" name="object 277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701759" y="5873067"/>
              <a:ext cx="226522" cy="138006"/>
            </a:xfrm>
            <a:prstGeom prst="rect">
              <a:avLst/>
            </a:prstGeom>
          </p:spPr>
        </p:pic>
        <p:sp>
          <p:nvSpPr>
            <p:cNvPr id="278" name="object 278" descr=""/>
            <p:cNvSpPr/>
            <p:nvPr/>
          </p:nvSpPr>
          <p:spPr>
            <a:xfrm>
              <a:off x="1805330" y="5974314"/>
              <a:ext cx="612775" cy="32384"/>
            </a:xfrm>
            <a:custGeom>
              <a:avLst/>
              <a:gdLst/>
              <a:ahLst/>
              <a:cxnLst/>
              <a:rect l="l" t="t" r="r" b="b"/>
              <a:pathLst>
                <a:path w="612775" h="32385">
                  <a:moveTo>
                    <a:pt x="421995" y="27305"/>
                  </a:moveTo>
                  <a:lnTo>
                    <a:pt x="421843" y="27305"/>
                  </a:lnTo>
                  <a:lnTo>
                    <a:pt x="421843" y="17145"/>
                  </a:lnTo>
                  <a:lnTo>
                    <a:pt x="331101" y="17145"/>
                  </a:lnTo>
                  <a:lnTo>
                    <a:pt x="331101" y="15875"/>
                  </a:lnTo>
                  <a:lnTo>
                    <a:pt x="39319" y="15875"/>
                  </a:lnTo>
                  <a:lnTo>
                    <a:pt x="39319" y="17145"/>
                  </a:lnTo>
                  <a:lnTo>
                    <a:pt x="0" y="17145"/>
                  </a:lnTo>
                  <a:lnTo>
                    <a:pt x="0" y="27305"/>
                  </a:lnTo>
                  <a:lnTo>
                    <a:pt x="237744" y="27305"/>
                  </a:lnTo>
                  <a:lnTo>
                    <a:pt x="237744" y="28575"/>
                  </a:lnTo>
                  <a:lnTo>
                    <a:pt x="421995" y="28575"/>
                  </a:lnTo>
                  <a:lnTo>
                    <a:pt x="421995" y="27305"/>
                  </a:lnTo>
                  <a:close/>
                </a:path>
                <a:path w="612775" h="32385">
                  <a:moveTo>
                    <a:pt x="612711" y="4114"/>
                  </a:moveTo>
                  <a:lnTo>
                    <a:pt x="609790" y="762"/>
                  </a:lnTo>
                  <a:lnTo>
                    <a:pt x="605701" y="0"/>
                  </a:lnTo>
                  <a:lnTo>
                    <a:pt x="602373" y="2959"/>
                  </a:lnTo>
                  <a:lnTo>
                    <a:pt x="588200" y="15265"/>
                  </a:lnTo>
                  <a:lnTo>
                    <a:pt x="565315" y="20027"/>
                  </a:lnTo>
                  <a:lnTo>
                    <a:pt x="540283" y="20561"/>
                  </a:lnTo>
                  <a:lnTo>
                    <a:pt x="519645" y="20193"/>
                  </a:lnTo>
                  <a:lnTo>
                    <a:pt x="500595" y="20332"/>
                  </a:lnTo>
                  <a:lnTo>
                    <a:pt x="481545" y="20142"/>
                  </a:lnTo>
                  <a:lnTo>
                    <a:pt x="462495" y="19608"/>
                  </a:lnTo>
                  <a:lnTo>
                    <a:pt x="435838" y="18415"/>
                  </a:lnTo>
                  <a:lnTo>
                    <a:pt x="435864" y="30238"/>
                  </a:lnTo>
                  <a:lnTo>
                    <a:pt x="470115" y="31673"/>
                  </a:lnTo>
                  <a:lnTo>
                    <a:pt x="496785" y="32118"/>
                  </a:lnTo>
                  <a:lnTo>
                    <a:pt x="523455" y="31927"/>
                  </a:lnTo>
                  <a:lnTo>
                    <a:pt x="567626" y="30518"/>
                  </a:lnTo>
                  <a:lnTo>
                    <a:pt x="585584" y="28511"/>
                  </a:lnTo>
                  <a:lnTo>
                    <a:pt x="601446" y="22250"/>
                  </a:lnTo>
                  <a:lnTo>
                    <a:pt x="612584" y="8928"/>
                  </a:lnTo>
                  <a:lnTo>
                    <a:pt x="612711" y="4114"/>
                  </a:lnTo>
                  <a:close/>
                </a:path>
              </a:pathLst>
            </a:custGeom>
            <a:solidFill>
              <a:srgbClr val="3DA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1821573" y="5888945"/>
              <a:ext cx="568960" cy="13335"/>
            </a:xfrm>
            <a:custGeom>
              <a:avLst/>
              <a:gdLst/>
              <a:ahLst/>
              <a:cxnLst/>
              <a:rect l="l" t="t" r="r" b="b"/>
              <a:pathLst>
                <a:path w="568960" h="13335">
                  <a:moveTo>
                    <a:pt x="226047" y="12001"/>
                  </a:moveTo>
                  <a:lnTo>
                    <a:pt x="225983" y="1841"/>
                  </a:lnTo>
                  <a:lnTo>
                    <a:pt x="144348" y="1841"/>
                  </a:lnTo>
                  <a:lnTo>
                    <a:pt x="144348" y="571"/>
                  </a:lnTo>
                  <a:lnTo>
                    <a:pt x="0" y="571"/>
                  </a:lnTo>
                  <a:lnTo>
                    <a:pt x="0" y="1841"/>
                  </a:lnTo>
                  <a:lnTo>
                    <a:pt x="76" y="12001"/>
                  </a:lnTo>
                  <a:lnTo>
                    <a:pt x="98463" y="12001"/>
                  </a:lnTo>
                  <a:lnTo>
                    <a:pt x="98463" y="13271"/>
                  </a:lnTo>
                  <a:lnTo>
                    <a:pt x="226047" y="13271"/>
                  </a:lnTo>
                  <a:lnTo>
                    <a:pt x="226047" y="12001"/>
                  </a:lnTo>
                  <a:close/>
                </a:path>
                <a:path w="568960" h="13335">
                  <a:moveTo>
                    <a:pt x="568604" y="1270"/>
                  </a:moveTo>
                  <a:lnTo>
                    <a:pt x="493712" y="1270"/>
                  </a:lnTo>
                  <a:lnTo>
                    <a:pt x="493712" y="0"/>
                  </a:lnTo>
                  <a:lnTo>
                    <a:pt x="248754" y="0"/>
                  </a:lnTo>
                  <a:lnTo>
                    <a:pt x="248754" y="1270"/>
                  </a:lnTo>
                  <a:lnTo>
                    <a:pt x="248805" y="11430"/>
                  </a:lnTo>
                  <a:lnTo>
                    <a:pt x="248869" y="12700"/>
                  </a:lnTo>
                  <a:lnTo>
                    <a:pt x="439762" y="12700"/>
                  </a:lnTo>
                  <a:lnTo>
                    <a:pt x="439762" y="11430"/>
                  </a:lnTo>
                  <a:lnTo>
                    <a:pt x="568604" y="11430"/>
                  </a:lnTo>
                  <a:lnTo>
                    <a:pt x="568604" y="1270"/>
                  </a:lnTo>
                  <a:close/>
                </a:path>
              </a:pathLst>
            </a:custGeom>
            <a:solidFill>
              <a:srgbClr val="69B9F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80" name="object 280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711408" y="8650033"/>
            <a:ext cx="2051958" cy="867200"/>
          </a:xfrm>
          <a:prstGeom prst="rect">
            <a:avLst/>
          </a:prstGeom>
        </p:spPr>
      </p:pic>
      <p:grpSp>
        <p:nvGrpSpPr>
          <p:cNvPr id="281" name="object 281" descr=""/>
          <p:cNvGrpSpPr/>
          <p:nvPr/>
        </p:nvGrpSpPr>
        <p:grpSpPr>
          <a:xfrm>
            <a:off x="8365416" y="6611505"/>
            <a:ext cx="2457450" cy="965835"/>
            <a:chOff x="8365416" y="6611505"/>
            <a:chExt cx="2457450" cy="965835"/>
          </a:xfrm>
        </p:grpSpPr>
        <p:sp>
          <p:nvSpPr>
            <p:cNvPr id="282" name="object 282" descr=""/>
            <p:cNvSpPr/>
            <p:nvPr/>
          </p:nvSpPr>
          <p:spPr>
            <a:xfrm>
              <a:off x="8365416" y="6611514"/>
              <a:ext cx="1349375" cy="62865"/>
            </a:xfrm>
            <a:custGeom>
              <a:avLst/>
              <a:gdLst/>
              <a:ahLst/>
              <a:cxnLst/>
              <a:rect l="l" t="t" r="r" b="b"/>
              <a:pathLst>
                <a:path w="1349375" h="62865">
                  <a:moveTo>
                    <a:pt x="1283793" y="0"/>
                  </a:moveTo>
                  <a:lnTo>
                    <a:pt x="1195618" y="0"/>
                  </a:lnTo>
                  <a:lnTo>
                    <a:pt x="1160048" y="48888"/>
                  </a:lnTo>
                  <a:lnTo>
                    <a:pt x="1091621" y="48888"/>
                  </a:lnTo>
                  <a:lnTo>
                    <a:pt x="1056051" y="0"/>
                  </a:lnTo>
                  <a:lnTo>
                    <a:pt x="967876" y="0"/>
                  </a:lnTo>
                  <a:lnTo>
                    <a:pt x="932306" y="48888"/>
                  </a:lnTo>
                  <a:lnTo>
                    <a:pt x="863879" y="48888"/>
                  </a:lnTo>
                  <a:lnTo>
                    <a:pt x="828309" y="0"/>
                  </a:lnTo>
                  <a:lnTo>
                    <a:pt x="740134" y="0"/>
                  </a:lnTo>
                  <a:lnTo>
                    <a:pt x="704564" y="48888"/>
                  </a:lnTo>
                  <a:lnTo>
                    <a:pt x="636137" y="48888"/>
                  </a:lnTo>
                  <a:lnTo>
                    <a:pt x="600568" y="0"/>
                  </a:lnTo>
                  <a:lnTo>
                    <a:pt x="512382" y="0"/>
                  </a:lnTo>
                  <a:lnTo>
                    <a:pt x="476812" y="48888"/>
                  </a:lnTo>
                  <a:lnTo>
                    <a:pt x="408395" y="48888"/>
                  </a:lnTo>
                  <a:lnTo>
                    <a:pt x="372826" y="0"/>
                  </a:lnTo>
                  <a:lnTo>
                    <a:pt x="284640" y="0"/>
                  </a:lnTo>
                  <a:lnTo>
                    <a:pt x="249070" y="48888"/>
                  </a:lnTo>
                  <a:lnTo>
                    <a:pt x="180654" y="48888"/>
                  </a:lnTo>
                  <a:lnTo>
                    <a:pt x="145084" y="0"/>
                  </a:lnTo>
                  <a:lnTo>
                    <a:pt x="56898" y="0"/>
                  </a:lnTo>
                  <a:lnTo>
                    <a:pt x="21329" y="48888"/>
                  </a:lnTo>
                  <a:lnTo>
                    <a:pt x="0" y="48888"/>
                  </a:lnTo>
                  <a:lnTo>
                    <a:pt x="0" y="62752"/>
                  </a:lnTo>
                  <a:lnTo>
                    <a:pt x="28386" y="62752"/>
                  </a:lnTo>
                  <a:lnTo>
                    <a:pt x="63956" y="13852"/>
                  </a:lnTo>
                  <a:lnTo>
                    <a:pt x="138027" y="13852"/>
                  </a:lnTo>
                  <a:lnTo>
                    <a:pt x="173596" y="62752"/>
                  </a:lnTo>
                  <a:lnTo>
                    <a:pt x="256128" y="62752"/>
                  </a:lnTo>
                  <a:lnTo>
                    <a:pt x="291697" y="13852"/>
                  </a:lnTo>
                  <a:lnTo>
                    <a:pt x="365768" y="13852"/>
                  </a:lnTo>
                  <a:lnTo>
                    <a:pt x="401349" y="62752"/>
                  </a:lnTo>
                  <a:lnTo>
                    <a:pt x="483870" y="62752"/>
                  </a:lnTo>
                  <a:lnTo>
                    <a:pt x="519439" y="13852"/>
                  </a:lnTo>
                  <a:lnTo>
                    <a:pt x="593510" y="13852"/>
                  </a:lnTo>
                  <a:lnTo>
                    <a:pt x="629090" y="62752"/>
                  </a:lnTo>
                  <a:lnTo>
                    <a:pt x="711611" y="62752"/>
                  </a:lnTo>
                  <a:lnTo>
                    <a:pt x="747191" y="13852"/>
                  </a:lnTo>
                  <a:lnTo>
                    <a:pt x="821252" y="13852"/>
                  </a:lnTo>
                  <a:lnTo>
                    <a:pt x="856832" y="62752"/>
                  </a:lnTo>
                  <a:lnTo>
                    <a:pt x="939353" y="62752"/>
                  </a:lnTo>
                  <a:lnTo>
                    <a:pt x="974933" y="13852"/>
                  </a:lnTo>
                  <a:lnTo>
                    <a:pt x="1048994" y="13852"/>
                  </a:lnTo>
                  <a:lnTo>
                    <a:pt x="1084574" y="62752"/>
                  </a:lnTo>
                  <a:lnTo>
                    <a:pt x="1167095" y="62752"/>
                  </a:lnTo>
                  <a:lnTo>
                    <a:pt x="1202675" y="13852"/>
                  </a:lnTo>
                  <a:lnTo>
                    <a:pt x="1276746" y="13852"/>
                  </a:lnTo>
                  <a:lnTo>
                    <a:pt x="1312316" y="62752"/>
                  </a:lnTo>
                  <a:lnTo>
                    <a:pt x="1349131" y="62752"/>
                  </a:lnTo>
                  <a:lnTo>
                    <a:pt x="1349131" y="48888"/>
                  </a:lnTo>
                  <a:lnTo>
                    <a:pt x="1319373" y="48888"/>
                  </a:lnTo>
                  <a:lnTo>
                    <a:pt x="1283793" y="0"/>
                  </a:lnTo>
                  <a:close/>
                </a:path>
              </a:pathLst>
            </a:custGeom>
            <a:solidFill>
              <a:srgbClr val="9BD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8365419" y="6660402"/>
              <a:ext cx="1108075" cy="916940"/>
            </a:xfrm>
            <a:custGeom>
              <a:avLst/>
              <a:gdLst/>
              <a:ahLst/>
              <a:cxnLst/>
              <a:rect l="l" t="t" r="r" b="b"/>
              <a:pathLst>
                <a:path w="1108075" h="916940">
                  <a:moveTo>
                    <a:pt x="0" y="0"/>
                  </a:moveTo>
                  <a:lnTo>
                    <a:pt x="0" y="13863"/>
                  </a:lnTo>
                  <a:lnTo>
                    <a:pt x="1107945" y="916705"/>
                  </a:lnTo>
                  <a:lnTo>
                    <a:pt x="1107945" y="902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D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8365424" y="6660404"/>
              <a:ext cx="1129665" cy="902969"/>
            </a:xfrm>
            <a:custGeom>
              <a:avLst/>
              <a:gdLst/>
              <a:ahLst/>
              <a:cxnLst/>
              <a:rect l="l" t="t" r="r" b="b"/>
              <a:pathLst>
                <a:path w="1129665" h="902970">
                  <a:moveTo>
                    <a:pt x="21318" y="0"/>
                  </a:moveTo>
                  <a:lnTo>
                    <a:pt x="0" y="0"/>
                  </a:lnTo>
                  <a:lnTo>
                    <a:pt x="1107945" y="902841"/>
                  </a:lnTo>
                  <a:lnTo>
                    <a:pt x="1129264" y="902841"/>
                  </a:lnTo>
                  <a:lnTo>
                    <a:pt x="21318" y="0"/>
                  </a:lnTo>
                  <a:close/>
                </a:path>
              </a:pathLst>
            </a:custGeom>
            <a:solidFill>
              <a:srgbClr val="AAE4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8546073" y="6660404"/>
              <a:ext cx="1176655" cy="902969"/>
            </a:xfrm>
            <a:custGeom>
              <a:avLst/>
              <a:gdLst/>
              <a:ahLst/>
              <a:cxnLst/>
              <a:rect l="l" t="t" r="r" b="b"/>
              <a:pathLst>
                <a:path w="1176654" h="902970">
                  <a:moveTo>
                    <a:pt x="68416" y="0"/>
                  </a:moveTo>
                  <a:lnTo>
                    <a:pt x="0" y="0"/>
                  </a:lnTo>
                  <a:lnTo>
                    <a:pt x="1107934" y="902841"/>
                  </a:lnTo>
                  <a:lnTo>
                    <a:pt x="1176362" y="902841"/>
                  </a:lnTo>
                  <a:lnTo>
                    <a:pt x="68416" y="0"/>
                  </a:lnTo>
                  <a:close/>
                </a:path>
              </a:pathLst>
            </a:custGeom>
            <a:solidFill>
              <a:srgbClr val="55C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8386743" y="6611505"/>
              <a:ext cx="1143635" cy="951865"/>
            </a:xfrm>
            <a:custGeom>
              <a:avLst/>
              <a:gdLst/>
              <a:ahLst/>
              <a:cxnLst/>
              <a:rect l="l" t="t" r="r" b="b"/>
              <a:pathLst>
                <a:path w="1143634" h="951865">
                  <a:moveTo>
                    <a:pt x="35569" y="0"/>
                  </a:moveTo>
                  <a:lnTo>
                    <a:pt x="0" y="48899"/>
                  </a:lnTo>
                  <a:lnTo>
                    <a:pt x="1107945" y="951740"/>
                  </a:lnTo>
                  <a:lnTo>
                    <a:pt x="1143525" y="902852"/>
                  </a:lnTo>
                  <a:lnTo>
                    <a:pt x="35569" y="0"/>
                  </a:lnTo>
                  <a:close/>
                </a:path>
              </a:pathLst>
            </a:custGeom>
            <a:solidFill>
              <a:srgbClr val="75D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8422313" y="6611509"/>
              <a:ext cx="1196340" cy="902969"/>
            </a:xfrm>
            <a:custGeom>
              <a:avLst/>
              <a:gdLst/>
              <a:ahLst/>
              <a:cxnLst/>
              <a:rect l="l" t="t" r="r" b="b"/>
              <a:pathLst>
                <a:path w="1196340" h="902970">
                  <a:moveTo>
                    <a:pt x="88185" y="0"/>
                  </a:moveTo>
                  <a:lnTo>
                    <a:pt x="0" y="0"/>
                  </a:lnTo>
                  <a:lnTo>
                    <a:pt x="1107955" y="902841"/>
                  </a:lnTo>
                  <a:lnTo>
                    <a:pt x="1196120" y="902841"/>
                  </a:lnTo>
                  <a:lnTo>
                    <a:pt x="88185" y="0"/>
                  </a:lnTo>
                  <a:close/>
                </a:path>
              </a:pathLst>
            </a:custGeom>
            <a:solidFill>
              <a:srgbClr val="C9ED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8773815" y="6660404"/>
              <a:ext cx="1176655" cy="902969"/>
            </a:xfrm>
            <a:custGeom>
              <a:avLst/>
              <a:gdLst/>
              <a:ahLst/>
              <a:cxnLst/>
              <a:rect l="l" t="t" r="r" b="b"/>
              <a:pathLst>
                <a:path w="1176654" h="902970">
                  <a:moveTo>
                    <a:pt x="68416" y="0"/>
                  </a:moveTo>
                  <a:lnTo>
                    <a:pt x="0" y="0"/>
                  </a:lnTo>
                  <a:lnTo>
                    <a:pt x="1107934" y="902841"/>
                  </a:lnTo>
                  <a:lnTo>
                    <a:pt x="1176362" y="902841"/>
                  </a:lnTo>
                  <a:lnTo>
                    <a:pt x="68416" y="0"/>
                  </a:lnTo>
                  <a:close/>
                </a:path>
              </a:pathLst>
            </a:custGeom>
            <a:solidFill>
              <a:srgbClr val="55C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8614485" y="6611505"/>
              <a:ext cx="1143635" cy="951865"/>
            </a:xfrm>
            <a:custGeom>
              <a:avLst/>
              <a:gdLst/>
              <a:ahLst/>
              <a:cxnLst/>
              <a:rect l="l" t="t" r="r" b="b"/>
              <a:pathLst>
                <a:path w="1143634" h="951865">
                  <a:moveTo>
                    <a:pt x="35569" y="0"/>
                  </a:moveTo>
                  <a:lnTo>
                    <a:pt x="0" y="48899"/>
                  </a:lnTo>
                  <a:lnTo>
                    <a:pt x="1107945" y="951740"/>
                  </a:lnTo>
                  <a:lnTo>
                    <a:pt x="1143525" y="902852"/>
                  </a:lnTo>
                  <a:lnTo>
                    <a:pt x="35569" y="0"/>
                  </a:lnTo>
                  <a:close/>
                </a:path>
              </a:pathLst>
            </a:custGeom>
            <a:solidFill>
              <a:srgbClr val="75D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8650054" y="6611509"/>
              <a:ext cx="1196340" cy="902969"/>
            </a:xfrm>
            <a:custGeom>
              <a:avLst/>
              <a:gdLst/>
              <a:ahLst/>
              <a:cxnLst/>
              <a:rect l="l" t="t" r="r" b="b"/>
              <a:pathLst>
                <a:path w="1196340" h="902970">
                  <a:moveTo>
                    <a:pt x="88185" y="0"/>
                  </a:moveTo>
                  <a:lnTo>
                    <a:pt x="0" y="0"/>
                  </a:lnTo>
                  <a:lnTo>
                    <a:pt x="1107955" y="902841"/>
                  </a:lnTo>
                  <a:lnTo>
                    <a:pt x="1196120" y="902841"/>
                  </a:lnTo>
                  <a:lnTo>
                    <a:pt x="88185" y="0"/>
                  </a:lnTo>
                  <a:close/>
                </a:path>
              </a:pathLst>
            </a:custGeom>
            <a:solidFill>
              <a:srgbClr val="C9ED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9001556" y="6660404"/>
              <a:ext cx="1176655" cy="902969"/>
            </a:xfrm>
            <a:custGeom>
              <a:avLst/>
              <a:gdLst/>
              <a:ahLst/>
              <a:cxnLst/>
              <a:rect l="l" t="t" r="r" b="b"/>
              <a:pathLst>
                <a:path w="1176654" h="902970">
                  <a:moveTo>
                    <a:pt x="68416" y="0"/>
                  </a:moveTo>
                  <a:lnTo>
                    <a:pt x="0" y="0"/>
                  </a:lnTo>
                  <a:lnTo>
                    <a:pt x="1107934" y="902841"/>
                  </a:lnTo>
                  <a:lnTo>
                    <a:pt x="1176362" y="902841"/>
                  </a:lnTo>
                  <a:lnTo>
                    <a:pt x="68416" y="0"/>
                  </a:lnTo>
                  <a:close/>
                </a:path>
              </a:pathLst>
            </a:custGeom>
            <a:solidFill>
              <a:srgbClr val="55C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8842226" y="6611505"/>
              <a:ext cx="1143635" cy="951865"/>
            </a:xfrm>
            <a:custGeom>
              <a:avLst/>
              <a:gdLst/>
              <a:ahLst/>
              <a:cxnLst/>
              <a:rect l="l" t="t" r="r" b="b"/>
              <a:pathLst>
                <a:path w="1143634" h="951865">
                  <a:moveTo>
                    <a:pt x="35569" y="0"/>
                  </a:moveTo>
                  <a:lnTo>
                    <a:pt x="0" y="48899"/>
                  </a:lnTo>
                  <a:lnTo>
                    <a:pt x="1107945" y="951740"/>
                  </a:lnTo>
                  <a:lnTo>
                    <a:pt x="1143525" y="902852"/>
                  </a:lnTo>
                  <a:lnTo>
                    <a:pt x="35569" y="0"/>
                  </a:lnTo>
                  <a:close/>
                </a:path>
              </a:pathLst>
            </a:custGeom>
            <a:solidFill>
              <a:srgbClr val="75D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8877795" y="6611509"/>
              <a:ext cx="1196340" cy="902969"/>
            </a:xfrm>
            <a:custGeom>
              <a:avLst/>
              <a:gdLst/>
              <a:ahLst/>
              <a:cxnLst/>
              <a:rect l="l" t="t" r="r" b="b"/>
              <a:pathLst>
                <a:path w="1196340" h="902970">
                  <a:moveTo>
                    <a:pt x="88185" y="0"/>
                  </a:moveTo>
                  <a:lnTo>
                    <a:pt x="0" y="0"/>
                  </a:lnTo>
                  <a:lnTo>
                    <a:pt x="1107955" y="902841"/>
                  </a:lnTo>
                  <a:lnTo>
                    <a:pt x="1196120" y="902841"/>
                  </a:lnTo>
                  <a:lnTo>
                    <a:pt x="88185" y="0"/>
                  </a:lnTo>
                  <a:close/>
                </a:path>
              </a:pathLst>
            </a:custGeom>
            <a:solidFill>
              <a:srgbClr val="C9ED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9229304" y="6660404"/>
              <a:ext cx="1176655" cy="902969"/>
            </a:xfrm>
            <a:custGeom>
              <a:avLst/>
              <a:gdLst/>
              <a:ahLst/>
              <a:cxnLst/>
              <a:rect l="l" t="t" r="r" b="b"/>
              <a:pathLst>
                <a:path w="1176654" h="902970">
                  <a:moveTo>
                    <a:pt x="68416" y="0"/>
                  </a:moveTo>
                  <a:lnTo>
                    <a:pt x="0" y="0"/>
                  </a:lnTo>
                  <a:lnTo>
                    <a:pt x="1107934" y="902841"/>
                  </a:lnTo>
                  <a:lnTo>
                    <a:pt x="1176362" y="902841"/>
                  </a:lnTo>
                  <a:lnTo>
                    <a:pt x="68416" y="0"/>
                  </a:lnTo>
                  <a:close/>
                </a:path>
              </a:pathLst>
            </a:custGeom>
            <a:solidFill>
              <a:srgbClr val="55C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9069974" y="6611505"/>
              <a:ext cx="1143635" cy="951865"/>
            </a:xfrm>
            <a:custGeom>
              <a:avLst/>
              <a:gdLst/>
              <a:ahLst/>
              <a:cxnLst/>
              <a:rect l="l" t="t" r="r" b="b"/>
              <a:pathLst>
                <a:path w="1143634" h="951865">
                  <a:moveTo>
                    <a:pt x="35569" y="0"/>
                  </a:moveTo>
                  <a:lnTo>
                    <a:pt x="0" y="48899"/>
                  </a:lnTo>
                  <a:lnTo>
                    <a:pt x="1107945" y="951740"/>
                  </a:lnTo>
                  <a:lnTo>
                    <a:pt x="1143525" y="902852"/>
                  </a:lnTo>
                  <a:lnTo>
                    <a:pt x="35569" y="0"/>
                  </a:lnTo>
                  <a:close/>
                </a:path>
              </a:pathLst>
            </a:custGeom>
            <a:solidFill>
              <a:srgbClr val="75D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9105544" y="6611509"/>
              <a:ext cx="1196340" cy="902969"/>
            </a:xfrm>
            <a:custGeom>
              <a:avLst/>
              <a:gdLst/>
              <a:ahLst/>
              <a:cxnLst/>
              <a:rect l="l" t="t" r="r" b="b"/>
              <a:pathLst>
                <a:path w="1196340" h="902970">
                  <a:moveTo>
                    <a:pt x="88185" y="0"/>
                  </a:moveTo>
                  <a:lnTo>
                    <a:pt x="0" y="0"/>
                  </a:lnTo>
                  <a:lnTo>
                    <a:pt x="1107955" y="902841"/>
                  </a:lnTo>
                  <a:lnTo>
                    <a:pt x="1196120" y="902841"/>
                  </a:lnTo>
                  <a:lnTo>
                    <a:pt x="88185" y="0"/>
                  </a:lnTo>
                  <a:close/>
                </a:path>
              </a:pathLst>
            </a:custGeom>
            <a:solidFill>
              <a:srgbClr val="C9ED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9457046" y="6660404"/>
              <a:ext cx="1176655" cy="902969"/>
            </a:xfrm>
            <a:custGeom>
              <a:avLst/>
              <a:gdLst/>
              <a:ahLst/>
              <a:cxnLst/>
              <a:rect l="l" t="t" r="r" b="b"/>
              <a:pathLst>
                <a:path w="1176654" h="902970">
                  <a:moveTo>
                    <a:pt x="68416" y="0"/>
                  </a:moveTo>
                  <a:lnTo>
                    <a:pt x="0" y="0"/>
                  </a:lnTo>
                  <a:lnTo>
                    <a:pt x="1107934" y="902841"/>
                  </a:lnTo>
                  <a:lnTo>
                    <a:pt x="1176362" y="902841"/>
                  </a:lnTo>
                  <a:lnTo>
                    <a:pt x="68416" y="0"/>
                  </a:lnTo>
                  <a:close/>
                </a:path>
              </a:pathLst>
            </a:custGeom>
            <a:solidFill>
              <a:srgbClr val="55C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9297715" y="6611505"/>
              <a:ext cx="1143635" cy="951865"/>
            </a:xfrm>
            <a:custGeom>
              <a:avLst/>
              <a:gdLst/>
              <a:ahLst/>
              <a:cxnLst/>
              <a:rect l="l" t="t" r="r" b="b"/>
              <a:pathLst>
                <a:path w="1143634" h="951865">
                  <a:moveTo>
                    <a:pt x="35569" y="0"/>
                  </a:moveTo>
                  <a:lnTo>
                    <a:pt x="0" y="48899"/>
                  </a:lnTo>
                  <a:lnTo>
                    <a:pt x="1107945" y="951740"/>
                  </a:lnTo>
                  <a:lnTo>
                    <a:pt x="1143525" y="902852"/>
                  </a:lnTo>
                  <a:lnTo>
                    <a:pt x="35569" y="0"/>
                  </a:lnTo>
                  <a:close/>
                </a:path>
              </a:pathLst>
            </a:custGeom>
            <a:solidFill>
              <a:srgbClr val="75D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9333286" y="6611509"/>
              <a:ext cx="1196340" cy="902969"/>
            </a:xfrm>
            <a:custGeom>
              <a:avLst/>
              <a:gdLst/>
              <a:ahLst/>
              <a:cxnLst/>
              <a:rect l="l" t="t" r="r" b="b"/>
              <a:pathLst>
                <a:path w="1196340" h="902970">
                  <a:moveTo>
                    <a:pt x="88185" y="0"/>
                  </a:moveTo>
                  <a:lnTo>
                    <a:pt x="0" y="0"/>
                  </a:lnTo>
                  <a:lnTo>
                    <a:pt x="1107955" y="902841"/>
                  </a:lnTo>
                  <a:lnTo>
                    <a:pt x="1196120" y="902841"/>
                  </a:lnTo>
                  <a:lnTo>
                    <a:pt x="88185" y="0"/>
                  </a:lnTo>
                  <a:close/>
                </a:path>
              </a:pathLst>
            </a:custGeom>
            <a:solidFill>
              <a:srgbClr val="C9ED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9684787" y="6660404"/>
              <a:ext cx="1137920" cy="902969"/>
            </a:xfrm>
            <a:custGeom>
              <a:avLst/>
              <a:gdLst/>
              <a:ahLst/>
              <a:cxnLst/>
              <a:rect l="l" t="t" r="r" b="b"/>
              <a:pathLst>
                <a:path w="1137920" h="902970">
                  <a:moveTo>
                    <a:pt x="29758" y="0"/>
                  </a:moveTo>
                  <a:lnTo>
                    <a:pt x="0" y="0"/>
                  </a:lnTo>
                  <a:lnTo>
                    <a:pt x="1107934" y="902841"/>
                  </a:lnTo>
                  <a:lnTo>
                    <a:pt x="1137703" y="902841"/>
                  </a:lnTo>
                  <a:lnTo>
                    <a:pt x="29758" y="0"/>
                  </a:lnTo>
                  <a:close/>
                </a:path>
              </a:pathLst>
            </a:custGeom>
            <a:solidFill>
              <a:srgbClr val="55C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9525457" y="6611505"/>
              <a:ext cx="1143635" cy="951865"/>
            </a:xfrm>
            <a:custGeom>
              <a:avLst/>
              <a:gdLst/>
              <a:ahLst/>
              <a:cxnLst/>
              <a:rect l="l" t="t" r="r" b="b"/>
              <a:pathLst>
                <a:path w="1143634" h="951865">
                  <a:moveTo>
                    <a:pt x="35569" y="0"/>
                  </a:moveTo>
                  <a:lnTo>
                    <a:pt x="0" y="48899"/>
                  </a:lnTo>
                  <a:lnTo>
                    <a:pt x="1107945" y="951740"/>
                  </a:lnTo>
                  <a:lnTo>
                    <a:pt x="1143525" y="902852"/>
                  </a:lnTo>
                  <a:lnTo>
                    <a:pt x="35569" y="0"/>
                  </a:lnTo>
                  <a:close/>
                </a:path>
              </a:pathLst>
            </a:custGeom>
            <a:solidFill>
              <a:srgbClr val="75D3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9561028" y="6611509"/>
              <a:ext cx="1196340" cy="902969"/>
            </a:xfrm>
            <a:custGeom>
              <a:avLst/>
              <a:gdLst/>
              <a:ahLst/>
              <a:cxnLst/>
              <a:rect l="l" t="t" r="r" b="b"/>
              <a:pathLst>
                <a:path w="1196340" h="902970">
                  <a:moveTo>
                    <a:pt x="88185" y="0"/>
                  </a:moveTo>
                  <a:lnTo>
                    <a:pt x="0" y="0"/>
                  </a:lnTo>
                  <a:lnTo>
                    <a:pt x="1107955" y="902841"/>
                  </a:lnTo>
                  <a:lnTo>
                    <a:pt x="1196120" y="902841"/>
                  </a:lnTo>
                  <a:lnTo>
                    <a:pt x="88185" y="0"/>
                  </a:lnTo>
                  <a:close/>
                </a:path>
              </a:pathLst>
            </a:custGeom>
            <a:solidFill>
              <a:srgbClr val="C9ED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9473362" y="7514357"/>
              <a:ext cx="1349375" cy="62865"/>
            </a:xfrm>
            <a:custGeom>
              <a:avLst/>
              <a:gdLst/>
              <a:ahLst/>
              <a:cxnLst/>
              <a:rect l="l" t="t" r="r" b="b"/>
              <a:pathLst>
                <a:path w="1349375" h="62865">
                  <a:moveTo>
                    <a:pt x="1283793" y="0"/>
                  </a:moveTo>
                  <a:lnTo>
                    <a:pt x="1195618" y="0"/>
                  </a:lnTo>
                  <a:lnTo>
                    <a:pt x="1160048" y="48888"/>
                  </a:lnTo>
                  <a:lnTo>
                    <a:pt x="1091621" y="48888"/>
                  </a:lnTo>
                  <a:lnTo>
                    <a:pt x="1056051" y="0"/>
                  </a:lnTo>
                  <a:lnTo>
                    <a:pt x="967876" y="0"/>
                  </a:lnTo>
                  <a:lnTo>
                    <a:pt x="932306" y="48888"/>
                  </a:lnTo>
                  <a:lnTo>
                    <a:pt x="863879" y="48888"/>
                  </a:lnTo>
                  <a:lnTo>
                    <a:pt x="828309" y="0"/>
                  </a:lnTo>
                  <a:lnTo>
                    <a:pt x="740134" y="0"/>
                  </a:lnTo>
                  <a:lnTo>
                    <a:pt x="704564" y="48888"/>
                  </a:lnTo>
                  <a:lnTo>
                    <a:pt x="636137" y="48888"/>
                  </a:lnTo>
                  <a:lnTo>
                    <a:pt x="600568" y="0"/>
                  </a:lnTo>
                  <a:lnTo>
                    <a:pt x="512382" y="0"/>
                  </a:lnTo>
                  <a:lnTo>
                    <a:pt x="476812" y="48888"/>
                  </a:lnTo>
                  <a:lnTo>
                    <a:pt x="408395" y="48888"/>
                  </a:lnTo>
                  <a:lnTo>
                    <a:pt x="372826" y="0"/>
                  </a:lnTo>
                  <a:lnTo>
                    <a:pt x="284640" y="0"/>
                  </a:lnTo>
                  <a:lnTo>
                    <a:pt x="249070" y="48888"/>
                  </a:lnTo>
                  <a:lnTo>
                    <a:pt x="180654" y="48888"/>
                  </a:lnTo>
                  <a:lnTo>
                    <a:pt x="145074" y="0"/>
                  </a:lnTo>
                  <a:lnTo>
                    <a:pt x="56898" y="0"/>
                  </a:lnTo>
                  <a:lnTo>
                    <a:pt x="21329" y="48888"/>
                  </a:lnTo>
                  <a:lnTo>
                    <a:pt x="0" y="48888"/>
                  </a:lnTo>
                  <a:lnTo>
                    <a:pt x="0" y="62752"/>
                  </a:lnTo>
                  <a:lnTo>
                    <a:pt x="28386" y="62752"/>
                  </a:lnTo>
                  <a:lnTo>
                    <a:pt x="63956" y="13852"/>
                  </a:lnTo>
                  <a:lnTo>
                    <a:pt x="138027" y="13852"/>
                  </a:lnTo>
                  <a:lnTo>
                    <a:pt x="173596" y="62752"/>
                  </a:lnTo>
                  <a:lnTo>
                    <a:pt x="256128" y="62752"/>
                  </a:lnTo>
                  <a:lnTo>
                    <a:pt x="291697" y="13852"/>
                  </a:lnTo>
                  <a:lnTo>
                    <a:pt x="365768" y="13852"/>
                  </a:lnTo>
                  <a:lnTo>
                    <a:pt x="401349" y="62752"/>
                  </a:lnTo>
                  <a:lnTo>
                    <a:pt x="483870" y="62752"/>
                  </a:lnTo>
                  <a:lnTo>
                    <a:pt x="519439" y="13852"/>
                  </a:lnTo>
                  <a:lnTo>
                    <a:pt x="593510" y="13852"/>
                  </a:lnTo>
                  <a:lnTo>
                    <a:pt x="629090" y="62752"/>
                  </a:lnTo>
                  <a:lnTo>
                    <a:pt x="711611" y="62752"/>
                  </a:lnTo>
                  <a:lnTo>
                    <a:pt x="747191" y="13852"/>
                  </a:lnTo>
                  <a:lnTo>
                    <a:pt x="821252" y="13852"/>
                  </a:lnTo>
                  <a:lnTo>
                    <a:pt x="856832" y="62752"/>
                  </a:lnTo>
                  <a:lnTo>
                    <a:pt x="939353" y="62752"/>
                  </a:lnTo>
                  <a:lnTo>
                    <a:pt x="974933" y="13852"/>
                  </a:lnTo>
                  <a:lnTo>
                    <a:pt x="1048994" y="13852"/>
                  </a:lnTo>
                  <a:lnTo>
                    <a:pt x="1084574" y="62752"/>
                  </a:lnTo>
                  <a:lnTo>
                    <a:pt x="1167095" y="62752"/>
                  </a:lnTo>
                  <a:lnTo>
                    <a:pt x="1202675" y="13852"/>
                  </a:lnTo>
                  <a:lnTo>
                    <a:pt x="1276746" y="13852"/>
                  </a:lnTo>
                  <a:lnTo>
                    <a:pt x="1312316" y="62752"/>
                  </a:lnTo>
                  <a:lnTo>
                    <a:pt x="1349131" y="62752"/>
                  </a:lnTo>
                  <a:lnTo>
                    <a:pt x="1349131" y="48888"/>
                  </a:lnTo>
                  <a:lnTo>
                    <a:pt x="1319373" y="48888"/>
                  </a:lnTo>
                  <a:lnTo>
                    <a:pt x="1283793" y="0"/>
                  </a:lnTo>
                  <a:close/>
                </a:path>
              </a:pathLst>
            </a:custGeom>
            <a:solidFill>
              <a:srgbClr val="9BDF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4" name="object 304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168170" y="7217842"/>
              <a:ext cx="188140" cy="155335"/>
            </a:xfrm>
            <a:prstGeom prst="rect">
              <a:avLst/>
            </a:prstGeom>
          </p:spPr>
        </p:pic>
        <p:sp>
          <p:nvSpPr>
            <p:cNvPr id="305" name="object 305" descr=""/>
            <p:cNvSpPr/>
            <p:nvPr/>
          </p:nvSpPr>
          <p:spPr>
            <a:xfrm>
              <a:off x="8465579" y="6645319"/>
              <a:ext cx="1786255" cy="805180"/>
            </a:xfrm>
            <a:custGeom>
              <a:avLst/>
              <a:gdLst/>
              <a:ahLst/>
              <a:cxnLst/>
              <a:rect l="l" t="t" r="r" b="b"/>
              <a:pathLst>
                <a:path w="1786254" h="805179">
                  <a:moveTo>
                    <a:pt x="664908" y="538327"/>
                  </a:moveTo>
                  <a:lnTo>
                    <a:pt x="664464" y="533958"/>
                  </a:lnTo>
                  <a:lnTo>
                    <a:pt x="9194" y="0"/>
                  </a:lnTo>
                  <a:lnTo>
                    <a:pt x="4826" y="457"/>
                  </a:lnTo>
                  <a:lnTo>
                    <a:pt x="0" y="6388"/>
                  </a:lnTo>
                  <a:lnTo>
                    <a:pt x="431" y="10756"/>
                  </a:lnTo>
                  <a:lnTo>
                    <a:pt x="654024" y="543344"/>
                  </a:lnTo>
                  <a:lnTo>
                    <a:pt x="655574" y="543852"/>
                  </a:lnTo>
                  <a:lnTo>
                    <a:pt x="657110" y="543852"/>
                  </a:lnTo>
                  <a:lnTo>
                    <a:pt x="659117" y="543852"/>
                  </a:lnTo>
                  <a:lnTo>
                    <a:pt x="661123" y="542975"/>
                  </a:lnTo>
                  <a:lnTo>
                    <a:pt x="664908" y="538327"/>
                  </a:lnTo>
                  <a:close/>
                </a:path>
                <a:path w="1786254" h="805179">
                  <a:moveTo>
                    <a:pt x="1212684" y="799122"/>
                  </a:moveTo>
                  <a:lnTo>
                    <a:pt x="1212227" y="794753"/>
                  </a:lnTo>
                  <a:lnTo>
                    <a:pt x="413626" y="143979"/>
                  </a:lnTo>
                  <a:lnTo>
                    <a:pt x="409257" y="144437"/>
                  </a:lnTo>
                  <a:lnTo>
                    <a:pt x="404418" y="150368"/>
                  </a:lnTo>
                  <a:lnTo>
                    <a:pt x="404876" y="154736"/>
                  </a:lnTo>
                  <a:lnTo>
                    <a:pt x="1201788" y="804138"/>
                  </a:lnTo>
                  <a:lnTo>
                    <a:pt x="1203337" y="804633"/>
                  </a:lnTo>
                  <a:lnTo>
                    <a:pt x="1204887" y="804633"/>
                  </a:lnTo>
                  <a:lnTo>
                    <a:pt x="1206893" y="804633"/>
                  </a:lnTo>
                  <a:lnTo>
                    <a:pt x="1208887" y="803770"/>
                  </a:lnTo>
                  <a:lnTo>
                    <a:pt x="1212684" y="799122"/>
                  </a:lnTo>
                  <a:close/>
                </a:path>
                <a:path w="1786254" h="805179">
                  <a:moveTo>
                    <a:pt x="1401406" y="581736"/>
                  </a:moveTo>
                  <a:lnTo>
                    <a:pt x="1400949" y="577367"/>
                  </a:lnTo>
                  <a:lnTo>
                    <a:pt x="739089" y="38023"/>
                  </a:lnTo>
                  <a:lnTo>
                    <a:pt x="734720" y="38481"/>
                  </a:lnTo>
                  <a:lnTo>
                    <a:pt x="729881" y="44411"/>
                  </a:lnTo>
                  <a:lnTo>
                    <a:pt x="730338" y="48780"/>
                  </a:lnTo>
                  <a:lnTo>
                    <a:pt x="1390510" y="586740"/>
                  </a:lnTo>
                  <a:lnTo>
                    <a:pt x="1392059" y="587260"/>
                  </a:lnTo>
                  <a:lnTo>
                    <a:pt x="1393609" y="587260"/>
                  </a:lnTo>
                  <a:lnTo>
                    <a:pt x="1395615" y="587260"/>
                  </a:lnTo>
                  <a:lnTo>
                    <a:pt x="1397609" y="586384"/>
                  </a:lnTo>
                  <a:lnTo>
                    <a:pt x="1401406" y="581736"/>
                  </a:lnTo>
                  <a:close/>
                </a:path>
                <a:path w="1786254" h="805179">
                  <a:moveTo>
                    <a:pt x="1423949" y="785698"/>
                  </a:moveTo>
                  <a:lnTo>
                    <a:pt x="1423492" y="781329"/>
                  </a:lnTo>
                  <a:lnTo>
                    <a:pt x="930948" y="379971"/>
                  </a:lnTo>
                  <a:lnTo>
                    <a:pt x="926592" y="380403"/>
                  </a:lnTo>
                  <a:lnTo>
                    <a:pt x="921753" y="386346"/>
                  </a:lnTo>
                  <a:lnTo>
                    <a:pt x="922197" y="390715"/>
                  </a:lnTo>
                  <a:lnTo>
                    <a:pt x="1413052" y="790702"/>
                  </a:lnTo>
                  <a:lnTo>
                    <a:pt x="1414602" y="791210"/>
                  </a:lnTo>
                  <a:lnTo>
                    <a:pt x="1416138" y="791210"/>
                  </a:lnTo>
                  <a:lnTo>
                    <a:pt x="1418158" y="791210"/>
                  </a:lnTo>
                  <a:lnTo>
                    <a:pt x="1420152" y="790346"/>
                  </a:lnTo>
                  <a:lnTo>
                    <a:pt x="1423949" y="785698"/>
                  </a:lnTo>
                  <a:close/>
                </a:path>
                <a:path w="1786254" h="805179">
                  <a:moveTo>
                    <a:pt x="1786229" y="709752"/>
                  </a:moveTo>
                  <a:lnTo>
                    <a:pt x="1785797" y="705396"/>
                  </a:lnTo>
                  <a:lnTo>
                    <a:pt x="1195171" y="224091"/>
                  </a:lnTo>
                  <a:lnTo>
                    <a:pt x="1190802" y="224548"/>
                  </a:lnTo>
                  <a:lnTo>
                    <a:pt x="1185976" y="230479"/>
                  </a:lnTo>
                  <a:lnTo>
                    <a:pt x="1186408" y="234848"/>
                  </a:lnTo>
                  <a:lnTo>
                    <a:pt x="1775358" y="714768"/>
                  </a:lnTo>
                  <a:lnTo>
                    <a:pt x="1776907" y="715276"/>
                  </a:lnTo>
                  <a:lnTo>
                    <a:pt x="1778444" y="715276"/>
                  </a:lnTo>
                  <a:lnTo>
                    <a:pt x="1780451" y="715276"/>
                  </a:lnTo>
                  <a:lnTo>
                    <a:pt x="1782457" y="714400"/>
                  </a:lnTo>
                  <a:lnTo>
                    <a:pt x="1786229" y="7097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6" name="object 306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9929730" y="7281674"/>
              <a:ext cx="136864" cy="113556"/>
            </a:xfrm>
            <a:prstGeom prst="rect">
              <a:avLst/>
            </a:prstGeom>
          </p:spPr>
        </p:pic>
        <p:sp>
          <p:nvSpPr>
            <p:cNvPr id="307" name="object 307" descr=""/>
            <p:cNvSpPr/>
            <p:nvPr/>
          </p:nvSpPr>
          <p:spPr>
            <a:xfrm>
              <a:off x="10140138" y="7081965"/>
              <a:ext cx="422275" cy="346075"/>
            </a:xfrm>
            <a:custGeom>
              <a:avLst/>
              <a:gdLst/>
              <a:ahLst/>
              <a:cxnLst/>
              <a:rect l="l" t="t" r="r" b="b"/>
              <a:pathLst>
                <a:path w="422275" h="346075">
                  <a:moveTo>
                    <a:pt x="9203" y="0"/>
                  </a:moveTo>
                  <a:lnTo>
                    <a:pt x="4827" y="450"/>
                  </a:lnTo>
                  <a:lnTo>
                    <a:pt x="0" y="6376"/>
                  </a:lnTo>
                  <a:lnTo>
                    <a:pt x="439" y="10753"/>
                  </a:lnTo>
                  <a:lnTo>
                    <a:pt x="411076" y="345361"/>
                  </a:lnTo>
                  <a:lnTo>
                    <a:pt x="412626" y="345874"/>
                  </a:lnTo>
                  <a:lnTo>
                    <a:pt x="414165" y="345874"/>
                  </a:lnTo>
                  <a:lnTo>
                    <a:pt x="416175" y="345874"/>
                  </a:lnTo>
                  <a:lnTo>
                    <a:pt x="418175" y="345005"/>
                  </a:lnTo>
                  <a:lnTo>
                    <a:pt x="421955" y="340356"/>
                  </a:lnTo>
                  <a:lnTo>
                    <a:pt x="421515" y="335989"/>
                  </a:lnTo>
                  <a:lnTo>
                    <a:pt x="9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08" name="object 308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6928432" y="8730209"/>
            <a:ext cx="2433938" cy="962094"/>
          </a:xfrm>
          <a:prstGeom prst="rect">
            <a:avLst/>
          </a:prstGeom>
        </p:spPr>
      </p:pic>
      <p:sp>
        <p:nvSpPr>
          <p:cNvPr id="309" name="object 309" descr=""/>
          <p:cNvSpPr/>
          <p:nvPr/>
        </p:nvSpPr>
        <p:spPr>
          <a:xfrm>
            <a:off x="13788364" y="5161476"/>
            <a:ext cx="628650" cy="773430"/>
          </a:xfrm>
          <a:custGeom>
            <a:avLst/>
            <a:gdLst/>
            <a:ahLst/>
            <a:cxnLst/>
            <a:rect l="l" t="t" r="r" b="b"/>
            <a:pathLst>
              <a:path w="628650" h="773429">
                <a:moveTo>
                  <a:pt x="628573" y="0"/>
                </a:moveTo>
                <a:lnTo>
                  <a:pt x="0" y="0"/>
                </a:lnTo>
                <a:lnTo>
                  <a:pt x="0" y="669023"/>
                </a:lnTo>
                <a:lnTo>
                  <a:pt x="0" y="772972"/>
                </a:lnTo>
                <a:lnTo>
                  <a:pt x="628573" y="772972"/>
                </a:lnTo>
                <a:lnTo>
                  <a:pt x="628573" y="669023"/>
                </a:lnTo>
                <a:lnTo>
                  <a:pt x="628573" y="503986"/>
                </a:lnTo>
                <a:lnTo>
                  <a:pt x="628573" y="68541"/>
                </a:lnTo>
                <a:lnTo>
                  <a:pt x="628573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0" name="object 310" descr=""/>
          <p:cNvSpPr/>
          <p:nvPr/>
        </p:nvSpPr>
        <p:spPr>
          <a:xfrm>
            <a:off x="13531912" y="4895044"/>
            <a:ext cx="52705" cy="3814445"/>
          </a:xfrm>
          <a:custGeom>
            <a:avLst/>
            <a:gdLst/>
            <a:ahLst/>
            <a:cxnLst/>
            <a:rect l="l" t="t" r="r" b="b"/>
            <a:pathLst>
              <a:path w="52705" h="3814445">
                <a:moveTo>
                  <a:pt x="52605" y="0"/>
                </a:moveTo>
                <a:lnTo>
                  <a:pt x="0" y="0"/>
                </a:lnTo>
                <a:lnTo>
                  <a:pt x="0" y="3814082"/>
                </a:lnTo>
                <a:lnTo>
                  <a:pt x="52605" y="3814082"/>
                </a:lnTo>
                <a:lnTo>
                  <a:pt x="526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1" name="object 311" descr=""/>
          <p:cNvSpPr/>
          <p:nvPr/>
        </p:nvSpPr>
        <p:spPr>
          <a:xfrm>
            <a:off x="13573049" y="4898980"/>
            <a:ext cx="215900" cy="3810000"/>
          </a:xfrm>
          <a:custGeom>
            <a:avLst/>
            <a:gdLst/>
            <a:ahLst/>
            <a:cxnLst/>
            <a:rect l="l" t="t" r="r" b="b"/>
            <a:pathLst>
              <a:path w="215900" h="3810000">
                <a:moveTo>
                  <a:pt x="215315" y="0"/>
                </a:moveTo>
                <a:lnTo>
                  <a:pt x="162712" y="0"/>
                </a:lnTo>
                <a:lnTo>
                  <a:pt x="162712" y="31026"/>
                </a:lnTo>
                <a:lnTo>
                  <a:pt x="162712" y="49542"/>
                </a:lnTo>
                <a:lnTo>
                  <a:pt x="162712" y="180124"/>
                </a:lnTo>
                <a:lnTo>
                  <a:pt x="96989" y="114833"/>
                </a:lnTo>
                <a:lnTo>
                  <a:pt x="162712" y="49542"/>
                </a:lnTo>
                <a:lnTo>
                  <a:pt x="162712" y="31026"/>
                </a:lnTo>
                <a:lnTo>
                  <a:pt x="161036" y="29337"/>
                </a:lnTo>
                <a:lnTo>
                  <a:pt x="85979" y="103898"/>
                </a:lnTo>
                <a:lnTo>
                  <a:pt x="10934" y="29337"/>
                </a:lnTo>
                <a:lnTo>
                  <a:pt x="0" y="40335"/>
                </a:lnTo>
                <a:lnTo>
                  <a:pt x="74968" y="114833"/>
                </a:lnTo>
                <a:lnTo>
                  <a:pt x="2679" y="186651"/>
                </a:lnTo>
                <a:lnTo>
                  <a:pt x="13627" y="197650"/>
                </a:lnTo>
                <a:lnTo>
                  <a:pt x="85979" y="125768"/>
                </a:lnTo>
                <a:lnTo>
                  <a:pt x="158343" y="197650"/>
                </a:lnTo>
                <a:lnTo>
                  <a:pt x="162712" y="193268"/>
                </a:lnTo>
                <a:lnTo>
                  <a:pt x="162712" y="3809619"/>
                </a:lnTo>
                <a:lnTo>
                  <a:pt x="215315" y="3809619"/>
                </a:lnTo>
                <a:lnTo>
                  <a:pt x="21531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2" name="object 312" descr=""/>
          <p:cNvSpPr/>
          <p:nvPr/>
        </p:nvSpPr>
        <p:spPr>
          <a:xfrm>
            <a:off x="13571715" y="3659777"/>
            <a:ext cx="176530" cy="995044"/>
          </a:xfrm>
          <a:custGeom>
            <a:avLst/>
            <a:gdLst/>
            <a:ahLst/>
            <a:cxnLst/>
            <a:rect l="l" t="t" r="r" b="b"/>
            <a:pathLst>
              <a:path w="176530" h="995045">
                <a:moveTo>
                  <a:pt x="164172" y="294551"/>
                </a:moveTo>
                <a:lnTo>
                  <a:pt x="163131" y="280682"/>
                </a:lnTo>
                <a:lnTo>
                  <a:pt x="98310" y="216293"/>
                </a:lnTo>
                <a:lnTo>
                  <a:pt x="154051" y="160921"/>
                </a:lnTo>
                <a:lnTo>
                  <a:pt x="152476" y="140601"/>
                </a:lnTo>
                <a:lnTo>
                  <a:pt x="150964" y="120548"/>
                </a:lnTo>
                <a:lnTo>
                  <a:pt x="150812" y="120408"/>
                </a:lnTo>
                <a:lnTo>
                  <a:pt x="150812" y="142265"/>
                </a:lnTo>
                <a:lnTo>
                  <a:pt x="87299" y="205346"/>
                </a:lnTo>
                <a:lnTo>
                  <a:pt x="24066" y="142519"/>
                </a:lnTo>
                <a:lnTo>
                  <a:pt x="87591" y="79438"/>
                </a:lnTo>
                <a:lnTo>
                  <a:pt x="150812" y="142265"/>
                </a:lnTo>
                <a:lnTo>
                  <a:pt x="150812" y="120408"/>
                </a:lnTo>
                <a:lnTo>
                  <a:pt x="98564" y="68529"/>
                </a:lnTo>
                <a:lnTo>
                  <a:pt x="143598" y="23812"/>
                </a:lnTo>
                <a:lnTo>
                  <a:pt x="142087" y="3492"/>
                </a:lnTo>
                <a:lnTo>
                  <a:pt x="87591" y="57632"/>
                </a:lnTo>
                <a:lnTo>
                  <a:pt x="29565" y="0"/>
                </a:lnTo>
                <a:lnTo>
                  <a:pt x="28181" y="20396"/>
                </a:lnTo>
                <a:lnTo>
                  <a:pt x="76619" y="68529"/>
                </a:lnTo>
                <a:lnTo>
                  <a:pt x="20942" y="123837"/>
                </a:lnTo>
                <a:lnTo>
                  <a:pt x="19304" y="147243"/>
                </a:lnTo>
                <a:lnTo>
                  <a:pt x="18516" y="158813"/>
                </a:lnTo>
                <a:lnTo>
                  <a:pt x="76314" y="216255"/>
                </a:lnTo>
                <a:lnTo>
                  <a:pt x="9893" y="282244"/>
                </a:lnTo>
                <a:lnTo>
                  <a:pt x="9182" y="293230"/>
                </a:lnTo>
                <a:lnTo>
                  <a:pt x="14973" y="299085"/>
                </a:lnTo>
                <a:lnTo>
                  <a:pt x="87337" y="227203"/>
                </a:lnTo>
                <a:lnTo>
                  <a:pt x="159702" y="299085"/>
                </a:lnTo>
                <a:lnTo>
                  <a:pt x="164172" y="294551"/>
                </a:lnTo>
                <a:close/>
              </a:path>
              <a:path w="176530" h="995045">
                <a:moveTo>
                  <a:pt x="167919" y="463689"/>
                </a:moveTo>
                <a:lnTo>
                  <a:pt x="95631" y="391883"/>
                </a:lnTo>
                <a:lnTo>
                  <a:pt x="166281" y="321716"/>
                </a:lnTo>
                <a:lnTo>
                  <a:pt x="165557" y="312305"/>
                </a:lnTo>
                <a:lnTo>
                  <a:pt x="159702" y="306387"/>
                </a:lnTo>
                <a:lnTo>
                  <a:pt x="84632" y="380961"/>
                </a:lnTo>
                <a:lnTo>
                  <a:pt x="9575" y="306387"/>
                </a:lnTo>
                <a:lnTo>
                  <a:pt x="8128" y="307835"/>
                </a:lnTo>
                <a:lnTo>
                  <a:pt x="6946" y="325589"/>
                </a:lnTo>
                <a:lnTo>
                  <a:pt x="73647" y="391871"/>
                </a:lnTo>
                <a:lnTo>
                  <a:pt x="1346" y="463689"/>
                </a:lnTo>
                <a:lnTo>
                  <a:pt x="12255" y="474675"/>
                </a:lnTo>
                <a:lnTo>
                  <a:pt x="84645" y="402793"/>
                </a:lnTo>
                <a:lnTo>
                  <a:pt x="157010" y="474675"/>
                </a:lnTo>
                <a:lnTo>
                  <a:pt x="167919" y="463689"/>
                </a:lnTo>
                <a:close/>
              </a:path>
              <a:path w="176530" h="995045">
                <a:moveTo>
                  <a:pt x="171958" y="661289"/>
                </a:moveTo>
                <a:lnTo>
                  <a:pt x="161023" y="650278"/>
                </a:lnTo>
                <a:lnTo>
                  <a:pt x="85966" y="724839"/>
                </a:lnTo>
                <a:lnTo>
                  <a:pt x="10922" y="650278"/>
                </a:lnTo>
                <a:lnTo>
                  <a:pt x="0" y="661289"/>
                </a:lnTo>
                <a:lnTo>
                  <a:pt x="74955" y="735787"/>
                </a:lnTo>
                <a:lnTo>
                  <a:pt x="2679" y="807593"/>
                </a:lnTo>
                <a:lnTo>
                  <a:pt x="13601" y="818603"/>
                </a:lnTo>
                <a:lnTo>
                  <a:pt x="85966" y="746721"/>
                </a:lnTo>
                <a:lnTo>
                  <a:pt x="158330" y="818603"/>
                </a:lnTo>
                <a:lnTo>
                  <a:pt x="169278" y="807593"/>
                </a:lnTo>
                <a:lnTo>
                  <a:pt x="96977" y="735774"/>
                </a:lnTo>
                <a:lnTo>
                  <a:pt x="171958" y="661289"/>
                </a:lnTo>
                <a:close/>
              </a:path>
              <a:path w="176530" h="995045">
                <a:moveTo>
                  <a:pt x="173583" y="493471"/>
                </a:moveTo>
                <a:lnTo>
                  <a:pt x="162648" y="482460"/>
                </a:lnTo>
                <a:lnTo>
                  <a:pt x="87591" y="557022"/>
                </a:lnTo>
                <a:lnTo>
                  <a:pt x="12547" y="482460"/>
                </a:lnTo>
                <a:lnTo>
                  <a:pt x="1612" y="493471"/>
                </a:lnTo>
                <a:lnTo>
                  <a:pt x="76581" y="567956"/>
                </a:lnTo>
                <a:lnTo>
                  <a:pt x="4292" y="639775"/>
                </a:lnTo>
                <a:lnTo>
                  <a:pt x="15240" y="650786"/>
                </a:lnTo>
                <a:lnTo>
                  <a:pt x="87591" y="578904"/>
                </a:lnTo>
                <a:lnTo>
                  <a:pt x="159969" y="650786"/>
                </a:lnTo>
                <a:lnTo>
                  <a:pt x="170903" y="639775"/>
                </a:lnTo>
                <a:lnTo>
                  <a:pt x="98602" y="567969"/>
                </a:lnTo>
                <a:lnTo>
                  <a:pt x="173583" y="493471"/>
                </a:lnTo>
                <a:close/>
              </a:path>
              <a:path w="176530" h="995045">
                <a:moveTo>
                  <a:pt x="175983" y="837374"/>
                </a:moveTo>
                <a:lnTo>
                  <a:pt x="165049" y="826363"/>
                </a:lnTo>
                <a:lnTo>
                  <a:pt x="89992" y="900925"/>
                </a:lnTo>
                <a:lnTo>
                  <a:pt x="14947" y="826363"/>
                </a:lnTo>
                <a:lnTo>
                  <a:pt x="4025" y="837374"/>
                </a:lnTo>
                <a:lnTo>
                  <a:pt x="78994" y="911860"/>
                </a:lnTo>
                <a:lnTo>
                  <a:pt x="6705" y="983678"/>
                </a:lnTo>
                <a:lnTo>
                  <a:pt x="17640" y="994689"/>
                </a:lnTo>
                <a:lnTo>
                  <a:pt x="90004" y="922807"/>
                </a:lnTo>
                <a:lnTo>
                  <a:pt x="162369" y="994689"/>
                </a:lnTo>
                <a:lnTo>
                  <a:pt x="173304" y="983678"/>
                </a:lnTo>
                <a:lnTo>
                  <a:pt x="101003" y="911872"/>
                </a:lnTo>
                <a:lnTo>
                  <a:pt x="175983" y="837374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3" name="object 313" descr=""/>
          <p:cNvSpPr/>
          <p:nvPr/>
        </p:nvSpPr>
        <p:spPr>
          <a:xfrm>
            <a:off x="13573049" y="5093455"/>
            <a:ext cx="176530" cy="2921000"/>
          </a:xfrm>
          <a:custGeom>
            <a:avLst/>
            <a:gdLst/>
            <a:ahLst/>
            <a:cxnLst/>
            <a:rect l="l" t="t" r="r" b="b"/>
            <a:pathLst>
              <a:path w="176530" h="2921000">
                <a:moveTo>
                  <a:pt x="171970" y="497586"/>
                </a:moveTo>
                <a:lnTo>
                  <a:pt x="99783" y="425894"/>
                </a:lnTo>
                <a:lnTo>
                  <a:pt x="170129" y="356006"/>
                </a:lnTo>
                <a:lnTo>
                  <a:pt x="159194" y="345008"/>
                </a:lnTo>
                <a:lnTo>
                  <a:pt x="88785" y="414959"/>
                </a:lnTo>
                <a:lnTo>
                  <a:pt x="13614" y="340271"/>
                </a:lnTo>
                <a:lnTo>
                  <a:pt x="2692" y="351282"/>
                </a:lnTo>
                <a:lnTo>
                  <a:pt x="77774" y="425894"/>
                </a:lnTo>
                <a:lnTo>
                  <a:pt x="850" y="502323"/>
                </a:lnTo>
                <a:lnTo>
                  <a:pt x="11785" y="513321"/>
                </a:lnTo>
                <a:lnTo>
                  <a:pt x="88785" y="436829"/>
                </a:lnTo>
                <a:lnTo>
                  <a:pt x="161036" y="508596"/>
                </a:lnTo>
                <a:lnTo>
                  <a:pt x="171970" y="497586"/>
                </a:lnTo>
                <a:close/>
              </a:path>
              <a:path w="176530" h="2921000">
                <a:moveTo>
                  <a:pt x="172885" y="2558910"/>
                </a:moveTo>
                <a:lnTo>
                  <a:pt x="100698" y="2487206"/>
                </a:lnTo>
                <a:lnTo>
                  <a:pt x="171043" y="2417318"/>
                </a:lnTo>
                <a:lnTo>
                  <a:pt x="160121" y="2406319"/>
                </a:lnTo>
                <a:lnTo>
                  <a:pt x="89700" y="2476284"/>
                </a:lnTo>
                <a:lnTo>
                  <a:pt x="14541" y="2401595"/>
                </a:lnTo>
                <a:lnTo>
                  <a:pt x="3606" y="2412593"/>
                </a:lnTo>
                <a:lnTo>
                  <a:pt x="78701" y="2487206"/>
                </a:lnTo>
                <a:lnTo>
                  <a:pt x="1765" y="2563634"/>
                </a:lnTo>
                <a:lnTo>
                  <a:pt x="12700" y="2574633"/>
                </a:lnTo>
                <a:lnTo>
                  <a:pt x="89700" y="2498140"/>
                </a:lnTo>
                <a:lnTo>
                  <a:pt x="161950" y="2569908"/>
                </a:lnTo>
                <a:lnTo>
                  <a:pt x="172885" y="2558910"/>
                </a:lnTo>
                <a:close/>
              </a:path>
              <a:path w="176530" h="2921000">
                <a:moveTo>
                  <a:pt x="172885" y="2040839"/>
                </a:moveTo>
                <a:lnTo>
                  <a:pt x="100711" y="1969135"/>
                </a:lnTo>
                <a:lnTo>
                  <a:pt x="171043" y="1899259"/>
                </a:lnTo>
                <a:lnTo>
                  <a:pt x="160121" y="1888261"/>
                </a:lnTo>
                <a:lnTo>
                  <a:pt x="89700" y="1958213"/>
                </a:lnTo>
                <a:lnTo>
                  <a:pt x="14541" y="1883524"/>
                </a:lnTo>
                <a:lnTo>
                  <a:pt x="3606" y="1894535"/>
                </a:lnTo>
                <a:lnTo>
                  <a:pt x="78346" y="1969503"/>
                </a:lnTo>
                <a:lnTo>
                  <a:pt x="1765" y="2045576"/>
                </a:lnTo>
                <a:lnTo>
                  <a:pt x="12700" y="2056574"/>
                </a:lnTo>
                <a:lnTo>
                  <a:pt x="89293" y="1980488"/>
                </a:lnTo>
                <a:lnTo>
                  <a:pt x="165176" y="2056587"/>
                </a:lnTo>
                <a:lnTo>
                  <a:pt x="172885" y="2040839"/>
                </a:lnTo>
                <a:close/>
              </a:path>
              <a:path w="176530" h="2921000">
                <a:moveTo>
                  <a:pt x="172885" y="669544"/>
                </a:moveTo>
                <a:lnTo>
                  <a:pt x="100711" y="597839"/>
                </a:lnTo>
                <a:lnTo>
                  <a:pt x="171043" y="527964"/>
                </a:lnTo>
                <a:lnTo>
                  <a:pt x="160121" y="516953"/>
                </a:lnTo>
                <a:lnTo>
                  <a:pt x="89700" y="586917"/>
                </a:lnTo>
                <a:lnTo>
                  <a:pt x="14541" y="512229"/>
                </a:lnTo>
                <a:lnTo>
                  <a:pt x="3606" y="523240"/>
                </a:lnTo>
                <a:lnTo>
                  <a:pt x="78689" y="597852"/>
                </a:lnTo>
                <a:lnTo>
                  <a:pt x="1765" y="674268"/>
                </a:lnTo>
                <a:lnTo>
                  <a:pt x="12700" y="685279"/>
                </a:lnTo>
                <a:lnTo>
                  <a:pt x="89700" y="608787"/>
                </a:lnTo>
                <a:lnTo>
                  <a:pt x="161950" y="680554"/>
                </a:lnTo>
                <a:lnTo>
                  <a:pt x="172885" y="669544"/>
                </a:lnTo>
                <a:close/>
              </a:path>
              <a:path w="176530" h="2921000">
                <a:moveTo>
                  <a:pt x="173304" y="1382306"/>
                </a:moveTo>
                <a:lnTo>
                  <a:pt x="162382" y="1371295"/>
                </a:lnTo>
                <a:lnTo>
                  <a:pt x="87325" y="1445856"/>
                </a:lnTo>
                <a:lnTo>
                  <a:pt x="14554" y="1373568"/>
                </a:lnTo>
                <a:lnTo>
                  <a:pt x="85979" y="1302600"/>
                </a:lnTo>
                <a:lnTo>
                  <a:pt x="158343" y="1374482"/>
                </a:lnTo>
                <a:lnTo>
                  <a:pt x="169291" y="1363472"/>
                </a:lnTo>
                <a:lnTo>
                  <a:pt x="96989" y="1291666"/>
                </a:lnTo>
                <a:lnTo>
                  <a:pt x="171970" y="1217168"/>
                </a:lnTo>
                <a:lnTo>
                  <a:pt x="161036" y="1206157"/>
                </a:lnTo>
                <a:lnTo>
                  <a:pt x="85979" y="1280718"/>
                </a:lnTo>
                <a:lnTo>
                  <a:pt x="10934" y="1206157"/>
                </a:lnTo>
                <a:lnTo>
                  <a:pt x="0" y="1217168"/>
                </a:lnTo>
                <a:lnTo>
                  <a:pt x="74968" y="1291666"/>
                </a:lnTo>
                <a:lnTo>
                  <a:pt x="2679" y="1363472"/>
                </a:lnTo>
                <a:lnTo>
                  <a:pt x="11366" y="1372222"/>
                </a:lnTo>
                <a:lnTo>
                  <a:pt x="1346" y="1382306"/>
                </a:lnTo>
                <a:lnTo>
                  <a:pt x="76314" y="1456804"/>
                </a:lnTo>
                <a:lnTo>
                  <a:pt x="4025" y="1528610"/>
                </a:lnTo>
                <a:lnTo>
                  <a:pt x="14960" y="1539621"/>
                </a:lnTo>
                <a:lnTo>
                  <a:pt x="87325" y="1467739"/>
                </a:lnTo>
                <a:lnTo>
                  <a:pt x="159689" y="1539621"/>
                </a:lnTo>
                <a:lnTo>
                  <a:pt x="170624" y="1528610"/>
                </a:lnTo>
                <a:lnTo>
                  <a:pt x="98323" y="1456791"/>
                </a:lnTo>
                <a:lnTo>
                  <a:pt x="173304" y="1382306"/>
                </a:lnTo>
                <a:close/>
              </a:path>
              <a:path w="176530" h="2921000">
                <a:moveTo>
                  <a:pt x="173304" y="10998"/>
                </a:moveTo>
                <a:lnTo>
                  <a:pt x="162382" y="0"/>
                </a:lnTo>
                <a:lnTo>
                  <a:pt x="87325" y="74561"/>
                </a:lnTo>
                <a:lnTo>
                  <a:pt x="12280" y="0"/>
                </a:lnTo>
                <a:lnTo>
                  <a:pt x="1346" y="10998"/>
                </a:lnTo>
                <a:lnTo>
                  <a:pt x="76314" y="85496"/>
                </a:lnTo>
                <a:lnTo>
                  <a:pt x="4025" y="157314"/>
                </a:lnTo>
                <a:lnTo>
                  <a:pt x="14960" y="168313"/>
                </a:lnTo>
                <a:lnTo>
                  <a:pt x="87325" y="96431"/>
                </a:lnTo>
                <a:lnTo>
                  <a:pt x="159689" y="168313"/>
                </a:lnTo>
                <a:lnTo>
                  <a:pt x="170624" y="157314"/>
                </a:lnTo>
                <a:lnTo>
                  <a:pt x="98323" y="85496"/>
                </a:lnTo>
                <a:lnTo>
                  <a:pt x="173304" y="10998"/>
                </a:lnTo>
                <a:close/>
              </a:path>
              <a:path w="176530" h="2921000">
                <a:moveTo>
                  <a:pt x="174155" y="2904934"/>
                </a:moveTo>
                <a:lnTo>
                  <a:pt x="101968" y="2833243"/>
                </a:lnTo>
                <a:lnTo>
                  <a:pt x="172313" y="2763355"/>
                </a:lnTo>
                <a:lnTo>
                  <a:pt x="161378" y="2752344"/>
                </a:lnTo>
                <a:lnTo>
                  <a:pt x="90957" y="2822295"/>
                </a:lnTo>
                <a:lnTo>
                  <a:pt x="15798" y="2747619"/>
                </a:lnTo>
                <a:lnTo>
                  <a:pt x="4876" y="2758630"/>
                </a:lnTo>
                <a:lnTo>
                  <a:pt x="79603" y="2833586"/>
                </a:lnTo>
                <a:lnTo>
                  <a:pt x="3022" y="2909659"/>
                </a:lnTo>
                <a:lnTo>
                  <a:pt x="13970" y="2920669"/>
                </a:lnTo>
                <a:lnTo>
                  <a:pt x="90563" y="2844584"/>
                </a:lnTo>
                <a:lnTo>
                  <a:pt x="166433" y="2920669"/>
                </a:lnTo>
                <a:lnTo>
                  <a:pt x="174155" y="2904934"/>
                </a:lnTo>
                <a:close/>
              </a:path>
              <a:path w="176530" h="2921000">
                <a:moveTo>
                  <a:pt x="174650" y="2215159"/>
                </a:moveTo>
                <a:lnTo>
                  <a:pt x="102476" y="2143455"/>
                </a:lnTo>
                <a:lnTo>
                  <a:pt x="172808" y="2073579"/>
                </a:lnTo>
                <a:lnTo>
                  <a:pt x="161886" y="2062568"/>
                </a:lnTo>
                <a:lnTo>
                  <a:pt x="91465" y="2132533"/>
                </a:lnTo>
                <a:lnTo>
                  <a:pt x="16306" y="2057844"/>
                </a:lnTo>
                <a:lnTo>
                  <a:pt x="5372" y="2068855"/>
                </a:lnTo>
                <a:lnTo>
                  <a:pt x="80454" y="2143468"/>
                </a:lnTo>
                <a:lnTo>
                  <a:pt x="3530" y="2219883"/>
                </a:lnTo>
                <a:lnTo>
                  <a:pt x="13322" y="2229764"/>
                </a:lnTo>
                <a:lnTo>
                  <a:pt x="3606" y="2239543"/>
                </a:lnTo>
                <a:lnTo>
                  <a:pt x="78689" y="2314156"/>
                </a:lnTo>
                <a:lnTo>
                  <a:pt x="1765" y="2390571"/>
                </a:lnTo>
                <a:lnTo>
                  <a:pt x="12700" y="2401582"/>
                </a:lnTo>
                <a:lnTo>
                  <a:pt x="89700" y="2325090"/>
                </a:lnTo>
                <a:lnTo>
                  <a:pt x="161950" y="2396858"/>
                </a:lnTo>
                <a:lnTo>
                  <a:pt x="172885" y="2385847"/>
                </a:lnTo>
                <a:lnTo>
                  <a:pt x="100711" y="2314143"/>
                </a:lnTo>
                <a:lnTo>
                  <a:pt x="171043" y="2244267"/>
                </a:lnTo>
                <a:lnTo>
                  <a:pt x="160121" y="2233257"/>
                </a:lnTo>
                <a:lnTo>
                  <a:pt x="89700" y="2303221"/>
                </a:lnTo>
                <a:lnTo>
                  <a:pt x="15684" y="2229688"/>
                </a:lnTo>
                <a:lnTo>
                  <a:pt x="91465" y="2154402"/>
                </a:lnTo>
                <a:lnTo>
                  <a:pt x="163715" y="2226170"/>
                </a:lnTo>
                <a:lnTo>
                  <a:pt x="174650" y="2215159"/>
                </a:lnTo>
                <a:close/>
              </a:path>
              <a:path w="176530" h="2921000">
                <a:moveTo>
                  <a:pt x="174650" y="843864"/>
                </a:moveTo>
                <a:lnTo>
                  <a:pt x="102463" y="772160"/>
                </a:lnTo>
                <a:lnTo>
                  <a:pt x="172808" y="702271"/>
                </a:lnTo>
                <a:lnTo>
                  <a:pt x="161886" y="691273"/>
                </a:lnTo>
                <a:lnTo>
                  <a:pt x="91465" y="761238"/>
                </a:lnTo>
                <a:lnTo>
                  <a:pt x="16306" y="686549"/>
                </a:lnTo>
                <a:lnTo>
                  <a:pt x="5372" y="697547"/>
                </a:lnTo>
                <a:lnTo>
                  <a:pt x="80467" y="772160"/>
                </a:lnTo>
                <a:lnTo>
                  <a:pt x="3530" y="848588"/>
                </a:lnTo>
                <a:lnTo>
                  <a:pt x="13335" y="858456"/>
                </a:lnTo>
                <a:lnTo>
                  <a:pt x="3606" y="868235"/>
                </a:lnTo>
                <a:lnTo>
                  <a:pt x="78701" y="942848"/>
                </a:lnTo>
                <a:lnTo>
                  <a:pt x="1765" y="1019276"/>
                </a:lnTo>
                <a:lnTo>
                  <a:pt x="11264" y="1028865"/>
                </a:lnTo>
                <a:lnTo>
                  <a:pt x="3606" y="1036574"/>
                </a:lnTo>
                <a:lnTo>
                  <a:pt x="78689" y="1111186"/>
                </a:lnTo>
                <a:lnTo>
                  <a:pt x="1765" y="1187602"/>
                </a:lnTo>
                <a:lnTo>
                  <a:pt x="12700" y="1198613"/>
                </a:lnTo>
                <a:lnTo>
                  <a:pt x="89700" y="1122121"/>
                </a:lnTo>
                <a:lnTo>
                  <a:pt x="161950" y="1193888"/>
                </a:lnTo>
                <a:lnTo>
                  <a:pt x="172885" y="1182878"/>
                </a:lnTo>
                <a:lnTo>
                  <a:pt x="100711" y="1111173"/>
                </a:lnTo>
                <a:lnTo>
                  <a:pt x="171043" y="1041298"/>
                </a:lnTo>
                <a:lnTo>
                  <a:pt x="160121" y="1030287"/>
                </a:lnTo>
                <a:lnTo>
                  <a:pt x="89700" y="1100251"/>
                </a:lnTo>
                <a:lnTo>
                  <a:pt x="15989" y="1027010"/>
                </a:lnTo>
                <a:lnTo>
                  <a:pt x="89700" y="953782"/>
                </a:lnTo>
                <a:lnTo>
                  <a:pt x="161950" y="1025550"/>
                </a:lnTo>
                <a:lnTo>
                  <a:pt x="172885" y="1014552"/>
                </a:lnTo>
                <a:lnTo>
                  <a:pt x="100711" y="942848"/>
                </a:lnTo>
                <a:lnTo>
                  <a:pt x="171043" y="872972"/>
                </a:lnTo>
                <a:lnTo>
                  <a:pt x="160121" y="861961"/>
                </a:lnTo>
                <a:lnTo>
                  <a:pt x="89700" y="931926"/>
                </a:lnTo>
                <a:lnTo>
                  <a:pt x="15684" y="858380"/>
                </a:lnTo>
                <a:lnTo>
                  <a:pt x="91465" y="783094"/>
                </a:lnTo>
                <a:lnTo>
                  <a:pt x="163715" y="854862"/>
                </a:lnTo>
                <a:lnTo>
                  <a:pt x="174650" y="843864"/>
                </a:lnTo>
                <a:close/>
              </a:path>
              <a:path w="176530" h="2921000">
                <a:moveTo>
                  <a:pt x="174650" y="182956"/>
                </a:moveTo>
                <a:lnTo>
                  <a:pt x="163715" y="171945"/>
                </a:lnTo>
                <a:lnTo>
                  <a:pt x="88658" y="246507"/>
                </a:lnTo>
                <a:lnTo>
                  <a:pt x="13614" y="171945"/>
                </a:lnTo>
                <a:lnTo>
                  <a:pt x="2692" y="182956"/>
                </a:lnTo>
                <a:lnTo>
                  <a:pt x="77660" y="257441"/>
                </a:lnTo>
                <a:lnTo>
                  <a:pt x="5372" y="329260"/>
                </a:lnTo>
                <a:lnTo>
                  <a:pt x="16306" y="340271"/>
                </a:lnTo>
                <a:lnTo>
                  <a:pt x="88671" y="268389"/>
                </a:lnTo>
                <a:lnTo>
                  <a:pt x="161036" y="340271"/>
                </a:lnTo>
                <a:lnTo>
                  <a:pt x="171970" y="329260"/>
                </a:lnTo>
                <a:lnTo>
                  <a:pt x="99669" y="257454"/>
                </a:lnTo>
                <a:lnTo>
                  <a:pt x="174650" y="182956"/>
                </a:lnTo>
                <a:close/>
              </a:path>
              <a:path w="176530" h="2921000">
                <a:moveTo>
                  <a:pt x="174955" y="1871497"/>
                </a:moveTo>
                <a:lnTo>
                  <a:pt x="99885" y="1797100"/>
                </a:lnTo>
                <a:lnTo>
                  <a:pt x="170129" y="1727314"/>
                </a:lnTo>
                <a:lnTo>
                  <a:pt x="159194" y="1716303"/>
                </a:lnTo>
                <a:lnTo>
                  <a:pt x="88861" y="1786178"/>
                </a:lnTo>
                <a:lnTo>
                  <a:pt x="15519" y="1713458"/>
                </a:lnTo>
                <a:lnTo>
                  <a:pt x="88963" y="1639976"/>
                </a:lnTo>
                <a:lnTo>
                  <a:pt x="161036" y="1711566"/>
                </a:lnTo>
                <a:lnTo>
                  <a:pt x="171970" y="1700568"/>
                </a:lnTo>
                <a:lnTo>
                  <a:pt x="99923" y="1629016"/>
                </a:lnTo>
                <a:lnTo>
                  <a:pt x="174650" y="1554251"/>
                </a:lnTo>
                <a:lnTo>
                  <a:pt x="163715" y="1543240"/>
                </a:lnTo>
                <a:lnTo>
                  <a:pt x="88925" y="1618081"/>
                </a:lnTo>
                <a:lnTo>
                  <a:pt x="13614" y="1543253"/>
                </a:lnTo>
                <a:lnTo>
                  <a:pt x="2692" y="1554251"/>
                </a:lnTo>
                <a:lnTo>
                  <a:pt x="77965" y="1629041"/>
                </a:lnTo>
                <a:lnTo>
                  <a:pt x="3759" y="1703285"/>
                </a:lnTo>
                <a:lnTo>
                  <a:pt x="12801" y="1712391"/>
                </a:lnTo>
                <a:lnTo>
                  <a:pt x="2679" y="1722589"/>
                </a:lnTo>
                <a:lnTo>
                  <a:pt x="77863" y="1797113"/>
                </a:lnTo>
                <a:lnTo>
                  <a:pt x="850" y="1873618"/>
                </a:lnTo>
                <a:lnTo>
                  <a:pt x="11785" y="1884629"/>
                </a:lnTo>
                <a:lnTo>
                  <a:pt x="88874" y="1808035"/>
                </a:lnTo>
                <a:lnTo>
                  <a:pt x="164020" y="1882495"/>
                </a:lnTo>
                <a:lnTo>
                  <a:pt x="174955" y="1871497"/>
                </a:lnTo>
                <a:close/>
              </a:path>
              <a:path w="176530" h="2921000">
                <a:moveTo>
                  <a:pt x="176225" y="2735580"/>
                </a:moveTo>
                <a:lnTo>
                  <a:pt x="101155" y="2661183"/>
                </a:lnTo>
                <a:lnTo>
                  <a:pt x="171386" y="2591397"/>
                </a:lnTo>
                <a:lnTo>
                  <a:pt x="160464" y="2580398"/>
                </a:lnTo>
                <a:lnTo>
                  <a:pt x="90131" y="2650261"/>
                </a:lnTo>
                <a:lnTo>
                  <a:pt x="14884" y="2575661"/>
                </a:lnTo>
                <a:lnTo>
                  <a:pt x="3937" y="2586672"/>
                </a:lnTo>
                <a:lnTo>
                  <a:pt x="79121" y="2661208"/>
                </a:lnTo>
                <a:lnTo>
                  <a:pt x="2108" y="2737713"/>
                </a:lnTo>
                <a:lnTo>
                  <a:pt x="13055" y="2748711"/>
                </a:lnTo>
                <a:lnTo>
                  <a:pt x="90144" y="2672118"/>
                </a:lnTo>
                <a:lnTo>
                  <a:pt x="165290" y="2746591"/>
                </a:lnTo>
                <a:lnTo>
                  <a:pt x="176225" y="273558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4" name="object 314" descr=""/>
          <p:cNvSpPr/>
          <p:nvPr/>
        </p:nvSpPr>
        <p:spPr>
          <a:xfrm>
            <a:off x="13710279" y="3560332"/>
            <a:ext cx="3437254" cy="1150620"/>
          </a:xfrm>
          <a:custGeom>
            <a:avLst/>
            <a:gdLst/>
            <a:ahLst/>
            <a:cxnLst/>
            <a:rect l="l" t="t" r="r" b="b"/>
            <a:pathLst>
              <a:path w="3437255" h="1150620">
                <a:moveTo>
                  <a:pt x="9874" y="0"/>
                </a:moveTo>
                <a:lnTo>
                  <a:pt x="0" y="30198"/>
                </a:lnTo>
                <a:lnTo>
                  <a:pt x="3426995" y="1150289"/>
                </a:lnTo>
                <a:lnTo>
                  <a:pt x="3436869" y="1120091"/>
                </a:lnTo>
                <a:lnTo>
                  <a:pt x="9874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5" name="object 315" descr=""/>
          <p:cNvSpPr/>
          <p:nvPr/>
        </p:nvSpPr>
        <p:spPr>
          <a:xfrm>
            <a:off x="13574814" y="8015395"/>
            <a:ext cx="174625" cy="687070"/>
          </a:xfrm>
          <a:custGeom>
            <a:avLst/>
            <a:gdLst/>
            <a:ahLst/>
            <a:cxnLst/>
            <a:rect l="l" t="t" r="r" b="b"/>
            <a:pathLst>
              <a:path w="174625" h="687070">
                <a:moveTo>
                  <a:pt x="172389" y="501053"/>
                </a:moveTo>
                <a:lnTo>
                  <a:pt x="100203" y="429361"/>
                </a:lnTo>
                <a:lnTo>
                  <a:pt x="170548" y="359473"/>
                </a:lnTo>
                <a:lnTo>
                  <a:pt x="159613" y="348462"/>
                </a:lnTo>
                <a:lnTo>
                  <a:pt x="89192" y="418414"/>
                </a:lnTo>
                <a:lnTo>
                  <a:pt x="14033" y="343738"/>
                </a:lnTo>
                <a:lnTo>
                  <a:pt x="3111" y="354749"/>
                </a:lnTo>
                <a:lnTo>
                  <a:pt x="78181" y="429348"/>
                </a:lnTo>
                <a:lnTo>
                  <a:pt x="1257" y="505777"/>
                </a:lnTo>
                <a:lnTo>
                  <a:pt x="10845" y="515442"/>
                </a:lnTo>
                <a:lnTo>
                  <a:pt x="1841" y="524497"/>
                </a:lnTo>
                <a:lnTo>
                  <a:pt x="76936" y="599109"/>
                </a:lnTo>
                <a:lnTo>
                  <a:pt x="0" y="675538"/>
                </a:lnTo>
                <a:lnTo>
                  <a:pt x="10934" y="686536"/>
                </a:lnTo>
                <a:lnTo>
                  <a:pt x="87934" y="610044"/>
                </a:lnTo>
                <a:lnTo>
                  <a:pt x="160185" y="681812"/>
                </a:lnTo>
                <a:lnTo>
                  <a:pt x="171119" y="670814"/>
                </a:lnTo>
                <a:lnTo>
                  <a:pt x="98933" y="599109"/>
                </a:lnTo>
                <a:lnTo>
                  <a:pt x="169278" y="529221"/>
                </a:lnTo>
                <a:lnTo>
                  <a:pt x="158356" y="518223"/>
                </a:lnTo>
                <a:lnTo>
                  <a:pt x="87934" y="588187"/>
                </a:lnTo>
                <a:lnTo>
                  <a:pt x="14135" y="514870"/>
                </a:lnTo>
                <a:lnTo>
                  <a:pt x="89192" y="440296"/>
                </a:lnTo>
                <a:lnTo>
                  <a:pt x="161442" y="512064"/>
                </a:lnTo>
                <a:lnTo>
                  <a:pt x="172389" y="501053"/>
                </a:lnTo>
                <a:close/>
              </a:path>
              <a:path w="174625" h="687070">
                <a:moveTo>
                  <a:pt x="174155" y="157314"/>
                </a:moveTo>
                <a:lnTo>
                  <a:pt x="101968" y="85623"/>
                </a:lnTo>
                <a:lnTo>
                  <a:pt x="172313" y="15735"/>
                </a:lnTo>
                <a:lnTo>
                  <a:pt x="161378" y="4724"/>
                </a:lnTo>
                <a:lnTo>
                  <a:pt x="90957" y="74676"/>
                </a:lnTo>
                <a:lnTo>
                  <a:pt x="15798" y="0"/>
                </a:lnTo>
                <a:lnTo>
                  <a:pt x="4876" y="10998"/>
                </a:lnTo>
                <a:lnTo>
                  <a:pt x="79959" y="85610"/>
                </a:lnTo>
                <a:lnTo>
                  <a:pt x="3022" y="162039"/>
                </a:lnTo>
                <a:lnTo>
                  <a:pt x="12827" y="171907"/>
                </a:lnTo>
                <a:lnTo>
                  <a:pt x="3111" y="181698"/>
                </a:lnTo>
                <a:lnTo>
                  <a:pt x="78181" y="256298"/>
                </a:lnTo>
                <a:lnTo>
                  <a:pt x="1257" y="332727"/>
                </a:lnTo>
                <a:lnTo>
                  <a:pt x="12204" y="343738"/>
                </a:lnTo>
                <a:lnTo>
                  <a:pt x="89192" y="267246"/>
                </a:lnTo>
                <a:lnTo>
                  <a:pt x="161442" y="339013"/>
                </a:lnTo>
                <a:lnTo>
                  <a:pt x="172389" y="328002"/>
                </a:lnTo>
                <a:lnTo>
                  <a:pt x="100203" y="256311"/>
                </a:lnTo>
                <a:lnTo>
                  <a:pt x="170548" y="186423"/>
                </a:lnTo>
                <a:lnTo>
                  <a:pt x="159613" y="175412"/>
                </a:lnTo>
                <a:lnTo>
                  <a:pt x="89192" y="245364"/>
                </a:lnTo>
                <a:lnTo>
                  <a:pt x="15189" y="171843"/>
                </a:lnTo>
                <a:lnTo>
                  <a:pt x="90970" y="96545"/>
                </a:lnTo>
                <a:lnTo>
                  <a:pt x="163207" y="168313"/>
                </a:lnTo>
                <a:lnTo>
                  <a:pt x="174155" y="157314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6" name="object 316" descr=""/>
          <p:cNvSpPr/>
          <p:nvPr/>
        </p:nvSpPr>
        <p:spPr>
          <a:xfrm>
            <a:off x="13822081" y="4667480"/>
            <a:ext cx="3801745" cy="52705"/>
          </a:xfrm>
          <a:custGeom>
            <a:avLst/>
            <a:gdLst/>
            <a:ahLst/>
            <a:cxnLst/>
            <a:rect l="l" t="t" r="r" b="b"/>
            <a:pathLst>
              <a:path w="3801744" h="52704">
                <a:moveTo>
                  <a:pt x="3801465" y="0"/>
                </a:moveTo>
                <a:lnTo>
                  <a:pt x="0" y="0"/>
                </a:lnTo>
                <a:lnTo>
                  <a:pt x="0" y="52605"/>
                </a:lnTo>
                <a:lnTo>
                  <a:pt x="3801465" y="52605"/>
                </a:lnTo>
                <a:lnTo>
                  <a:pt x="380146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7" name="object 317" descr=""/>
          <p:cNvSpPr/>
          <p:nvPr/>
        </p:nvSpPr>
        <p:spPr>
          <a:xfrm>
            <a:off x="13822604" y="4708645"/>
            <a:ext cx="3810000" cy="215900"/>
          </a:xfrm>
          <a:custGeom>
            <a:avLst/>
            <a:gdLst/>
            <a:ahLst/>
            <a:cxnLst/>
            <a:rect l="l" t="t" r="r" b="b"/>
            <a:pathLst>
              <a:path w="3810000" h="215900">
                <a:moveTo>
                  <a:pt x="3809631" y="162712"/>
                </a:moveTo>
                <a:lnTo>
                  <a:pt x="3781755" y="162712"/>
                </a:lnTo>
                <a:lnTo>
                  <a:pt x="3760076" y="140868"/>
                </a:lnTo>
                <a:lnTo>
                  <a:pt x="3760076" y="162712"/>
                </a:lnTo>
                <a:lnTo>
                  <a:pt x="3629495" y="162712"/>
                </a:lnTo>
                <a:lnTo>
                  <a:pt x="3694785" y="97002"/>
                </a:lnTo>
                <a:lnTo>
                  <a:pt x="3760076" y="162712"/>
                </a:lnTo>
                <a:lnTo>
                  <a:pt x="3760076" y="140868"/>
                </a:lnTo>
                <a:lnTo>
                  <a:pt x="3705669" y="86042"/>
                </a:lnTo>
                <a:lnTo>
                  <a:pt x="3780294" y="10934"/>
                </a:lnTo>
                <a:lnTo>
                  <a:pt x="3769283" y="0"/>
                </a:lnTo>
                <a:lnTo>
                  <a:pt x="3694747" y="75031"/>
                </a:lnTo>
                <a:lnTo>
                  <a:pt x="3683851" y="64058"/>
                </a:lnTo>
                <a:lnTo>
                  <a:pt x="3683851" y="85991"/>
                </a:lnTo>
                <a:lnTo>
                  <a:pt x="3611969" y="158343"/>
                </a:lnTo>
                <a:lnTo>
                  <a:pt x="3616363" y="162712"/>
                </a:lnTo>
                <a:lnTo>
                  <a:pt x="3614801" y="162712"/>
                </a:lnTo>
                <a:lnTo>
                  <a:pt x="3615156" y="162369"/>
                </a:lnTo>
                <a:lnTo>
                  <a:pt x="3593617" y="140703"/>
                </a:lnTo>
                <a:lnTo>
                  <a:pt x="3593617" y="162712"/>
                </a:lnTo>
                <a:lnTo>
                  <a:pt x="3465690" y="162712"/>
                </a:lnTo>
                <a:lnTo>
                  <a:pt x="3529660" y="98336"/>
                </a:lnTo>
                <a:lnTo>
                  <a:pt x="3593617" y="162712"/>
                </a:lnTo>
                <a:lnTo>
                  <a:pt x="3593617" y="140703"/>
                </a:lnTo>
                <a:lnTo>
                  <a:pt x="3540595" y="87325"/>
                </a:lnTo>
                <a:lnTo>
                  <a:pt x="3612883" y="14554"/>
                </a:lnTo>
                <a:lnTo>
                  <a:pt x="3683851" y="85991"/>
                </a:lnTo>
                <a:lnTo>
                  <a:pt x="3683851" y="64058"/>
                </a:lnTo>
                <a:lnTo>
                  <a:pt x="3622979" y="2679"/>
                </a:lnTo>
                <a:lnTo>
                  <a:pt x="3614242" y="11366"/>
                </a:lnTo>
                <a:lnTo>
                  <a:pt x="3604145" y="1346"/>
                </a:lnTo>
                <a:lnTo>
                  <a:pt x="3529647" y="76314"/>
                </a:lnTo>
                <a:lnTo>
                  <a:pt x="3457841" y="4025"/>
                </a:lnTo>
                <a:lnTo>
                  <a:pt x="3446830" y="14947"/>
                </a:lnTo>
                <a:lnTo>
                  <a:pt x="3518712" y="87325"/>
                </a:lnTo>
                <a:lnTo>
                  <a:pt x="3446830" y="159677"/>
                </a:lnTo>
                <a:lnTo>
                  <a:pt x="3449878" y="162712"/>
                </a:lnTo>
                <a:lnTo>
                  <a:pt x="3442195" y="162712"/>
                </a:lnTo>
                <a:lnTo>
                  <a:pt x="3420338" y="140716"/>
                </a:lnTo>
                <a:lnTo>
                  <a:pt x="3420338" y="162712"/>
                </a:lnTo>
                <a:lnTo>
                  <a:pt x="3295078" y="162712"/>
                </a:lnTo>
                <a:lnTo>
                  <a:pt x="3357702" y="99682"/>
                </a:lnTo>
                <a:lnTo>
                  <a:pt x="3420338" y="162712"/>
                </a:lnTo>
                <a:lnTo>
                  <a:pt x="3420338" y="140716"/>
                </a:lnTo>
                <a:lnTo>
                  <a:pt x="3368637" y="88671"/>
                </a:lnTo>
                <a:lnTo>
                  <a:pt x="3443198" y="13614"/>
                </a:lnTo>
                <a:lnTo>
                  <a:pt x="3432200" y="2679"/>
                </a:lnTo>
                <a:lnTo>
                  <a:pt x="3357702" y="77673"/>
                </a:lnTo>
                <a:lnTo>
                  <a:pt x="3285883" y="5359"/>
                </a:lnTo>
                <a:lnTo>
                  <a:pt x="3274872" y="16306"/>
                </a:lnTo>
                <a:lnTo>
                  <a:pt x="3346767" y="88671"/>
                </a:lnTo>
                <a:lnTo>
                  <a:pt x="3274872" y="161036"/>
                </a:lnTo>
                <a:lnTo>
                  <a:pt x="3276549" y="162712"/>
                </a:lnTo>
                <a:lnTo>
                  <a:pt x="3266605" y="162712"/>
                </a:lnTo>
                <a:lnTo>
                  <a:pt x="3270148" y="159194"/>
                </a:lnTo>
                <a:lnTo>
                  <a:pt x="3251758" y="140690"/>
                </a:lnTo>
                <a:lnTo>
                  <a:pt x="3251758" y="162712"/>
                </a:lnTo>
                <a:lnTo>
                  <a:pt x="3126752" y="162712"/>
                </a:lnTo>
                <a:lnTo>
                  <a:pt x="3189249" y="99796"/>
                </a:lnTo>
                <a:lnTo>
                  <a:pt x="3251758" y="162712"/>
                </a:lnTo>
                <a:lnTo>
                  <a:pt x="3251758" y="140690"/>
                </a:lnTo>
                <a:lnTo>
                  <a:pt x="3200196" y="88785"/>
                </a:lnTo>
                <a:lnTo>
                  <a:pt x="3274872" y="13614"/>
                </a:lnTo>
                <a:lnTo>
                  <a:pt x="3263874" y="2679"/>
                </a:lnTo>
                <a:lnTo>
                  <a:pt x="3189262" y="77787"/>
                </a:lnTo>
                <a:lnTo>
                  <a:pt x="3112833" y="838"/>
                </a:lnTo>
                <a:lnTo>
                  <a:pt x="3101822" y="11772"/>
                </a:lnTo>
                <a:lnTo>
                  <a:pt x="3178327" y="88798"/>
                </a:lnTo>
                <a:lnTo>
                  <a:pt x="3106559" y="161036"/>
                </a:lnTo>
                <a:lnTo>
                  <a:pt x="3108236" y="162712"/>
                </a:lnTo>
                <a:lnTo>
                  <a:pt x="3095561" y="162712"/>
                </a:lnTo>
                <a:lnTo>
                  <a:pt x="3098190" y="160108"/>
                </a:lnTo>
                <a:lnTo>
                  <a:pt x="3078911" y="140716"/>
                </a:lnTo>
                <a:lnTo>
                  <a:pt x="3078911" y="162712"/>
                </a:lnTo>
                <a:lnTo>
                  <a:pt x="2955709" y="162712"/>
                </a:lnTo>
                <a:lnTo>
                  <a:pt x="3017316" y="100711"/>
                </a:lnTo>
                <a:lnTo>
                  <a:pt x="3078911" y="162712"/>
                </a:lnTo>
                <a:lnTo>
                  <a:pt x="3078911" y="140716"/>
                </a:lnTo>
                <a:lnTo>
                  <a:pt x="3028238" y="89712"/>
                </a:lnTo>
                <a:lnTo>
                  <a:pt x="3102927" y="14541"/>
                </a:lnTo>
                <a:lnTo>
                  <a:pt x="3091916" y="3606"/>
                </a:lnTo>
                <a:lnTo>
                  <a:pt x="3017304" y="78701"/>
                </a:lnTo>
                <a:lnTo>
                  <a:pt x="2940875" y="1765"/>
                </a:lnTo>
                <a:lnTo>
                  <a:pt x="2929877" y="12687"/>
                </a:lnTo>
                <a:lnTo>
                  <a:pt x="3006382" y="89712"/>
                </a:lnTo>
                <a:lnTo>
                  <a:pt x="2934601" y="161950"/>
                </a:lnTo>
                <a:lnTo>
                  <a:pt x="2935363" y="162712"/>
                </a:lnTo>
                <a:lnTo>
                  <a:pt x="2923032" y="162712"/>
                </a:lnTo>
                <a:lnTo>
                  <a:pt x="2923883" y="161874"/>
                </a:lnTo>
                <a:lnTo>
                  <a:pt x="2902839" y="140703"/>
                </a:lnTo>
                <a:lnTo>
                  <a:pt x="2902839" y="162712"/>
                </a:lnTo>
                <a:lnTo>
                  <a:pt x="2783141" y="162712"/>
                </a:lnTo>
                <a:lnTo>
                  <a:pt x="2842984" y="102476"/>
                </a:lnTo>
                <a:lnTo>
                  <a:pt x="2902839" y="162712"/>
                </a:lnTo>
                <a:lnTo>
                  <a:pt x="2902839" y="140703"/>
                </a:lnTo>
                <a:lnTo>
                  <a:pt x="2853918" y="91465"/>
                </a:lnTo>
                <a:lnTo>
                  <a:pt x="2928607" y="16294"/>
                </a:lnTo>
                <a:lnTo>
                  <a:pt x="2917596" y="5372"/>
                </a:lnTo>
                <a:lnTo>
                  <a:pt x="2842996" y="80467"/>
                </a:lnTo>
                <a:lnTo>
                  <a:pt x="2832049" y="69456"/>
                </a:lnTo>
                <a:lnTo>
                  <a:pt x="2832049" y="91478"/>
                </a:lnTo>
                <a:lnTo>
                  <a:pt x="2761272" y="162712"/>
                </a:lnTo>
                <a:lnTo>
                  <a:pt x="2750553" y="162712"/>
                </a:lnTo>
                <a:lnTo>
                  <a:pt x="2753182" y="160108"/>
                </a:lnTo>
                <a:lnTo>
                  <a:pt x="2733903" y="140716"/>
                </a:lnTo>
                <a:lnTo>
                  <a:pt x="2733903" y="162712"/>
                </a:lnTo>
                <a:lnTo>
                  <a:pt x="2610701" y="162712"/>
                </a:lnTo>
                <a:lnTo>
                  <a:pt x="2672308" y="100711"/>
                </a:lnTo>
                <a:lnTo>
                  <a:pt x="2733903" y="162712"/>
                </a:lnTo>
                <a:lnTo>
                  <a:pt x="2733903" y="140716"/>
                </a:lnTo>
                <a:lnTo>
                  <a:pt x="2683230" y="89712"/>
                </a:lnTo>
                <a:lnTo>
                  <a:pt x="2756763" y="15697"/>
                </a:lnTo>
                <a:lnTo>
                  <a:pt x="2832049" y="91478"/>
                </a:lnTo>
                <a:lnTo>
                  <a:pt x="2832049" y="69456"/>
                </a:lnTo>
                <a:lnTo>
                  <a:pt x="2766568" y="3530"/>
                </a:lnTo>
                <a:lnTo>
                  <a:pt x="2756687" y="13335"/>
                </a:lnTo>
                <a:lnTo>
                  <a:pt x="2746908" y="3606"/>
                </a:lnTo>
                <a:lnTo>
                  <a:pt x="2672296" y="78701"/>
                </a:lnTo>
                <a:lnTo>
                  <a:pt x="2661374" y="67716"/>
                </a:lnTo>
                <a:lnTo>
                  <a:pt x="2661374" y="89712"/>
                </a:lnTo>
                <a:lnTo>
                  <a:pt x="2589593" y="161950"/>
                </a:lnTo>
                <a:lnTo>
                  <a:pt x="2590355" y="162712"/>
                </a:lnTo>
                <a:lnTo>
                  <a:pt x="2582227" y="162712"/>
                </a:lnTo>
                <a:lnTo>
                  <a:pt x="2584856" y="160108"/>
                </a:lnTo>
                <a:lnTo>
                  <a:pt x="2565577" y="140716"/>
                </a:lnTo>
                <a:lnTo>
                  <a:pt x="2565577" y="162712"/>
                </a:lnTo>
                <a:lnTo>
                  <a:pt x="2442375" y="162712"/>
                </a:lnTo>
                <a:lnTo>
                  <a:pt x="2503982" y="100711"/>
                </a:lnTo>
                <a:lnTo>
                  <a:pt x="2565577" y="162712"/>
                </a:lnTo>
                <a:lnTo>
                  <a:pt x="2565577" y="140716"/>
                </a:lnTo>
                <a:lnTo>
                  <a:pt x="2514904" y="89712"/>
                </a:lnTo>
                <a:lnTo>
                  <a:pt x="2588145" y="16002"/>
                </a:lnTo>
                <a:lnTo>
                  <a:pt x="2661374" y="89712"/>
                </a:lnTo>
                <a:lnTo>
                  <a:pt x="2661374" y="67716"/>
                </a:lnTo>
                <a:lnTo>
                  <a:pt x="2595867" y="1765"/>
                </a:lnTo>
                <a:lnTo>
                  <a:pt x="2586291" y="11277"/>
                </a:lnTo>
                <a:lnTo>
                  <a:pt x="2578582" y="3606"/>
                </a:lnTo>
                <a:lnTo>
                  <a:pt x="2503970" y="78701"/>
                </a:lnTo>
                <a:lnTo>
                  <a:pt x="2427541" y="1765"/>
                </a:lnTo>
                <a:lnTo>
                  <a:pt x="2416543" y="12687"/>
                </a:lnTo>
                <a:lnTo>
                  <a:pt x="2493048" y="89712"/>
                </a:lnTo>
                <a:lnTo>
                  <a:pt x="2421267" y="161950"/>
                </a:lnTo>
                <a:lnTo>
                  <a:pt x="2422029" y="162712"/>
                </a:lnTo>
                <a:lnTo>
                  <a:pt x="2407310" y="162712"/>
                </a:lnTo>
                <a:lnTo>
                  <a:pt x="2408999" y="161036"/>
                </a:lnTo>
                <a:lnTo>
                  <a:pt x="2388781" y="140690"/>
                </a:lnTo>
                <a:lnTo>
                  <a:pt x="2388781" y="162712"/>
                </a:lnTo>
                <a:lnTo>
                  <a:pt x="2258199" y="162712"/>
                </a:lnTo>
                <a:lnTo>
                  <a:pt x="2323490" y="97002"/>
                </a:lnTo>
                <a:lnTo>
                  <a:pt x="2388781" y="162712"/>
                </a:lnTo>
                <a:lnTo>
                  <a:pt x="2388781" y="140690"/>
                </a:lnTo>
                <a:lnTo>
                  <a:pt x="2334437" y="85991"/>
                </a:lnTo>
                <a:lnTo>
                  <a:pt x="2408999" y="10934"/>
                </a:lnTo>
                <a:lnTo>
                  <a:pt x="2397988" y="0"/>
                </a:lnTo>
                <a:lnTo>
                  <a:pt x="2323490" y="74980"/>
                </a:lnTo>
                <a:lnTo>
                  <a:pt x="2312555" y="63982"/>
                </a:lnTo>
                <a:lnTo>
                  <a:pt x="2312555" y="85991"/>
                </a:lnTo>
                <a:lnTo>
                  <a:pt x="2240673" y="158343"/>
                </a:lnTo>
                <a:lnTo>
                  <a:pt x="2245068" y="162712"/>
                </a:lnTo>
                <a:lnTo>
                  <a:pt x="2243493" y="162712"/>
                </a:lnTo>
                <a:lnTo>
                  <a:pt x="2243848" y="162369"/>
                </a:lnTo>
                <a:lnTo>
                  <a:pt x="2222322" y="140716"/>
                </a:lnTo>
                <a:lnTo>
                  <a:pt x="2222322" y="162712"/>
                </a:lnTo>
                <a:lnTo>
                  <a:pt x="2094382" y="162712"/>
                </a:lnTo>
                <a:lnTo>
                  <a:pt x="2158352" y="98336"/>
                </a:lnTo>
                <a:lnTo>
                  <a:pt x="2222322" y="162712"/>
                </a:lnTo>
                <a:lnTo>
                  <a:pt x="2222322" y="140716"/>
                </a:lnTo>
                <a:lnTo>
                  <a:pt x="2169287" y="87325"/>
                </a:lnTo>
                <a:lnTo>
                  <a:pt x="2241575" y="14554"/>
                </a:lnTo>
                <a:lnTo>
                  <a:pt x="2312555" y="85991"/>
                </a:lnTo>
                <a:lnTo>
                  <a:pt x="2312555" y="63982"/>
                </a:lnTo>
                <a:lnTo>
                  <a:pt x="2251684" y="2679"/>
                </a:lnTo>
                <a:lnTo>
                  <a:pt x="2242934" y="11379"/>
                </a:lnTo>
                <a:lnTo>
                  <a:pt x="2232850" y="1346"/>
                </a:lnTo>
                <a:lnTo>
                  <a:pt x="2158352" y="76327"/>
                </a:lnTo>
                <a:lnTo>
                  <a:pt x="2086533" y="4025"/>
                </a:lnTo>
                <a:lnTo>
                  <a:pt x="2075535" y="14947"/>
                </a:lnTo>
                <a:lnTo>
                  <a:pt x="2147417" y="87325"/>
                </a:lnTo>
                <a:lnTo>
                  <a:pt x="2075535" y="159677"/>
                </a:lnTo>
                <a:lnTo>
                  <a:pt x="2078583" y="162712"/>
                </a:lnTo>
                <a:lnTo>
                  <a:pt x="2070887" y="162712"/>
                </a:lnTo>
                <a:lnTo>
                  <a:pt x="2048954" y="140792"/>
                </a:lnTo>
                <a:lnTo>
                  <a:pt x="2048954" y="162712"/>
                </a:lnTo>
                <a:lnTo>
                  <a:pt x="1923783" y="162712"/>
                </a:lnTo>
                <a:lnTo>
                  <a:pt x="1986140" y="99949"/>
                </a:lnTo>
                <a:lnTo>
                  <a:pt x="2048954" y="162712"/>
                </a:lnTo>
                <a:lnTo>
                  <a:pt x="2048954" y="140792"/>
                </a:lnTo>
                <a:lnTo>
                  <a:pt x="1997075" y="88938"/>
                </a:lnTo>
                <a:lnTo>
                  <a:pt x="2071903" y="13614"/>
                </a:lnTo>
                <a:lnTo>
                  <a:pt x="2060892" y="2679"/>
                </a:lnTo>
                <a:lnTo>
                  <a:pt x="1986102" y="77965"/>
                </a:lnTo>
                <a:lnTo>
                  <a:pt x="1911870" y="3759"/>
                </a:lnTo>
                <a:lnTo>
                  <a:pt x="1900859" y="14693"/>
                </a:lnTo>
                <a:lnTo>
                  <a:pt x="1975167" y="88976"/>
                </a:lnTo>
                <a:lnTo>
                  <a:pt x="1903577" y="161036"/>
                </a:lnTo>
                <a:lnTo>
                  <a:pt x="1905254" y="162712"/>
                </a:lnTo>
                <a:lnTo>
                  <a:pt x="0" y="162712"/>
                </a:lnTo>
                <a:lnTo>
                  <a:pt x="0" y="215315"/>
                </a:lnTo>
                <a:lnTo>
                  <a:pt x="3809631" y="215315"/>
                </a:lnTo>
                <a:lnTo>
                  <a:pt x="3809631" y="162712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8" name="object 318" descr=""/>
          <p:cNvSpPr/>
          <p:nvPr/>
        </p:nvSpPr>
        <p:spPr>
          <a:xfrm>
            <a:off x="12336062" y="3564373"/>
            <a:ext cx="1278890" cy="1336040"/>
          </a:xfrm>
          <a:custGeom>
            <a:avLst/>
            <a:gdLst/>
            <a:ahLst/>
            <a:cxnLst/>
            <a:rect l="l" t="t" r="r" b="b"/>
            <a:pathLst>
              <a:path w="1278890" h="1336039">
                <a:moveTo>
                  <a:pt x="1255940" y="0"/>
                </a:moveTo>
                <a:lnTo>
                  <a:pt x="0" y="1313624"/>
                </a:lnTo>
                <a:lnTo>
                  <a:pt x="22816" y="1335728"/>
                </a:lnTo>
                <a:lnTo>
                  <a:pt x="1278777" y="22104"/>
                </a:lnTo>
                <a:lnTo>
                  <a:pt x="1255940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9" name="object 319" descr=""/>
          <p:cNvSpPr/>
          <p:nvPr/>
        </p:nvSpPr>
        <p:spPr>
          <a:xfrm>
            <a:off x="13822604" y="4667979"/>
            <a:ext cx="1907539" cy="256540"/>
          </a:xfrm>
          <a:custGeom>
            <a:avLst/>
            <a:gdLst/>
            <a:ahLst/>
            <a:cxnLst/>
            <a:rect l="l" t="t" r="r" b="b"/>
            <a:pathLst>
              <a:path w="1907540" h="256539">
                <a:moveTo>
                  <a:pt x="1907019" y="0"/>
                </a:moveTo>
                <a:lnTo>
                  <a:pt x="1891499" y="0"/>
                </a:lnTo>
                <a:lnTo>
                  <a:pt x="1891499" y="44424"/>
                </a:lnTo>
                <a:lnTo>
                  <a:pt x="1891499" y="66471"/>
                </a:lnTo>
                <a:lnTo>
                  <a:pt x="1891499" y="192468"/>
                </a:lnTo>
                <a:lnTo>
                  <a:pt x="1828977" y="129540"/>
                </a:lnTo>
                <a:lnTo>
                  <a:pt x="1891499" y="66471"/>
                </a:lnTo>
                <a:lnTo>
                  <a:pt x="1891499" y="44424"/>
                </a:lnTo>
                <a:lnTo>
                  <a:pt x="1818043" y="118529"/>
                </a:lnTo>
                <a:lnTo>
                  <a:pt x="1807121" y="107543"/>
                </a:lnTo>
                <a:lnTo>
                  <a:pt x="1807121" y="129552"/>
                </a:lnTo>
                <a:lnTo>
                  <a:pt x="1735061" y="202260"/>
                </a:lnTo>
                <a:lnTo>
                  <a:pt x="1735061" y="57010"/>
                </a:lnTo>
                <a:lnTo>
                  <a:pt x="1807121" y="129552"/>
                </a:lnTo>
                <a:lnTo>
                  <a:pt x="1807121" y="107543"/>
                </a:lnTo>
                <a:lnTo>
                  <a:pt x="1741538" y="41503"/>
                </a:lnTo>
                <a:lnTo>
                  <a:pt x="1735061" y="47942"/>
                </a:lnTo>
                <a:lnTo>
                  <a:pt x="1735061" y="0"/>
                </a:lnTo>
                <a:lnTo>
                  <a:pt x="1719541" y="0"/>
                </a:lnTo>
                <a:lnTo>
                  <a:pt x="1719541" y="45351"/>
                </a:lnTo>
                <a:lnTo>
                  <a:pt x="1719541" y="67373"/>
                </a:lnTo>
                <a:lnTo>
                  <a:pt x="1719541" y="193382"/>
                </a:lnTo>
                <a:lnTo>
                  <a:pt x="1656943" y="130378"/>
                </a:lnTo>
                <a:lnTo>
                  <a:pt x="1719541" y="67373"/>
                </a:lnTo>
                <a:lnTo>
                  <a:pt x="1719541" y="45351"/>
                </a:lnTo>
                <a:lnTo>
                  <a:pt x="1645653" y="119011"/>
                </a:lnTo>
                <a:lnTo>
                  <a:pt x="1634667" y="107962"/>
                </a:lnTo>
                <a:lnTo>
                  <a:pt x="1634667" y="129959"/>
                </a:lnTo>
                <a:lnTo>
                  <a:pt x="1563103" y="201320"/>
                </a:lnTo>
                <a:lnTo>
                  <a:pt x="1563103" y="57924"/>
                </a:lnTo>
                <a:lnTo>
                  <a:pt x="1634667" y="129959"/>
                </a:lnTo>
                <a:lnTo>
                  <a:pt x="1634667" y="107962"/>
                </a:lnTo>
                <a:lnTo>
                  <a:pt x="1569580" y="42430"/>
                </a:lnTo>
                <a:lnTo>
                  <a:pt x="1563103" y="48856"/>
                </a:lnTo>
                <a:lnTo>
                  <a:pt x="1563103" y="0"/>
                </a:lnTo>
                <a:lnTo>
                  <a:pt x="1547583" y="0"/>
                </a:lnTo>
                <a:lnTo>
                  <a:pt x="1547583" y="47320"/>
                </a:lnTo>
                <a:lnTo>
                  <a:pt x="1547583" y="66738"/>
                </a:lnTo>
                <a:lnTo>
                  <a:pt x="1547583" y="197523"/>
                </a:lnTo>
                <a:lnTo>
                  <a:pt x="1482610" y="132130"/>
                </a:lnTo>
                <a:lnTo>
                  <a:pt x="1547583" y="66738"/>
                </a:lnTo>
                <a:lnTo>
                  <a:pt x="1547583" y="47320"/>
                </a:lnTo>
                <a:lnTo>
                  <a:pt x="1546301" y="46037"/>
                </a:lnTo>
                <a:lnTo>
                  <a:pt x="1471688" y="121132"/>
                </a:lnTo>
                <a:lnTo>
                  <a:pt x="1460754" y="110134"/>
                </a:lnTo>
                <a:lnTo>
                  <a:pt x="1460754" y="132143"/>
                </a:lnTo>
                <a:lnTo>
                  <a:pt x="1391145" y="202209"/>
                </a:lnTo>
                <a:lnTo>
                  <a:pt x="1391145" y="62077"/>
                </a:lnTo>
                <a:lnTo>
                  <a:pt x="1460754" y="132143"/>
                </a:lnTo>
                <a:lnTo>
                  <a:pt x="1460754" y="110134"/>
                </a:lnTo>
                <a:lnTo>
                  <a:pt x="1395260" y="44196"/>
                </a:lnTo>
                <a:lnTo>
                  <a:pt x="1391145" y="48298"/>
                </a:lnTo>
                <a:lnTo>
                  <a:pt x="1391145" y="0"/>
                </a:lnTo>
                <a:lnTo>
                  <a:pt x="1375625" y="0"/>
                </a:lnTo>
                <a:lnTo>
                  <a:pt x="1375625" y="44284"/>
                </a:lnTo>
                <a:lnTo>
                  <a:pt x="1375625" y="66281"/>
                </a:lnTo>
                <a:lnTo>
                  <a:pt x="1375625" y="194475"/>
                </a:lnTo>
                <a:lnTo>
                  <a:pt x="1311935" y="130378"/>
                </a:lnTo>
                <a:lnTo>
                  <a:pt x="1375625" y="66281"/>
                </a:lnTo>
                <a:lnTo>
                  <a:pt x="1375625" y="44284"/>
                </a:lnTo>
                <a:lnTo>
                  <a:pt x="1301000" y="119367"/>
                </a:lnTo>
                <a:lnTo>
                  <a:pt x="1290078" y="108381"/>
                </a:lnTo>
                <a:lnTo>
                  <a:pt x="1290078" y="130365"/>
                </a:lnTo>
                <a:lnTo>
                  <a:pt x="1219200" y="201714"/>
                </a:lnTo>
                <a:lnTo>
                  <a:pt x="1219200" y="59016"/>
                </a:lnTo>
                <a:lnTo>
                  <a:pt x="1290078" y="130365"/>
                </a:lnTo>
                <a:lnTo>
                  <a:pt x="1290078" y="108381"/>
                </a:lnTo>
                <a:lnTo>
                  <a:pt x="1224572" y="42430"/>
                </a:lnTo>
                <a:lnTo>
                  <a:pt x="1219200" y="47777"/>
                </a:lnTo>
                <a:lnTo>
                  <a:pt x="1219200" y="0"/>
                </a:lnTo>
                <a:lnTo>
                  <a:pt x="1203680" y="0"/>
                </a:lnTo>
                <a:lnTo>
                  <a:pt x="1203680" y="45402"/>
                </a:lnTo>
                <a:lnTo>
                  <a:pt x="1203680" y="65163"/>
                </a:lnTo>
                <a:lnTo>
                  <a:pt x="1203680" y="195592"/>
                </a:lnTo>
                <a:lnTo>
                  <a:pt x="1138885" y="130378"/>
                </a:lnTo>
                <a:lnTo>
                  <a:pt x="1203680" y="65163"/>
                </a:lnTo>
                <a:lnTo>
                  <a:pt x="1203680" y="45402"/>
                </a:lnTo>
                <a:lnTo>
                  <a:pt x="1202550" y="44272"/>
                </a:lnTo>
                <a:lnTo>
                  <a:pt x="1127950" y="119367"/>
                </a:lnTo>
                <a:lnTo>
                  <a:pt x="1117015" y="108369"/>
                </a:lnTo>
                <a:lnTo>
                  <a:pt x="1117015" y="130378"/>
                </a:lnTo>
                <a:lnTo>
                  <a:pt x="1047254" y="200596"/>
                </a:lnTo>
                <a:lnTo>
                  <a:pt x="1047254" y="60147"/>
                </a:lnTo>
                <a:lnTo>
                  <a:pt x="1117015" y="130378"/>
                </a:lnTo>
                <a:lnTo>
                  <a:pt x="1117015" y="108369"/>
                </a:lnTo>
                <a:lnTo>
                  <a:pt x="1051521" y="42430"/>
                </a:lnTo>
                <a:lnTo>
                  <a:pt x="1047254" y="46672"/>
                </a:lnTo>
                <a:lnTo>
                  <a:pt x="1047254" y="0"/>
                </a:lnTo>
                <a:lnTo>
                  <a:pt x="1031735" y="0"/>
                </a:lnTo>
                <a:lnTo>
                  <a:pt x="1031735" y="47853"/>
                </a:lnTo>
                <a:lnTo>
                  <a:pt x="1031735" y="63385"/>
                </a:lnTo>
                <a:lnTo>
                  <a:pt x="1031735" y="198081"/>
                </a:lnTo>
                <a:lnTo>
                  <a:pt x="964895" y="130810"/>
                </a:lnTo>
                <a:lnTo>
                  <a:pt x="1031735" y="63385"/>
                </a:lnTo>
                <a:lnTo>
                  <a:pt x="1031735" y="47853"/>
                </a:lnTo>
                <a:lnTo>
                  <a:pt x="1028471" y="44602"/>
                </a:lnTo>
                <a:lnTo>
                  <a:pt x="953947" y="119799"/>
                </a:lnTo>
                <a:lnTo>
                  <a:pt x="943025" y="108813"/>
                </a:lnTo>
                <a:lnTo>
                  <a:pt x="943025" y="130810"/>
                </a:lnTo>
                <a:lnTo>
                  <a:pt x="875284" y="199174"/>
                </a:lnTo>
                <a:lnTo>
                  <a:pt x="875284" y="62623"/>
                </a:lnTo>
                <a:lnTo>
                  <a:pt x="943025" y="130810"/>
                </a:lnTo>
                <a:lnTo>
                  <a:pt x="943025" y="108813"/>
                </a:lnTo>
                <a:lnTo>
                  <a:pt x="877443" y="42773"/>
                </a:lnTo>
                <a:lnTo>
                  <a:pt x="875284" y="44919"/>
                </a:lnTo>
                <a:lnTo>
                  <a:pt x="875284" y="0"/>
                </a:lnTo>
                <a:lnTo>
                  <a:pt x="859764" y="0"/>
                </a:lnTo>
                <a:lnTo>
                  <a:pt x="859764" y="48755"/>
                </a:lnTo>
                <a:lnTo>
                  <a:pt x="859764" y="64287"/>
                </a:lnTo>
                <a:lnTo>
                  <a:pt x="859764" y="198996"/>
                </a:lnTo>
                <a:lnTo>
                  <a:pt x="792848" y="131635"/>
                </a:lnTo>
                <a:lnTo>
                  <a:pt x="859764" y="64287"/>
                </a:lnTo>
                <a:lnTo>
                  <a:pt x="859764" y="48755"/>
                </a:lnTo>
                <a:lnTo>
                  <a:pt x="856526" y="45529"/>
                </a:lnTo>
                <a:lnTo>
                  <a:pt x="781558" y="120281"/>
                </a:lnTo>
                <a:lnTo>
                  <a:pt x="770572" y="109232"/>
                </a:lnTo>
                <a:lnTo>
                  <a:pt x="770572" y="131229"/>
                </a:lnTo>
                <a:lnTo>
                  <a:pt x="703338" y="198272"/>
                </a:lnTo>
                <a:lnTo>
                  <a:pt x="703338" y="63550"/>
                </a:lnTo>
                <a:lnTo>
                  <a:pt x="770572" y="131229"/>
                </a:lnTo>
                <a:lnTo>
                  <a:pt x="770572" y="109232"/>
                </a:lnTo>
                <a:lnTo>
                  <a:pt x="705485" y="43688"/>
                </a:lnTo>
                <a:lnTo>
                  <a:pt x="703338" y="45834"/>
                </a:lnTo>
                <a:lnTo>
                  <a:pt x="703338" y="0"/>
                </a:lnTo>
                <a:lnTo>
                  <a:pt x="687819" y="0"/>
                </a:lnTo>
                <a:lnTo>
                  <a:pt x="687819" y="52870"/>
                </a:lnTo>
                <a:lnTo>
                  <a:pt x="687819" y="63665"/>
                </a:lnTo>
                <a:lnTo>
                  <a:pt x="687819" y="203136"/>
                </a:lnTo>
                <a:lnTo>
                  <a:pt x="618540" y="133400"/>
                </a:lnTo>
                <a:lnTo>
                  <a:pt x="687819" y="63665"/>
                </a:lnTo>
                <a:lnTo>
                  <a:pt x="687819" y="52870"/>
                </a:lnTo>
                <a:lnTo>
                  <a:pt x="682205" y="47294"/>
                </a:lnTo>
                <a:lnTo>
                  <a:pt x="607593" y="122389"/>
                </a:lnTo>
                <a:lnTo>
                  <a:pt x="596658" y="111391"/>
                </a:lnTo>
                <a:lnTo>
                  <a:pt x="596658" y="133400"/>
                </a:lnTo>
                <a:lnTo>
                  <a:pt x="531380" y="199110"/>
                </a:lnTo>
                <a:lnTo>
                  <a:pt x="531380" y="67716"/>
                </a:lnTo>
                <a:lnTo>
                  <a:pt x="596658" y="133400"/>
                </a:lnTo>
                <a:lnTo>
                  <a:pt x="596658" y="111391"/>
                </a:lnTo>
                <a:lnTo>
                  <a:pt x="531380" y="45669"/>
                </a:lnTo>
                <a:lnTo>
                  <a:pt x="531380" y="0"/>
                </a:lnTo>
                <a:lnTo>
                  <a:pt x="515861" y="0"/>
                </a:lnTo>
                <a:lnTo>
                  <a:pt x="515861" y="49860"/>
                </a:lnTo>
                <a:lnTo>
                  <a:pt x="515861" y="63182"/>
                </a:lnTo>
                <a:lnTo>
                  <a:pt x="515861" y="200113"/>
                </a:lnTo>
                <a:lnTo>
                  <a:pt x="447840" y="131648"/>
                </a:lnTo>
                <a:lnTo>
                  <a:pt x="515861" y="63182"/>
                </a:lnTo>
                <a:lnTo>
                  <a:pt x="515861" y="49860"/>
                </a:lnTo>
                <a:lnTo>
                  <a:pt x="511517" y="45529"/>
                </a:lnTo>
                <a:lnTo>
                  <a:pt x="436905" y="120624"/>
                </a:lnTo>
                <a:lnTo>
                  <a:pt x="425970" y="109626"/>
                </a:lnTo>
                <a:lnTo>
                  <a:pt x="425970" y="131635"/>
                </a:lnTo>
                <a:lnTo>
                  <a:pt x="359435" y="198602"/>
                </a:lnTo>
                <a:lnTo>
                  <a:pt x="359435" y="64668"/>
                </a:lnTo>
                <a:lnTo>
                  <a:pt x="425970" y="131635"/>
                </a:lnTo>
                <a:lnTo>
                  <a:pt x="425970" y="109626"/>
                </a:lnTo>
                <a:lnTo>
                  <a:pt x="360476" y="43688"/>
                </a:lnTo>
                <a:lnTo>
                  <a:pt x="359435" y="44729"/>
                </a:lnTo>
                <a:lnTo>
                  <a:pt x="359435" y="0"/>
                </a:lnTo>
                <a:lnTo>
                  <a:pt x="343916" y="0"/>
                </a:lnTo>
                <a:lnTo>
                  <a:pt x="343916" y="50952"/>
                </a:lnTo>
                <a:lnTo>
                  <a:pt x="343916" y="62052"/>
                </a:lnTo>
                <a:lnTo>
                  <a:pt x="343916" y="201218"/>
                </a:lnTo>
                <a:lnTo>
                  <a:pt x="274789" y="131635"/>
                </a:lnTo>
                <a:lnTo>
                  <a:pt x="343916" y="62052"/>
                </a:lnTo>
                <a:lnTo>
                  <a:pt x="343916" y="50952"/>
                </a:lnTo>
                <a:lnTo>
                  <a:pt x="338467" y="45529"/>
                </a:lnTo>
                <a:lnTo>
                  <a:pt x="263855" y="120637"/>
                </a:lnTo>
                <a:lnTo>
                  <a:pt x="252920" y="109639"/>
                </a:lnTo>
                <a:lnTo>
                  <a:pt x="252920" y="131635"/>
                </a:lnTo>
                <a:lnTo>
                  <a:pt x="187477" y="197510"/>
                </a:lnTo>
                <a:lnTo>
                  <a:pt x="187477" y="65773"/>
                </a:lnTo>
                <a:lnTo>
                  <a:pt x="252920" y="131635"/>
                </a:lnTo>
                <a:lnTo>
                  <a:pt x="252920" y="109639"/>
                </a:lnTo>
                <a:lnTo>
                  <a:pt x="187477" y="43751"/>
                </a:lnTo>
                <a:lnTo>
                  <a:pt x="187477" y="0"/>
                </a:lnTo>
                <a:lnTo>
                  <a:pt x="171958" y="0"/>
                </a:lnTo>
                <a:lnTo>
                  <a:pt x="171958" y="47510"/>
                </a:lnTo>
                <a:lnTo>
                  <a:pt x="171958" y="63017"/>
                </a:lnTo>
                <a:lnTo>
                  <a:pt x="171958" y="197726"/>
                </a:lnTo>
                <a:lnTo>
                  <a:pt x="105041" y="130378"/>
                </a:lnTo>
                <a:lnTo>
                  <a:pt x="171958" y="63017"/>
                </a:lnTo>
                <a:lnTo>
                  <a:pt x="171958" y="47510"/>
                </a:lnTo>
                <a:lnTo>
                  <a:pt x="168706" y="44272"/>
                </a:lnTo>
                <a:lnTo>
                  <a:pt x="94107" y="119367"/>
                </a:lnTo>
                <a:lnTo>
                  <a:pt x="83172" y="108369"/>
                </a:lnTo>
                <a:lnTo>
                  <a:pt x="83172" y="130365"/>
                </a:lnTo>
                <a:lnTo>
                  <a:pt x="15519" y="198462"/>
                </a:lnTo>
                <a:lnTo>
                  <a:pt x="15519" y="62268"/>
                </a:lnTo>
                <a:lnTo>
                  <a:pt x="83172" y="130365"/>
                </a:lnTo>
                <a:lnTo>
                  <a:pt x="83172" y="108369"/>
                </a:lnTo>
                <a:lnTo>
                  <a:pt x="17678" y="42430"/>
                </a:lnTo>
                <a:lnTo>
                  <a:pt x="15519" y="44577"/>
                </a:lnTo>
                <a:lnTo>
                  <a:pt x="15519" y="0"/>
                </a:lnTo>
                <a:lnTo>
                  <a:pt x="0" y="0"/>
                </a:lnTo>
                <a:lnTo>
                  <a:pt x="0" y="255993"/>
                </a:lnTo>
                <a:lnTo>
                  <a:pt x="15519" y="255993"/>
                </a:lnTo>
                <a:lnTo>
                  <a:pt x="15519" y="206717"/>
                </a:lnTo>
                <a:lnTo>
                  <a:pt x="22402" y="213550"/>
                </a:lnTo>
                <a:lnTo>
                  <a:pt x="94107" y="141376"/>
                </a:lnTo>
                <a:lnTo>
                  <a:pt x="163982" y="211709"/>
                </a:lnTo>
                <a:lnTo>
                  <a:pt x="171958" y="203796"/>
                </a:lnTo>
                <a:lnTo>
                  <a:pt x="171958" y="255993"/>
                </a:lnTo>
                <a:lnTo>
                  <a:pt x="187477" y="255993"/>
                </a:lnTo>
                <a:lnTo>
                  <a:pt x="187477" y="210172"/>
                </a:lnTo>
                <a:lnTo>
                  <a:pt x="192151" y="214820"/>
                </a:lnTo>
                <a:lnTo>
                  <a:pt x="263855" y="142646"/>
                </a:lnTo>
                <a:lnTo>
                  <a:pt x="333743" y="212979"/>
                </a:lnTo>
                <a:lnTo>
                  <a:pt x="343916" y="202869"/>
                </a:lnTo>
                <a:lnTo>
                  <a:pt x="343916" y="255993"/>
                </a:lnTo>
                <a:lnTo>
                  <a:pt x="359435" y="255993"/>
                </a:lnTo>
                <a:lnTo>
                  <a:pt x="359435" y="209092"/>
                </a:lnTo>
                <a:lnTo>
                  <a:pt x="365213" y="214820"/>
                </a:lnTo>
                <a:lnTo>
                  <a:pt x="436905" y="142646"/>
                </a:lnTo>
                <a:lnTo>
                  <a:pt x="506793" y="212979"/>
                </a:lnTo>
                <a:lnTo>
                  <a:pt x="515861" y="203974"/>
                </a:lnTo>
                <a:lnTo>
                  <a:pt x="515861" y="255993"/>
                </a:lnTo>
                <a:lnTo>
                  <a:pt x="531380" y="255993"/>
                </a:lnTo>
                <a:lnTo>
                  <a:pt x="531380" y="212102"/>
                </a:lnTo>
                <a:lnTo>
                  <a:pt x="535901" y="216585"/>
                </a:lnTo>
                <a:lnTo>
                  <a:pt x="607606" y="144411"/>
                </a:lnTo>
                <a:lnTo>
                  <a:pt x="677481" y="214731"/>
                </a:lnTo>
                <a:lnTo>
                  <a:pt x="687819" y="204482"/>
                </a:lnTo>
                <a:lnTo>
                  <a:pt x="687819" y="255993"/>
                </a:lnTo>
                <a:lnTo>
                  <a:pt x="703338" y="255993"/>
                </a:lnTo>
                <a:lnTo>
                  <a:pt x="703338" y="211455"/>
                </a:lnTo>
                <a:lnTo>
                  <a:pt x="710209" y="214820"/>
                </a:lnTo>
                <a:lnTo>
                  <a:pt x="781913" y="142646"/>
                </a:lnTo>
                <a:lnTo>
                  <a:pt x="851801" y="212979"/>
                </a:lnTo>
                <a:lnTo>
                  <a:pt x="859764" y="205066"/>
                </a:lnTo>
                <a:lnTo>
                  <a:pt x="859764" y="255993"/>
                </a:lnTo>
                <a:lnTo>
                  <a:pt x="875284" y="255993"/>
                </a:lnTo>
                <a:lnTo>
                  <a:pt x="875284" y="212623"/>
                </a:lnTo>
                <a:lnTo>
                  <a:pt x="879563" y="216877"/>
                </a:lnTo>
                <a:lnTo>
                  <a:pt x="953960" y="141820"/>
                </a:lnTo>
                <a:lnTo>
                  <a:pt x="1023747" y="212051"/>
                </a:lnTo>
                <a:lnTo>
                  <a:pt x="1031735" y="204127"/>
                </a:lnTo>
                <a:lnTo>
                  <a:pt x="1031735" y="255993"/>
                </a:lnTo>
                <a:lnTo>
                  <a:pt x="1047254" y="255993"/>
                </a:lnTo>
                <a:lnTo>
                  <a:pt x="1047254" y="204622"/>
                </a:lnTo>
                <a:lnTo>
                  <a:pt x="1056246" y="213550"/>
                </a:lnTo>
                <a:lnTo>
                  <a:pt x="1127950" y="141376"/>
                </a:lnTo>
                <a:lnTo>
                  <a:pt x="1197825" y="211709"/>
                </a:lnTo>
                <a:lnTo>
                  <a:pt x="1203680" y="205905"/>
                </a:lnTo>
                <a:lnTo>
                  <a:pt x="1203680" y="255993"/>
                </a:lnTo>
                <a:lnTo>
                  <a:pt x="1219200" y="255993"/>
                </a:lnTo>
                <a:lnTo>
                  <a:pt x="1219200" y="203517"/>
                </a:lnTo>
                <a:lnTo>
                  <a:pt x="1229296" y="213550"/>
                </a:lnTo>
                <a:lnTo>
                  <a:pt x="1301000" y="141376"/>
                </a:lnTo>
                <a:lnTo>
                  <a:pt x="1370888" y="211709"/>
                </a:lnTo>
                <a:lnTo>
                  <a:pt x="1375625" y="207010"/>
                </a:lnTo>
                <a:lnTo>
                  <a:pt x="1375625" y="255993"/>
                </a:lnTo>
                <a:lnTo>
                  <a:pt x="1391145" y="255993"/>
                </a:lnTo>
                <a:lnTo>
                  <a:pt x="1391145" y="206540"/>
                </a:lnTo>
                <a:lnTo>
                  <a:pt x="1399984" y="215315"/>
                </a:lnTo>
                <a:lnTo>
                  <a:pt x="1471688" y="143141"/>
                </a:lnTo>
                <a:lnTo>
                  <a:pt x="1541576" y="213474"/>
                </a:lnTo>
                <a:lnTo>
                  <a:pt x="1547583" y="207505"/>
                </a:lnTo>
                <a:lnTo>
                  <a:pt x="1547583" y="255993"/>
                </a:lnTo>
                <a:lnTo>
                  <a:pt x="1563103" y="255993"/>
                </a:lnTo>
                <a:lnTo>
                  <a:pt x="1563103" y="208064"/>
                </a:lnTo>
                <a:lnTo>
                  <a:pt x="1574304" y="213550"/>
                </a:lnTo>
                <a:lnTo>
                  <a:pt x="1646008" y="141376"/>
                </a:lnTo>
                <a:lnTo>
                  <a:pt x="1715884" y="211709"/>
                </a:lnTo>
                <a:lnTo>
                  <a:pt x="1719541" y="208076"/>
                </a:lnTo>
                <a:lnTo>
                  <a:pt x="1719541" y="255993"/>
                </a:lnTo>
                <a:lnTo>
                  <a:pt x="1735061" y="255993"/>
                </a:lnTo>
                <a:lnTo>
                  <a:pt x="1735061" y="207086"/>
                </a:lnTo>
                <a:lnTo>
                  <a:pt x="1743659" y="215620"/>
                </a:lnTo>
                <a:lnTo>
                  <a:pt x="1818055" y="140563"/>
                </a:lnTo>
                <a:lnTo>
                  <a:pt x="1887842" y="210794"/>
                </a:lnTo>
                <a:lnTo>
                  <a:pt x="1891499" y="207162"/>
                </a:lnTo>
                <a:lnTo>
                  <a:pt x="1891499" y="255993"/>
                </a:lnTo>
                <a:lnTo>
                  <a:pt x="1907019" y="255993"/>
                </a:lnTo>
                <a:lnTo>
                  <a:pt x="1907019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0" name="object 320" descr=""/>
          <p:cNvSpPr/>
          <p:nvPr/>
        </p:nvSpPr>
        <p:spPr>
          <a:xfrm>
            <a:off x="15886061" y="4667973"/>
            <a:ext cx="15875" cy="256540"/>
          </a:xfrm>
          <a:custGeom>
            <a:avLst/>
            <a:gdLst/>
            <a:ahLst/>
            <a:cxnLst/>
            <a:rect l="l" t="t" r="r" b="b"/>
            <a:pathLst>
              <a:path w="15875" h="256539">
                <a:moveTo>
                  <a:pt x="15517" y="0"/>
                </a:moveTo>
                <a:lnTo>
                  <a:pt x="0" y="0"/>
                </a:lnTo>
                <a:lnTo>
                  <a:pt x="0" y="255992"/>
                </a:lnTo>
                <a:lnTo>
                  <a:pt x="15517" y="255992"/>
                </a:lnTo>
                <a:lnTo>
                  <a:pt x="15517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1" name="object 321" descr=""/>
          <p:cNvSpPr/>
          <p:nvPr/>
        </p:nvSpPr>
        <p:spPr>
          <a:xfrm>
            <a:off x="16058013" y="4667973"/>
            <a:ext cx="15875" cy="256540"/>
          </a:xfrm>
          <a:custGeom>
            <a:avLst/>
            <a:gdLst/>
            <a:ahLst/>
            <a:cxnLst/>
            <a:rect l="l" t="t" r="r" b="b"/>
            <a:pathLst>
              <a:path w="15875" h="256539">
                <a:moveTo>
                  <a:pt x="15517" y="0"/>
                </a:moveTo>
                <a:lnTo>
                  <a:pt x="0" y="0"/>
                </a:lnTo>
                <a:lnTo>
                  <a:pt x="0" y="255992"/>
                </a:lnTo>
                <a:lnTo>
                  <a:pt x="15517" y="255992"/>
                </a:lnTo>
                <a:lnTo>
                  <a:pt x="15517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2" name="object 322" descr=""/>
          <p:cNvSpPr/>
          <p:nvPr/>
        </p:nvSpPr>
        <p:spPr>
          <a:xfrm>
            <a:off x="16229965" y="4667973"/>
            <a:ext cx="15875" cy="256540"/>
          </a:xfrm>
          <a:custGeom>
            <a:avLst/>
            <a:gdLst/>
            <a:ahLst/>
            <a:cxnLst/>
            <a:rect l="l" t="t" r="r" b="b"/>
            <a:pathLst>
              <a:path w="15875" h="256539">
                <a:moveTo>
                  <a:pt x="15517" y="0"/>
                </a:moveTo>
                <a:lnTo>
                  <a:pt x="0" y="0"/>
                </a:lnTo>
                <a:lnTo>
                  <a:pt x="0" y="255992"/>
                </a:lnTo>
                <a:lnTo>
                  <a:pt x="15517" y="255992"/>
                </a:lnTo>
                <a:lnTo>
                  <a:pt x="15517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3" name="object 323" descr=""/>
          <p:cNvSpPr/>
          <p:nvPr/>
        </p:nvSpPr>
        <p:spPr>
          <a:xfrm>
            <a:off x="16401919" y="4667973"/>
            <a:ext cx="15875" cy="256540"/>
          </a:xfrm>
          <a:custGeom>
            <a:avLst/>
            <a:gdLst/>
            <a:ahLst/>
            <a:cxnLst/>
            <a:rect l="l" t="t" r="r" b="b"/>
            <a:pathLst>
              <a:path w="15875" h="256539">
                <a:moveTo>
                  <a:pt x="15517" y="0"/>
                </a:moveTo>
                <a:lnTo>
                  <a:pt x="0" y="0"/>
                </a:lnTo>
                <a:lnTo>
                  <a:pt x="0" y="255992"/>
                </a:lnTo>
                <a:lnTo>
                  <a:pt x="15517" y="255992"/>
                </a:lnTo>
                <a:lnTo>
                  <a:pt x="15517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4" name="object 324" descr=""/>
          <p:cNvSpPr/>
          <p:nvPr/>
        </p:nvSpPr>
        <p:spPr>
          <a:xfrm>
            <a:off x="16573872" y="4667973"/>
            <a:ext cx="15875" cy="256540"/>
          </a:xfrm>
          <a:custGeom>
            <a:avLst/>
            <a:gdLst/>
            <a:ahLst/>
            <a:cxnLst/>
            <a:rect l="l" t="t" r="r" b="b"/>
            <a:pathLst>
              <a:path w="15875" h="256539">
                <a:moveTo>
                  <a:pt x="15517" y="0"/>
                </a:moveTo>
                <a:lnTo>
                  <a:pt x="0" y="0"/>
                </a:lnTo>
                <a:lnTo>
                  <a:pt x="0" y="255992"/>
                </a:lnTo>
                <a:lnTo>
                  <a:pt x="15517" y="255992"/>
                </a:lnTo>
                <a:lnTo>
                  <a:pt x="15517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5" name="object 325" descr=""/>
          <p:cNvSpPr/>
          <p:nvPr/>
        </p:nvSpPr>
        <p:spPr>
          <a:xfrm>
            <a:off x="16745825" y="4667973"/>
            <a:ext cx="15875" cy="256540"/>
          </a:xfrm>
          <a:custGeom>
            <a:avLst/>
            <a:gdLst/>
            <a:ahLst/>
            <a:cxnLst/>
            <a:rect l="l" t="t" r="r" b="b"/>
            <a:pathLst>
              <a:path w="15875" h="256539">
                <a:moveTo>
                  <a:pt x="15517" y="0"/>
                </a:moveTo>
                <a:lnTo>
                  <a:pt x="0" y="0"/>
                </a:lnTo>
                <a:lnTo>
                  <a:pt x="0" y="255992"/>
                </a:lnTo>
                <a:lnTo>
                  <a:pt x="15517" y="255992"/>
                </a:lnTo>
                <a:lnTo>
                  <a:pt x="15517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6" name="object 326" descr=""/>
          <p:cNvSpPr/>
          <p:nvPr/>
        </p:nvSpPr>
        <p:spPr>
          <a:xfrm>
            <a:off x="16917778" y="4667973"/>
            <a:ext cx="15875" cy="256540"/>
          </a:xfrm>
          <a:custGeom>
            <a:avLst/>
            <a:gdLst/>
            <a:ahLst/>
            <a:cxnLst/>
            <a:rect l="l" t="t" r="r" b="b"/>
            <a:pathLst>
              <a:path w="15875" h="256539">
                <a:moveTo>
                  <a:pt x="15517" y="0"/>
                </a:moveTo>
                <a:lnTo>
                  <a:pt x="0" y="0"/>
                </a:lnTo>
                <a:lnTo>
                  <a:pt x="0" y="255992"/>
                </a:lnTo>
                <a:lnTo>
                  <a:pt x="15517" y="255992"/>
                </a:lnTo>
                <a:lnTo>
                  <a:pt x="15517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7" name="object 327" descr=""/>
          <p:cNvSpPr/>
          <p:nvPr/>
        </p:nvSpPr>
        <p:spPr>
          <a:xfrm>
            <a:off x="17089730" y="4667973"/>
            <a:ext cx="15875" cy="256540"/>
          </a:xfrm>
          <a:custGeom>
            <a:avLst/>
            <a:gdLst/>
            <a:ahLst/>
            <a:cxnLst/>
            <a:rect l="l" t="t" r="r" b="b"/>
            <a:pathLst>
              <a:path w="15875" h="256539">
                <a:moveTo>
                  <a:pt x="15517" y="0"/>
                </a:moveTo>
                <a:lnTo>
                  <a:pt x="0" y="0"/>
                </a:lnTo>
                <a:lnTo>
                  <a:pt x="0" y="255992"/>
                </a:lnTo>
                <a:lnTo>
                  <a:pt x="15517" y="255992"/>
                </a:lnTo>
                <a:lnTo>
                  <a:pt x="15517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8" name="object 328" descr=""/>
          <p:cNvSpPr/>
          <p:nvPr/>
        </p:nvSpPr>
        <p:spPr>
          <a:xfrm>
            <a:off x="17261684" y="4667973"/>
            <a:ext cx="15875" cy="256540"/>
          </a:xfrm>
          <a:custGeom>
            <a:avLst/>
            <a:gdLst/>
            <a:ahLst/>
            <a:cxnLst/>
            <a:rect l="l" t="t" r="r" b="b"/>
            <a:pathLst>
              <a:path w="15875" h="256539">
                <a:moveTo>
                  <a:pt x="15517" y="0"/>
                </a:moveTo>
                <a:lnTo>
                  <a:pt x="0" y="0"/>
                </a:lnTo>
                <a:lnTo>
                  <a:pt x="0" y="255992"/>
                </a:lnTo>
                <a:lnTo>
                  <a:pt x="15517" y="255992"/>
                </a:lnTo>
                <a:lnTo>
                  <a:pt x="15517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9" name="object 329" descr=""/>
          <p:cNvSpPr/>
          <p:nvPr/>
        </p:nvSpPr>
        <p:spPr>
          <a:xfrm>
            <a:off x="17433636" y="4667973"/>
            <a:ext cx="15875" cy="256540"/>
          </a:xfrm>
          <a:custGeom>
            <a:avLst/>
            <a:gdLst/>
            <a:ahLst/>
            <a:cxnLst/>
            <a:rect l="l" t="t" r="r" b="b"/>
            <a:pathLst>
              <a:path w="15875" h="256539">
                <a:moveTo>
                  <a:pt x="15517" y="0"/>
                </a:moveTo>
                <a:lnTo>
                  <a:pt x="0" y="0"/>
                </a:lnTo>
                <a:lnTo>
                  <a:pt x="0" y="255992"/>
                </a:lnTo>
                <a:lnTo>
                  <a:pt x="15517" y="255992"/>
                </a:lnTo>
                <a:lnTo>
                  <a:pt x="15517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0" name="object 330" descr=""/>
          <p:cNvSpPr/>
          <p:nvPr/>
        </p:nvSpPr>
        <p:spPr>
          <a:xfrm>
            <a:off x="17607903" y="4672800"/>
            <a:ext cx="15875" cy="250825"/>
          </a:xfrm>
          <a:custGeom>
            <a:avLst/>
            <a:gdLst/>
            <a:ahLst/>
            <a:cxnLst/>
            <a:rect l="l" t="t" r="r" b="b"/>
            <a:pathLst>
              <a:path w="15875" h="250825">
                <a:moveTo>
                  <a:pt x="15517" y="0"/>
                </a:moveTo>
                <a:lnTo>
                  <a:pt x="0" y="0"/>
                </a:lnTo>
                <a:lnTo>
                  <a:pt x="0" y="250233"/>
                </a:lnTo>
                <a:lnTo>
                  <a:pt x="15517" y="250233"/>
                </a:lnTo>
                <a:lnTo>
                  <a:pt x="15517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1" name="object 331" descr=""/>
          <p:cNvSpPr/>
          <p:nvPr/>
        </p:nvSpPr>
        <p:spPr>
          <a:xfrm>
            <a:off x="12032774" y="4669219"/>
            <a:ext cx="1430655" cy="52705"/>
          </a:xfrm>
          <a:custGeom>
            <a:avLst/>
            <a:gdLst/>
            <a:ahLst/>
            <a:cxnLst/>
            <a:rect l="l" t="t" r="r" b="b"/>
            <a:pathLst>
              <a:path w="1430655" h="52704">
                <a:moveTo>
                  <a:pt x="1430647" y="0"/>
                </a:moveTo>
                <a:lnTo>
                  <a:pt x="0" y="0"/>
                </a:lnTo>
                <a:lnTo>
                  <a:pt x="0" y="52605"/>
                </a:lnTo>
                <a:lnTo>
                  <a:pt x="1430647" y="52605"/>
                </a:lnTo>
                <a:lnTo>
                  <a:pt x="1430647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2" name="object 332" descr=""/>
          <p:cNvSpPr/>
          <p:nvPr/>
        </p:nvSpPr>
        <p:spPr>
          <a:xfrm>
            <a:off x="12032994" y="4873076"/>
            <a:ext cx="176530" cy="52705"/>
          </a:xfrm>
          <a:custGeom>
            <a:avLst/>
            <a:gdLst/>
            <a:ahLst/>
            <a:cxnLst/>
            <a:rect l="l" t="t" r="r" b="b"/>
            <a:pathLst>
              <a:path w="176529" h="52704">
                <a:moveTo>
                  <a:pt x="0" y="52605"/>
                </a:moveTo>
                <a:lnTo>
                  <a:pt x="176434" y="52605"/>
                </a:lnTo>
                <a:lnTo>
                  <a:pt x="176434" y="0"/>
                </a:lnTo>
                <a:lnTo>
                  <a:pt x="0" y="0"/>
                </a:lnTo>
                <a:lnTo>
                  <a:pt x="0" y="52605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3" name="object 333" descr=""/>
          <p:cNvSpPr/>
          <p:nvPr/>
        </p:nvSpPr>
        <p:spPr>
          <a:xfrm>
            <a:off x="12882602" y="4873076"/>
            <a:ext cx="579755" cy="52705"/>
          </a:xfrm>
          <a:custGeom>
            <a:avLst/>
            <a:gdLst/>
            <a:ahLst/>
            <a:cxnLst/>
            <a:rect l="l" t="t" r="r" b="b"/>
            <a:pathLst>
              <a:path w="579755" h="52704">
                <a:moveTo>
                  <a:pt x="0" y="52605"/>
                </a:moveTo>
                <a:lnTo>
                  <a:pt x="579217" y="52605"/>
                </a:lnTo>
                <a:lnTo>
                  <a:pt x="579217" y="0"/>
                </a:lnTo>
                <a:lnTo>
                  <a:pt x="0" y="0"/>
                </a:lnTo>
                <a:lnTo>
                  <a:pt x="0" y="52605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4" name="object 334" descr=""/>
          <p:cNvSpPr/>
          <p:nvPr/>
        </p:nvSpPr>
        <p:spPr>
          <a:xfrm>
            <a:off x="11757087" y="4669711"/>
            <a:ext cx="321945" cy="256540"/>
          </a:xfrm>
          <a:custGeom>
            <a:avLst/>
            <a:gdLst/>
            <a:ahLst/>
            <a:cxnLst/>
            <a:rect l="l" t="t" r="r" b="b"/>
            <a:pathLst>
              <a:path w="321945" h="256539">
                <a:moveTo>
                  <a:pt x="321728" y="0"/>
                </a:moveTo>
                <a:lnTo>
                  <a:pt x="0" y="0"/>
                </a:lnTo>
                <a:lnTo>
                  <a:pt x="0" y="255981"/>
                </a:lnTo>
                <a:lnTo>
                  <a:pt x="321728" y="255981"/>
                </a:lnTo>
                <a:lnTo>
                  <a:pt x="321728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5" name="object 335" descr=""/>
          <p:cNvSpPr/>
          <p:nvPr/>
        </p:nvSpPr>
        <p:spPr>
          <a:xfrm>
            <a:off x="12205259" y="4669707"/>
            <a:ext cx="15875" cy="256540"/>
          </a:xfrm>
          <a:custGeom>
            <a:avLst/>
            <a:gdLst/>
            <a:ahLst/>
            <a:cxnLst/>
            <a:rect l="l" t="t" r="r" b="b"/>
            <a:pathLst>
              <a:path w="15875" h="256539">
                <a:moveTo>
                  <a:pt x="15519" y="0"/>
                </a:moveTo>
                <a:lnTo>
                  <a:pt x="0" y="0"/>
                </a:lnTo>
                <a:lnTo>
                  <a:pt x="0" y="203377"/>
                </a:lnTo>
                <a:lnTo>
                  <a:pt x="0" y="255981"/>
                </a:lnTo>
                <a:lnTo>
                  <a:pt x="15519" y="255981"/>
                </a:lnTo>
                <a:lnTo>
                  <a:pt x="15519" y="203377"/>
                </a:lnTo>
                <a:lnTo>
                  <a:pt x="15519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6" name="object 336" descr=""/>
          <p:cNvSpPr/>
          <p:nvPr/>
        </p:nvSpPr>
        <p:spPr>
          <a:xfrm>
            <a:off x="12377215" y="4669700"/>
            <a:ext cx="15875" cy="203835"/>
          </a:xfrm>
          <a:custGeom>
            <a:avLst/>
            <a:gdLst/>
            <a:ahLst/>
            <a:cxnLst/>
            <a:rect l="l" t="t" r="r" b="b"/>
            <a:pathLst>
              <a:path w="15875" h="203835">
                <a:moveTo>
                  <a:pt x="0" y="203376"/>
                </a:moveTo>
                <a:lnTo>
                  <a:pt x="15517" y="203376"/>
                </a:lnTo>
                <a:lnTo>
                  <a:pt x="15517" y="0"/>
                </a:lnTo>
                <a:lnTo>
                  <a:pt x="0" y="0"/>
                </a:lnTo>
                <a:lnTo>
                  <a:pt x="0" y="203376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7" name="object 337" descr=""/>
          <p:cNvSpPr/>
          <p:nvPr/>
        </p:nvSpPr>
        <p:spPr>
          <a:xfrm>
            <a:off x="12549167" y="4669700"/>
            <a:ext cx="15875" cy="203835"/>
          </a:xfrm>
          <a:custGeom>
            <a:avLst/>
            <a:gdLst/>
            <a:ahLst/>
            <a:cxnLst/>
            <a:rect l="l" t="t" r="r" b="b"/>
            <a:pathLst>
              <a:path w="15875" h="203835">
                <a:moveTo>
                  <a:pt x="0" y="203376"/>
                </a:moveTo>
                <a:lnTo>
                  <a:pt x="15517" y="203376"/>
                </a:lnTo>
                <a:lnTo>
                  <a:pt x="15517" y="0"/>
                </a:lnTo>
                <a:lnTo>
                  <a:pt x="0" y="0"/>
                </a:lnTo>
                <a:lnTo>
                  <a:pt x="0" y="203376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8" name="object 338" descr=""/>
          <p:cNvSpPr/>
          <p:nvPr/>
        </p:nvSpPr>
        <p:spPr>
          <a:xfrm>
            <a:off x="12693592" y="4669700"/>
            <a:ext cx="15875" cy="203835"/>
          </a:xfrm>
          <a:custGeom>
            <a:avLst/>
            <a:gdLst/>
            <a:ahLst/>
            <a:cxnLst/>
            <a:rect l="l" t="t" r="r" b="b"/>
            <a:pathLst>
              <a:path w="15875" h="203835">
                <a:moveTo>
                  <a:pt x="0" y="203376"/>
                </a:moveTo>
                <a:lnTo>
                  <a:pt x="15517" y="203376"/>
                </a:lnTo>
                <a:lnTo>
                  <a:pt x="15517" y="0"/>
                </a:lnTo>
                <a:lnTo>
                  <a:pt x="0" y="0"/>
                </a:lnTo>
                <a:lnTo>
                  <a:pt x="0" y="203376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9" name="object 339" descr=""/>
          <p:cNvSpPr/>
          <p:nvPr/>
        </p:nvSpPr>
        <p:spPr>
          <a:xfrm>
            <a:off x="12865545" y="4669700"/>
            <a:ext cx="15875" cy="203835"/>
          </a:xfrm>
          <a:custGeom>
            <a:avLst/>
            <a:gdLst/>
            <a:ahLst/>
            <a:cxnLst/>
            <a:rect l="l" t="t" r="r" b="b"/>
            <a:pathLst>
              <a:path w="15875" h="203835">
                <a:moveTo>
                  <a:pt x="0" y="203376"/>
                </a:moveTo>
                <a:lnTo>
                  <a:pt x="15517" y="203376"/>
                </a:lnTo>
                <a:lnTo>
                  <a:pt x="15517" y="0"/>
                </a:lnTo>
                <a:lnTo>
                  <a:pt x="0" y="0"/>
                </a:lnTo>
                <a:lnTo>
                  <a:pt x="0" y="203376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0" name="object 340" descr=""/>
          <p:cNvSpPr/>
          <p:nvPr/>
        </p:nvSpPr>
        <p:spPr>
          <a:xfrm>
            <a:off x="13009970" y="4669700"/>
            <a:ext cx="15875" cy="256540"/>
          </a:xfrm>
          <a:custGeom>
            <a:avLst/>
            <a:gdLst/>
            <a:ahLst/>
            <a:cxnLst/>
            <a:rect l="l" t="t" r="r" b="b"/>
            <a:pathLst>
              <a:path w="15875" h="256539">
                <a:moveTo>
                  <a:pt x="15517" y="0"/>
                </a:moveTo>
                <a:lnTo>
                  <a:pt x="0" y="0"/>
                </a:lnTo>
                <a:lnTo>
                  <a:pt x="0" y="255981"/>
                </a:lnTo>
                <a:lnTo>
                  <a:pt x="15517" y="255981"/>
                </a:lnTo>
                <a:lnTo>
                  <a:pt x="15517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1" name="object 341" descr=""/>
          <p:cNvSpPr/>
          <p:nvPr/>
        </p:nvSpPr>
        <p:spPr>
          <a:xfrm>
            <a:off x="13145211" y="4669700"/>
            <a:ext cx="15875" cy="256540"/>
          </a:xfrm>
          <a:custGeom>
            <a:avLst/>
            <a:gdLst/>
            <a:ahLst/>
            <a:cxnLst/>
            <a:rect l="l" t="t" r="r" b="b"/>
            <a:pathLst>
              <a:path w="15875" h="256539">
                <a:moveTo>
                  <a:pt x="15517" y="0"/>
                </a:moveTo>
                <a:lnTo>
                  <a:pt x="0" y="0"/>
                </a:lnTo>
                <a:lnTo>
                  <a:pt x="0" y="255981"/>
                </a:lnTo>
                <a:lnTo>
                  <a:pt x="15517" y="255981"/>
                </a:lnTo>
                <a:lnTo>
                  <a:pt x="15517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2" name="object 342" descr=""/>
          <p:cNvSpPr/>
          <p:nvPr/>
        </p:nvSpPr>
        <p:spPr>
          <a:xfrm>
            <a:off x="13289636" y="4669700"/>
            <a:ext cx="15875" cy="256540"/>
          </a:xfrm>
          <a:custGeom>
            <a:avLst/>
            <a:gdLst/>
            <a:ahLst/>
            <a:cxnLst/>
            <a:rect l="l" t="t" r="r" b="b"/>
            <a:pathLst>
              <a:path w="15875" h="256539">
                <a:moveTo>
                  <a:pt x="15517" y="0"/>
                </a:moveTo>
                <a:lnTo>
                  <a:pt x="0" y="0"/>
                </a:lnTo>
                <a:lnTo>
                  <a:pt x="0" y="255981"/>
                </a:lnTo>
                <a:lnTo>
                  <a:pt x="15517" y="255981"/>
                </a:lnTo>
                <a:lnTo>
                  <a:pt x="15517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3" name="object 343" descr=""/>
          <p:cNvSpPr/>
          <p:nvPr/>
        </p:nvSpPr>
        <p:spPr>
          <a:xfrm>
            <a:off x="13461590" y="4669700"/>
            <a:ext cx="15875" cy="256540"/>
          </a:xfrm>
          <a:custGeom>
            <a:avLst/>
            <a:gdLst/>
            <a:ahLst/>
            <a:cxnLst/>
            <a:rect l="l" t="t" r="r" b="b"/>
            <a:pathLst>
              <a:path w="15875" h="256539">
                <a:moveTo>
                  <a:pt x="15517" y="0"/>
                </a:moveTo>
                <a:lnTo>
                  <a:pt x="0" y="0"/>
                </a:lnTo>
                <a:lnTo>
                  <a:pt x="0" y="255981"/>
                </a:lnTo>
                <a:lnTo>
                  <a:pt x="15517" y="255981"/>
                </a:lnTo>
                <a:lnTo>
                  <a:pt x="15517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4" name="object 344" descr=""/>
          <p:cNvGrpSpPr/>
          <p:nvPr/>
        </p:nvGrpSpPr>
        <p:grpSpPr>
          <a:xfrm>
            <a:off x="13532694" y="3485558"/>
            <a:ext cx="255904" cy="1160145"/>
            <a:chOff x="13532694" y="3485558"/>
            <a:chExt cx="255904" cy="1160145"/>
          </a:xfrm>
        </p:grpSpPr>
        <p:sp>
          <p:nvSpPr>
            <p:cNvPr id="345" name="object 345" descr=""/>
            <p:cNvSpPr/>
            <p:nvPr/>
          </p:nvSpPr>
          <p:spPr>
            <a:xfrm>
              <a:off x="13532688" y="3606120"/>
              <a:ext cx="255904" cy="1039494"/>
            </a:xfrm>
            <a:custGeom>
              <a:avLst/>
              <a:gdLst/>
              <a:ahLst/>
              <a:cxnLst/>
              <a:rect l="l" t="t" r="r" b="b"/>
              <a:pathLst>
                <a:path w="255905" h="1039495">
                  <a:moveTo>
                    <a:pt x="255676" y="1039037"/>
                  </a:moveTo>
                  <a:lnTo>
                    <a:pt x="192036" y="201155"/>
                  </a:lnTo>
                  <a:lnTo>
                    <a:pt x="192036" y="872261"/>
                  </a:lnTo>
                  <a:lnTo>
                    <a:pt x="62649" y="872261"/>
                  </a:lnTo>
                  <a:lnTo>
                    <a:pt x="73533" y="715822"/>
                  </a:lnTo>
                  <a:lnTo>
                    <a:pt x="180149" y="715822"/>
                  </a:lnTo>
                  <a:lnTo>
                    <a:pt x="192036" y="872261"/>
                  </a:lnTo>
                  <a:lnTo>
                    <a:pt x="192036" y="201155"/>
                  </a:lnTo>
                  <a:lnTo>
                    <a:pt x="178968" y="29095"/>
                  </a:lnTo>
                  <a:lnTo>
                    <a:pt x="178968" y="700303"/>
                  </a:lnTo>
                  <a:lnTo>
                    <a:pt x="74612" y="700303"/>
                  </a:lnTo>
                  <a:lnTo>
                    <a:pt x="85496" y="543877"/>
                  </a:lnTo>
                  <a:lnTo>
                    <a:pt x="167081" y="543877"/>
                  </a:lnTo>
                  <a:lnTo>
                    <a:pt x="178968" y="700303"/>
                  </a:lnTo>
                  <a:lnTo>
                    <a:pt x="178968" y="29095"/>
                  </a:lnTo>
                  <a:lnTo>
                    <a:pt x="176758" y="0"/>
                  </a:lnTo>
                  <a:lnTo>
                    <a:pt x="165912" y="0"/>
                  </a:lnTo>
                  <a:lnTo>
                    <a:pt x="165912" y="528358"/>
                  </a:lnTo>
                  <a:lnTo>
                    <a:pt x="86575" y="528358"/>
                  </a:lnTo>
                  <a:lnTo>
                    <a:pt x="97459" y="371919"/>
                  </a:lnTo>
                  <a:lnTo>
                    <a:pt x="154025" y="371919"/>
                  </a:lnTo>
                  <a:lnTo>
                    <a:pt x="165912" y="528358"/>
                  </a:lnTo>
                  <a:lnTo>
                    <a:pt x="165912" y="0"/>
                  </a:lnTo>
                  <a:lnTo>
                    <a:pt x="152857" y="0"/>
                  </a:lnTo>
                  <a:lnTo>
                    <a:pt x="152857" y="356400"/>
                  </a:lnTo>
                  <a:lnTo>
                    <a:pt x="98539" y="356400"/>
                  </a:lnTo>
                  <a:lnTo>
                    <a:pt x="109435" y="199974"/>
                  </a:lnTo>
                  <a:lnTo>
                    <a:pt x="140982" y="199974"/>
                  </a:lnTo>
                  <a:lnTo>
                    <a:pt x="152857" y="356400"/>
                  </a:lnTo>
                  <a:lnTo>
                    <a:pt x="152857" y="0"/>
                  </a:lnTo>
                  <a:lnTo>
                    <a:pt x="125806" y="0"/>
                  </a:lnTo>
                  <a:lnTo>
                    <a:pt x="139801" y="184454"/>
                  </a:lnTo>
                  <a:lnTo>
                    <a:pt x="110515" y="184454"/>
                  </a:lnTo>
                  <a:lnTo>
                    <a:pt x="123367" y="0"/>
                  </a:lnTo>
                  <a:lnTo>
                    <a:pt x="72339" y="0"/>
                  </a:lnTo>
                  <a:lnTo>
                    <a:pt x="0" y="1039037"/>
                  </a:lnTo>
                  <a:lnTo>
                    <a:pt x="51041" y="1039037"/>
                  </a:lnTo>
                  <a:lnTo>
                    <a:pt x="61569" y="887780"/>
                  </a:lnTo>
                  <a:lnTo>
                    <a:pt x="193217" y="887780"/>
                  </a:lnTo>
                  <a:lnTo>
                    <a:pt x="204711" y="1039037"/>
                  </a:lnTo>
                  <a:lnTo>
                    <a:pt x="255676" y="1039037"/>
                  </a:lnTo>
                  <a:close/>
                </a:path>
              </a:pathLst>
            </a:custGeom>
            <a:solidFill>
              <a:srgbClr val="556E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3566979" y="3485558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40" h="180339">
                  <a:moveTo>
                    <a:pt x="179753" y="0"/>
                  </a:moveTo>
                  <a:lnTo>
                    <a:pt x="0" y="0"/>
                  </a:lnTo>
                  <a:lnTo>
                    <a:pt x="0" y="179743"/>
                  </a:lnTo>
                  <a:lnTo>
                    <a:pt x="179753" y="179743"/>
                  </a:lnTo>
                  <a:lnTo>
                    <a:pt x="179753" y="0"/>
                  </a:lnTo>
                  <a:close/>
                </a:path>
              </a:pathLst>
            </a:custGeom>
            <a:solidFill>
              <a:srgbClr val="2438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7" name="object 347" descr=""/>
          <p:cNvSpPr/>
          <p:nvPr/>
        </p:nvSpPr>
        <p:spPr>
          <a:xfrm>
            <a:off x="13532394" y="8521122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8" name="object 348" descr=""/>
          <p:cNvSpPr/>
          <p:nvPr/>
        </p:nvSpPr>
        <p:spPr>
          <a:xfrm>
            <a:off x="13532394" y="8349170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9" name="object 349" descr=""/>
          <p:cNvSpPr/>
          <p:nvPr/>
        </p:nvSpPr>
        <p:spPr>
          <a:xfrm>
            <a:off x="13532394" y="8177217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0" name="object 350" descr=""/>
          <p:cNvSpPr/>
          <p:nvPr/>
        </p:nvSpPr>
        <p:spPr>
          <a:xfrm>
            <a:off x="13532394" y="8005264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1" name="object 351" descr=""/>
          <p:cNvSpPr/>
          <p:nvPr/>
        </p:nvSpPr>
        <p:spPr>
          <a:xfrm>
            <a:off x="13532394" y="7833311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2" name="object 352" descr=""/>
          <p:cNvSpPr/>
          <p:nvPr/>
        </p:nvSpPr>
        <p:spPr>
          <a:xfrm>
            <a:off x="13532394" y="7661358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3" name="object 353" descr=""/>
          <p:cNvSpPr/>
          <p:nvPr/>
        </p:nvSpPr>
        <p:spPr>
          <a:xfrm>
            <a:off x="13532394" y="7489405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4" name="object 354" descr=""/>
          <p:cNvSpPr/>
          <p:nvPr/>
        </p:nvSpPr>
        <p:spPr>
          <a:xfrm>
            <a:off x="13532394" y="7317452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5" name="object 355" descr=""/>
          <p:cNvSpPr/>
          <p:nvPr/>
        </p:nvSpPr>
        <p:spPr>
          <a:xfrm>
            <a:off x="13532394" y="7145499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6" name="object 356" descr=""/>
          <p:cNvSpPr/>
          <p:nvPr/>
        </p:nvSpPr>
        <p:spPr>
          <a:xfrm>
            <a:off x="13532394" y="6973547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7" name="object 357" descr=""/>
          <p:cNvSpPr/>
          <p:nvPr/>
        </p:nvSpPr>
        <p:spPr>
          <a:xfrm>
            <a:off x="13532394" y="6801594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8" name="object 358" descr=""/>
          <p:cNvSpPr/>
          <p:nvPr/>
        </p:nvSpPr>
        <p:spPr>
          <a:xfrm>
            <a:off x="13532394" y="6629641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9" name="object 359" descr=""/>
          <p:cNvSpPr/>
          <p:nvPr/>
        </p:nvSpPr>
        <p:spPr>
          <a:xfrm>
            <a:off x="13532394" y="6457688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0" name="object 360" descr=""/>
          <p:cNvSpPr/>
          <p:nvPr/>
        </p:nvSpPr>
        <p:spPr>
          <a:xfrm>
            <a:off x="13532394" y="6285724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1" name="object 361" descr=""/>
          <p:cNvSpPr/>
          <p:nvPr/>
        </p:nvSpPr>
        <p:spPr>
          <a:xfrm>
            <a:off x="13532394" y="6113772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2" name="object 362" descr=""/>
          <p:cNvSpPr/>
          <p:nvPr/>
        </p:nvSpPr>
        <p:spPr>
          <a:xfrm>
            <a:off x="13532394" y="5941819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3" name="object 363" descr=""/>
          <p:cNvSpPr/>
          <p:nvPr/>
        </p:nvSpPr>
        <p:spPr>
          <a:xfrm>
            <a:off x="13532394" y="5769866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4" name="object 364" descr=""/>
          <p:cNvSpPr/>
          <p:nvPr/>
        </p:nvSpPr>
        <p:spPr>
          <a:xfrm>
            <a:off x="13532394" y="5597913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5" name="object 365" descr=""/>
          <p:cNvSpPr/>
          <p:nvPr/>
        </p:nvSpPr>
        <p:spPr>
          <a:xfrm>
            <a:off x="13532394" y="5425960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6" name="object 366" descr=""/>
          <p:cNvSpPr/>
          <p:nvPr/>
        </p:nvSpPr>
        <p:spPr>
          <a:xfrm>
            <a:off x="13532394" y="5254007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7" name="object 367" descr=""/>
          <p:cNvSpPr/>
          <p:nvPr/>
        </p:nvSpPr>
        <p:spPr>
          <a:xfrm>
            <a:off x="13532394" y="5082054"/>
            <a:ext cx="256540" cy="15875"/>
          </a:xfrm>
          <a:custGeom>
            <a:avLst/>
            <a:gdLst/>
            <a:ahLst/>
            <a:cxnLst/>
            <a:rect l="l" t="t" r="r" b="b"/>
            <a:pathLst>
              <a:path w="256540" h="15875">
                <a:moveTo>
                  <a:pt x="255981" y="0"/>
                </a:moveTo>
                <a:lnTo>
                  <a:pt x="0" y="0"/>
                </a:lnTo>
                <a:lnTo>
                  <a:pt x="0" y="15517"/>
                </a:lnTo>
                <a:lnTo>
                  <a:pt x="255981" y="15517"/>
                </a:lnTo>
                <a:lnTo>
                  <a:pt x="255981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8" name="object 368" descr=""/>
          <p:cNvSpPr/>
          <p:nvPr/>
        </p:nvSpPr>
        <p:spPr>
          <a:xfrm>
            <a:off x="12209429" y="4873076"/>
            <a:ext cx="673735" cy="415290"/>
          </a:xfrm>
          <a:custGeom>
            <a:avLst/>
            <a:gdLst/>
            <a:ahLst/>
            <a:cxnLst/>
            <a:rect l="l" t="t" r="r" b="b"/>
            <a:pathLst>
              <a:path w="673734" h="415289">
                <a:moveTo>
                  <a:pt x="673173" y="0"/>
                </a:moveTo>
                <a:lnTo>
                  <a:pt x="0" y="0"/>
                </a:lnTo>
                <a:lnTo>
                  <a:pt x="0" y="414699"/>
                </a:lnTo>
                <a:lnTo>
                  <a:pt x="673173" y="414699"/>
                </a:lnTo>
                <a:lnTo>
                  <a:pt x="673173" y="0"/>
                </a:lnTo>
                <a:close/>
              </a:path>
            </a:pathLst>
          </a:custGeom>
          <a:solidFill>
            <a:srgbClr val="2438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9" name="object 369" descr=""/>
          <p:cNvSpPr/>
          <p:nvPr/>
        </p:nvSpPr>
        <p:spPr>
          <a:xfrm>
            <a:off x="13343801" y="8649366"/>
            <a:ext cx="601345" cy="1633220"/>
          </a:xfrm>
          <a:custGeom>
            <a:avLst/>
            <a:gdLst/>
            <a:ahLst/>
            <a:cxnLst/>
            <a:rect l="l" t="t" r="r" b="b"/>
            <a:pathLst>
              <a:path w="601344" h="1633220">
                <a:moveTo>
                  <a:pt x="601179" y="765505"/>
                </a:moveTo>
                <a:lnTo>
                  <a:pt x="519099" y="765505"/>
                </a:lnTo>
                <a:lnTo>
                  <a:pt x="519099" y="0"/>
                </a:lnTo>
                <a:lnTo>
                  <a:pt x="121945" y="0"/>
                </a:lnTo>
                <a:lnTo>
                  <a:pt x="121945" y="765505"/>
                </a:lnTo>
                <a:lnTo>
                  <a:pt x="0" y="765505"/>
                </a:lnTo>
                <a:lnTo>
                  <a:pt x="0" y="1632927"/>
                </a:lnTo>
                <a:lnTo>
                  <a:pt x="601179" y="1632927"/>
                </a:lnTo>
                <a:lnTo>
                  <a:pt x="601179" y="765505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0" name="object 370" descr=""/>
          <p:cNvSpPr/>
          <p:nvPr/>
        </p:nvSpPr>
        <p:spPr>
          <a:xfrm>
            <a:off x="15773781" y="5346402"/>
            <a:ext cx="32384" cy="2258695"/>
          </a:xfrm>
          <a:custGeom>
            <a:avLst/>
            <a:gdLst/>
            <a:ahLst/>
            <a:cxnLst/>
            <a:rect l="l" t="t" r="r" b="b"/>
            <a:pathLst>
              <a:path w="32384" h="2258695">
                <a:moveTo>
                  <a:pt x="0" y="2258077"/>
                </a:moveTo>
                <a:lnTo>
                  <a:pt x="31768" y="2258077"/>
                </a:lnTo>
                <a:lnTo>
                  <a:pt x="31768" y="0"/>
                </a:lnTo>
                <a:lnTo>
                  <a:pt x="0" y="0"/>
                </a:lnTo>
                <a:lnTo>
                  <a:pt x="0" y="2258077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1" name="object 371" descr=""/>
          <p:cNvGrpSpPr/>
          <p:nvPr/>
        </p:nvGrpSpPr>
        <p:grpSpPr>
          <a:xfrm>
            <a:off x="15563777" y="4923035"/>
            <a:ext cx="452120" cy="423545"/>
            <a:chOff x="15563777" y="4923035"/>
            <a:chExt cx="452120" cy="423545"/>
          </a:xfrm>
        </p:grpSpPr>
        <p:sp>
          <p:nvSpPr>
            <p:cNvPr id="372" name="object 372" descr=""/>
            <p:cNvSpPr/>
            <p:nvPr/>
          </p:nvSpPr>
          <p:spPr>
            <a:xfrm>
              <a:off x="15773781" y="5020035"/>
              <a:ext cx="32384" cy="222250"/>
            </a:xfrm>
            <a:custGeom>
              <a:avLst/>
              <a:gdLst/>
              <a:ahLst/>
              <a:cxnLst/>
              <a:rect l="l" t="t" r="r" b="b"/>
              <a:pathLst>
                <a:path w="32384" h="222250">
                  <a:moveTo>
                    <a:pt x="0" y="222045"/>
                  </a:moveTo>
                  <a:lnTo>
                    <a:pt x="31768" y="222045"/>
                  </a:lnTo>
                  <a:lnTo>
                    <a:pt x="31768" y="0"/>
                  </a:lnTo>
                  <a:lnTo>
                    <a:pt x="0" y="0"/>
                  </a:lnTo>
                  <a:lnTo>
                    <a:pt x="0" y="222045"/>
                  </a:lnTo>
                  <a:close/>
                </a:path>
              </a:pathLst>
            </a:custGeom>
            <a:solidFill>
              <a:srgbClr val="556E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15642266" y="4942896"/>
              <a:ext cx="295275" cy="77470"/>
            </a:xfrm>
            <a:custGeom>
              <a:avLst/>
              <a:gdLst/>
              <a:ahLst/>
              <a:cxnLst/>
              <a:rect l="l" t="t" r="r" b="b"/>
              <a:pathLst>
                <a:path w="295275" h="77470">
                  <a:moveTo>
                    <a:pt x="294776" y="0"/>
                  </a:moveTo>
                  <a:lnTo>
                    <a:pt x="0" y="0"/>
                  </a:lnTo>
                  <a:lnTo>
                    <a:pt x="0" y="77139"/>
                  </a:lnTo>
                  <a:lnTo>
                    <a:pt x="294776" y="77139"/>
                  </a:lnTo>
                  <a:lnTo>
                    <a:pt x="294776" y="0"/>
                  </a:lnTo>
                  <a:close/>
                </a:path>
              </a:pathLst>
            </a:custGeom>
            <a:solidFill>
              <a:srgbClr val="24385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4" name="object 374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5563777" y="4923035"/>
              <a:ext cx="123305" cy="123305"/>
            </a:xfrm>
            <a:prstGeom prst="rect">
              <a:avLst/>
            </a:prstGeom>
          </p:spPr>
        </p:pic>
        <p:pic>
          <p:nvPicPr>
            <p:cNvPr id="375" name="object 375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5892165" y="4923035"/>
              <a:ext cx="123305" cy="123305"/>
            </a:xfrm>
            <a:prstGeom prst="rect">
              <a:avLst/>
            </a:prstGeom>
          </p:spPr>
        </p:pic>
        <p:sp>
          <p:nvSpPr>
            <p:cNvPr id="376" name="object 376" descr=""/>
            <p:cNvSpPr/>
            <p:nvPr/>
          </p:nvSpPr>
          <p:spPr>
            <a:xfrm>
              <a:off x="15743090" y="5242081"/>
              <a:ext cx="93345" cy="104775"/>
            </a:xfrm>
            <a:custGeom>
              <a:avLst/>
              <a:gdLst/>
              <a:ahLst/>
              <a:cxnLst/>
              <a:rect l="l" t="t" r="r" b="b"/>
              <a:pathLst>
                <a:path w="93344" h="104775">
                  <a:moveTo>
                    <a:pt x="93128" y="0"/>
                  </a:moveTo>
                  <a:lnTo>
                    <a:pt x="0" y="0"/>
                  </a:lnTo>
                  <a:lnTo>
                    <a:pt x="0" y="104321"/>
                  </a:lnTo>
                  <a:lnTo>
                    <a:pt x="93128" y="104321"/>
                  </a:lnTo>
                  <a:lnTo>
                    <a:pt x="93128" y="0"/>
                  </a:lnTo>
                  <a:close/>
                </a:path>
              </a:pathLst>
            </a:custGeom>
            <a:solidFill>
              <a:srgbClr val="2438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7" name="object 377" descr=""/>
          <p:cNvSpPr/>
          <p:nvPr/>
        </p:nvSpPr>
        <p:spPr>
          <a:xfrm>
            <a:off x="15682486" y="7457854"/>
            <a:ext cx="214629" cy="260350"/>
          </a:xfrm>
          <a:custGeom>
            <a:avLst/>
            <a:gdLst/>
            <a:ahLst/>
            <a:cxnLst/>
            <a:rect l="l" t="t" r="r" b="b"/>
            <a:pathLst>
              <a:path w="214630" h="260350">
                <a:moveTo>
                  <a:pt x="107169" y="0"/>
                </a:moveTo>
                <a:lnTo>
                  <a:pt x="65457" y="8421"/>
                </a:lnTo>
                <a:lnTo>
                  <a:pt x="31391" y="31387"/>
                </a:lnTo>
                <a:lnTo>
                  <a:pt x="8422" y="65452"/>
                </a:lnTo>
                <a:lnTo>
                  <a:pt x="0" y="107169"/>
                </a:lnTo>
                <a:lnTo>
                  <a:pt x="0" y="259897"/>
                </a:lnTo>
                <a:lnTo>
                  <a:pt x="214349" y="259897"/>
                </a:lnTo>
                <a:lnTo>
                  <a:pt x="214349" y="107169"/>
                </a:lnTo>
                <a:lnTo>
                  <a:pt x="205926" y="65452"/>
                </a:lnTo>
                <a:lnTo>
                  <a:pt x="182956" y="31387"/>
                </a:lnTo>
                <a:lnTo>
                  <a:pt x="148887" y="8421"/>
                </a:lnTo>
                <a:lnTo>
                  <a:pt x="107169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8" name="object 378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5725979" y="7246666"/>
            <a:ext cx="127357" cy="127367"/>
          </a:xfrm>
          <a:prstGeom prst="rect">
            <a:avLst/>
          </a:prstGeom>
        </p:spPr>
      </p:pic>
      <p:grpSp>
        <p:nvGrpSpPr>
          <p:cNvPr id="379" name="object 379" descr=""/>
          <p:cNvGrpSpPr/>
          <p:nvPr/>
        </p:nvGrpSpPr>
        <p:grpSpPr>
          <a:xfrm>
            <a:off x="13397710" y="4531792"/>
            <a:ext cx="536575" cy="536575"/>
            <a:chOff x="13397710" y="4531792"/>
            <a:chExt cx="536575" cy="536575"/>
          </a:xfrm>
        </p:grpSpPr>
        <p:sp>
          <p:nvSpPr>
            <p:cNvPr id="380" name="object 380" descr=""/>
            <p:cNvSpPr/>
            <p:nvPr/>
          </p:nvSpPr>
          <p:spPr>
            <a:xfrm>
              <a:off x="13397710" y="4531792"/>
              <a:ext cx="536575" cy="536575"/>
            </a:xfrm>
            <a:custGeom>
              <a:avLst/>
              <a:gdLst/>
              <a:ahLst/>
              <a:cxnLst/>
              <a:rect l="l" t="t" r="r" b="b"/>
              <a:pathLst>
                <a:path w="536575" h="536575">
                  <a:moveTo>
                    <a:pt x="268117" y="0"/>
                  </a:moveTo>
                  <a:lnTo>
                    <a:pt x="219925" y="4319"/>
                  </a:lnTo>
                  <a:lnTo>
                    <a:pt x="174566" y="16773"/>
                  </a:lnTo>
                  <a:lnTo>
                    <a:pt x="132797" y="36605"/>
                  </a:lnTo>
                  <a:lnTo>
                    <a:pt x="95376" y="63057"/>
                  </a:lnTo>
                  <a:lnTo>
                    <a:pt x="63060" y="95371"/>
                  </a:lnTo>
                  <a:lnTo>
                    <a:pt x="36607" y="132792"/>
                  </a:lnTo>
                  <a:lnTo>
                    <a:pt x="16775" y="174561"/>
                  </a:lnTo>
                  <a:lnTo>
                    <a:pt x="4320" y="219922"/>
                  </a:lnTo>
                  <a:lnTo>
                    <a:pt x="0" y="268117"/>
                  </a:lnTo>
                  <a:lnTo>
                    <a:pt x="4320" y="316312"/>
                  </a:lnTo>
                  <a:lnTo>
                    <a:pt x="16775" y="361673"/>
                  </a:lnTo>
                  <a:lnTo>
                    <a:pt x="36607" y="403442"/>
                  </a:lnTo>
                  <a:lnTo>
                    <a:pt x="63060" y="440863"/>
                  </a:lnTo>
                  <a:lnTo>
                    <a:pt x="95376" y="473177"/>
                  </a:lnTo>
                  <a:lnTo>
                    <a:pt x="132797" y="499629"/>
                  </a:lnTo>
                  <a:lnTo>
                    <a:pt x="174566" y="519461"/>
                  </a:lnTo>
                  <a:lnTo>
                    <a:pt x="219925" y="531915"/>
                  </a:lnTo>
                  <a:lnTo>
                    <a:pt x="268117" y="536234"/>
                  </a:lnTo>
                  <a:lnTo>
                    <a:pt x="316312" y="531915"/>
                  </a:lnTo>
                  <a:lnTo>
                    <a:pt x="361673" y="519461"/>
                  </a:lnTo>
                  <a:lnTo>
                    <a:pt x="403442" y="499629"/>
                  </a:lnTo>
                  <a:lnTo>
                    <a:pt x="440863" y="473177"/>
                  </a:lnTo>
                  <a:lnTo>
                    <a:pt x="473177" y="440863"/>
                  </a:lnTo>
                  <a:lnTo>
                    <a:pt x="499629" y="403442"/>
                  </a:lnTo>
                  <a:lnTo>
                    <a:pt x="519461" y="361673"/>
                  </a:lnTo>
                  <a:lnTo>
                    <a:pt x="531915" y="316312"/>
                  </a:lnTo>
                  <a:lnTo>
                    <a:pt x="536234" y="268117"/>
                  </a:lnTo>
                  <a:lnTo>
                    <a:pt x="531915" y="219922"/>
                  </a:lnTo>
                  <a:lnTo>
                    <a:pt x="519461" y="174561"/>
                  </a:lnTo>
                  <a:lnTo>
                    <a:pt x="499629" y="132792"/>
                  </a:lnTo>
                  <a:lnTo>
                    <a:pt x="473177" y="95371"/>
                  </a:lnTo>
                  <a:lnTo>
                    <a:pt x="440863" y="63057"/>
                  </a:lnTo>
                  <a:lnTo>
                    <a:pt x="403442" y="36605"/>
                  </a:lnTo>
                  <a:lnTo>
                    <a:pt x="361673" y="16773"/>
                  </a:lnTo>
                  <a:lnTo>
                    <a:pt x="316312" y="4319"/>
                  </a:lnTo>
                  <a:lnTo>
                    <a:pt x="268117" y="0"/>
                  </a:lnTo>
                  <a:close/>
                </a:path>
              </a:pathLst>
            </a:custGeom>
            <a:solidFill>
              <a:srgbClr val="556E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13521949" y="46560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3880" y="0"/>
                  </a:moveTo>
                  <a:lnTo>
                    <a:pt x="98402" y="7335"/>
                  </a:lnTo>
                  <a:lnTo>
                    <a:pt x="58906" y="27760"/>
                  </a:lnTo>
                  <a:lnTo>
                    <a:pt x="27760" y="58906"/>
                  </a:lnTo>
                  <a:lnTo>
                    <a:pt x="7335" y="98402"/>
                  </a:lnTo>
                  <a:lnTo>
                    <a:pt x="0" y="143880"/>
                  </a:lnTo>
                  <a:lnTo>
                    <a:pt x="7335" y="189358"/>
                  </a:lnTo>
                  <a:lnTo>
                    <a:pt x="27760" y="228854"/>
                  </a:lnTo>
                  <a:lnTo>
                    <a:pt x="58906" y="260000"/>
                  </a:lnTo>
                  <a:lnTo>
                    <a:pt x="98402" y="280425"/>
                  </a:lnTo>
                  <a:lnTo>
                    <a:pt x="143880" y="287760"/>
                  </a:lnTo>
                  <a:lnTo>
                    <a:pt x="189358" y="280425"/>
                  </a:lnTo>
                  <a:lnTo>
                    <a:pt x="228854" y="260000"/>
                  </a:lnTo>
                  <a:lnTo>
                    <a:pt x="260000" y="228854"/>
                  </a:lnTo>
                  <a:lnTo>
                    <a:pt x="280425" y="189358"/>
                  </a:lnTo>
                  <a:lnTo>
                    <a:pt x="287760" y="143880"/>
                  </a:lnTo>
                  <a:lnTo>
                    <a:pt x="280425" y="98402"/>
                  </a:lnTo>
                  <a:lnTo>
                    <a:pt x="260000" y="58906"/>
                  </a:lnTo>
                  <a:lnTo>
                    <a:pt x="228854" y="27760"/>
                  </a:lnTo>
                  <a:lnTo>
                    <a:pt x="189358" y="7335"/>
                  </a:lnTo>
                  <a:lnTo>
                    <a:pt x="143880" y="0"/>
                  </a:lnTo>
                  <a:close/>
                </a:path>
              </a:pathLst>
            </a:custGeom>
            <a:solidFill>
              <a:srgbClr val="2438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2" name="object 382" descr=""/>
          <p:cNvSpPr/>
          <p:nvPr/>
        </p:nvSpPr>
        <p:spPr>
          <a:xfrm>
            <a:off x="12942820" y="10282273"/>
            <a:ext cx="1002665" cy="154940"/>
          </a:xfrm>
          <a:custGeom>
            <a:avLst/>
            <a:gdLst/>
            <a:ahLst/>
            <a:cxnLst/>
            <a:rect l="l" t="t" r="r" b="b"/>
            <a:pathLst>
              <a:path w="1002665" h="154940">
                <a:moveTo>
                  <a:pt x="0" y="154874"/>
                </a:moveTo>
                <a:lnTo>
                  <a:pt x="1002168" y="154874"/>
                </a:lnTo>
                <a:lnTo>
                  <a:pt x="1002168" y="0"/>
                </a:lnTo>
                <a:lnTo>
                  <a:pt x="0" y="0"/>
                </a:lnTo>
                <a:lnTo>
                  <a:pt x="0" y="154874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83" name="object 383" descr=""/>
          <p:cNvGrpSpPr/>
          <p:nvPr/>
        </p:nvGrpSpPr>
        <p:grpSpPr>
          <a:xfrm>
            <a:off x="13944989" y="5830492"/>
            <a:ext cx="443865" cy="4606925"/>
            <a:chOff x="13944989" y="5830492"/>
            <a:chExt cx="443865" cy="4606925"/>
          </a:xfrm>
        </p:grpSpPr>
        <p:sp>
          <p:nvSpPr>
            <p:cNvPr id="384" name="object 384" descr=""/>
            <p:cNvSpPr/>
            <p:nvPr/>
          </p:nvSpPr>
          <p:spPr>
            <a:xfrm>
              <a:off x="14091707" y="10282273"/>
              <a:ext cx="297180" cy="154940"/>
            </a:xfrm>
            <a:custGeom>
              <a:avLst/>
              <a:gdLst/>
              <a:ahLst/>
              <a:cxnLst/>
              <a:rect l="l" t="t" r="r" b="b"/>
              <a:pathLst>
                <a:path w="297180" h="154940">
                  <a:moveTo>
                    <a:pt x="0" y="154874"/>
                  </a:moveTo>
                  <a:lnTo>
                    <a:pt x="297142" y="154874"/>
                  </a:lnTo>
                  <a:lnTo>
                    <a:pt x="297142" y="0"/>
                  </a:lnTo>
                  <a:lnTo>
                    <a:pt x="0" y="0"/>
                  </a:lnTo>
                  <a:lnTo>
                    <a:pt x="0" y="154874"/>
                  </a:lnTo>
                  <a:close/>
                </a:path>
              </a:pathLst>
            </a:custGeom>
            <a:solidFill>
              <a:srgbClr val="556E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13944989" y="5830492"/>
              <a:ext cx="147320" cy="4606925"/>
            </a:xfrm>
            <a:custGeom>
              <a:avLst/>
              <a:gdLst/>
              <a:ahLst/>
              <a:cxnLst/>
              <a:rect l="l" t="t" r="r" b="b"/>
              <a:pathLst>
                <a:path w="147319" h="4606925">
                  <a:moveTo>
                    <a:pt x="146718" y="0"/>
                  </a:moveTo>
                  <a:lnTo>
                    <a:pt x="0" y="0"/>
                  </a:lnTo>
                  <a:lnTo>
                    <a:pt x="0" y="4606760"/>
                  </a:lnTo>
                  <a:lnTo>
                    <a:pt x="146718" y="4606760"/>
                  </a:lnTo>
                  <a:lnTo>
                    <a:pt x="146718" y="0"/>
                  </a:lnTo>
                  <a:close/>
                </a:path>
              </a:pathLst>
            </a:custGeom>
            <a:solidFill>
              <a:srgbClr val="2438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6" name="object 386" descr=""/>
          <p:cNvSpPr/>
          <p:nvPr/>
        </p:nvSpPr>
        <p:spPr>
          <a:xfrm>
            <a:off x="16813720" y="9772770"/>
            <a:ext cx="230504" cy="540385"/>
          </a:xfrm>
          <a:custGeom>
            <a:avLst/>
            <a:gdLst/>
            <a:ahLst/>
            <a:cxnLst/>
            <a:rect l="l" t="t" r="r" b="b"/>
            <a:pathLst>
              <a:path w="230505" h="540384">
                <a:moveTo>
                  <a:pt x="230085" y="0"/>
                </a:moveTo>
                <a:lnTo>
                  <a:pt x="115049" y="0"/>
                </a:lnTo>
                <a:lnTo>
                  <a:pt x="0" y="0"/>
                </a:lnTo>
                <a:lnTo>
                  <a:pt x="0" y="539864"/>
                </a:lnTo>
                <a:lnTo>
                  <a:pt x="115049" y="539864"/>
                </a:lnTo>
                <a:lnTo>
                  <a:pt x="230085" y="539864"/>
                </a:lnTo>
                <a:lnTo>
                  <a:pt x="23008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7" name="object 387" descr=""/>
          <p:cNvSpPr/>
          <p:nvPr/>
        </p:nvSpPr>
        <p:spPr>
          <a:xfrm>
            <a:off x="16717379" y="9643662"/>
            <a:ext cx="1318260" cy="793750"/>
          </a:xfrm>
          <a:custGeom>
            <a:avLst/>
            <a:gdLst/>
            <a:ahLst/>
            <a:cxnLst/>
            <a:rect l="l" t="t" r="r" b="b"/>
            <a:pathLst>
              <a:path w="1318259" h="793750">
                <a:moveTo>
                  <a:pt x="300253" y="0"/>
                </a:moveTo>
                <a:lnTo>
                  <a:pt x="288188" y="0"/>
                </a:lnTo>
                <a:lnTo>
                  <a:pt x="288188" y="81813"/>
                </a:lnTo>
                <a:lnTo>
                  <a:pt x="217424" y="81813"/>
                </a:lnTo>
                <a:lnTo>
                  <a:pt x="217424" y="0"/>
                </a:lnTo>
                <a:lnTo>
                  <a:pt x="205359" y="0"/>
                </a:lnTo>
                <a:lnTo>
                  <a:pt x="205359" y="81813"/>
                </a:lnTo>
                <a:lnTo>
                  <a:pt x="134581" y="81813"/>
                </a:lnTo>
                <a:lnTo>
                  <a:pt x="134581" y="0"/>
                </a:lnTo>
                <a:lnTo>
                  <a:pt x="122516" y="0"/>
                </a:lnTo>
                <a:lnTo>
                  <a:pt x="122516" y="81813"/>
                </a:lnTo>
                <a:lnTo>
                  <a:pt x="122516" y="95999"/>
                </a:lnTo>
                <a:lnTo>
                  <a:pt x="122516" y="129108"/>
                </a:lnTo>
                <a:lnTo>
                  <a:pt x="134581" y="129108"/>
                </a:lnTo>
                <a:lnTo>
                  <a:pt x="134581" y="95999"/>
                </a:lnTo>
                <a:lnTo>
                  <a:pt x="205359" y="95999"/>
                </a:lnTo>
                <a:lnTo>
                  <a:pt x="205359" y="129108"/>
                </a:lnTo>
                <a:lnTo>
                  <a:pt x="217424" y="129108"/>
                </a:lnTo>
                <a:lnTo>
                  <a:pt x="217424" y="95999"/>
                </a:lnTo>
                <a:lnTo>
                  <a:pt x="288188" y="95999"/>
                </a:lnTo>
                <a:lnTo>
                  <a:pt x="288188" y="129108"/>
                </a:lnTo>
                <a:lnTo>
                  <a:pt x="300253" y="129108"/>
                </a:lnTo>
                <a:lnTo>
                  <a:pt x="300253" y="95999"/>
                </a:lnTo>
                <a:lnTo>
                  <a:pt x="300253" y="81813"/>
                </a:lnTo>
                <a:lnTo>
                  <a:pt x="300253" y="0"/>
                </a:lnTo>
                <a:close/>
              </a:path>
              <a:path w="1318259" h="793750">
                <a:moveTo>
                  <a:pt x="773899" y="535368"/>
                </a:moveTo>
                <a:lnTo>
                  <a:pt x="658863" y="535368"/>
                </a:lnTo>
                <a:lnTo>
                  <a:pt x="658863" y="575360"/>
                </a:lnTo>
                <a:lnTo>
                  <a:pt x="773899" y="575360"/>
                </a:lnTo>
                <a:lnTo>
                  <a:pt x="773899" y="535368"/>
                </a:lnTo>
                <a:close/>
              </a:path>
              <a:path w="1318259" h="793750">
                <a:moveTo>
                  <a:pt x="1195197" y="81813"/>
                </a:moveTo>
                <a:lnTo>
                  <a:pt x="1029512" y="81813"/>
                </a:lnTo>
                <a:lnTo>
                  <a:pt x="1029512" y="0"/>
                </a:lnTo>
                <a:lnTo>
                  <a:pt x="1017447" y="0"/>
                </a:lnTo>
                <a:lnTo>
                  <a:pt x="1017447" y="129108"/>
                </a:lnTo>
                <a:lnTo>
                  <a:pt x="1029512" y="129108"/>
                </a:lnTo>
                <a:lnTo>
                  <a:pt x="1029512" y="95999"/>
                </a:lnTo>
                <a:lnTo>
                  <a:pt x="1195197" y="95999"/>
                </a:lnTo>
                <a:lnTo>
                  <a:pt x="1195197" y="81813"/>
                </a:lnTo>
                <a:close/>
              </a:path>
              <a:path w="1318259" h="793750">
                <a:moveTo>
                  <a:pt x="1317942" y="668972"/>
                </a:moveTo>
                <a:lnTo>
                  <a:pt x="773899" y="668972"/>
                </a:lnTo>
                <a:lnTo>
                  <a:pt x="773899" y="655993"/>
                </a:lnTo>
                <a:lnTo>
                  <a:pt x="658863" y="655993"/>
                </a:lnTo>
                <a:lnTo>
                  <a:pt x="658863" y="668972"/>
                </a:lnTo>
                <a:lnTo>
                  <a:pt x="658850" y="129108"/>
                </a:lnTo>
                <a:lnTo>
                  <a:pt x="658863" y="454723"/>
                </a:lnTo>
                <a:lnTo>
                  <a:pt x="773899" y="454723"/>
                </a:lnTo>
                <a:lnTo>
                  <a:pt x="773899" y="411848"/>
                </a:lnTo>
                <a:lnTo>
                  <a:pt x="1019556" y="411848"/>
                </a:lnTo>
                <a:lnTo>
                  <a:pt x="1019556" y="315010"/>
                </a:lnTo>
                <a:lnTo>
                  <a:pt x="773899" y="315010"/>
                </a:lnTo>
                <a:lnTo>
                  <a:pt x="773899" y="129108"/>
                </a:lnTo>
                <a:lnTo>
                  <a:pt x="747712" y="129108"/>
                </a:lnTo>
                <a:lnTo>
                  <a:pt x="747712" y="95999"/>
                </a:lnTo>
                <a:lnTo>
                  <a:pt x="747712" y="81813"/>
                </a:lnTo>
                <a:lnTo>
                  <a:pt x="747712" y="0"/>
                </a:lnTo>
                <a:lnTo>
                  <a:pt x="735660" y="0"/>
                </a:lnTo>
                <a:lnTo>
                  <a:pt x="735660" y="81813"/>
                </a:lnTo>
                <a:lnTo>
                  <a:pt x="735660" y="95999"/>
                </a:lnTo>
                <a:lnTo>
                  <a:pt x="735660" y="129108"/>
                </a:lnTo>
                <a:lnTo>
                  <a:pt x="664883" y="129108"/>
                </a:lnTo>
                <a:lnTo>
                  <a:pt x="664883" y="95999"/>
                </a:lnTo>
                <a:lnTo>
                  <a:pt x="735660" y="95999"/>
                </a:lnTo>
                <a:lnTo>
                  <a:pt x="735660" y="81813"/>
                </a:lnTo>
                <a:lnTo>
                  <a:pt x="664883" y="81813"/>
                </a:lnTo>
                <a:lnTo>
                  <a:pt x="664883" y="0"/>
                </a:lnTo>
                <a:lnTo>
                  <a:pt x="652818" y="0"/>
                </a:lnTo>
                <a:lnTo>
                  <a:pt x="652818" y="81813"/>
                </a:lnTo>
                <a:lnTo>
                  <a:pt x="652818" y="95999"/>
                </a:lnTo>
                <a:lnTo>
                  <a:pt x="652818" y="129108"/>
                </a:lnTo>
                <a:lnTo>
                  <a:pt x="582041" y="129108"/>
                </a:lnTo>
                <a:lnTo>
                  <a:pt x="582041" y="95999"/>
                </a:lnTo>
                <a:lnTo>
                  <a:pt x="652818" y="95999"/>
                </a:lnTo>
                <a:lnTo>
                  <a:pt x="652818" y="81813"/>
                </a:lnTo>
                <a:lnTo>
                  <a:pt x="582041" y="81813"/>
                </a:lnTo>
                <a:lnTo>
                  <a:pt x="582041" y="0"/>
                </a:lnTo>
                <a:lnTo>
                  <a:pt x="569988" y="0"/>
                </a:lnTo>
                <a:lnTo>
                  <a:pt x="569988" y="81813"/>
                </a:lnTo>
                <a:lnTo>
                  <a:pt x="569988" y="95999"/>
                </a:lnTo>
                <a:lnTo>
                  <a:pt x="569988" y="129108"/>
                </a:lnTo>
                <a:lnTo>
                  <a:pt x="543801" y="129108"/>
                </a:lnTo>
                <a:lnTo>
                  <a:pt x="543801" y="315010"/>
                </a:lnTo>
                <a:lnTo>
                  <a:pt x="258889" y="315010"/>
                </a:lnTo>
                <a:lnTo>
                  <a:pt x="258889" y="411848"/>
                </a:lnTo>
                <a:lnTo>
                  <a:pt x="543801" y="411848"/>
                </a:lnTo>
                <a:lnTo>
                  <a:pt x="543801" y="668972"/>
                </a:lnTo>
                <a:lnTo>
                  <a:pt x="0" y="668972"/>
                </a:lnTo>
                <a:lnTo>
                  <a:pt x="0" y="793635"/>
                </a:lnTo>
                <a:lnTo>
                  <a:pt x="704253" y="793635"/>
                </a:lnTo>
                <a:lnTo>
                  <a:pt x="1317942" y="793635"/>
                </a:lnTo>
                <a:lnTo>
                  <a:pt x="1317942" y="693216"/>
                </a:lnTo>
                <a:lnTo>
                  <a:pt x="1317942" y="668972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8" name="object 388" descr=""/>
          <p:cNvSpPr/>
          <p:nvPr/>
        </p:nvSpPr>
        <p:spPr>
          <a:xfrm>
            <a:off x="17447869" y="7016121"/>
            <a:ext cx="407670" cy="501650"/>
          </a:xfrm>
          <a:custGeom>
            <a:avLst/>
            <a:gdLst/>
            <a:ahLst/>
            <a:cxnLst/>
            <a:rect l="l" t="t" r="r" b="b"/>
            <a:pathLst>
              <a:path w="407669" h="501650">
                <a:moveTo>
                  <a:pt x="407606" y="0"/>
                </a:moveTo>
                <a:lnTo>
                  <a:pt x="0" y="0"/>
                </a:lnTo>
                <a:lnTo>
                  <a:pt x="0" y="44437"/>
                </a:lnTo>
                <a:lnTo>
                  <a:pt x="0" y="326809"/>
                </a:lnTo>
                <a:lnTo>
                  <a:pt x="0" y="501256"/>
                </a:lnTo>
                <a:lnTo>
                  <a:pt x="407606" y="501256"/>
                </a:lnTo>
                <a:lnTo>
                  <a:pt x="407606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9" name="object 389" descr=""/>
          <p:cNvSpPr/>
          <p:nvPr/>
        </p:nvSpPr>
        <p:spPr>
          <a:xfrm>
            <a:off x="17987692" y="6843320"/>
            <a:ext cx="34290" cy="2473960"/>
          </a:xfrm>
          <a:custGeom>
            <a:avLst/>
            <a:gdLst/>
            <a:ahLst/>
            <a:cxnLst/>
            <a:rect l="l" t="t" r="r" b="b"/>
            <a:pathLst>
              <a:path w="34290" h="2473959">
                <a:moveTo>
                  <a:pt x="34114" y="0"/>
                </a:moveTo>
                <a:lnTo>
                  <a:pt x="0" y="0"/>
                </a:lnTo>
                <a:lnTo>
                  <a:pt x="0" y="2473380"/>
                </a:lnTo>
                <a:lnTo>
                  <a:pt x="34114" y="2473380"/>
                </a:lnTo>
                <a:lnTo>
                  <a:pt x="34114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0" name="object 390" descr=""/>
          <p:cNvSpPr/>
          <p:nvPr/>
        </p:nvSpPr>
        <p:spPr>
          <a:xfrm>
            <a:off x="17855477" y="6845877"/>
            <a:ext cx="139700" cy="2470785"/>
          </a:xfrm>
          <a:custGeom>
            <a:avLst/>
            <a:gdLst/>
            <a:ahLst/>
            <a:cxnLst/>
            <a:rect l="l" t="t" r="r" b="b"/>
            <a:pathLst>
              <a:path w="139700" h="2470784">
                <a:moveTo>
                  <a:pt x="139636" y="26174"/>
                </a:moveTo>
                <a:lnTo>
                  <a:pt x="132549" y="19024"/>
                </a:lnTo>
                <a:lnTo>
                  <a:pt x="83870" y="67386"/>
                </a:lnTo>
                <a:lnTo>
                  <a:pt x="76733" y="60299"/>
                </a:lnTo>
                <a:lnTo>
                  <a:pt x="76733" y="74472"/>
                </a:lnTo>
                <a:lnTo>
                  <a:pt x="34124" y="116814"/>
                </a:lnTo>
                <a:lnTo>
                  <a:pt x="34124" y="32143"/>
                </a:lnTo>
                <a:lnTo>
                  <a:pt x="76733" y="74472"/>
                </a:lnTo>
                <a:lnTo>
                  <a:pt x="76733" y="60299"/>
                </a:lnTo>
                <a:lnTo>
                  <a:pt x="35204" y="19024"/>
                </a:lnTo>
                <a:lnTo>
                  <a:pt x="34124" y="20116"/>
                </a:lnTo>
                <a:lnTo>
                  <a:pt x="34124" y="0"/>
                </a:lnTo>
                <a:lnTo>
                  <a:pt x="0" y="0"/>
                </a:lnTo>
                <a:lnTo>
                  <a:pt x="0" y="2470480"/>
                </a:lnTo>
                <a:lnTo>
                  <a:pt x="34124" y="2470480"/>
                </a:lnTo>
                <a:lnTo>
                  <a:pt x="34124" y="125349"/>
                </a:lnTo>
                <a:lnTo>
                  <a:pt x="36944" y="128181"/>
                </a:lnTo>
                <a:lnTo>
                  <a:pt x="83870" y="81572"/>
                </a:lnTo>
                <a:lnTo>
                  <a:pt x="130810" y="128181"/>
                </a:lnTo>
                <a:lnTo>
                  <a:pt x="137896" y="121043"/>
                </a:lnTo>
                <a:lnTo>
                  <a:pt x="91008" y="74472"/>
                </a:lnTo>
                <a:lnTo>
                  <a:pt x="139636" y="26174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1" name="object 391" descr=""/>
          <p:cNvSpPr/>
          <p:nvPr/>
        </p:nvSpPr>
        <p:spPr>
          <a:xfrm>
            <a:off x="17881854" y="6042285"/>
            <a:ext cx="114300" cy="645160"/>
          </a:xfrm>
          <a:custGeom>
            <a:avLst/>
            <a:gdLst/>
            <a:ahLst/>
            <a:cxnLst/>
            <a:rect l="l" t="t" r="r" b="b"/>
            <a:pathLst>
              <a:path w="114300" h="645159">
                <a:moveTo>
                  <a:pt x="108178" y="190157"/>
                </a:moveTo>
                <a:lnTo>
                  <a:pt x="107708" y="183032"/>
                </a:lnTo>
                <a:lnTo>
                  <a:pt x="64617" y="140246"/>
                </a:lnTo>
                <a:lnTo>
                  <a:pt x="102120" y="102984"/>
                </a:lnTo>
                <a:lnTo>
                  <a:pt x="101574" y="95453"/>
                </a:lnTo>
                <a:lnTo>
                  <a:pt x="100533" y="80302"/>
                </a:lnTo>
                <a:lnTo>
                  <a:pt x="98513" y="78308"/>
                </a:lnTo>
                <a:lnTo>
                  <a:pt x="98513" y="92417"/>
                </a:lnTo>
                <a:lnTo>
                  <a:pt x="57505" y="133172"/>
                </a:lnTo>
                <a:lnTo>
                  <a:pt x="16319" y="92252"/>
                </a:lnTo>
                <a:lnTo>
                  <a:pt x="57315" y="51511"/>
                </a:lnTo>
                <a:lnTo>
                  <a:pt x="98513" y="92417"/>
                </a:lnTo>
                <a:lnTo>
                  <a:pt x="98513" y="78308"/>
                </a:lnTo>
                <a:lnTo>
                  <a:pt x="64427" y="44437"/>
                </a:lnTo>
                <a:lnTo>
                  <a:pt x="95846" y="13220"/>
                </a:lnTo>
                <a:lnTo>
                  <a:pt x="94945" y="0"/>
                </a:lnTo>
                <a:lnTo>
                  <a:pt x="57315" y="37376"/>
                </a:lnTo>
                <a:lnTo>
                  <a:pt x="21983" y="2260"/>
                </a:lnTo>
                <a:lnTo>
                  <a:pt x="21005" y="15430"/>
                </a:lnTo>
                <a:lnTo>
                  <a:pt x="50203" y="44437"/>
                </a:lnTo>
                <a:lnTo>
                  <a:pt x="16230" y="78168"/>
                </a:lnTo>
                <a:lnTo>
                  <a:pt x="15240" y="91173"/>
                </a:lnTo>
                <a:lnTo>
                  <a:pt x="14224" y="104355"/>
                </a:lnTo>
                <a:lnTo>
                  <a:pt x="50368" y="140258"/>
                </a:lnTo>
                <a:lnTo>
                  <a:pt x="8343" y="182016"/>
                </a:lnTo>
                <a:lnTo>
                  <a:pt x="7658" y="191008"/>
                </a:lnTo>
                <a:lnTo>
                  <a:pt x="10566" y="193941"/>
                </a:lnTo>
                <a:lnTo>
                  <a:pt x="57480" y="147332"/>
                </a:lnTo>
                <a:lnTo>
                  <a:pt x="104419" y="193941"/>
                </a:lnTo>
                <a:lnTo>
                  <a:pt x="108178" y="190157"/>
                </a:lnTo>
                <a:close/>
              </a:path>
              <a:path w="114300" h="645159">
                <a:moveTo>
                  <a:pt x="111518" y="543026"/>
                </a:moveTo>
                <a:lnTo>
                  <a:pt x="104432" y="535876"/>
                </a:lnTo>
                <a:lnTo>
                  <a:pt x="55753" y="584238"/>
                </a:lnTo>
                <a:lnTo>
                  <a:pt x="7086" y="535876"/>
                </a:lnTo>
                <a:lnTo>
                  <a:pt x="0" y="543026"/>
                </a:lnTo>
                <a:lnTo>
                  <a:pt x="48615" y="591337"/>
                </a:lnTo>
                <a:lnTo>
                  <a:pt x="1739" y="637895"/>
                </a:lnTo>
                <a:lnTo>
                  <a:pt x="8826" y="645045"/>
                </a:lnTo>
                <a:lnTo>
                  <a:pt x="55753" y="598424"/>
                </a:lnTo>
                <a:lnTo>
                  <a:pt x="102692" y="645045"/>
                </a:lnTo>
                <a:lnTo>
                  <a:pt x="109778" y="637895"/>
                </a:lnTo>
                <a:lnTo>
                  <a:pt x="62890" y="591337"/>
                </a:lnTo>
                <a:lnTo>
                  <a:pt x="111518" y="543026"/>
                </a:lnTo>
                <a:close/>
              </a:path>
              <a:path w="114300" h="645159">
                <a:moveTo>
                  <a:pt x="113080" y="320001"/>
                </a:moveTo>
                <a:lnTo>
                  <a:pt x="105981" y="312864"/>
                </a:lnTo>
                <a:lnTo>
                  <a:pt x="57315" y="361226"/>
                </a:lnTo>
                <a:lnTo>
                  <a:pt x="8648" y="312864"/>
                </a:lnTo>
                <a:lnTo>
                  <a:pt x="1562" y="320001"/>
                </a:lnTo>
                <a:lnTo>
                  <a:pt x="50177" y="368312"/>
                </a:lnTo>
                <a:lnTo>
                  <a:pt x="3302" y="414883"/>
                </a:lnTo>
                <a:lnTo>
                  <a:pt x="10388" y="422021"/>
                </a:lnTo>
                <a:lnTo>
                  <a:pt x="57315" y="375399"/>
                </a:lnTo>
                <a:lnTo>
                  <a:pt x="104254" y="422021"/>
                </a:lnTo>
                <a:lnTo>
                  <a:pt x="111340" y="414883"/>
                </a:lnTo>
                <a:lnTo>
                  <a:pt x="64452" y="368312"/>
                </a:lnTo>
                <a:lnTo>
                  <a:pt x="113080" y="320001"/>
                </a:lnTo>
                <a:close/>
              </a:path>
              <a:path w="114300" h="645159">
                <a:moveTo>
                  <a:pt x="113245" y="300685"/>
                </a:moveTo>
                <a:lnTo>
                  <a:pt x="66357" y="254114"/>
                </a:lnTo>
                <a:lnTo>
                  <a:pt x="109626" y="211137"/>
                </a:lnTo>
                <a:lnTo>
                  <a:pt x="108864" y="199618"/>
                </a:lnTo>
                <a:lnTo>
                  <a:pt x="107911" y="198691"/>
                </a:lnTo>
                <a:lnTo>
                  <a:pt x="59245" y="247040"/>
                </a:lnTo>
                <a:lnTo>
                  <a:pt x="10566" y="198678"/>
                </a:lnTo>
                <a:lnTo>
                  <a:pt x="6756" y="202526"/>
                </a:lnTo>
                <a:lnTo>
                  <a:pt x="6299" y="208622"/>
                </a:lnTo>
                <a:lnTo>
                  <a:pt x="52108" y="254127"/>
                </a:lnTo>
                <a:lnTo>
                  <a:pt x="5232" y="300697"/>
                </a:lnTo>
                <a:lnTo>
                  <a:pt x="12306" y="307809"/>
                </a:lnTo>
                <a:lnTo>
                  <a:pt x="59232" y="261200"/>
                </a:lnTo>
                <a:lnTo>
                  <a:pt x="106172" y="307809"/>
                </a:lnTo>
                <a:lnTo>
                  <a:pt x="113245" y="300685"/>
                </a:lnTo>
                <a:close/>
              </a:path>
              <a:path w="114300" h="645159">
                <a:moveTo>
                  <a:pt x="114122" y="428828"/>
                </a:moveTo>
                <a:lnTo>
                  <a:pt x="107035" y="421690"/>
                </a:lnTo>
                <a:lnTo>
                  <a:pt x="58369" y="470052"/>
                </a:lnTo>
                <a:lnTo>
                  <a:pt x="9702" y="421690"/>
                </a:lnTo>
                <a:lnTo>
                  <a:pt x="2616" y="428828"/>
                </a:lnTo>
                <a:lnTo>
                  <a:pt x="51231" y="477139"/>
                </a:lnTo>
                <a:lnTo>
                  <a:pt x="4356" y="523709"/>
                </a:lnTo>
                <a:lnTo>
                  <a:pt x="11442" y="530847"/>
                </a:lnTo>
                <a:lnTo>
                  <a:pt x="58369" y="484225"/>
                </a:lnTo>
                <a:lnTo>
                  <a:pt x="105295" y="530847"/>
                </a:lnTo>
                <a:lnTo>
                  <a:pt x="112395" y="523709"/>
                </a:lnTo>
                <a:lnTo>
                  <a:pt x="65506" y="477139"/>
                </a:lnTo>
                <a:lnTo>
                  <a:pt x="114122" y="428828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2" name="object 392" descr=""/>
          <p:cNvSpPr/>
          <p:nvPr/>
        </p:nvSpPr>
        <p:spPr>
          <a:xfrm>
            <a:off x="17880838" y="6972001"/>
            <a:ext cx="114300" cy="2340610"/>
          </a:xfrm>
          <a:custGeom>
            <a:avLst/>
            <a:gdLst/>
            <a:ahLst/>
            <a:cxnLst/>
            <a:rect l="l" t="t" r="r" b="b"/>
            <a:pathLst>
              <a:path w="114300" h="2340609">
                <a:moveTo>
                  <a:pt x="112318" y="2110600"/>
                </a:moveTo>
                <a:lnTo>
                  <a:pt x="62420" y="2061044"/>
                </a:lnTo>
                <a:lnTo>
                  <a:pt x="111112" y="2012657"/>
                </a:lnTo>
                <a:lnTo>
                  <a:pt x="104813" y="2006320"/>
                </a:lnTo>
                <a:lnTo>
                  <a:pt x="111163" y="1999907"/>
                </a:lnTo>
                <a:lnTo>
                  <a:pt x="61277" y="1950351"/>
                </a:lnTo>
                <a:lnTo>
                  <a:pt x="109969" y="1901977"/>
                </a:lnTo>
                <a:lnTo>
                  <a:pt x="102882" y="1894827"/>
                </a:lnTo>
                <a:lnTo>
                  <a:pt x="54127" y="1943265"/>
                </a:lnTo>
                <a:lnTo>
                  <a:pt x="8483" y="1897900"/>
                </a:lnTo>
                <a:lnTo>
                  <a:pt x="1384" y="1905038"/>
                </a:lnTo>
                <a:lnTo>
                  <a:pt x="46990" y="1950351"/>
                </a:lnTo>
                <a:lnTo>
                  <a:pt x="190" y="1996846"/>
                </a:lnTo>
                <a:lnTo>
                  <a:pt x="7289" y="2003983"/>
                </a:lnTo>
                <a:lnTo>
                  <a:pt x="54127" y="1957451"/>
                </a:lnTo>
                <a:lnTo>
                  <a:pt x="103276" y="2006269"/>
                </a:lnTo>
                <a:lnTo>
                  <a:pt x="55283" y="2053945"/>
                </a:lnTo>
                <a:lnTo>
                  <a:pt x="9626" y="2008581"/>
                </a:lnTo>
                <a:lnTo>
                  <a:pt x="2540" y="2015731"/>
                </a:lnTo>
                <a:lnTo>
                  <a:pt x="48145" y="2061044"/>
                </a:lnTo>
                <a:lnTo>
                  <a:pt x="1346" y="2107539"/>
                </a:lnTo>
                <a:lnTo>
                  <a:pt x="8432" y="2114677"/>
                </a:lnTo>
                <a:lnTo>
                  <a:pt x="55270" y="2068131"/>
                </a:lnTo>
                <a:lnTo>
                  <a:pt x="105219" y="2117737"/>
                </a:lnTo>
                <a:lnTo>
                  <a:pt x="112318" y="2110600"/>
                </a:lnTo>
                <a:close/>
              </a:path>
              <a:path w="114300" h="2340609">
                <a:moveTo>
                  <a:pt x="112318" y="1886877"/>
                </a:moveTo>
                <a:lnTo>
                  <a:pt x="62649" y="1837550"/>
                </a:lnTo>
                <a:lnTo>
                  <a:pt x="111112" y="1788934"/>
                </a:lnTo>
                <a:lnTo>
                  <a:pt x="104025" y="1781784"/>
                </a:lnTo>
                <a:lnTo>
                  <a:pt x="55270" y="1830222"/>
                </a:lnTo>
                <a:lnTo>
                  <a:pt x="9626" y="1784858"/>
                </a:lnTo>
                <a:lnTo>
                  <a:pt x="2540" y="1791995"/>
                </a:lnTo>
                <a:lnTo>
                  <a:pt x="48133" y="1837309"/>
                </a:lnTo>
                <a:lnTo>
                  <a:pt x="1346" y="1883803"/>
                </a:lnTo>
                <a:lnTo>
                  <a:pt x="6350" y="1894014"/>
                </a:lnTo>
                <a:lnTo>
                  <a:pt x="55549" y="1844675"/>
                </a:lnTo>
                <a:lnTo>
                  <a:pt x="105219" y="1894014"/>
                </a:lnTo>
                <a:lnTo>
                  <a:pt x="112318" y="1886877"/>
                </a:lnTo>
                <a:close/>
              </a:path>
              <a:path w="114300" h="2340609">
                <a:moveTo>
                  <a:pt x="112534" y="118643"/>
                </a:moveTo>
                <a:lnTo>
                  <a:pt x="105448" y="111506"/>
                </a:lnTo>
                <a:lnTo>
                  <a:pt x="56769" y="159867"/>
                </a:lnTo>
                <a:lnTo>
                  <a:pt x="8102" y="111506"/>
                </a:lnTo>
                <a:lnTo>
                  <a:pt x="1016" y="118643"/>
                </a:lnTo>
                <a:lnTo>
                  <a:pt x="49631" y="166954"/>
                </a:lnTo>
                <a:lnTo>
                  <a:pt x="2755" y="213525"/>
                </a:lnTo>
                <a:lnTo>
                  <a:pt x="9842" y="220662"/>
                </a:lnTo>
                <a:lnTo>
                  <a:pt x="56769" y="174040"/>
                </a:lnTo>
                <a:lnTo>
                  <a:pt x="103708" y="220662"/>
                </a:lnTo>
                <a:lnTo>
                  <a:pt x="110794" y="213525"/>
                </a:lnTo>
                <a:lnTo>
                  <a:pt x="63906" y="166954"/>
                </a:lnTo>
                <a:lnTo>
                  <a:pt x="112534" y="118643"/>
                </a:lnTo>
                <a:close/>
              </a:path>
              <a:path w="114300" h="2340609">
                <a:moveTo>
                  <a:pt x="112903" y="1775358"/>
                </a:moveTo>
                <a:lnTo>
                  <a:pt x="62953" y="1725739"/>
                </a:lnTo>
                <a:lnTo>
                  <a:pt x="111709" y="1677416"/>
                </a:lnTo>
                <a:lnTo>
                  <a:pt x="104622" y="1670278"/>
                </a:lnTo>
                <a:lnTo>
                  <a:pt x="55816" y="1718652"/>
                </a:lnTo>
                <a:lnTo>
                  <a:pt x="10223" y="1673339"/>
                </a:lnTo>
                <a:lnTo>
                  <a:pt x="3136" y="1680489"/>
                </a:lnTo>
                <a:lnTo>
                  <a:pt x="48666" y="1725739"/>
                </a:lnTo>
                <a:lnTo>
                  <a:pt x="0" y="1773986"/>
                </a:lnTo>
                <a:lnTo>
                  <a:pt x="7086" y="1781124"/>
                </a:lnTo>
                <a:lnTo>
                  <a:pt x="55803" y="1732826"/>
                </a:lnTo>
                <a:lnTo>
                  <a:pt x="105816" y="1782508"/>
                </a:lnTo>
                <a:lnTo>
                  <a:pt x="112903" y="1775358"/>
                </a:lnTo>
                <a:close/>
              </a:path>
              <a:path w="114300" h="2340609">
                <a:moveTo>
                  <a:pt x="113131" y="2332913"/>
                </a:moveTo>
                <a:lnTo>
                  <a:pt x="63233" y="2283358"/>
                </a:lnTo>
                <a:lnTo>
                  <a:pt x="111937" y="2234971"/>
                </a:lnTo>
                <a:lnTo>
                  <a:pt x="106095" y="2229091"/>
                </a:lnTo>
                <a:lnTo>
                  <a:pt x="112318" y="2222830"/>
                </a:lnTo>
                <a:lnTo>
                  <a:pt x="62420" y="2173274"/>
                </a:lnTo>
                <a:lnTo>
                  <a:pt x="111112" y="2124887"/>
                </a:lnTo>
                <a:lnTo>
                  <a:pt x="104025" y="2117737"/>
                </a:lnTo>
                <a:lnTo>
                  <a:pt x="55270" y="2166175"/>
                </a:lnTo>
                <a:lnTo>
                  <a:pt x="9626" y="2120811"/>
                </a:lnTo>
                <a:lnTo>
                  <a:pt x="2540" y="2127948"/>
                </a:lnTo>
                <a:lnTo>
                  <a:pt x="48133" y="2173262"/>
                </a:lnTo>
                <a:lnTo>
                  <a:pt x="1346" y="2219756"/>
                </a:lnTo>
                <a:lnTo>
                  <a:pt x="8432" y="2226907"/>
                </a:lnTo>
                <a:lnTo>
                  <a:pt x="55283" y="2180361"/>
                </a:lnTo>
                <a:lnTo>
                  <a:pt x="103949" y="2228723"/>
                </a:lnTo>
                <a:lnTo>
                  <a:pt x="56095" y="2276259"/>
                </a:lnTo>
                <a:lnTo>
                  <a:pt x="10439" y="2230894"/>
                </a:lnTo>
                <a:lnTo>
                  <a:pt x="3352" y="2238032"/>
                </a:lnTo>
                <a:lnTo>
                  <a:pt x="48958" y="2283345"/>
                </a:lnTo>
                <a:lnTo>
                  <a:pt x="2159" y="2329840"/>
                </a:lnTo>
                <a:lnTo>
                  <a:pt x="9245" y="2336977"/>
                </a:lnTo>
                <a:lnTo>
                  <a:pt x="56095" y="2290445"/>
                </a:lnTo>
                <a:lnTo>
                  <a:pt x="106045" y="2340051"/>
                </a:lnTo>
                <a:lnTo>
                  <a:pt x="113131" y="2332913"/>
                </a:lnTo>
                <a:close/>
              </a:path>
              <a:path w="114300" h="2340609">
                <a:moveTo>
                  <a:pt x="113131" y="1662480"/>
                </a:moveTo>
                <a:lnTo>
                  <a:pt x="63233" y="1612925"/>
                </a:lnTo>
                <a:lnTo>
                  <a:pt x="111937" y="1564538"/>
                </a:lnTo>
                <a:lnTo>
                  <a:pt x="104851" y="1557388"/>
                </a:lnTo>
                <a:lnTo>
                  <a:pt x="56095" y="1605826"/>
                </a:lnTo>
                <a:lnTo>
                  <a:pt x="10439" y="1560461"/>
                </a:lnTo>
                <a:lnTo>
                  <a:pt x="3352" y="1567599"/>
                </a:lnTo>
                <a:lnTo>
                  <a:pt x="48958" y="1612912"/>
                </a:lnTo>
                <a:lnTo>
                  <a:pt x="2159" y="1659407"/>
                </a:lnTo>
                <a:lnTo>
                  <a:pt x="9245" y="1666557"/>
                </a:lnTo>
                <a:lnTo>
                  <a:pt x="56095" y="1620012"/>
                </a:lnTo>
                <a:lnTo>
                  <a:pt x="106045" y="1669618"/>
                </a:lnTo>
                <a:lnTo>
                  <a:pt x="113131" y="1662480"/>
                </a:lnTo>
                <a:close/>
              </a:path>
              <a:path w="114300" h="2340609">
                <a:moveTo>
                  <a:pt x="113131" y="1550250"/>
                </a:moveTo>
                <a:lnTo>
                  <a:pt x="63233" y="1500695"/>
                </a:lnTo>
                <a:lnTo>
                  <a:pt x="111937" y="1452308"/>
                </a:lnTo>
                <a:lnTo>
                  <a:pt x="105638" y="1445971"/>
                </a:lnTo>
                <a:lnTo>
                  <a:pt x="111988" y="1439557"/>
                </a:lnTo>
                <a:lnTo>
                  <a:pt x="62090" y="1390002"/>
                </a:lnTo>
                <a:lnTo>
                  <a:pt x="110794" y="1341615"/>
                </a:lnTo>
                <a:lnTo>
                  <a:pt x="103708" y="1334477"/>
                </a:lnTo>
                <a:lnTo>
                  <a:pt x="54952" y="1382915"/>
                </a:lnTo>
                <a:lnTo>
                  <a:pt x="9296" y="1337538"/>
                </a:lnTo>
                <a:lnTo>
                  <a:pt x="2209" y="1344688"/>
                </a:lnTo>
                <a:lnTo>
                  <a:pt x="47815" y="1390002"/>
                </a:lnTo>
                <a:lnTo>
                  <a:pt x="1016" y="1436497"/>
                </a:lnTo>
                <a:lnTo>
                  <a:pt x="8102" y="1443634"/>
                </a:lnTo>
                <a:lnTo>
                  <a:pt x="54952" y="1397088"/>
                </a:lnTo>
                <a:lnTo>
                  <a:pt x="104101" y="1445920"/>
                </a:lnTo>
                <a:lnTo>
                  <a:pt x="56095" y="1493608"/>
                </a:lnTo>
                <a:lnTo>
                  <a:pt x="10439" y="1448231"/>
                </a:lnTo>
                <a:lnTo>
                  <a:pt x="3352" y="1455369"/>
                </a:lnTo>
                <a:lnTo>
                  <a:pt x="48958" y="1500695"/>
                </a:lnTo>
                <a:lnTo>
                  <a:pt x="2159" y="1547190"/>
                </a:lnTo>
                <a:lnTo>
                  <a:pt x="9245" y="1554327"/>
                </a:lnTo>
                <a:lnTo>
                  <a:pt x="56095" y="1507782"/>
                </a:lnTo>
                <a:lnTo>
                  <a:pt x="106045" y="1557388"/>
                </a:lnTo>
                <a:lnTo>
                  <a:pt x="113131" y="1550250"/>
                </a:lnTo>
                <a:close/>
              </a:path>
              <a:path w="114300" h="2340609">
                <a:moveTo>
                  <a:pt x="113131" y="1326515"/>
                </a:moveTo>
                <a:lnTo>
                  <a:pt x="63461" y="1277200"/>
                </a:lnTo>
                <a:lnTo>
                  <a:pt x="111937" y="1228585"/>
                </a:lnTo>
                <a:lnTo>
                  <a:pt x="104851" y="1221435"/>
                </a:lnTo>
                <a:lnTo>
                  <a:pt x="56095" y="1269873"/>
                </a:lnTo>
                <a:lnTo>
                  <a:pt x="10439" y="1224508"/>
                </a:lnTo>
                <a:lnTo>
                  <a:pt x="3352" y="1231646"/>
                </a:lnTo>
                <a:lnTo>
                  <a:pt x="48958" y="1276959"/>
                </a:lnTo>
                <a:lnTo>
                  <a:pt x="2159" y="1323454"/>
                </a:lnTo>
                <a:lnTo>
                  <a:pt x="7162" y="1333665"/>
                </a:lnTo>
                <a:lnTo>
                  <a:pt x="56362" y="1284325"/>
                </a:lnTo>
                <a:lnTo>
                  <a:pt x="106045" y="1333665"/>
                </a:lnTo>
                <a:lnTo>
                  <a:pt x="113131" y="1326515"/>
                </a:lnTo>
                <a:close/>
              </a:path>
              <a:path w="114300" h="2340609">
                <a:moveTo>
                  <a:pt x="113131" y="660984"/>
                </a:moveTo>
                <a:lnTo>
                  <a:pt x="63233" y="611428"/>
                </a:lnTo>
                <a:lnTo>
                  <a:pt x="111937" y="563041"/>
                </a:lnTo>
                <a:lnTo>
                  <a:pt x="105638" y="556704"/>
                </a:lnTo>
                <a:lnTo>
                  <a:pt x="111988" y="550291"/>
                </a:lnTo>
                <a:lnTo>
                  <a:pt x="62090" y="500735"/>
                </a:lnTo>
                <a:lnTo>
                  <a:pt x="110794" y="452348"/>
                </a:lnTo>
                <a:lnTo>
                  <a:pt x="103708" y="445211"/>
                </a:lnTo>
                <a:lnTo>
                  <a:pt x="54952" y="493649"/>
                </a:lnTo>
                <a:lnTo>
                  <a:pt x="9296" y="448271"/>
                </a:lnTo>
                <a:lnTo>
                  <a:pt x="2209" y="455422"/>
                </a:lnTo>
                <a:lnTo>
                  <a:pt x="47815" y="500735"/>
                </a:lnTo>
                <a:lnTo>
                  <a:pt x="1016" y="547230"/>
                </a:lnTo>
                <a:lnTo>
                  <a:pt x="8102" y="554367"/>
                </a:lnTo>
                <a:lnTo>
                  <a:pt x="54952" y="507822"/>
                </a:lnTo>
                <a:lnTo>
                  <a:pt x="104101" y="556653"/>
                </a:lnTo>
                <a:lnTo>
                  <a:pt x="56095" y="604342"/>
                </a:lnTo>
                <a:lnTo>
                  <a:pt x="10439" y="558965"/>
                </a:lnTo>
                <a:lnTo>
                  <a:pt x="3352" y="566102"/>
                </a:lnTo>
                <a:lnTo>
                  <a:pt x="48958" y="611428"/>
                </a:lnTo>
                <a:lnTo>
                  <a:pt x="2159" y="657923"/>
                </a:lnTo>
                <a:lnTo>
                  <a:pt x="9245" y="665060"/>
                </a:lnTo>
                <a:lnTo>
                  <a:pt x="56095" y="618515"/>
                </a:lnTo>
                <a:lnTo>
                  <a:pt x="103898" y="666000"/>
                </a:lnTo>
                <a:lnTo>
                  <a:pt x="56095" y="713498"/>
                </a:lnTo>
                <a:lnTo>
                  <a:pt x="10439" y="668121"/>
                </a:lnTo>
                <a:lnTo>
                  <a:pt x="3352" y="675259"/>
                </a:lnTo>
                <a:lnTo>
                  <a:pt x="48958" y="720585"/>
                </a:lnTo>
                <a:lnTo>
                  <a:pt x="2159" y="767080"/>
                </a:lnTo>
                <a:lnTo>
                  <a:pt x="9245" y="774217"/>
                </a:lnTo>
                <a:lnTo>
                  <a:pt x="56095" y="727671"/>
                </a:lnTo>
                <a:lnTo>
                  <a:pt x="106045" y="777278"/>
                </a:lnTo>
                <a:lnTo>
                  <a:pt x="113131" y="770140"/>
                </a:lnTo>
                <a:lnTo>
                  <a:pt x="63233" y="720585"/>
                </a:lnTo>
                <a:lnTo>
                  <a:pt x="111937" y="672198"/>
                </a:lnTo>
                <a:lnTo>
                  <a:pt x="106959" y="667194"/>
                </a:lnTo>
                <a:lnTo>
                  <a:pt x="113131" y="660984"/>
                </a:lnTo>
                <a:close/>
              </a:path>
              <a:path w="114300" h="2340609">
                <a:moveTo>
                  <a:pt x="113131" y="437248"/>
                </a:moveTo>
                <a:lnTo>
                  <a:pt x="63233" y="387692"/>
                </a:lnTo>
                <a:lnTo>
                  <a:pt x="111937" y="339305"/>
                </a:lnTo>
                <a:lnTo>
                  <a:pt x="104851" y="332168"/>
                </a:lnTo>
                <a:lnTo>
                  <a:pt x="56095" y="380606"/>
                </a:lnTo>
                <a:lnTo>
                  <a:pt x="10439" y="335241"/>
                </a:lnTo>
                <a:lnTo>
                  <a:pt x="3352" y="342379"/>
                </a:lnTo>
                <a:lnTo>
                  <a:pt x="48958" y="387692"/>
                </a:lnTo>
                <a:lnTo>
                  <a:pt x="2159" y="434187"/>
                </a:lnTo>
                <a:lnTo>
                  <a:pt x="9245" y="441325"/>
                </a:lnTo>
                <a:lnTo>
                  <a:pt x="56095" y="394779"/>
                </a:lnTo>
                <a:lnTo>
                  <a:pt x="106045" y="444398"/>
                </a:lnTo>
                <a:lnTo>
                  <a:pt x="113131" y="437248"/>
                </a:lnTo>
                <a:close/>
              </a:path>
              <a:path w="114300" h="2340609">
                <a:moveTo>
                  <a:pt x="113398" y="7137"/>
                </a:moveTo>
                <a:lnTo>
                  <a:pt x="106311" y="0"/>
                </a:lnTo>
                <a:lnTo>
                  <a:pt x="57645" y="48348"/>
                </a:lnTo>
                <a:lnTo>
                  <a:pt x="8978" y="0"/>
                </a:lnTo>
                <a:lnTo>
                  <a:pt x="1892" y="7137"/>
                </a:lnTo>
                <a:lnTo>
                  <a:pt x="50495" y="55448"/>
                </a:lnTo>
                <a:lnTo>
                  <a:pt x="3619" y="102006"/>
                </a:lnTo>
                <a:lnTo>
                  <a:pt x="10718" y="109156"/>
                </a:lnTo>
                <a:lnTo>
                  <a:pt x="57645" y="62534"/>
                </a:lnTo>
                <a:lnTo>
                  <a:pt x="104571" y="109156"/>
                </a:lnTo>
                <a:lnTo>
                  <a:pt x="111671" y="102006"/>
                </a:lnTo>
                <a:lnTo>
                  <a:pt x="64782" y="55448"/>
                </a:lnTo>
                <a:lnTo>
                  <a:pt x="113398" y="7137"/>
                </a:lnTo>
                <a:close/>
              </a:path>
              <a:path w="114300" h="2340609">
                <a:moveTo>
                  <a:pt x="113728" y="1215009"/>
                </a:moveTo>
                <a:lnTo>
                  <a:pt x="63779" y="1165402"/>
                </a:lnTo>
                <a:lnTo>
                  <a:pt x="112534" y="1117066"/>
                </a:lnTo>
                <a:lnTo>
                  <a:pt x="105968" y="1110462"/>
                </a:lnTo>
                <a:lnTo>
                  <a:pt x="111836" y="1104557"/>
                </a:lnTo>
                <a:lnTo>
                  <a:pt x="63703" y="1056411"/>
                </a:lnTo>
                <a:lnTo>
                  <a:pt x="112534" y="1007910"/>
                </a:lnTo>
                <a:lnTo>
                  <a:pt x="105448" y="1000772"/>
                </a:lnTo>
                <a:lnTo>
                  <a:pt x="56591" y="1049299"/>
                </a:lnTo>
                <a:lnTo>
                  <a:pt x="8102" y="1000772"/>
                </a:lnTo>
                <a:lnTo>
                  <a:pt x="1016" y="1007910"/>
                </a:lnTo>
                <a:lnTo>
                  <a:pt x="49466" y="1056386"/>
                </a:lnTo>
                <a:lnTo>
                  <a:pt x="2755" y="1102791"/>
                </a:lnTo>
                <a:lnTo>
                  <a:pt x="9842" y="1109929"/>
                </a:lnTo>
                <a:lnTo>
                  <a:pt x="56565" y="1063510"/>
                </a:lnTo>
                <a:lnTo>
                  <a:pt x="104203" y="1111161"/>
                </a:lnTo>
                <a:lnTo>
                  <a:pt x="56642" y="1158303"/>
                </a:lnTo>
                <a:lnTo>
                  <a:pt x="11036" y="1112989"/>
                </a:lnTo>
                <a:lnTo>
                  <a:pt x="3949" y="1120140"/>
                </a:lnTo>
                <a:lnTo>
                  <a:pt x="49491" y="1165390"/>
                </a:lnTo>
                <a:lnTo>
                  <a:pt x="825" y="1213637"/>
                </a:lnTo>
                <a:lnTo>
                  <a:pt x="7912" y="1220774"/>
                </a:lnTo>
                <a:lnTo>
                  <a:pt x="56629" y="1172476"/>
                </a:lnTo>
                <a:lnTo>
                  <a:pt x="106641" y="1222146"/>
                </a:lnTo>
                <a:lnTo>
                  <a:pt x="113728" y="1215009"/>
                </a:lnTo>
                <a:close/>
              </a:path>
              <a:path w="114300" h="2340609">
                <a:moveTo>
                  <a:pt x="113728" y="325742"/>
                </a:moveTo>
                <a:lnTo>
                  <a:pt x="63830" y="276186"/>
                </a:lnTo>
                <a:lnTo>
                  <a:pt x="112534" y="227799"/>
                </a:lnTo>
                <a:lnTo>
                  <a:pt x="105448" y="220662"/>
                </a:lnTo>
                <a:lnTo>
                  <a:pt x="56692" y="269100"/>
                </a:lnTo>
                <a:lnTo>
                  <a:pt x="11036" y="223723"/>
                </a:lnTo>
                <a:lnTo>
                  <a:pt x="3949" y="230873"/>
                </a:lnTo>
                <a:lnTo>
                  <a:pt x="49555" y="276186"/>
                </a:lnTo>
                <a:lnTo>
                  <a:pt x="2755" y="322681"/>
                </a:lnTo>
                <a:lnTo>
                  <a:pt x="9842" y="329819"/>
                </a:lnTo>
                <a:lnTo>
                  <a:pt x="56692" y="283273"/>
                </a:lnTo>
                <a:lnTo>
                  <a:pt x="106641" y="332892"/>
                </a:lnTo>
                <a:lnTo>
                  <a:pt x="113728" y="325742"/>
                </a:lnTo>
                <a:close/>
              </a:path>
              <a:path w="114300" h="2340609">
                <a:moveTo>
                  <a:pt x="114274" y="789317"/>
                </a:moveTo>
                <a:lnTo>
                  <a:pt x="107188" y="782167"/>
                </a:lnTo>
                <a:lnTo>
                  <a:pt x="58508" y="830529"/>
                </a:lnTo>
                <a:lnTo>
                  <a:pt x="9842" y="782167"/>
                </a:lnTo>
                <a:lnTo>
                  <a:pt x="2755" y="789317"/>
                </a:lnTo>
                <a:lnTo>
                  <a:pt x="51371" y="837628"/>
                </a:lnTo>
                <a:lnTo>
                  <a:pt x="4495" y="884186"/>
                </a:lnTo>
                <a:lnTo>
                  <a:pt x="11582" y="891336"/>
                </a:lnTo>
                <a:lnTo>
                  <a:pt x="58508" y="844715"/>
                </a:lnTo>
                <a:lnTo>
                  <a:pt x="104825" y="890739"/>
                </a:lnTo>
                <a:lnTo>
                  <a:pt x="57645" y="937615"/>
                </a:lnTo>
                <a:lnTo>
                  <a:pt x="8978" y="889266"/>
                </a:lnTo>
                <a:lnTo>
                  <a:pt x="1892" y="896404"/>
                </a:lnTo>
                <a:lnTo>
                  <a:pt x="50495" y="944714"/>
                </a:lnTo>
                <a:lnTo>
                  <a:pt x="3619" y="991285"/>
                </a:lnTo>
                <a:lnTo>
                  <a:pt x="10718" y="998423"/>
                </a:lnTo>
                <a:lnTo>
                  <a:pt x="57645" y="951801"/>
                </a:lnTo>
                <a:lnTo>
                  <a:pt x="104571" y="998423"/>
                </a:lnTo>
                <a:lnTo>
                  <a:pt x="111671" y="991285"/>
                </a:lnTo>
                <a:lnTo>
                  <a:pt x="64782" y="944714"/>
                </a:lnTo>
                <a:lnTo>
                  <a:pt x="113398" y="896404"/>
                </a:lnTo>
                <a:lnTo>
                  <a:pt x="106895" y="889876"/>
                </a:lnTo>
                <a:lnTo>
                  <a:pt x="112534" y="884186"/>
                </a:lnTo>
                <a:lnTo>
                  <a:pt x="65646" y="837628"/>
                </a:lnTo>
                <a:lnTo>
                  <a:pt x="114274" y="789317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3" name="object 393" descr=""/>
          <p:cNvSpPr/>
          <p:nvPr/>
        </p:nvSpPr>
        <p:spPr>
          <a:xfrm>
            <a:off x="16709569" y="6696081"/>
            <a:ext cx="1123950" cy="166370"/>
          </a:xfrm>
          <a:custGeom>
            <a:avLst/>
            <a:gdLst/>
            <a:ahLst/>
            <a:cxnLst/>
            <a:rect l="l" t="t" r="r" b="b"/>
            <a:pathLst>
              <a:path w="1123950" h="166370">
                <a:moveTo>
                  <a:pt x="1123708" y="0"/>
                </a:moveTo>
                <a:lnTo>
                  <a:pt x="1113637" y="0"/>
                </a:lnTo>
                <a:lnTo>
                  <a:pt x="1113637" y="51079"/>
                </a:lnTo>
                <a:lnTo>
                  <a:pt x="0" y="51079"/>
                </a:lnTo>
                <a:lnTo>
                  <a:pt x="0" y="85191"/>
                </a:lnTo>
                <a:lnTo>
                  <a:pt x="1113637" y="85191"/>
                </a:lnTo>
                <a:lnTo>
                  <a:pt x="1113637" y="166014"/>
                </a:lnTo>
                <a:lnTo>
                  <a:pt x="1123708" y="166014"/>
                </a:lnTo>
                <a:lnTo>
                  <a:pt x="1123708" y="85191"/>
                </a:lnTo>
                <a:lnTo>
                  <a:pt x="1123708" y="51079"/>
                </a:lnTo>
                <a:lnTo>
                  <a:pt x="1123708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4" name="object 394" descr=""/>
          <p:cNvSpPr/>
          <p:nvPr/>
        </p:nvSpPr>
        <p:spPr>
          <a:xfrm>
            <a:off x="18066213" y="6696885"/>
            <a:ext cx="898525" cy="34290"/>
          </a:xfrm>
          <a:custGeom>
            <a:avLst/>
            <a:gdLst/>
            <a:ahLst/>
            <a:cxnLst/>
            <a:rect l="l" t="t" r="r" b="b"/>
            <a:pathLst>
              <a:path w="898525" h="34290">
                <a:moveTo>
                  <a:pt x="0" y="34114"/>
                </a:moveTo>
                <a:lnTo>
                  <a:pt x="897899" y="34114"/>
                </a:lnTo>
                <a:lnTo>
                  <a:pt x="897899" y="0"/>
                </a:lnTo>
                <a:lnTo>
                  <a:pt x="0" y="0"/>
                </a:lnTo>
                <a:lnTo>
                  <a:pt x="0" y="34114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5" name="object 395" descr=""/>
          <p:cNvSpPr/>
          <p:nvPr/>
        </p:nvSpPr>
        <p:spPr>
          <a:xfrm>
            <a:off x="18067250" y="6829090"/>
            <a:ext cx="375920" cy="34290"/>
          </a:xfrm>
          <a:custGeom>
            <a:avLst/>
            <a:gdLst/>
            <a:ahLst/>
            <a:cxnLst/>
            <a:rect l="l" t="t" r="r" b="b"/>
            <a:pathLst>
              <a:path w="375919" h="34290">
                <a:moveTo>
                  <a:pt x="0" y="34114"/>
                </a:moveTo>
                <a:lnTo>
                  <a:pt x="375622" y="34114"/>
                </a:lnTo>
                <a:lnTo>
                  <a:pt x="375622" y="0"/>
                </a:lnTo>
                <a:lnTo>
                  <a:pt x="0" y="0"/>
                </a:lnTo>
                <a:lnTo>
                  <a:pt x="0" y="34114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6" name="object 396" descr=""/>
          <p:cNvGrpSpPr/>
          <p:nvPr/>
        </p:nvGrpSpPr>
        <p:grpSpPr>
          <a:xfrm>
            <a:off x="18872043" y="6697198"/>
            <a:ext cx="300990" cy="166370"/>
            <a:chOff x="18872043" y="6697198"/>
            <a:chExt cx="300990" cy="166370"/>
          </a:xfrm>
        </p:grpSpPr>
        <p:sp>
          <p:nvSpPr>
            <p:cNvPr id="397" name="object 397" descr=""/>
            <p:cNvSpPr/>
            <p:nvPr/>
          </p:nvSpPr>
          <p:spPr>
            <a:xfrm>
              <a:off x="18879414" y="6829090"/>
              <a:ext cx="85090" cy="34290"/>
            </a:xfrm>
            <a:custGeom>
              <a:avLst/>
              <a:gdLst/>
              <a:ahLst/>
              <a:cxnLst/>
              <a:rect l="l" t="t" r="r" b="b"/>
              <a:pathLst>
                <a:path w="85090" h="34290">
                  <a:moveTo>
                    <a:pt x="0" y="34114"/>
                  </a:moveTo>
                  <a:lnTo>
                    <a:pt x="84698" y="34114"/>
                  </a:lnTo>
                  <a:lnTo>
                    <a:pt x="84698" y="0"/>
                  </a:lnTo>
                  <a:lnTo>
                    <a:pt x="0" y="0"/>
                  </a:lnTo>
                  <a:lnTo>
                    <a:pt x="0" y="34114"/>
                  </a:lnTo>
                  <a:close/>
                </a:path>
              </a:pathLst>
            </a:custGeom>
            <a:solidFill>
              <a:srgbClr val="556E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 descr=""/>
            <p:cNvSpPr/>
            <p:nvPr/>
          </p:nvSpPr>
          <p:spPr>
            <a:xfrm>
              <a:off x="18964113" y="6697198"/>
              <a:ext cx="208915" cy="166370"/>
            </a:xfrm>
            <a:custGeom>
              <a:avLst/>
              <a:gdLst/>
              <a:ahLst/>
              <a:cxnLst/>
              <a:rect l="l" t="t" r="r" b="b"/>
              <a:pathLst>
                <a:path w="208915" h="166370">
                  <a:moveTo>
                    <a:pt x="208632" y="0"/>
                  </a:moveTo>
                  <a:lnTo>
                    <a:pt x="0" y="0"/>
                  </a:lnTo>
                  <a:lnTo>
                    <a:pt x="0" y="166005"/>
                  </a:lnTo>
                  <a:lnTo>
                    <a:pt x="208632" y="166005"/>
                  </a:lnTo>
                  <a:lnTo>
                    <a:pt x="208632" y="0"/>
                  </a:lnTo>
                  <a:close/>
                </a:path>
              </a:pathLst>
            </a:custGeom>
            <a:solidFill>
              <a:srgbClr val="2438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18872036" y="6697211"/>
              <a:ext cx="10160" cy="166370"/>
            </a:xfrm>
            <a:custGeom>
              <a:avLst/>
              <a:gdLst/>
              <a:ahLst/>
              <a:cxnLst/>
              <a:rect l="l" t="t" r="r" b="b"/>
              <a:pathLst>
                <a:path w="10159" h="166370">
                  <a:moveTo>
                    <a:pt x="10058" y="0"/>
                  </a:moveTo>
                  <a:lnTo>
                    <a:pt x="0" y="0"/>
                  </a:lnTo>
                  <a:lnTo>
                    <a:pt x="0" y="131889"/>
                  </a:lnTo>
                  <a:lnTo>
                    <a:pt x="0" y="166001"/>
                  </a:lnTo>
                  <a:lnTo>
                    <a:pt x="10058" y="166001"/>
                  </a:lnTo>
                  <a:lnTo>
                    <a:pt x="10058" y="131889"/>
                  </a:lnTo>
                  <a:lnTo>
                    <a:pt x="10058" y="0"/>
                  </a:lnTo>
                  <a:close/>
                </a:path>
              </a:pathLst>
            </a:custGeom>
            <a:solidFill>
              <a:srgbClr val="556E9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0" name="object 400" descr=""/>
          <p:cNvSpPr/>
          <p:nvPr/>
        </p:nvSpPr>
        <p:spPr>
          <a:xfrm>
            <a:off x="18760538" y="6697198"/>
            <a:ext cx="10160" cy="132080"/>
          </a:xfrm>
          <a:custGeom>
            <a:avLst/>
            <a:gdLst/>
            <a:ahLst/>
            <a:cxnLst/>
            <a:rect l="l" t="t" r="r" b="b"/>
            <a:pathLst>
              <a:path w="10159" h="132079">
                <a:moveTo>
                  <a:pt x="0" y="131891"/>
                </a:moveTo>
                <a:lnTo>
                  <a:pt x="10062" y="131891"/>
                </a:lnTo>
                <a:lnTo>
                  <a:pt x="10062" y="0"/>
                </a:lnTo>
                <a:lnTo>
                  <a:pt x="0" y="0"/>
                </a:lnTo>
                <a:lnTo>
                  <a:pt x="0" y="131891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1" name="object 401" descr=""/>
          <p:cNvSpPr/>
          <p:nvPr/>
        </p:nvSpPr>
        <p:spPr>
          <a:xfrm>
            <a:off x="18649033" y="6697198"/>
            <a:ext cx="10160" cy="132080"/>
          </a:xfrm>
          <a:custGeom>
            <a:avLst/>
            <a:gdLst/>
            <a:ahLst/>
            <a:cxnLst/>
            <a:rect l="l" t="t" r="r" b="b"/>
            <a:pathLst>
              <a:path w="10159" h="132079">
                <a:moveTo>
                  <a:pt x="0" y="131891"/>
                </a:moveTo>
                <a:lnTo>
                  <a:pt x="10062" y="131891"/>
                </a:lnTo>
                <a:lnTo>
                  <a:pt x="10062" y="0"/>
                </a:lnTo>
                <a:lnTo>
                  <a:pt x="0" y="0"/>
                </a:lnTo>
                <a:lnTo>
                  <a:pt x="0" y="131891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2" name="object 402" descr=""/>
          <p:cNvSpPr/>
          <p:nvPr/>
        </p:nvSpPr>
        <p:spPr>
          <a:xfrm>
            <a:off x="18555372" y="6697198"/>
            <a:ext cx="10160" cy="132080"/>
          </a:xfrm>
          <a:custGeom>
            <a:avLst/>
            <a:gdLst/>
            <a:ahLst/>
            <a:cxnLst/>
            <a:rect l="l" t="t" r="r" b="b"/>
            <a:pathLst>
              <a:path w="10159" h="132079">
                <a:moveTo>
                  <a:pt x="0" y="131891"/>
                </a:moveTo>
                <a:lnTo>
                  <a:pt x="10062" y="131891"/>
                </a:lnTo>
                <a:lnTo>
                  <a:pt x="10062" y="0"/>
                </a:lnTo>
                <a:lnTo>
                  <a:pt x="0" y="0"/>
                </a:lnTo>
                <a:lnTo>
                  <a:pt x="0" y="131891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3" name="object 403" descr=""/>
          <p:cNvSpPr/>
          <p:nvPr/>
        </p:nvSpPr>
        <p:spPr>
          <a:xfrm>
            <a:off x="18443868" y="6697198"/>
            <a:ext cx="10160" cy="132080"/>
          </a:xfrm>
          <a:custGeom>
            <a:avLst/>
            <a:gdLst/>
            <a:ahLst/>
            <a:cxnLst/>
            <a:rect l="l" t="t" r="r" b="b"/>
            <a:pathLst>
              <a:path w="10159" h="132079">
                <a:moveTo>
                  <a:pt x="0" y="131891"/>
                </a:moveTo>
                <a:lnTo>
                  <a:pt x="10062" y="131891"/>
                </a:lnTo>
                <a:lnTo>
                  <a:pt x="10062" y="0"/>
                </a:lnTo>
                <a:lnTo>
                  <a:pt x="0" y="0"/>
                </a:lnTo>
                <a:lnTo>
                  <a:pt x="0" y="131891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4" name="object 404" descr=""/>
          <p:cNvSpPr/>
          <p:nvPr/>
        </p:nvSpPr>
        <p:spPr>
          <a:xfrm>
            <a:off x="18350216" y="6697198"/>
            <a:ext cx="10160" cy="166370"/>
          </a:xfrm>
          <a:custGeom>
            <a:avLst/>
            <a:gdLst/>
            <a:ahLst/>
            <a:cxnLst/>
            <a:rect l="l" t="t" r="r" b="b"/>
            <a:pathLst>
              <a:path w="10159" h="166370">
                <a:moveTo>
                  <a:pt x="10062" y="0"/>
                </a:moveTo>
                <a:lnTo>
                  <a:pt x="0" y="0"/>
                </a:lnTo>
                <a:lnTo>
                  <a:pt x="0" y="166005"/>
                </a:lnTo>
                <a:lnTo>
                  <a:pt x="10062" y="166005"/>
                </a:lnTo>
                <a:lnTo>
                  <a:pt x="10062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5" name="object 405" descr=""/>
          <p:cNvSpPr/>
          <p:nvPr/>
        </p:nvSpPr>
        <p:spPr>
          <a:xfrm>
            <a:off x="18262511" y="6697198"/>
            <a:ext cx="10160" cy="166370"/>
          </a:xfrm>
          <a:custGeom>
            <a:avLst/>
            <a:gdLst/>
            <a:ahLst/>
            <a:cxnLst/>
            <a:rect l="l" t="t" r="r" b="b"/>
            <a:pathLst>
              <a:path w="10159" h="166370">
                <a:moveTo>
                  <a:pt x="10062" y="0"/>
                </a:moveTo>
                <a:lnTo>
                  <a:pt x="0" y="0"/>
                </a:lnTo>
                <a:lnTo>
                  <a:pt x="0" y="166005"/>
                </a:lnTo>
                <a:lnTo>
                  <a:pt x="10062" y="166005"/>
                </a:lnTo>
                <a:lnTo>
                  <a:pt x="10062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6" name="object 406" descr=""/>
          <p:cNvSpPr/>
          <p:nvPr/>
        </p:nvSpPr>
        <p:spPr>
          <a:xfrm>
            <a:off x="18168850" y="6697198"/>
            <a:ext cx="10160" cy="166370"/>
          </a:xfrm>
          <a:custGeom>
            <a:avLst/>
            <a:gdLst/>
            <a:ahLst/>
            <a:cxnLst/>
            <a:rect l="l" t="t" r="r" b="b"/>
            <a:pathLst>
              <a:path w="10159" h="166370">
                <a:moveTo>
                  <a:pt x="10062" y="0"/>
                </a:moveTo>
                <a:lnTo>
                  <a:pt x="0" y="0"/>
                </a:lnTo>
                <a:lnTo>
                  <a:pt x="0" y="166005"/>
                </a:lnTo>
                <a:lnTo>
                  <a:pt x="10062" y="166005"/>
                </a:lnTo>
                <a:lnTo>
                  <a:pt x="10062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7" name="object 407" descr=""/>
          <p:cNvSpPr/>
          <p:nvPr/>
        </p:nvSpPr>
        <p:spPr>
          <a:xfrm>
            <a:off x="18057345" y="6697198"/>
            <a:ext cx="10160" cy="166370"/>
          </a:xfrm>
          <a:custGeom>
            <a:avLst/>
            <a:gdLst/>
            <a:ahLst/>
            <a:cxnLst/>
            <a:rect l="l" t="t" r="r" b="b"/>
            <a:pathLst>
              <a:path w="10159" h="166370">
                <a:moveTo>
                  <a:pt x="10062" y="0"/>
                </a:moveTo>
                <a:lnTo>
                  <a:pt x="0" y="0"/>
                </a:lnTo>
                <a:lnTo>
                  <a:pt x="0" y="166005"/>
                </a:lnTo>
                <a:lnTo>
                  <a:pt x="10062" y="166005"/>
                </a:lnTo>
                <a:lnTo>
                  <a:pt x="10062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8" name="object 408" descr=""/>
          <p:cNvGrpSpPr/>
          <p:nvPr/>
        </p:nvGrpSpPr>
        <p:grpSpPr>
          <a:xfrm>
            <a:off x="17855485" y="5929295"/>
            <a:ext cx="166370" cy="752475"/>
            <a:chOff x="17855485" y="5929295"/>
            <a:chExt cx="166370" cy="752475"/>
          </a:xfrm>
        </p:grpSpPr>
        <p:sp>
          <p:nvSpPr>
            <p:cNvPr id="409" name="object 409" descr=""/>
            <p:cNvSpPr/>
            <p:nvPr/>
          </p:nvSpPr>
          <p:spPr>
            <a:xfrm>
              <a:off x="17855476" y="6007486"/>
              <a:ext cx="166370" cy="674370"/>
            </a:xfrm>
            <a:custGeom>
              <a:avLst/>
              <a:gdLst/>
              <a:ahLst/>
              <a:cxnLst/>
              <a:rect l="l" t="t" r="r" b="b"/>
              <a:pathLst>
                <a:path w="166369" h="674370">
                  <a:moveTo>
                    <a:pt x="165811" y="673798"/>
                  </a:moveTo>
                  <a:lnTo>
                    <a:pt x="125183" y="90297"/>
                  </a:lnTo>
                  <a:lnTo>
                    <a:pt x="125183" y="565645"/>
                  </a:lnTo>
                  <a:lnTo>
                    <a:pt x="41262" y="565645"/>
                  </a:lnTo>
                  <a:lnTo>
                    <a:pt x="48958" y="464210"/>
                  </a:lnTo>
                  <a:lnTo>
                    <a:pt x="118110" y="464210"/>
                  </a:lnTo>
                  <a:lnTo>
                    <a:pt x="125183" y="565645"/>
                  </a:lnTo>
                  <a:lnTo>
                    <a:pt x="125183" y="90297"/>
                  </a:lnTo>
                  <a:lnTo>
                    <a:pt x="118897" y="0"/>
                  </a:lnTo>
                  <a:lnTo>
                    <a:pt x="117411" y="0"/>
                  </a:lnTo>
                  <a:lnTo>
                    <a:pt x="117411" y="454139"/>
                  </a:lnTo>
                  <a:lnTo>
                    <a:pt x="49720" y="454139"/>
                  </a:lnTo>
                  <a:lnTo>
                    <a:pt x="57416" y="352691"/>
                  </a:lnTo>
                  <a:lnTo>
                    <a:pt x="110337" y="352691"/>
                  </a:lnTo>
                  <a:lnTo>
                    <a:pt x="117411" y="454139"/>
                  </a:lnTo>
                  <a:lnTo>
                    <a:pt x="117411" y="0"/>
                  </a:lnTo>
                  <a:lnTo>
                    <a:pt x="109639" y="0"/>
                  </a:lnTo>
                  <a:lnTo>
                    <a:pt x="109639" y="342633"/>
                  </a:lnTo>
                  <a:lnTo>
                    <a:pt x="58191" y="342633"/>
                  </a:lnTo>
                  <a:lnTo>
                    <a:pt x="65887" y="241185"/>
                  </a:lnTo>
                  <a:lnTo>
                    <a:pt x="102577" y="241185"/>
                  </a:lnTo>
                  <a:lnTo>
                    <a:pt x="109639" y="342633"/>
                  </a:lnTo>
                  <a:lnTo>
                    <a:pt x="109639" y="0"/>
                  </a:lnTo>
                  <a:lnTo>
                    <a:pt x="101879" y="0"/>
                  </a:lnTo>
                  <a:lnTo>
                    <a:pt x="101879" y="231127"/>
                  </a:lnTo>
                  <a:lnTo>
                    <a:pt x="66662" y="231127"/>
                  </a:lnTo>
                  <a:lnTo>
                    <a:pt x="74371" y="129667"/>
                  </a:lnTo>
                  <a:lnTo>
                    <a:pt x="94818" y="129667"/>
                  </a:lnTo>
                  <a:lnTo>
                    <a:pt x="101879" y="231127"/>
                  </a:lnTo>
                  <a:lnTo>
                    <a:pt x="101879" y="0"/>
                  </a:lnTo>
                  <a:lnTo>
                    <a:pt x="85801" y="0"/>
                  </a:lnTo>
                  <a:lnTo>
                    <a:pt x="94119" y="119608"/>
                  </a:lnTo>
                  <a:lnTo>
                    <a:pt x="75133" y="119608"/>
                  </a:lnTo>
                  <a:lnTo>
                    <a:pt x="84226" y="0"/>
                  </a:lnTo>
                  <a:lnTo>
                    <a:pt x="51181" y="0"/>
                  </a:lnTo>
                  <a:lnTo>
                    <a:pt x="0" y="673798"/>
                  </a:lnTo>
                  <a:lnTo>
                    <a:pt x="33058" y="673798"/>
                  </a:lnTo>
                  <a:lnTo>
                    <a:pt x="40500" y="575716"/>
                  </a:lnTo>
                  <a:lnTo>
                    <a:pt x="125882" y="575716"/>
                  </a:lnTo>
                  <a:lnTo>
                    <a:pt x="132715" y="673798"/>
                  </a:lnTo>
                  <a:lnTo>
                    <a:pt x="165811" y="673798"/>
                  </a:lnTo>
                  <a:close/>
                </a:path>
              </a:pathLst>
            </a:custGeom>
            <a:solidFill>
              <a:srgbClr val="556E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 descr=""/>
            <p:cNvSpPr/>
            <p:nvPr/>
          </p:nvSpPr>
          <p:spPr>
            <a:xfrm>
              <a:off x="17882502" y="5929295"/>
              <a:ext cx="116839" cy="116839"/>
            </a:xfrm>
            <a:custGeom>
              <a:avLst/>
              <a:gdLst/>
              <a:ahLst/>
              <a:cxnLst/>
              <a:rect l="l" t="t" r="r" b="b"/>
              <a:pathLst>
                <a:path w="116840" h="116839">
                  <a:moveTo>
                    <a:pt x="116561" y="0"/>
                  </a:moveTo>
                  <a:lnTo>
                    <a:pt x="0" y="0"/>
                  </a:lnTo>
                  <a:lnTo>
                    <a:pt x="0" y="116561"/>
                  </a:lnTo>
                  <a:lnTo>
                    <a:pt x="116561" y="116561"/>
                  </a:lnTo>
                  <a:lnTo>
                    <a:pt x="116561" y="0"/>
                  </a:lnTo>
                  <a:close/>
                </a:path>
              </a:pathLst>
            </a:custGeom>
            <a:solidFill>
              <a:srgbClr val="2438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1" name="object 411" descr=""/>
          <p:cNvSpPr/>
          <p:nvPr/>
        </p:nvSpPr>
        <p:spPr>
          <a:xfrm>
            <a:off x="17855488" y="9194788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2" name="object 412" descr=""/>
          <p:cNvSpPr/>
          <p:nvPr/>
        </p:nvSpPr>
        <p:spPr>
          <a:xfrm>
            <a:off x="17855488" y="9083283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3" name="object 413" descr=""/>
          <p:cNvSpPr/>
          <p:nvPr/>
        </p:nvSpPr>
        <p:spPr>
          <a:xfrm>
            <a:off x="17855488" y="8971768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4" name="object 414" descr=""/>
          <p:cNvSpPr/>
          <p:nvPr/>
        </p:nvSpPr>
        <p:spPr>
          <a:xfrm>
            <a:off x="17855488" y="8860264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5" name="object 415" descr=""/>
          <p:cNvSpPr/>
          <p:nvPr/>
        </p:nvSpPr>
        <p:spPr>
          <a:xfrm>
            <a:off x="17855488" y="8748749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6" name="object 416" descr=""/>
          <p:cNvSpPr/>
          <p:nvPr/>
        </p:nvSpPr>
        <p:spPr>
          <a:xfrm>
            <a:off x="17855488" y="8637244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7" name="object 417" descr=""/>
          <p:cNvSpPr/>
          <p:nvPr/>
        </p:nvSpPr>
        <p:spPr>
          <a:xfrm>
            <a:off x="17855488" y="8525729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8" name="object 418" descr=""/>
          <p:cNvSpPr/>
          <p:nvPr/>
        </p:nvSpPr>
        <p:spPr>
          <a:xfrm>
            <a:off x="17855488" y="8414225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9" name="object 419" descr=""/>
          <p:cNvSpPr/>
          <p:nvPr/>
        </p:nvSpPr>
        <p:spPr>
          <a:xfrm>
            <a:off x="17855488" y="8302721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0" name="object 420" descr=""/>
          <p:cNvSpPr/>
          <p:nvPr/>
        </p:nvSpPr>
        <p:spPr>
          <a:xfrm>
            <a:off x="17855488" y="8191206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1" name="object 421" descr=""/>
          <p:cNvSpPr/>
          <p:nvPr/>
        </p:nvSpPr>
        <p:spPr>
          <a:xfrm>
            <a:off x="17855488" y="8079701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2" name="object 422" descr=""/>
          <p:cNvSpPr/>
          <p:nvPr/>
        </p:nvSpPr>
        <p:spPr>
          <a:xfrm>
            <a:off x="17855488" y="7968186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3" name="object 423" descr=""/>
          <p:cNvSpPr/>
          <p:nvPr/>
        </p:nvSpPr>
        <p:spPr>
          <a:xfrm>
            <a:off x="17855488" y="7856682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4" name="object 424" descr=""/>
          <p:cNvSpPr/>
          <p:nvPr/>
        </p:nvSpPr>
        <p:spPr>
          <a:xfrm>
            <a:off x="17855488" y="7745167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5" name="object 425" descr=""/>
          <p:cNvSpPr/>
          <p:nvPr/>
        </p:nvSpPr>
        <p:spPr>
          <a:xfrm>
            <a:off x="17855488" y="7633662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6" name="object 426" descr=""/>
          <p:cNvSpPr/>
          <p:nvPr/>
        </p:nvSpPr>
        <p:spPr>
          <a:xfrm>
            <a:off x="17855488" y="7522147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7" name="object 427" descr=""/>
          <p:cNvSpPr/>
          <p:nvPr/>
        </p:nvSpPr>
        <p:spPr>
          <a:xfrm>
            <a:off x="17855488" y="7410643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8" name="object 428" descr=""/>
          <p:cNvSpPr/>
          <p:nvPr/>
        </p:nvSpPr>
        <p:spPr>
          <a:xfrm>
            <a:off x="17855488" y="7299138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9" name="object 429" descr=""/>
          <p:cNvSpPr/>
          <p:nvPr/>
        </p:nvSpPr>
        <p:spPr>
          <a:xfrm>
            <a:off x="17855488" y="7187624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0" name="object 430" descr=""/>
          <p:cNvSpPr/>
          <p:nvPr/>
        </p:nvSpPr>
        <p:spPr>
          <a:xfrm>
            <a:off x="17855488" y="7076120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1" name="object 431" descr=""/>
          <p:cNvSpPr/>
          <p:nvPr/>
        </p:nvSpPr>
        <p:spPr>
          <a:xfrm>
            <a:off x="17855488" y="6964605"/>
            <a:ext cx="166370" cy="10160"/>
          </a:xfrm>
          <a:custGeom>
            <a:avLst/>
            <a:gdLst/>
            <a:ahLst/>
            <a:cxnLst/>
            <a:rect l="l" t="t" r="r" b="b"/>
            <a:pathLst>
              <a:path w="166369" h="10159">
                <a:moveTo>
                  <a:pt x="166005" y="0"/>
                </a:moveTo>
                <a:lnTo>
                  <a:pt x="0" y="0"/>
                </a:lnTo>
                <a:lnTo>
                  <a:pt x="0" y="10062"/>
                </a:lnTo>
                <a:lnTo>
                  <a:pt x="166005" y="10062"/>
                </a:lnTo>
                <a:lnTo>
                  <a:pt x="166005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2" name="object 432" descr=""/>
          <p:cNvSpPr/>
          <p:nvPr/>
        </p:nvSpPr>
        <p:spPr>
          <a:xfrm>
            <a:off x="18442872" y="6829090"/>
            <a:ext cx="436880" cy="269240"/>
          </a:xfrm>
          <a:custGeom>
            <a:avLst/>
            <a:gdLst/>
            <a:ahLst/>
            <a:cxnLst/>
            <a:rect l="l" t="t" r="r" b="b"/>
            <a:pathLst>
              <a:path w="436880" h="269240">
                <a:moveTo>
                  <a:pt x="436541" y="0"/>
                </a:moveTo>
                <a:lnTo>
                  <a:pt x="0" y="0"/>
                </a:lnTo>
                <a:lnTo>
                  <a:pt x="0" y="268923"/>
                </a:lnTo>
                <a:lnTo>
                  <a:pt x="436541" y="268923"/>
                </a:lnTo>
                <a:lnTo>
                  <a:pt x="436541" y="0"/>
                </a:lnTo>
                <a:close/>
              </a:path>
            </a:pathLst>
          </a:custGeom>
          <a:solidFill>
            <a:srgbClr val="24385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33" name="object 433" descr=""/>
          <p:cNvGrpSpPr/>
          <p:nvPr/>
        </p:nvGrpSpPr>
        <p:grpSpPr>
          <a:xfrm>
            <a:off x="17736935" y="9277958"/>
            <a:ext cx="407034" cy="1059180"/>
            <a:chOff x="17736935" y="9277958"/>
            <a:chExt cx="407034" cy="1059180"/>
          </a:xfrm>
        </p:grpSpPr>
        <p:sp>
          <p:nvSpPr>
            <p:cNvPr id="434" name="object 434" descr=""/>
            <p:cNvSpPr/>
            <p:nvPr/>
          </p:nvSpPr>
          <p:spPr>
            <a:xfrm>
              <a:off x="17807153" y="9277958"/>
              <a:ext cx="257810" cy="496570"/>
            </a:xfrm>
            <a:custGeom>
              <a:avLst/>
              <a:gdLst/>
              <a:ahLst/>
              <a:cxnLst/>
              <a:rect l="l" t="t" r="r" b="b"/>
              <a:pathLst>
                <a:path w="257809" h="496570">
                  <a:moveTo>
                    <a:pt x="0" y="496403"/>
                  </a:moveTo>
                  <a:lnTo>
                    <a:pt x="257552" y="496403"/>
                  </a:lnTo>
                  <a:lnTo>
                    <a:pt x="257552" y="0"/>
                  </a:lnTo>
                  <a:lnTo>
                    <a:pt x="0" y="0"/>
                  </a:lnTo>
                  <a:lnTo>
                    <a:pt x="0" y="496403"/>
                  </a:lnTo>
                  <a:close/>
                </a:path>
              </a:pathLst>
            </a:custGeom>
            <a:solidFill>
              <a:srgbClr val="556E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 descr=""/>
            <p:cNvSpPr/>
            <p:nvPr/>
          </p:nvSpPr>
          <p:spPr>
            <a:xfrm>
              <a:off x="17736935" y="9774362"/>
              <a:ext cx="407034" cy="562610"/>
            </a:xfrm>
            <a:custGeom>
              <a:avLst/>
              <a:gdLst/>
              <a:ahLst/>
              <a:cxnLst/>
              <a:rect l="l" t="t" r="r" b="b"/>
              <a:pathLst>
                <a:path w="407034" h="562609">
                  <a:moveTo>
                    <a:pt x="406846" y="0"/>
                  </a:moveTo>
                  <a:lnTo>
                    <a:pt x="0" y="0"/>
                  </a:lnTo>
                  <a:lnTo>
                    <a:pt x="0" y="562506"/>
                  </a:lnTo>
                  <a:lnTo>
                    <a:pt x="406846" y="562506"/>
                  </a:lnTo>
                  <a:lnTo>
                    <a:pt x="406846" y="0"/>
                  </a:lnTo>
                  <a:close/>
                </a:path>
              </a:pathLst>
            </a:custGeom>
            <a:solidFill>
              <a:srgbClr val="24385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6" name="object 436" descr=""/>
          <p:cNvGrpSpPr/>
          <p:nvPr/>
        </p:nvGrpSpPr>
        <p:grpSpPr>
          <a:xfrm>
            <a:off x="16815291" y="6780679"/>
            <a:ext cx="293370" cy="1470025"/>
            <a:chOff x="16815291" y="6780679"/>
            <a:chExt cx="293370" cy="1470025"/>
          </a:xfrm>
        </p:grpSpPr>
        <p:sp>
          <p:nvSpPr>
            <p:cNvPr id="437" name="object 437" descr=""/>
            <p:cNvSpPr/>
            <p:nvPr/>
          </p:nvSpPr>
          <p:spPr>
            <a:xfrm>
              <a:off x="16951421" y="6818577"/>
              <a:ext cx="20955" cy="1431925"/>
            </a:xfrm>
            <a:custGeom>
              <a:avLst/>
              <a:gdLst/>
              <a:ahLst/>
              <a:cxnLst/>
              <a:rect l="l" t="t" r="r" b="b"/>
              <a:pathLst>
                <a:path w="20955" h="1431925">
                  <a:moveTo>
                    <a:pt x="20596" y="0"/>
                  </a:moveTo>
                  <a:lnTo>
                    <a:pt x="0" y="0"/>
                  </a:lnTo>
                  <a:lnTo>
                    <a:pt x="0" y="1431621"/>
                  </a:lnTo>
                  <a:lnTo>
                    <a:pt x="20596" y="1431621"/>
                  </a:lnTo>
                  <a:lnTo>
                    <a:pt x="20596" y="0"/>
                  </a:lnTo>
                  <a:close/>
                </a:path>
              </a:pathLst>
            </a:custGeom>
            <a:solidFill>
              <a:srgbClr val="556E9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8" name="object 438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6815291" y="6780679"/>
              <a:ext cx="292909" cy="79955"/>
            </a:xfrm>
            <a:prstGeom prst="rect">
              <a:avLst/>
            </a:prstGeom>
          </p:spPr>
        </p:pic>
        <p:sp>
          <p:nvSpPr>
            <p:cNvPr id="439" name="object 439" descr=""/>
            <p:cNvSpPr/>
            <p:nvPr/>
          </p:nvSpPr>
          <p:spPr>
            <a:xfrm>
              <a:off x="16931526" y="6987577"/>
              <a:ext cx="60960" cy="67945"/>
            </a:xfrm>
            <a:custGeom>
              <a:avLst/>
              <a:gdLst/>
              <a:ahLst/>
              <a:cxnLst/>
              <a:rect l="l" t="t" r="r" b="b"/>
              <a:pathLst>
                <a:path w="60959" h="67945">
                  <a:moveTo>
                    <a:pt x="60396" y="0"/>
                  </a:moveTo>
                  <a:lnTo>
                    <a:pt x="0" y="0"/>
                  </a:lnTo>
                  <a:lnTo>
                    <a:pt x="0" y="67652"/>
                  </a:lnTo>
                  <a:lnTo>
                    <a:pt x="60396" y="67652"/>
                  </a:lnTo>
                  <a:lnTo>
                    <a:pt x="60396" y="0"/>
                  </a:lnTo>
                  <a:close/>
                </a:path>
              </a:pathLst>
            </a:custGeom>
            <a:solidFill>
              <a:srgbClr val="556E9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0" name="object 440" descr=""/>
          <p:cNvGrpSpPr/>
          <p:nvPr/>
        </p:nvGrpSpPr>
        <p:grpSpPr>
          <a:xfrm>
            <a:off x="16483865" y="8155113"/>
            <a:ext cx="956310" cy="308610"/>
            <a:chOff x="16483865" y="8155113"/>
            <a:chExt cx="956310" cy="308610"/>
          </a:xfrm>
        </p:grpSpPr>
        <p:sp>
          <p:nvSpPr>
            <p:cNvPr id="441" name="object 441" descr=""/>
            <p:cNvSpPr/>
            <p:nvPr/>
          </p:nvSpPr>
          <p:spPr>
            <a:xfrm>
              <a:off x="16483865" y="8321683"/>
              <a:ext cx="956310" cy="141605"/>
            </a:xfrm>
            <a:custGeom>
              <a:avLst/>
              <a:gdLst/>
              <a:ahLst/>
              <a:cxnLst/>
              <a:rect l="l" t="t" r="r" b="b"/>
              <a:pathLst>
                <a:path w="956309" h="141604">
                  <a:moveTo>
                    <a:pt x="955719" y="0"/>
                  </a:moveTo>
                  <a:lnTo>
                    <a:pt x="0" y="0"/>
                  </a:lnTo>
                  <a:lnTo>
                    <a:pt x="0" y="141451"/>
                  </a:lnTo>
                  <a:lnTo>
                    <a:pt x="955719" y="141451"/>
                  </a:lnTo>
                  <a:lnTo>
                    <a:pt x="955719" y="0"/>
                  </a:lnTo>
                  <a:close/>
                </a:path>
              </a:pathLst>
            </a:custGeom>
            <a:solidFill>
              <a:srgbClr val="24385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2" name="object 442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6892219" y="8155113"/>
              <a:ext cx="139001" cy="168539"/>
            </a:xfrm>
            <a:prstGeom prst="rect">
              <a:avLst/>
            </a:prstGeom>
          </p:spPr>
        </p:pic>
      </p:grpSp>
      <p:pic>
        <p:nvPicPr>
          <p:cNvPr id="443" name="object 443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6920421" y="8018160"/>
            <a:ext cx="82594" cy="82594"/>
          </a:xfrm>
          <a:prstGeom prst="rect">
            <a:avLst/>
          </a:prstGeom>
        </p:spPr>
      </p:pic>
      <p:grpSp>
        <p:nvGrpSpPr>
          <p:cNvPr id="444" name="object 444" descr=""/>
          <p:cNvGrpSpPr/>
          <p:nvPr/>
        </p:nvGrpSpPr>
        <p:grpSpPr>
          <a:xfrm>
            <a:off x="17761087" y="6607769"/>
            <a:ext cx="347980" cy="347980"/>
            <a:chOff x="17761087" y="6607769"/>
            <a:chExt cx="347980" cy="347980"/>
          </a:xfrm>
        </p:grpSpPr>
        <p:sp>
          <p:nvSpPr>
            <p:cNvPr id="445" name="object 445" descr=""/>
            <p:cNvSpPr/>
            <p:nvPr/>
          </p:nvSpPr>
          <p:spPr>
            <a:xfrm>
              <a:off x="17761087" y="660776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869" y="0"/>
                  </a:moveTo>
                  <a:lnTo>
                    <a:pt x="127646" y="6210"/>
                  </a:lnTo>
                  <a:lnTo>
                    <a:pt x="86112" y="23737"/>
                  </a:lnTo>
                  <a:lnTo>
                    <a:pt x="50923" y="50923"/>
                  </a:lnTo>
                  <a:lnTo>
                    <a:pt x="23737" y="86112"/>
                  </a:lnTo>
                  <a:lnTo>
                    <a:pt x="6210" y="127646"/>
                  </a:lnTo>
                  <a:lnTo>
                    <a:pt x="0" y="173869"/>
                  </a:lnTo>
                  <a:lnTo>
                    <a:pt x="6210" y="220091"/>
                  </a:lnTo>
                  <a:lnTo>
                    <a:pt x="23737" y="261625"/>
                  </a:lnTo>
                  <a:lnTo>
                    <a:pt x="50923" y="296814"/>
                  </a:lnTo>
                  <a:lnTo>
                    <a:pt x="86112" y="324000"/>
                  </a:lnTo>
                  <a:lnTo>
                    <a:pt x="127646" y="341527"/>
                  </a:lnTo>
                  <a:lnTo>
                    <a:pt x="173869" y="347738"/>
                  </a:lnTo>
                  <a:lnTo>
                    <a:pt x="220091" y="341527"/>
                  </a:lnTo>
                  <a:lnTo>
                    <a:pt x="261625" y="324000"/>
                  </a:lnTo>
                  <a:lnTo>
                    <a:pt x="296814" y="296814"/>
                  </a:lnTo>
                  <a:lnTo>
                    <a:pt x="324000" y="261625"/>
                  </a:lnTo>
                  <a:lnTo>
                    <a:pt x="341527" y="220091"/>
                  </a:lnTo>
                  <a:lnTo>
                    <a:pt x="347738" y="173869"/>
                  </a:lnTo>
                  <a:lnTo>
                    <a:pt x="341527" y="127646"/>
                  </a:lnTo>
                  <a:lnTo>
                    <a:pt x="324000" y="86112"/>
                  </a:lnTo>
                  <a:lnTo>
                    <a:pt x="296814" y="50923"/>
                  </a:lnTo>
                  <a:lnTo>
                    <a:pt x="261625" y="23737"/>
                  </a:lnTo>
                  <a:lnTo>
                    <a:pt x="220091" y="6210"/>
                  </a:lnTo>
                  <a:lnTo>
                    <a:pt x="173869" y="0"/>
                  </a:lnTo>
                  <a:close/>
                </a:path>
              </a:pathLst>
            </a:custGeom>
            <a:solidFill>
              <a:srgbClr val="24385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6" name="object 446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7841653" y="6688332"/>
              <a:ext cx="186612" cy="186612"/>
            </a:xfrm>
            <a:prstGeom prst="rect">
              <a:avLst/>
            </a:prstGeom>
          </p:spPr>
        </p:pic>
      </p:grpSp>
      <p:sp>
        <p:nvSpPr>
          <p:cNvPr id="447" name="object 447" descr=""/>
          <p:cNvSpPr/>
          <p:nvPr/>
        </p:nvSpPr>
        <p:spPr>
          <a:xfrm>
            <a:off x="17466096" y="10336879"/>
            <a:ext cx="937894" cy="100965"/>
          </a:xfrm>
          <a:custGeom>
            <a:avLst/>
            <a:gdLst/>
            <a:ahLst/>
            <a:cxnLst/>
            <a:rect l="l" t="t" r="r" b="b"/>
            <a:pathLst>
              <a:path w="937894" h="100965">
                <a:moveTo>
                  <a:pt x="937730" y="0"/>
                </a:moveTo>
                <a:lnTo>
                  <a:pt x="0" y="0"/>
                </a:lnTo>
                <a:lnTo>
                  <a:pt x="0" y="100426"/>
                </a:lnTo>
                <a:lnTo>
                  <a:pt x="937730" y="100426"/>
                </a:lnTo>
                <a:lnTo>
                  <a:pt x="937730" y="0"/>
                </a:lnTo>
                <a:close/>
              </a:path>
            </a:pathLst>
          </a:custGeom>
          <a:solidFill>
            <a:srgbClr val="556E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8" name="object 448" descr=""/>
          <p:cNvSpPr/>
          <p:nvPr/>
        </p:nvSpPr>
        <p:spPr>
          <a:xfrm>
            <a:off x="16463142" y="8671777"/>
            <a:ext cx="104139" cy="1765935"/>
          </a:xfrm>
          <a:custGeom>
            <a:avLst/>
            <a:gdLst/>
            <a:ahLst/>
            <a:cxnLst/>
            <a:rect l="l" t="t" r="r" b="b"/>
            <a:pathLst>
              <a:path w="104140" h="1765934">
                <a:moveTo>
                  <a:pt x="103714" y="0"/>
                </a:moveTo>
                <a:lnTo>
                  <a:pt x="0" y="0"/>
                </a:lnTo>
                <a:lnTo>
                  <a:pt x="0" y="1765516"/>
                </a:lnTo>
                <a:lnTo>
                  <a:pt x="103714" y="1765516"/>
                </a:lnTo>
                <a:lnTo>
                  <a:pt x="103714" y="0"/>
                </a:lnTo>
                <a:close/>
              </a:path>
            </a:pathLst>
          </a:custGeom>
          <a:solidFill>
            <a:srgbClr val="2438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9" name="object 449" descr=""/>
          <p:cNvSpPr/>
          <p:nvPr/>
        </p:nvSpPr>
        <p:spPr>
          <a:xfrm>
            <a:off x="15721496" y="9716357"/>
            <a:ext cx="845819" cy="721360"/>
          </a:xfrm>
          <a:custGeom>
            <a:avLst/>
            <a:gdLst/>
            <a:ahLst/>
            <a:cxnLst/>
            <a:rect l="l" t="t" r="r" b="b"/>
            <a:pathLst>
              <a:path w="845819" h="721359">
                <a:moveTo>
                  <a:pt x="845743" y="96456"/>
                </a:moveTo>
                <a:lnTo>
                  <a:pt x="838441" y="96456"/>
                </a:lnTo>
                <a:lnTo>
                  <a:pt x="838441" y="87337"/>
                </a:lnTo>
                <a:lnTo>
                  <a:pt x="830922" y="87337"/>
                </a:lnTo>
                <a:lnTo>
                  <a:pt x="830922" y="0"/>
                </a:lnTo>
                <a:lnTo>
                  <a:pt x="823518" y="7404"/>
                </a:lnTo>
                <a:lnTo>
                  <a:pt x="823518" y="17868"/>
                </a:lnTo>
                <a:lnTo>
                  <a:pt x="823518" y="87337"/>
                </a:lnTo>
                <a:lnTo>
                  <a:pt x="813130" y="87337"/>
                </a:lnTo>
                <a:lnTo>
                  <a:pt x="813130" y="99110"/>
                </a:lnTo>
                <a:lnTo>
                  <a:pt x="799604" y="112636"/>
                </a:lnTo>
                <a:lnTo>
                  <a:pt x="787831" y="112636"/>
                </a:lnTo>
                <a:lnTo>
                  <a:pt x="787831" y="124409"/>
                </a:lnTo>
                <a:lnTo>
                  <a:pt x="774306" y="137934"/>
                </a:lnTo>
                <a:lnTo>
                  <a:pt x="762533" y="137934"/>
                </a:lnTo>
                <a:lnTo>
                  <a:pt x="762533" y="149707"/>
                </a:lnTo>
                <a:lnTo>
                  <a:pt x="749007" y="163233"/>
                </a:lnTo>
                <a:lnTo>
                  <a:pt x="737235" y="163233"/>
                </a:lnTo>
                <a:lnTo>
                  <a:pt x="737235" y="175006"/>
                </a:lnTo>
                <a:lnTo>
                  <a:pt x="723696" y="188544"/>
                </a:lnTo>
                <a:lnTo>
                  <a:pt x="711936" y="188544"/>
                </a:lnTo>
                <a:lnTo>
                  <a:pt x="711936" y="200304"/>
                </a:lnTo>
                <a:lnTo>
                  <a:pt x="698398" y="213842"/>
                </a:lnTo>
                <a:lnTo>
                  <a:pt x="686638" y="213842"/>
                </a:lnTo>
                <a:lnTo>
                  <a:pt x="686638" y="225602"/>
                </a:lnTo>
                <a:lnTo>
                  <a:pt x="673100" y="239141"/>
                </a:lnTo>
                <a:lnTo>
                  <a:pt x="661339" y="239141"/>
                </a:lnTo>
                <a:lnTo>
                  <a:pt x="661339" y="250901"/>
                </a:lnTo>
                <a:lnTo>
                  <a:pt x="647801" y="264439"/>
                </a:lnTo>
                <a:lnTo>
                  <a:pt x="636028" y="264439"/>
                </a:lnTo>
                <a:lnTo>
                  <a:pt x="636028" y="276212"/>
                </a:lnTo>
                <a:lnTo>
                  <a:pt x="622503" y="289737"/>
                </a:lnTo>
                <a:lnTo>
                  <a:pt x="610730" y="289737"/>
                </a:lnTo>
                <a:lnTo>
                  <a:pt x="610730" y="301510"/>
                </a:lnTo>
                <a:lnTo>
                  <a:pt x="597204" y="315036"/>
                </a:lnTo>
                <a:lnTo>
                  <a:pt x="585431" y="315036"/>
                </a:lnTo>
                <a:lnTo>
                  <a:pt x="585431" y="326809"/>
                </a:lnTo>
                <a:lnTo>
                  <a:pt x="571906" y="340334"/>
                </a:lnTo>
                <a:lnTo>
                  <a:pt x="560133" y="340334"/>
                </a:lnTo>
                <a:lnTo>
                  <a:pt x="560133" y="352107"/>
                </a:lnTo>
                <a:lnTo>
                  <a:pt x="546595" y="365645"/>
                </a:lnTo>
                <a:lnTo>
                  <a:pt x="534822" y="365645"/>
                </a:lnTo>
                <a:lnTo>
                  <a:pt x="534822" y="377418"/>
                </a:lnTo>
                <a:lnTo>
                  <a:pt x="521296" y="390944"/>
                </a:lnTo>
                <a:lnTo>
                  <a:pt x="509524" y="390944"/>
                </a:lnTo>
                <a:lnTo>
                  <a:pt x="509524" y="402717"/>
                </a:lnTo>
                <a:lnTo>
                  <a:pt x="495998" y="416242"/>
                </a:lnTo>
                <a:lnTo>
                  <a:pt x="484225" y="416242"/>
                </a:lnTo>
                <a:lnTo>
                  <a:pt x="484225" y="428015"/>
                </a:lnTo>
                <a:lnTo>
                  <a:pt x="470687" y="441553"/>
                </a:lnTo>
                <a:lnTo>
                  <a:pt x="458927" y="441553"/>
                </a:lnTo>
                <a:lnTo>
                  <a:pt x="458927" y="453313"/>
                </a:lnTo>
                <a:lnTo>
                  <a:pt x="445389" y="466852"/>
                </a:lnTo>
                <a:lnTo>
                  <a:pt x="433628" y="466852"/>
                </a:lnTo>
                <a:lnTo>
                  <a:pt x="433628" y="478612"/>
                </a:lnTo>
                <a:lnTo>
                  <a:pt x="420090" y="492150"/>
                </a:lnTo>
                <a:lnTo>
                  <a:pt x="408330" y="492150"/>
                </a:lnTo>
                <a:lnTo>
                  <a:pt x="408330" y="503910"/>
                </a:lnTo>
                <a:lnTo>
                  <a:pt x="394792" y="517448"/>
                </a:lnTo>
                <a:lnTo>
                  <a:pt x="383019" y="517448"/>
                </a:lnTo>
                <a:lnTo>
                  <a:pt x="383019" y="529221"/>
                </a:lnTo>
                <a:lnTo>
                  <a:pt x="369493" y="542747"/>
                </a:lnTo>
                <a:lnTo>
                  <a:pt x="357720" y="542747"/>
                </a:lnTo>
                <a:lnTo>
                  <a:pt x="357720" y="554520"/>
                </a:lnTo>
                <a:lnTo>
                  <a:pt x="344195" y="568045"/>
                </a:lnTo>
                <a:lnTo>
                  <a:pt x="332422" y="568045"/>
                </a:lnTo>
                <a:lnTo>
                  <a:pt x="332422" y="579818"/>
                </a:lnTo>
                <a:lnTo>
                  <a:pt x="318897" y="593344"/>
                </a:lnTo>
                <a:lnTo>
                  <a:pt x="307124" y="593344"/>
                </a:lnTo>
                <a:lnTo>
                  <a:pt x="307124" y="605116"/>
                </a:lnTo>
                <a:lnTo>
                  <a:pt x="293585" y="618655"/>
                </a:lnTo>
                <a:lnTo>
                  <a:pt x="281813" y="618655"/>
                </a:lnTo>
                <a:lnTo>
                  <a:pt x="281813" y="630428"/>
                </a:lnTo>
                <a:lnTo>
                  <a:pt x="268287" y="643953"/>
                </a:lnTo>
                <a:lnTo>
                  <a:pt x="256514" y="643953"/>
                </a:lnTo>
                <a:lnTo>
                  <a:pt x="256514" y="655726"/>
                </a:lnTo>
                <a:lnTo>
                  <a:pt x="242989" y="669251"/>
                </a:lnTo>
                <a:lnTo>
                  <a:pt x="231228" y="669251"/>
                </a:lnTo>
                <a:lnTo>
                  <a:pt x="231228" y="681012"/>
                </a:lnTo>
                <a:lnTo>
                  <a:pt x="217678" y="694563"/>
                </a:lnTo>
                <a:lnTo>
                  <a:pt x="206108" y="694563"/>
                </a:lnTo>
                <a:lnTo>
                  <a:pt x="206108" y="681012"/>
                </a:lnTo>
                <a:lnTo>
                  <a:pt x="231228" y="681012"/>
                </a:lnTo>
                <a:lnTo>
                  <a:pt x="231228" y="669251"/>
                </a:lnTo>
                <a:lnTo>
                  <a:pt x="206108" y="669251"/>
                </a:lnTo>
                <a:lnTo>
                  <a:pt x="206108" y="655726"/>
                </a:lnTo>
                <a:lnTo>
                  <a:pt x="256514" y="655726"/>
                </a:lnTo>
                <a:lnTo>
                  <a:pt x="256514" y="643953"/>
                </a:lnTo>
                <a:lnTo>
                  <a:pt x="206108" y="643953"/>
                </a:lnTo>
                <a:lnTo>
                  <a:pt x="206108" y="635292"/>
                </a:lnTo>
                <a:lnTo>
                  <a:pt x="210959" y="630428"/>
                </a:lnTo>
                <a:lnTo>
                  <a:pt x="281813" y="630428"/>
                </a:lnTo>
                <a:lnTo>
                  <a:pt x="281813" y="618655"/>
                </a:lnTo>
                <a:lnTo>
                  <a:pt x="222732" y="618655"/>
                </a:lnTo>
                <a:lnTo>
                  <a:pt x="236270" y="605116"/>
                </a:lnTo>
                <a:lnTo>
                  <a:pt x="307124" y="605116"/>
                </a:lnTo>
                <a:lnTo>
                  <a:pt x="307124" y="593344"/>
                </a:lnTo>
                <a:lnTo>
                  <a:pt x="248043" y="593344"/>
                </a:lnTo>
                <a:lnTo>
                  <a:pt x="261569" y="579818"/>
                </a:lnTo>
                <a:lnTo>
                  <a:pt x="332422" y="579818"/>
                </a:lnTo>
                <a:lnTo>
                  <a:pt x="332422" y="568045"/>
                </a:lnTo>
                <a:lnTo>
                  <a:pt x="273342" y="568045"/>
                </a:lnTo>
                <a:lnTo>
                  <a:pt x="286867" y="554520"/>
                </a:lnTo>
                <a:lnTo>
                  <a:pt x="357720" y="554520"/>
                </a:lnTo>
                <a:lnTo>
                  <a:pt x="357720" y="542747"/>
                </a:lnTo>
                <a:lnTo>
                  <a:pt x="298640" y="542747"/>
                </a:lnTo>
                <a:lnTo>
                  <a:pt x="312166" y="529221"/>
                </a:lnTo>
                <a:lnTo>
                  <a:pt x="383019" y="529221"/>
                </a:lnTo>
                <a:lnTo>
                  <a:pt x="383019" y="517448"/>
                </a:lnTo>
                <a:lnTo>
                  <a:pt x="323938" y="517448"/>
                </a:lnTo>
                <a:lnTo>
                  <a:pt x="337477" y="503910"/>
                </a:lnTo>
                <a:lnTo>
                  <a:pt x="408330" y="503910"/>
                </a:lnTo>
                <a:lnTo>
                  <a:pt x="408330" y="492150"/>
                </a:lnTo>
                <a:lnTo>
                  <a:pt x="349237" y="492150"/>
                </a:lnTo>
                <a:lnTo>
                  <a:pt x="362775" y="478612"/>
                </a:lnTo>
                <a:lnTo>
                  <a:pt x="433628" y="478612"/>
                </a:lnTo>
                <a:lnTo>
                  <a:pt x="433628" y="466852"/>
                </a:lnTo>
                <a:lnTo>
                  <a:pt x="374535" y="466852"/>
                </a:lnTo>
                <a:lnTo>
                  <a:pt x="388073" y="453313"/>
                </a:lnTo>
                <a:lnTo>
                  <a:pt x="458927" y="453313"/>
                </a:lnTo>
                <a:lnTo>
                  <a:pt x="458927" y="441553"/>
                </a:lnTo>
                <a:lnTo>
                  <a:pt x="399834" y="441553"/>
                </a:lnTo>
                <a:lnTo>
                  <a:pt x="413372" y="428015"/>
                </a:lnTo>
                <a:lnTo>
                  <a:pt x="484225" y="428015"/>
                </a:lnTo>
                <a:lnTo>
                  <a:pt x="484225" y="416242"/>
                </a:lnTo>
                <a:lnTo>
                  <a:pt x="425145" y="416242"/>
                </a:lnTo>
                <a:lnTo>
                  <a:pt x="438670" y="402717"/>
                </a:lnTo>
                <a:lnTo>
                  <a:pt x="509524" y="402717"/>
                </a:lnTo>
                <a:lnTo>
                  <a:pt x="509524" y="390944"/>
                </a:lnTo>
                <a:lnTo>
                  <a:pt x="450443" y="390944"/>
                </a:lnTo>
                <a:lnTo>
                  <a:pt x="463969" y="377418"/>
                </a:lnTo>
                <a:lnTo>
                  <a:pt x="534822" y="377418"/>
                </a:lnTo>
                <a:lnTo>
                  <a:pt x="534822" y="365645"/>
                </a:lnTo>
                <a:lnTo>
                  <a:pt x="475742" y="365645"/>
                </a:lnTo>
                <a:lnTo>
                  <a:pt x="489280" y="352107"/>
                </a:lnTo>
                <a:lnTo>
                  <a:pt x="560133" y="352107"/>
                </a:lnTo>
                <a:lnTo>
                  <a:pt x="560133" y="340334"/>
                </a:lnTo>
                <a:lnTo>
                  <a:pt x="501053" y="340334"/>
                </a:lnTo>
                <a:lnTo>
                  <a:pt x="514578" y="326809"/>
                </a:lnTo>
                <a:lnTo>
                  <a:pt x="585431" y="326809"/>
                </a:lnTo>
                <a:lnTo>
                  <a:pt x="585431" y="315036"/>
                </a:lnTo>
                <a:lnTo>
                  <a:pt x="526351" y="315036"/>
                </a:lnTo>
                <a:lnTo>
                  <a:pt x="539877" y="301510"/>
                </a:lnTo>
                <a:lnTo>
                  <a:pt x="610730" y="301510"/>
                </a:lnTo>
                <a:lnTo>
                  <a:pt x="610730" y="289737"/>
                </a:lnTo>
                <a:lnTo>
                  <a:pt x="551649" y="289737"/>
                </a:lnTo>
                <a:lnTo>
                  <a:pt x="565175" y="276212"/>
                </a:lnTo>
                <a:lnTo>
                  <a:pt x="636028" y="276212"/>
                </a:lnTo>
                <a:lnTo>
                  <a:pt x="636028" y="264439"/>
                </a:lnTo>
                <a:lnTo>
                  <a:pt x="576948" y="264439"/>
                </a:lnTo>
                <a:lnTo>
                  <a:pt x="590486" y="250901"/>
                </a:lnTo>
                <a:lnTo>
                  <a:pt x="661339" y="250901"/>
                </a:lnTo>
                <a:lnTo>
                  <a:pt x="661339" y="239141"/>
                </a:lnTo>
                <a:lnTo>
                  <a:pt x="602246" y="239141"/>
                </a:lnTo>
                <a:lnTo>
                  <a:pt x="615784" y="225602"/>
                </a:lnTo>
                <a:lnTo>
                  <a:pt x="686638" y="225602"/>
                </a:lnTo>
                <a:lnTo>
                  <a:pt x="686638" y="213842"/>
                </a:lnTo>
                <a:lnTo>
                  <a:pt x="627545" y="213842"/>
                </a:lnTo>
                <a:lnTo>
                  <a:pt x="641083" y="200304"/>
                </a:lnTo>
                <a:lnTo>
                  <a:pt x="711936" y="200304"/>
                </a:lnTo>
                <a:lnTo>
                  <a:pt x="711936" y="188544"/>
                </a:lnTo>
                <a:lnTo>
                  <a:pt x="652843" y="188544"/>
                </a:lnTo>
                <a:lnTo>
                  <a:pt x="666381" y="175006"/>
                </a:lnTo>
                <a:lnTo>
                  <a:pt x="737235" y="175006"/>
                </a:lnTo>
                <a:lnTo>
                  <a:pt x="737235" y="163233"/>
                </a:lnTo>
                <a:lnTo>
                  <a:pt x="678154" y="163233"/>
                </a:lnTo>
                <a:lnTo>
                  <a:pt x="691680" y="149707"/>
                </a:lnTo>
                <a:lnTo>
                  <a:pt x="762533" y="149707"/>
                </a:lnTo>
                <a:lnTo>
                  <a:pt x="762533" y="137934"/>
                </a:lnTo>
                <a:lnTo>
                  <a:pt x="703453" y="137934"/>
                </a:lnTo>
                <a:lnTo>
                  <a:pt x="716978" y="124409"/>
                </a:lnTo>
                <a:lnTo>
                  <a:pt x="787831" y="124409"/>
                </a:lnTo>
                <a:lnTo>
                  <a:pt x="787831" y="112636"/>
                </a:lnTo>
                <a:lnTo>
                  <a:pt x="728751" y="112636"/>
                </a:lnTo>
                <a:lnTo>
                  <a:pt x="742276" y="99110"/>
                </a:lnTo>
                <a:lnTo>
                  <a:pt x="813130" y="99110"/>
                </a:lnTo>
                <a:lnTo>
                  <a:pt x="813130" y="87337"/>
                </a:lnTo>
                <a:lnTo>
                  <a:pt x="754049" y="87337"/>
                </a:lnTo>
                <a:lnTo>
                  <a:pt x="823518" y="17868"/>
                </a:lnTo>
                <a:lnTo>
                  <a:pt x="823518" y="7404"/>
                </a:lnTo>
                <a:lnTo>
                  <a:pt x="743585" y="87337"/>
                </a:lnTo>
                <a:lnTo>
                  <a:pt x="731812" y="87337"/>
                </a:lnTo>
                <a:lnTo>
                  <a:pt x="731812" y="99110"/>
                </a:lnTo>
                <a:lnTo>
                  <a:pt x="718286" y="112636"/>
                </a:lnTo>
                <a:lnTo>
                  <a:pt x="706513" y="112636"/>
                </a:lnTo>
                <a:lnTo>
                  <a:pt x="706513" y="124409"/>
                </a:lnTo>
                <a:lnTo>
                  <a:pt x="692988" y="137934"/>
                </a:lnTo>
                <a:lnTo>
                  <a:pt x="681215" y="137934"/>
                </a:lnTo>
                <a:lnTo>
                  <a:pt x="681215" y="149707"/>
                </a:lnTo>
                <a:lnTo>
                  <a:pt x="667689" y="163233"/>
                </a:lnTo>
                <a:lnTo>
                  <a:pt x="655916" y="163233"/>
                </a:lnTo>
                <a:lnTo>
                  <a:pt x="655916" y="175006"/>
                </a:lnTo>
                <a:lnTo>
                  <a:pt x="642378" y="188544"/>
                </a:lnTo>
                <a:lnTo>
                  <a:pt x="630618" y="188544"/>
                </a:lnTo>
                <a:lnTo>
                  <a:pt x="630618" y="200304"/>
                </a:lnTo>
                <a:lnTo>
                  <a:pt x="617080" y="213842"/>
                </a:lnTo>
                <a:lnTo>
                  <a:pt x="605320" y="213842"/>
                </a:lnTo>
                <a:lnTo>
                  <a:pt x="605320" y="225602"/>
                </a:lnTo>
                <a:lnTo>
                  <a:pt x="591781" y="239141"/>
                </a:lnTo>
                <a:lnTo>
                  <a:pt x="580021" y="239141"/>
                </a:lnTo>
                <a:lnTo>
                  <a:pt x="580021" y="250901"/>
                </a:lnTo>
                <a:lnTo>
                  <a:pt x="566483" y="264439"/>
                </a:lnTo>
                <a:lnTo>
                  <a:pt x="554710" y="264439"/>
                </a:lnTo>
                <a:lnTo>
                  <a:pt x="554710" y="276212"/>
                </a:lnTo>
                <a:lnTo>
                  <a:pt x="541185" y="289737"/>
                </a:lnTo>
                <a:lnTo>
                  <a:pt x="529412" y="289737"/>
                </a:lnTo>
                <a:lnTo>
                  <a:pt x="529412" y="301510"/>
                </a:lnTo>
                <a:lnTo>
                  <a:pt x="515886" y="315036"/>
                </a:lnTo>
                <a:lnTo>
                  <a:pt x="504113" y="315036"/>
                </a:lnTo>
                <a:lnTo>
                  <a:pt x="504113" y="326809"/>
                </a:lnTo>
                <a:lnTo>
                  <a:pt x="490588" y="340334"/>
                </a:lnTo>
                <a:lnTo>
                  <a:pt x="478815" y="340334"/>
                </a:lnTo>
                <a:lnTo>
                  <a:pt x="478815" y="352107"/>
                </a:lnTo>
                <a:lnTo>
                  <a:pt x="465277" y="365645"/>
                </a:lnTo>
                <a:lnTo>
                  <a:pt x="453504" y="365645"/>
                </a:lnTo>
                <a:lnTo>
                  <a:pt x="453504" y="377418"/>
                </a:lnTo>
                <a:lnTo>
                  <a:pt x="439978" y="390944"/>
                </a:lnTo>
                <a:lnTo>
                  <a:pt x="428205" y="390944"/>
                </a:lnTo>
                <a:lnTo>
                  <a:pt x="428205" y="402717"/>
                </a:lnTo>
                <a:lnTo>
                  <a:pt x="414680" y="416242"/>
                </a:lnTo>
                <a:lnTo>
                  <a:pt x="402907" y="416242"/>
                </a:lnTo>
                <a:lnTo>
                  <a:pt x="402907" y="428015"/>
                </a:lnTo>
                <a:lnTo>
                  <a:pt x="389369" y="441553"/>
                </a:lnTo>
                <a:lnTo>
                  <a:pt x="377609" y="441553"/>
                </a:lnTo>
                <a:lnTo>
                  <a:pt x="377609" y="453313"/>
                </a:lnTo>
                <a:lnTo>
                  <a:pt x="364070" y="466852"/>
                </a:lnTo>
                <a:lnTo>
                  <a:pt x="352310" y="466852"/>
                </a:lnTo>
                <a:lnTo>
                  <a:pt x="352310" y="478612"/>
                </a:lnTo>
                <a:lnTo>
                  <a:pt x="338772" y="492150"/>
                </a:lnTo>
                <a:lnTo>
                  <a:pt x="327012" y="492150"/>
                </a:lnTo>
                <a:lnTo>
                  <a:pt x="327012" y="503910"/>
                </a:lnTo>
                <a:lnTo>
                  <a:pt x="313474" y="517448"/>
                </a:lnTo>
                <a:lnTo>
                  <a:pt x="301701" y="517448"/>
                </a:lnTo>
                <a:lnTo>
                  <a:pt x="301701" y="529221"/>
                </a:lnTo>
                <a:lnTo>
                  <a:pt x="288175" y="542747"/>
                </a:lnTo>
                <a:lnTo>
                  <a:pt x="276402" y="542747"/>
                </a:lnTo>
                <a:lnTo>
                  <a:pt x="276402" y="554520"/>
                </a:lnTo>
                <a:lnTo>
                  <a:pt x="262877" y="568045"/>
                </a:lnTo>
                <a:lnTo>
                  <a:pt x="251104" y="568045"/>
                </a:lnTo>
                <a:lnTo>
                  <a:pt x="251104" y="579818"/>
                </a:lnTo>
                <a:lnTo>
                  <a:pt x="237578" y="593344"/>
                </a:lnTo>
                <a:lnTo>
                  <a:pt x="225806" y="593344"/>
                </a:lnTo>
                <a:lnTo>
                  <a:pt x="225806" y="605116"/>
                </a:lnTo>
                <a:lnTo>
                  <a:pt x="212267" y="618655"/>
                </a:lnTo>
                <a:lnTo>
                  <a:pt x="200494" y="618655"/>
                </a:lnTo>
                <a:lnTo>
                  <a:pt x="200494" y="630428"/>
                </a:lnTo>
                <a:lnTo>
                  <a:pt x="198704" y="632218"/>
                </a:lnTo>
                <a:lnTo>
                  <a:pt x="198704" y="643953"/>
                </a:lnTo>
                <a:lnTo>
                  <a:pt x="198704" y="655726"/>
                </a:lnTo>
                <a:lnTo>
                  <a:pt x="198704" y="669251"/>
                </a:lnTo>
                <a:lnTo>
                  <a:pt x="198704" y="681012"/>
                </a:lnTo>
                <a:lnTo>
                  <a:pt x="198704" y="694563"/>
                </a:lnTo>
                <a:lnTo>
                  <a:pt x="56337" y="694563"/>
                </a:lnTo>
                <a:lnTo>
                  <a:pt x="69888" y="681012"/>
                </a:lnTo>
                <a:lnTo>
                  <a:pt x="198704" y="681012"/>
                </a:lnTo>
                <a:lnTo>
                  <a:pt x="198704" y="669251"/>
                </a:lnTo>
                <a:lnTo>
                  <a:pt x="81648" y="669251"/>
                </a:lnTo>
                <a:lnTo>
                  <a:pt x="95173" y="655726"/>
                </a:lnTo>
                <a:lnTo>
                  <a:pt x="198704" y="655726"/>
                </a:lnTo>
                <a:lnTo>
                  <a:pt x="198704" y="643953"/>
                </a:lnTo>
                <a:lnTo>
                  <a:pt x="106946" y="643953"/>
                </a:lnTo>
                <a:lnTo>
                  <a:pt x="120472" y="630428"/>
                </a:lnTo>
                <a:lnTo>
                  <a:pt x="200494" y="630428"/>
                </a:lnTo>
                <a:lnTo>
                  <a:pt x="200494" y="618655"/>
                </a:lnTo>
                <a:lnTo>
                  <a:pt x="132245" y="618655"/>
                </a:lnTo>
                <a:lnTo>
                  <a:pt x="145783" y="605116"/>
                </a:lnTo>
                <a:lnTo>
                  <a:pt x="225806" y="605116"/>
                </a:lnTo>
                <a:lnTo>
                  <a:pt x="225806" y="593344"/>
                </a:lnTo>
                <a:lnTo>
                  <a:pt x="157556" y="593344"/>
                </a:lnTo>
                <a:lnTo>
                  <a:pt x="171081" y="579818"/>
                </a:lnTo>
                <a:lnTo>
                  <a:pt x="251104" y="579818"/>
                </a:lnTo>
                <a:lnTo>
                  <a:pt x="251104" y="568045"/>
                </a:lnTo>
                <a:lnTo>
                  <a:pt x="182854" y="568045"/>
                </a:lnTo>
                <a:lnTo>
                  <a:pt x="196380" y="554520"/>
                </a:lnTo>
                <a:lnTo>
                  <a:pt x="276402" y="554520"/>
                </a:lnTo>
                <a:lnTo>
                  <a:pt x="276402" y="542747"/>
                </a:lnTo>
                <a:lnTo>
                  <a:pt x="208153" y="542747"/>
                </a:lnTo>
                <a:lnTo>
                  <a:pt x="221678" y="529221"/>
                </a:lnTo>
                <a:lnTo>
                  <a:pt x="301701" y="529221"/>
                </a:lnTo>
                <a:lnTo>
                  <a:pt x="301701" y="517448"/>
                </a:lnTo>
                <a:lnTo>
                  <a:pt x="233451" y="517448"/>
                </a:lnTo>
                <a:lnTo>
                  <a:pt x="246989" y="503910"/>
                </a:lnTo>
                <a:lnTo>
                  <a:pt x="327012" y="503910"/>
                </a:lnTo>
                <a:lnTo>
                  <a:pt x="327012" y="492150"/>
                </a:lnTo>
                <a:lnTo>
                  <a:pt x="258749" y="492150"/>
                </a:lnTo>
                <a:lnTo>
                  <a:pt x="272288" y="478612"/>
                </a:lnTo>
                <a:lnTo>
                  <a:pt x="352310" y="478612"/>
                </a:lnTo>
                <a:lnTo>
                  <a:pt x="352310" y="466852"/>
                </a:lnTo>
                <a:lnTo>
                  <a:pt x="284048" y="466852"/>
                </a:lnTo>
                <a:lnTo>
                  <a:pt x="297586" y="453313"/>
                </a:lnTo>
                <a:lnTo>
                  <a:pt x="377609" y="453313"/>
                </a:lnTo>
                <a:lnTo>
                  <a:pt x="377609" y="441553"/>
                </a:lnTo>
                <a:lnTo>
                  <a:pt x="309346" y="441553"/>
                </a:lnTo>
                <a:lnTo>
                  <a:pt x="322884" y="428015"/>
                </a:lnTo>
                <a:lnTo>
                  <a:pt x="402907" y="428015"/>
                </a:lnTo>
                <a:lnTo>
                  <a:pt x="402907" y="416242"/>
                </a:lnTo>
                <a:lnTo>
                  <a:pt x="334657" y="416242"/>
                </a:lnTo>
                <a:lnTo>
                  <a:pt x="348183" y="402717"/>
                </a:lnTo>
                <a:lnTo>
                  <a:pt x="428205" y="402717"/>
                </a:lnTo>
                <a:lnTo>
                  <a:pt x="428205" y="390944"/>
                </a:lnTo>
                <a:lnTo>
                  <a:pt x="359956" y="390944"/>
                </a:lnTo>
                <a:lnTo>
                  <a:pt x="373481" y="377418"/>
                </a:lnTo>
                <a:lnTo>
                  <a:pt x="453504" y="377418"/>
                </a:lnTo>
                <a:lnTo>
                  <a:pt x="453504" y="365645"/>
                </a:lnTo>
                <a:lnTo>
                  <a:pt x="385254" y="365645"/>
                </a:lnTo>
                <a:lnTo>
                  <a:pt x="398792" y="352107"/>
                </a:lnTo>
                <a:lnTo>
                  <a:pt x="478815" y="352107"/>
                </a:lnTo>
                <a:lnTo>
                  <a:pt x="478815" y="340334"/>
                </a:lnTo>
                <a:lnTo>
                  <a:pt x="410565" y="340334"/>
                </a:lnTo>
                <a:lnTo>
                  <a:pt x="424091" y="326809"/>
                </a:lnTo>
                <a:lnTo>
                  <a:pt x="504113" y="326809"/>
                </a:lnTo>
                <a:lnTo>
                  <a:pt x="504113" y="315036"/>
                </a:lnTo>
                <a:lnTo>
                  <a:pt x="435864" y="315036"/>
                </a:lnTo>
                <a:lnTo>
                  <a:pt x="449389" y="301510"/>
                </a:lnTo>
                <a:lnTo>
                  <a:pt x="529412" y="301510"/>
                </a:lnTo>
                <a:lnTo>
                  <a:pt x="529412" y="289737"/>
                </a:lnTo>
                <a:lnTo>
                  <a:pt x="461162" y="289737"/>
                </a:lnTo>
                <a:lnTo>
                  <a:pt x="474687" y="276212"/>
                </a:lnTo>
                <a:lnTo>
                  <a:pt x="554710" y="276212"/>
                </a:lnTo>
                <a:lnTo>
                  <a:pt x="554710" y="264439"/>
                </a:lnTo>
                <a:lnTo>
                  <a:pt x="486460" y="264439"/>
                </a:lnTo>
                <a:lnTo>
                  <a:pt x="499999" y="250901"/>
                </a:lnTo>
                <a:lnTo>
                  <a:pt x="580021" y="250901"/>
                </a:lnTo>
                <a:lnTo>
                  <a:pt x="580021" y="239141"/>
                </a:lnTo>
                <a:lnTo>
                  <a:pt x="511759" y="239141"/>
                </a:lnTo>
                <a:lnTo>
                  <a:pt x="525297" y="225602"/>
                </a:lnTo>
                <a:lnTo>
                  <a:pt x="605320" y="225602"/>
                </a:lnTo>
                <a:lnTo>
                  <a:pt x="605320" y="213842"/>
                </a:lnTo>
                <a:lnTo>
                  <a:pt x="537057" y="213842"/>
                </a:lnTo>
                <a:lnTo>
                  <a:pt x="550595" y="200304"/>
                </a:lnTo>
                <a:lnTo>
                  <a:pt x="630618" y="200304"/>
                </a:lnTo>
                <a:lnTo>
                  <a:pt x="630618" y="188544"/>
                </a:lnTo>
                <a:lnTo>
                  <a:pt x="562356" y="188544"/>
                </a:lnTo>
                <a:lnTo>
                  <a:pt x="575894" y="175006"/>
                </a:lnTo>
                <a:lnTo>
                  <a:pt x="655916" y="175006"/>
                </a:lnTo>
                <a:lnTo>
                  <a:pt x="655916" y="163233"/>
                </a:lnTo>
                <a:lnTo>
                  <a:pt x="587667" y="163233"/>
                </a:lnTo>
                <a:lnTo>
                  <a:pt x="601192" y="149707"/>
                </a:lnTo>
                <a:lnTo>
                  <a:pt x="681215" y="149707"/>
                </a:lnTo>
                <a:lnTo>
                  <a:pt x="681215" y="137934"/>
                </a:lnTo>
                <a:lnTo>
                  <a:pt x="612965" y="137934"/>
                </a:lnTo>
                <a:lnTo>
                  <a:pt x="626491" y="124409"/>
                </a:lnTo>
                <a:lnTo>
                  <a:pt x="706513" y="124409"/>
                </a:lnTo>
                <a:lnTo>
                  <a:pt x="706513" y="112636"/>
                </a:lnTo>
                <a:lnTo>
                  <a:pt x="638263" y="112636"/>
                </a:lnTo>
                <a:lnTo>
                  <a:pt x="651789" y="99110"/>
                </a:lnTo>
                <a:lnTo>
                  <a:pt x="731812" y="99110"/>
                </a:lnTo>
                <a:lnTo>
                  <a:pt x="731812" y="87337"/>
                </a:lnTo>
                <a:lnTo>
                  <a:pt x="641019" y="87337"/>
                </a:lnTo>
                <a:lnTo>
                  <a:pt x="641019" y="96456"/>
                </a:lnTo>
                <a:lnTo>
                  <a:pt x="639622" y="96456"/>
                </a:lnTo>
                <a:lnTo>
                  <a:pt x="639622" y="0"/>
                </a:lnTo>
                <a:lnTo>
                  <a:pt x="632218" y="7404"/>
                </a:lnTo>
                <a:lnTo>
                  <a:pt x="632218" y="17868"/>
                </a:lnTo>
                <a:lnTo>
                  <a:pt x="632218" y="96456"/>
                </a:lnTo>
                <a:lnTo>
                  <a:pt x="624484" y="96456"/>
                </a:lnTo>
                <a:lnTo>
                  <a:pt x="14808" y="706145"/>
                </a:lnTo>
                <a:lnTo>
                  <a:pt x="14808" y="635292"/>
                </a:lnTo>
                <a:lnTo>
                  <a:pt x="632218" y="17868"/>
                </a:lnTo>
                <a:lnTo>
                  <a:pt x="632218" y="7404"/>
                </a:lnTo>
                <a:lnTo>
                  <a:pt x="7404" y="632218"/>
                </a:lnTo>
                <a:lnTo>
                  <a:pt x="7404" y="713549"/>
                </a:lnTo>
                <a:lnTo>
                  <a:pt x="0" y="720953"/>
                </a:lnTo>
                <a:lnTo>
                  <a:pt x="7404" y="720953"/>
                </a:lnTo>
                <a:lnTo>
                  <a:pt x="14808" y="720953"/>
                </a:lnTo>
                <a:lnTo>
                  <a:pt x="29959" y="720953"/>
                </a:lnTo>
                <a:lnTo>
                  <a:pt x="44577" y="706323"/>
                </a:lnTo>
                <a:lnTo>
                  <a:pt x="198704" y="706323"/>
                </a:lnTo>
                <a:lnTo>
                  <a:pt x="198704" y="713549"/>
                </a:lnTo>
                <a:lnTo>
                  <a:pt x="191300" y="720953"/>
                </a:lnTo>
                <a:lnTo>
                  <a:pt x="198704" y="720953"/>
                </a:lnTo>
                <a:lnTo>
                  <a:pt x="206108" y="720953"/>
                </a:lnTo>
                <a:lnTo>
                  <a:pt x="221246" y="720953"/>
                </a:lnTo>
                <a:lnTo>
                  <a:pt x="845743" y="96456"/>
                </a:lnTo>
                <a:close/>
              </a:path>
            </a:pathLst>
          </a:custGeom>
          <a:solidFill>
            <a:srgbClr val="394E7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0" name="object 450" descr=""/>
          <p:cNvGrpSpPr/>
          <p:nvPr/>
        </p:nvGrpSpPr>
        <p:grpSpPr>
          <a:xfrm>
            <a:off x="15718976" y="8654469"/>
            <a:ext cx="1364615" cy="1228090"/>
            <a:chOff x="15718976" y="8654469"/>
            <a:chExt cx="1364615" cy="1228090"/>
          </a:xfrm>
        </p:grpSpPr>
        <p:sp>
          <p:nvSpPr>
            <p:cNvPr id="451" name="object 451" descr=""/>
            <p:cNvSpPr/>
            <p:nvPr/>
          </p:nvSpPr>
          <p:spPr>
            <a:xfrm>
              <a:off x="15721483" y="8671782"/>
              <a:ext cx="1259205" cy="1198880"/>
            </a:xfrm>
            <a:custGeom>
              <a:avLst/>
              <a:gdLst/>
              <a:ahLst/>
              <a:cxnLst/>
              <a:rect l="l" t="t" r="r" b="b"/>
              <a:pathLst>
                <a:path w="1259205" h="1198879">
                  <a:moveTo>
                    <a:pt x="795477" y="0"/>
                  </a:moveTo>
                  <a:lnTo>
                    <a:pt x="765517" y="0"/>
                  </a:lnTo>
                  <a:lnTo>
                    <a:pt x="723722" y="41795"/>
                  </a:lnTo>
                  <a:lnTo>
                    <a:pt x="711949" y="41795"/>
                  </a:lnTo>
                  <a:lnTo>
                    <a:pt x="711949" y="53568"/>
                  </a:lnTo>
                  <a:lnTo>
                    <a:pt x="698423" y="67094"/>
                  </a:lnTo>
                  <a:lnTo>
                    <a:pt x="686650" y="67094"/>
                  </a:lnTo>
                  <a:lnTo>
                    <a:pt x="686650" y="78867"/>
                  </a:lnTo>
                  <a:lnTo>
                    <a:pt x="673112" y="92405"/>
                  </a:lnTo>
                  <a:lnTo>
                    <a:pt x="661339" y="92405"/>
                  </a:lnTo>
                  <a:lnTo>
                    <a:pt x="661339" y="104178"/>
                  </a:lnTo>
                  <a:lnTo>
                    <a:pt x="647814" y="117703"/>
                  </a:lnTo>
                  <a:lnTo>
                    <a:pt x="636041" y="117703"/>
                  </a:lnTo>
                  <a:lnTo>
                    <a:pt x="636041" y="129476"/>
                  </a:lnTo>
                  <a:lnTo>
                    <a:pt x="622515" y="143002"/>
                  </a:lnTo>
                  <a:lnTo>
                    <a:pt x="610743" y="143002"/>
                  </a:lnTo>
                  <a:lnTo>
                    <a:pt x="610743" y="154774"/>
                  </a:lnTo>
                  <a:lnTo>
                    <a:pt x="597204" y="168313"/>
                  </a:lnTo>
                  <a:lnTo>
                    <a:pt x="585431" y="168313"/>
                  </a:lnTo>
                  <a:lnTo>
                    <a:pt x="585431" y="180086"/>
                  </a:lnTo>
                  <a:lnTo>
                    <a:pt x="571906" y="193611"/>
                  </a:lnTo>
                  <a:lnTo>
                    <a:pt x="560146" y="193611"/>
                  </a:lnTo>
                  <a:lnTo>
                    <a:pt x="560146" y="205371"/>
                  </a:lnTo>
                  <a:lnTo>
                    <a:pt x="546608" y="218909"/>
                  </a:lnTo>
                  <a:lnTo>
                    <a:pt x="534847" y="218909"/>
                  </a:lnTo>
                  <a:lnTo>
                    <a:pt x="534847" y="230670"/>
                  </a:lnTo>
                  <a:lnTo>
                    <a:pt x="521309" y="244208"/>
                  </a:lnTo>
                  <a:lnTo>
                    <a:pt x="509549" y="244208"/>
                  </a:lnTo>
                  <a:lnTo>
                    <a:pt x="509549" y="255968"/>
                  </a:lnTo>
                  <a:lnTo>
                    <a:pt x="496011" y="269506"/>
                  </a:lnTo>
                  <a:lnTo>
                    <a:pt x="484238" y="269506"/>
                  </a:lnTo>
                  <a:lnTo>
                    <a:pt x="484238" y="281279"/>
                  </a:lnTo>
                  <a:lnTo>
                    <a:pt x="470712" y="294805"/>
                  </a:lnTo>
                  <a:lnTo>
                    <a:pt x="458939" y="294805"/>
                  </a:lnTo>
                  <a:lnTo>
                    <a:pt x="458939" y="306578"/>
                  </a:lnTo>
                  <a:lnTo>
                    <a:pt x="445414" y="320103"/>
                  </a:lnTo>
                  <a:lnTo>
                    <a:pt x="433641" y="320103"/>
                  </a:lnTo>
                  <a:lnTo>
                    <a:pt x="433641" y="331876"/>
                  </a:lnTo>
                  <a:lnTo>
                    <a:pt x="420103" y="345414"/>
                  </a:lnTo>
                  <a:lnTo>
                    <a:pt x="408330" y="345414"/>
                  </a:lnTo>
                  <a:lnTo>
                    <a:pt x="408330" y="357187"/>
                  </a:lnTo>
                  <a:lnTo>
                    <a:pt x="394804" y="370713"/>
                  </a:lnTo>
                  <a:lnTo>
                    <a:pt x="383032" y="370713"/>
                  </a:lnTo>
                  <a:lnTo>
                    <a:pt x="383032" y="382485"/>
                  </a:lnTo>
                  <a:lnTo>
                    <a:pt x="369506" y="396011"/>
                  </a:lnTo>
                  <a:lnTo>
                    <a:pt x="357733" y="396011"/>
                  </a:lnTo>
                  <a:lnTo>
                    <a:pt x="357733" y="407784"/>
                  </a:lnTo>
                  <a:lnTo>
                    <a:pt x="344208" y="421309"/>
                  </a:lnTo>
                  <a:lnTo>
                    <a:pt x="332435" y="421309"/>
                  </a:lnTo>
                  <a:lnTo>
                    <a:pt x="332435" y="433082"/>
                  </a:lnTo>
                  <a:lnTo>
                    <a:pt x="318897" y="446620"/>
                  </a:lnTo>
                  <a:lnTo>
                    <a:pt x="307136" y="446620"/>
                  </a:lnTo>
                  <a:lnTo>
                    <a:pt x="307136" y="458381"/>
                  </a:lnTo>
                  <a:lnTo>
                    <a:pt x="293598" y="471919"/>
                  </a:lnTo>
                  <a:lnTo>
                    <a:pt x="281838" y="471919"/>
                  </a:lnTo>
                  <a:lnTo>
                    <a:pt x="281838" y="483679"/>
                  </a:lnTo>
                  <a:lnTo>
                    <a:pt x="268300" y="497217"/>
                  </a:lnTo>
                  <a:lnTo>
                    <a:pt x="256540" y="497217"/>
                  </a:lnTo>
                  <a:lnTo>
                    <a:pt x="256540" y="508977"/>
                  </a:lnTo>
                  <a:lnTo>
                    <a:pt x="243001" y="522516"/>
                  </a:lnTo>
                  <a:lnTo>
                    <a:pt x="231228" y="522516"/>
                  </a:lnTo>
                  <a:lnTo>
                    <a:pt x="231228" y="534289"/>
                  </a:lnTo>
                  <a:lnTo>
                    <a:pt x="217703" y="547814"/>
                  </a:lnTo>
                  <a:lnTo>
                    <a:pt x="206121" y="547814"/>
                  </a:lnTo>
                  <a:lnTo>
                    <a:pt x="206121" y="534289"/>
                  </a:lnTo>
                  <a:lnTo>
                    <a:pt x="231228" y="534289"/>
                  </a:lnTo>
                  <a:lnTo>
                    <a:pt x="231228" y="522516"/>
                  </a:lnTo>
                  <a:lnTo>
                    <a:pt x="206121" y="522516"/>
                  </a:lnTo>
                  <a:lnTo>
                    <a:pt x="206121" y="508977"/>
                  </a:lnTo>
                  <a:lnTo>
                    <a:pt x="256540" y="508977"/>
                  </a:lnTo>
                  <a:lnTo>
                    <a:pt x="256540" y="497217"/>
                  </a:lnTo>
                  <a:lnTo>
                    <a:pt x="206121" y="497217"/>
                  </a:lnTo>
                  <a:lnTo>
                    <a:pt x="206121" y="488556"/>
                  </a:lnTo>
                  <a:lnTo>
                    <a:pt x="210985" y="483679"/>
                  </a:lnTo>
                  <a:lnTo>
                    <a:pt x="281838" y="483679"/>
                  </a:lnTo>
                  <a:lnTo>
                    <a:pt x="281838" y="471919"/>
                  </a:lnTo>
                  <a:lnTo>
                    <a:pt x="222745" y="471919"/>
                  </a:lnTo>
                  <a:lnTo>
                    <a:pt x="236283" y="458381"/>
                  </a:lnTo>
                  <a:lnTo>
                    <a:pt x="307136" y="458381"/>
                  </a:lnTo>
                  <a:lnTo>
                    <a:pt x="307136" y="446620"/>
                  </a:lnTo>
                  <a:lnTo>
                    <a:pt x="248043" y="446620"/>
                  </a:lnTo>
                  <a:lnTo>
                    <a:pt x="261581" y="433082"/>
                  </a:lnTo>
                  <a:lnTo>
                    <a:pt x="332435" y="433082"/>
                  </a:lnTo>
                  <a:lnTo>
                    <a:pt x="332435" y="421309"/>
                  </a:lnTo>
                  <a:lnTo>
                    <a:pt x="273354" y="421309"/>
                  </a:lnTo>
                  <a:lnTo>
                    <a:pt x="286880" y="407784"/>
                  </a:lnTo>
                  <a:lnTo>
                    <a:pt x="357733" y="407784"/>
                  </a:lnTo>
                  <a:lnTo>
                    <a:pt x="357733" y="396011"/>
                  </a:lnTo>
                  <a:lnTo>
                    <a:pt x="298653" y="396011"/>
                  </a:lnTo>
                  <a:lnTo>
                    <a:pt x="312178" y="382485"/>
                  </a:lnTo>
                  <a:lnTo>
                    <a:pt x="383032" y="382485"/>
                  </a:lnTo>
                  <a:lnTo>
                    <a:pt x="383032" y="370713"/>
                  </a:lnTo>
                  <a:lnTo>
                    <a:pt x="323951" y="370713"/>
                  </a:lnTo>
                  <a:lnTo>
                    <a:pt x="337477" y="357187"/>
                  </a:lnTo>
                  <a:lnTo>
                    <a:pt x="408330" y="357187"/>
                  </a:lnTo>
                  <a:lnTo>
                    <a:pt x="408330" y="345414"/>
                  </a:lnTo>
                  <a:lnTo>
                    <a:pt x="349250" y="345414"/>
                  </a:lnTo>
                  <a:lnTo>
                    <a:pt x="362788" y="331876"/>
                  </a:lnTo>
                  <a:lnTo>
                    <a:pt x="433641" y="331876"/>
                  </a:lnTo>
                  <a:lnTo>
                    <a:pt x="433641" y="320103"/>
                  </a:lnTo>
                  <a:lnTo>
                    <a:pt x="374561" y="320103"/>
                  </a:lnTo>
                  <a:lnTo>
                    <a:pt x="388086" y="306578"/>
                  </a:lnTo>
                  <a:lnTo>
                    <a:pt x="458939" y="306578"/>
                  </a:lnTo>
                  <a:lnTo>
                    <a:pt x="458939" y="294805"/>
                  </a:lnTo>
                  <a:lnTo>
                    <a:pt x="399859" y="294805"/>
                  </a:lnTo>
                  <a:lnTo>
                    <a:pt x="413385" y="281279"/>
                  </a:lnTo>
                  <a:lnTo>
                    <a:pt x="484238" y="281279"/>
                  </a:lnTo>
                  <a:lnTo>
                    <a:pt x="484238" y="269506"/>
                  </a:lnTo>
                  <a:lnTo>
                    <a:pt x="425157" y="269506"/>
                  </a:lnTo>
                  <a:lnTo>
                    <a:pt x="438696" y="255968"/>
                  </a:lnTo>
                  <a:lnTo>
                    <a:pt x="509549" y="255968"/>
                  </a:lnTo>
                  <a:lnTo>
                    <a:pt x="509549" y="244208"/>
                  </a:lnTo>
                  <a:lnTo>
                    <a:pt x="450456" y="244208"/>
                  </a:lnTo>
                  <a:lnTo>
                    <a:pt x="463994" y="230670"/>
                  </a:lnTo>
                  <a:lnTo>
                    <a:pt x="534847" y="230670"/>
                  </a:lnTo>
                  <a:lnTo>
                    <a:pt x="534847" y="218909"/>
                  </a:lnTo>
                  <a:lnTo>
                    <a:pt x="475754" y="218909"/>
                  </a:lnTo>
                  <a:lnTo>
                    <a:pt x="489292" y="205371"/>
                  </a:lnTo>
                  <a:lnTo>
                    <a:pt x="560146" y="205371"/>
                  </a:lnTo>
                  <a:lnTo>
                    <a:pt x="560146" y="193611"/>
                  </a:lnTo>
                  <a:lnTo>
                    <a:pt x="501053" y="193611"/>
                  </a:lnTo>
                  <a:lnTo>
                    <a:pt x="514578" y="180086"/>
                  </a:lnTo>
                  <a:lnTo>
                    <a:pt x="585431" y="180086"/>
                  </a:lnTo>
                  <a:lnTo>
                    <a:pt x="585431" y="168313"/>
                  </a:lnTo>
                  <a:lnTo>
                    <a:pt x="526351" y="168313"/>
                  </a:lnTo>
                  <a:lnTo>
                    <a:pt x="539889" y="154774"/>
                  </a:lnTo>
                  <a:lnTo>
                    <a:pt x="610743" y="154774"/>
                  </a:lnTo>
                  <a:lnTo>
                    <a:pt x="610743" y="143002"/>
                  </a:lnTo>
                  <a:lnTo>
                    <a:pt x="551662" y="143002"/>
                  </a:lnTo>
                  <a:lnTo>
                    <a:pt x="565188" y="129476"/>
                  </a:lnTo>
                  <a:lnTo>
                    <a:pt x="636041" y="129476"/>
                  </a:lnTo>
                  <a:lnTo>
                    <a:pt x="636041" y="117703"/>
                  </a:lnTo>
                  <a:lnTo>
                    <a:pt x="576961" y="117703"/>
                  </a:lnTo>
                  <a:lnTo>
                    <a:pt x="590486" y="104178"/>
                  </a:lnTo>
                  <a:lnTo>
                    <a:pt x="661339" y="104178"/>
                  </a:lnTo>
                  <a:lnTo>
                    <a:pt x="661339" y="92405"/>
                  </a:lnTo>
                  <a:lnTo>
                    <a:pt x="602259" y="92405"/>
                  </a:lnTo>
                  <a:lnTo>
                    <a:pt x="615797" y="78867"/>
                  </a:lnTo>
                  <a:lnTo>
                    <a:pt x="686650" y="78867"/>
                  </a:lnTo>
                  <a:lnTo>
                    <a:pt x="686650" y="67094"/>
                  </a:lnTo>
                  <a:lnTo>
                    <a:pt x="627570" y="67094"/>
                  </a:lnTo>
                  <a:lnTo>
                    <a:pt x="641096" y="53568"/>
                  </a:lnTo>
                  <a:lnTo>
                    <a:pt x="711949" y="53568"/>
                  </a:lnTo>
                  <a:lnTo>
                    <a:pt x="711949" y="41795"/>
                  </a:lnTo>
                  <a:lnTo>
                    <a:pt x="652868" y="41795"/>
                  </a:lnTo>
                  <a:lnTo>
                    <a:pt x="694664" y="0"/>
                  </a:lnTo>
                  <a:lnTo>
                    <a:pt x="684199" y="0"/>
                  </a:lnTo>
                  <a:lnTo>
                    <a:pt x="642404" y="41795"/>
                  </a:lnTo>
                  <a:lnTo>
                    <a:pt x="630631" y="41795"/>
                  </a:lnTo>
                  <a:lnTo>
                    <a:pt x="630631" y="53568"/>
                  </a:lnTo>
                  <a:lnTo>
                    <a:pt x="617105" y="67094"/>
                  </a:lnTo>
                  <a:lnTo>
                    <a:pt x="605332" y="67094"/>
                  </a:lnTo>
                  <a:lnTo>
                    <a:pt x="605332" y="78867"/>
                  </a:lnTo>
                  <a:lnTo>
                    <a:pt x="591794" y="92405"/>
                  </a:lnTo>
                  <a:lnTo>
                    <a:pt x="580021" y="92405"/>
                  </a:lnTo>
                  <a:lnTo>
                    <a:pt x="580021" y="104178"/>
                  </a:lnTo>
                  <a:lnTo>
                    <a:pt x="566496" y="117703"/>
                  </a:lnTo>
                  <a:lnTo>
                    <a:pt x="554723" y="117703"/>
                  </a:lnTo>
                  <a:lnTo>
                    <a:pt x="554723" y="129476"/>
                  </a:lnTo>
                  <a:lnTo>
                    <a:pt x="541197" y="143002"/>
                  </a:lnTo>
                  <a:lnTo>
                    <a:pt x="529424" y="143002"/>
                  </a:lnTo>
                  <a:lnTo>
                    <a:pt x="529424" y="154774"/>
                  </a:lnTo>
                  <a:lnTo>
                    <a:pt x="515886" y="168313"/>
                  </a:lnTo>
                  <a:lnTo>
                    <a:pt x="504113" y="168313"/>
                  </a:lnTo>
                  <a:lnTo>
                    <a:pt x="504113" y="180086"/>
                  </a:lnTo>
                  <a:lnTo>
                    <a:pt x="490588" y="193611"/>
                  </a:lnTo>
                  <a:lnTo>
                    <a:pt x="478828" y="193611"/>
                  </a:lnTo>
                  <a:lnTo>
                    <a:pt x="478828" y="205371"/>
                  </a:lnTo>
                  <a:lnTo>
                    <a:pt x="465289" y="218909"/>
                  </a:lnTo>
                  <a:lnTo>
                    <a:pt x="453529" y="218909"/>
                  </a:lnTo>
                  <a:lnTo>
                    <a:pt x="453529" y="230670"/>
                  </a:lnTo>
                  <a:lnTo>
                    <a:pt x="439991" y="244208"/>
                  </a:lnTo>
                  <a:lnTo>
                    <a:pt x="428231" y="244208"/>
                  </a:lnTo>
                  <a:lnTo>
                    <a:pt x="428231" y="255968"/>
                  </a:lnTo>
                  <a:lnTo>
                    <a:pt x="414693" y="269506"/>
                  </a:lnTo>
                  <a:lnTo>
                    <a:pt x="402920" y="269506"/>
                  </a:lnTo>
                  <a:lnTo>
                    <a:pt x="402920" y="281279"/>
                  </a:lnTo>
                  <a:lnTo>
                    <a:pt x="389394" y="294805"/>
                  </a:lnTo>
                  <a:lnTo>
                    <a:pt x="377621" y="294805"/>
                  </a:lnTo>
                  <a:lnTo>
                    <a:pt x="377621" y="306578"/>
                  </a:lnTo>
                  <a:lnTo>
                    <a:pt x="364096" y="320103"/>
                  </a:lnTo>
                  <a:lnTo>
                    <a:pt x="352323" y="320103"/>
                  </a:lnTo>
                  <a:lnTo>
                    <a:pt x="352323" y="331876"/>
                  </a:lnTo>
                  <a:lnTo>
                    <a:pt x="338785" y="345414"/>
                  </a:lnTo>
                  <a:lnTo>
                    <a:pt x="327012" y="345414"/>
                  </a:lnTo>
                  <a:lnTo>
                    <a:pt x="327012" y="357187"/>
                  </a:lnTo>
                  <a:lnTo>
                    <a:pt x="313486" y="370713"/>
                  </a:lnTo>
                  <a:lnTo>
                    <a:pt x="301713" y="370713"/>
                  </a:lnTo>
                  <a:lnTo>
                    <a:pt x="301713" y="382485"/>
                  </a:lnTo>
                  <a:lnTo>
                    <a:pt x="288188" y="396011"/>
                  </a:lnTo>
                  <a:lnTo>
                    <a:pt x="276415" y="396011"/>
                  </a:lnTo>
                  <a:lnTo>
                    <a:pt x="276415" y="407784"/>
                  </a:lnTo>
                  <a:lnTo>
                    <a:pt x="262890" y="421309"/>
                  </a:lnTo>
                  <a:lnTo>
                    <a:pt x="251117" y="421309"/>
                  </a:lnTo>
                  <a:lnTo>
                    <a:pt x="251117" y="433082"/>
                  </a:lnTo>
                  <a:lnTo>
                    <a:pt x="237578" y="446620"/>
                  </a:lnTo>
                  <a:lnTo>
                    <a:pt x="225818" y="446620"/>
                  </a:lnTo>
                  <a:lnTo>
                    <a:pt x="225818" y="458381"/>
                  </a:lnTo>
                  <a:lnTo>
                    <a:pt x="212280" y="471919"/>
                  </a:lnTo>
                  <a:lnTo>
                    <a:pt x="200520" y="471919"/>
                  </a:lnTo>
                  <a:lnTo>
                    <a:pt x="200520" y="483679"/>
                  </a:lnTo>
                  <a:lnTo>
                    <a:pt x="198716" y="485482"/>
                  </a:lnTo>
                  <a:lnTo>
                    <a:pt x="198716" y="497217"/>
                  </a:lnTo>
                  <a:lnTo>
                    <a:pt x="198716" y="508977"/>
                  </a:lnTo>
                  <a:lnTo>
                    <a:pt x="198716" y="522516"/>
                  </a:lnTo>
                  <a:lnTo>
                    <a:pt x="198716" y="534289"/>
                  </a:lnTo>
                  <a:lnTo>
                    <a:pt x="198716" y="547814"/>
                  </a:lnTo>
                  <a:lnTo>
                    <a:pt x="56362" y="547814"/>
                  </a:lnTo>
                  <a:lnTo>
                    <a:pt x="69888" y="534289"/>
                  </a:lnTo>
                  <a:lnTo>
                    <a:pt x="198716" y="534289"/>
                  </a:lnTo>
                  <a:lnTo>
                    <a:pt x="198716" y="522516"/>
                  </a:lnTo>
                  <a:lnTo>
                    <a:pt x="81661" y="522516"/>
                  </a:lnTo>
                  <a:lnTo>
                    <a:pt x="95199" y="508977"/>
                  </a:lnTo>
                  <a:lnTo>
                    <a:pt x="198716" y="508977"/>
                  </a:lnTo>
                  <a:lnTo>
                    <a:pt x="198716" y="497217"/>
                  </a:lnTo>
                  <a:lnTo>
                    <a:pt x="106959" y="497217"/>
                  </a:lnTo>
                  <a:lnTo>
                    <a:pt x="120497" y="483679"/>
                  </a:lnTo>
                  <a:lnTo>
                    <a:pt x="200520" y="483679"/>
                  </a:lnTo>
                  <a:lnTo>
                    <a:pt x="200520" y="471919"/>
                  </a:lnTo>
                  <a:lnTo>
                    <a:pt x="132257" y="471919"/>
                  </a:lnTo>
                  <a:lnTo>
                    <a:pt x="145796" y="458381"/>
                  </a:lnTo>
                  <a:lnTo>
                    <a:pt x="225818" y="458381"/>
                  </a:lnTo>
                  <a:lnTo>
                    <a:pt x="225818" y="446620"/>
                  </a:lnTo>
                  <a:lnTo>
                    <a:pt x="157556" y="446620"/>
                  </a:lnTo>
                  <a:lnTo>
                    <a:pt x="171094" y="433082"/>
                  </a:lnTo>
                  <a:lnTo>
                    <a:pt x="251117" y="433082"/>
                  </a:lnTo>
                  <a:lnTo>
                    <a:pt x="251117" y="421309"/>
                  </a:lnTo>
                  <a:lnTo>
                    <a:pt x="182867" y="421309"/>
                  </a:lnTo>
                  <a:lnTo>
                    <a:pt x="196392" y="407784"/>
                  </a:lnTo>
                  <a:lnTo>
                    <a:pt x="276415" y="407784"/>
                  </a:lnTo>
                  <a:lnTo>
                    <a:pt x="276415" y="396011"/>
                  </a:lnTo>
                  <a:lnTo>
                    <a:pt x="208165" y="396011"/>
                  </a:lnTo>
                  <a:lnTo>
                    <a:pt x="221691" y="382485"/>
                  </a:lnTo>
                  <a:lnTo>
                    <a:pt x="301713" y="382485"/>
                  </a:lnTo>
                  <a:lnTo>
                    <a:pt x="301713" y="370713"/>
                  </a:lnTo>
                  <a:lnTo>
                    <a:pt x="233464" y="370713"/>
                  </a:lnTo>
                  <a:lnTo>
                    <a:pt x="246989" y="357187"/>
                  </a:lnTo>
                  <a:lnTo>
                    <a:pt x="327012" y="357187"/>
                  </a:lnTo>
                  <a:lnTo>
                    <a:pt x="327012" y="345414"/>
                  </a:lnTo>
                  <a:lnTo>
                    <a:pt x="258762" y="345414"/>
                  </a:lnTo>
                  <a:lnTo>
                    <a:pt x="272300" y="331876"/>
                  </a:lnTo>
                  <a:lnTo>
                    <a:pt x="352323" y="331876"/>
                  </a:lnTo>
                  <a:lnTo>
                    <a:pt x="352323" y="320103"/>
                  </a:lnTo>
                  <a:lnTo>
                    <a:pt x="284073" y="320103"/>
                  </a:lnTo>
                  <a:lnTo>
                    <a:pt x="297599" y="306578"/>
                  </a:lnTo>
                  <a:lnTo>
                    <a:pt x="377621" y="306578"/>
                  </a:lnTo>
                  <a:lnTo>
                    <a:pt x="377621" y="294805"/>
                  </a:lnTo>
                  <a:lnTo>
                    <a:pt x="309372" y="294805"/>
                  </a:lnTo>
                  <a:lnTo>
                    <a:pt x="322897" y="281279"/>
                  </a:lnTo>
                  <a:lnTo>
                    <a:pt x="402920" y="281279"/>
                  </a:lnTo>
                  <a:lnTo>
                    <a:pt x="402920" y="269506"/>
                  </a:lnTo>
                  <a:lnTo>
                    <a:pt x="334670" y="269506"/>
                  </a:lnTo>
                  <a:lnTo>
                    <a:pt x="348208" y="255968"/>
                  </a:lnTo>
                  <a:lnTo>
                    <a:pt x="428231" y="255968"/>
                  </a:lnTo>
                  <a:lnTo>
                    <a:pt x="428231" y="244208"/>
                  </a:lnTo>
                  <a:lnTo>
                    <a:pt x="359968" y="244208"/>
                  </a:lnTo>
                  <a:lnTo>
                    <a:pt x="373507" y="230670"/>
                  </a:lnTo>
                  <a:lnTo>
                    <a:pt x="453529" y="230670"/>
                  </a:lnTo>
                  <a:lnTo>
                    <a:pt x="453529" y="218909"/>
                  </a:lnTo>
                  <a:lnTo>
                    <a:pt x="385267" y="218909"/>
                  </a:lnTo>
                  <a:lnTo>
                    <a:pt x="398805" y="205371"/>
                  </a:lnTo>
                  <a:lnTo>
                    <a:pt x="478828" y="205371"/>
                  </a:lnTo>
                  <a:lnTo>
                    <a:pt x="478828" y="193611"/>
                  </a:lnTo>
                  <a:lnTo>
                    <a:pt x="410565" y="193611"/>
                  </a:lnTo>
                  <a:lnTo>
                    <a:pt x="424091" y="180086"/>
                  </a:lnTo>
                  <a:lnTo>
                    <a:pt x="504113" y="180086"/>
                  </a:lnTo>
                  <a:lnTo>
                    <a:pt x="504113" y="168313"/>
                  </a:lnTo>
                  <a:lnTo>
                    <a:pt x="435864" y="168313"/>
                  </a:lnTo>
                  <a:lnTo>
                    <a:pt x="449402" y="154774"/>
                  </a:lnTo>
                  <a:lnTo>
                    <a:pt x="529424" y="154774"/>
                  </a:lnTo>
                  <a:lnTo>
                    <a:pt x="529424" y="143002"/>
                  </a:lnTo>
                  <a:lnTo>
                    <a:pt x="461175" y="143002"/>
                  </a:lnTo>
                  <a:lnTo>
                    <a:pt x="474700" y="129476"/>
                  </a:lnTo>
                  <a:lnTo>
                    <a:pt x="554723" y="129476"/>
                  </a:lnTo>
                  <a:lnTo>
                    <a:pt x="554723" y="117703"/>
                  </a:lnTo>
                  <a:lnTo>
                    <a:pt x="486473" y="117703"/>
                  </a:lnTo>
                  <a:lnTo>
                    <a:pt x="499999" y="104178"/>
                  </a:lnTo>
                  <a:lnTo>
                    <a:pt x="580021" y="104178"/>
                  </a:lnTo>
                  <a:lnTo>
                    <a:pt x="580021" y="92405"/>
                  </a:lnTo>
                  <a:lnTo>
                    <a:pt x="511771" y="92405"/>
                  </a:lnTo>
                  <a:lnTo>
                    <a:pt x="525310" y="78867"/>
                  </a:lnTo>
                  <a:lnTo>
                    <a:pt x="605332" y="78867"/>
                  </a:lnTo>
                  <a:lnTo>
                    <a:pt x="605332" y="67094"/>
                  </a:lnTo>
                  <a:lnTo>
                    <a:pt x="537083" y="67094"/>
                  </a:lnTo>
                  <a:lnTo>
                    <a:pt x="550608" y="53568"/>
                  </a:lnTo>
                  <a:lnTo>
                    <a:pt x="630631" y="53568"/>
                  </a:lnTo>
                  <a:lnTo>
                    <a:pt x="630631" y="41795"/>
                  </a:lnTo>
                  <a:lnTo>
                    <a:pt x="562381" y="41795"/>
                  </a:lnTo>
                  <a:lnTo>
                    <a:pt x="604177" y="0"/>
                  </a:lnTo>
                  <a:lnTo>
                    <a:pt x="574217" y="0"/>
                  </a:lnTo>
                  <a:lnTo>
                    <a:pt x="14820" y="559396"/>
                  </a:lnTo>
                  <a:lnTo>
                    <a:pt x="14820" y="488556"/>
                  </a:lnTo>
                  <a:lnTo>
                    <a:pt x="503364" y="0"/>
                  </a:lnTo>
                  <a:lnTo>
                    <a:pt x="492899" y="0"/>
                  </a:lnTo>
                  <a:lnTo>
                    <a:pt x="7416" y="485482"/>
                  </a:lnTo>
                  <a:lnTo>
                    <a:pt x="7416" y="566801"/>
                  </a:lnTo>
                  <a:lnTo>
                    <a:pt x="0" y="574217"/>
                  </a:lnTo>
                  <a:lnTo>
                    <a:pt x="7416" y="574217"/>
                  </a:lnTo>
                  <a:lnTo>
                    <a:pt x="14820" y="574217"/>
                  </a:lnTo>
                  <a:lnTo>
                    <a:pt x="29959" y="574217"/>
                  </a:lnTo>
                  <a:lnTo>
                    <a:pt x="44589" y="559587"/>
                  </a:lnTo>
                  <a:lnTo>
                    <a:pt x="198716" y="559587"/>
                  </a:lnTo>
                  <a:lnTo>
                    <a:pt x="198716" y="566801"/>
                  </a:lnTo>
                  <a:lnTo>
                    <a:pt x="191300" y="574217"/>
                  </a:lnTo>
                  <a:lnTo>
                    <a:pt x="198716" y="574217"/>
                  </a:lnTo>
                  <a:lnTo>
                    <a:pt x="206121" y="574217"/>
                  </a:lnTo>
                  <a:lnTo>
                    <a:pt x="221259" y="574217"/>
                  </a:lnTo>
                  <a:lnTo>
                    <a:pt x="795477" y="0"/>
                  </a:lnTo>
                  <a:close/>
                </a:path>
                <a:path w="1259205" h="1198879">
                  <a:moveTo>
                    <a:pt x="1258989" y="1198778"/>
                  </a:moveTo>
                  <a:lnTo>
                    <a:pt x="1251585" y="1191374"/>
                  </a:lnTo>
                  <a:lnTo>
                    <a:pt x="1251585" y="1110056"/>
                  </a:lnTo>
                  <a:lnTo>
                    <a:pt x="1244180" y="1102652"/>
                  </a:lnTo>
                  <a:lnTo>
                    <a:pt x="1244180" y="1113116"/>
                  </a:lnTo>
                  <a:lnTo>
                    <a:pt x="1244180" y="1183970"/>
                  </a:lnTo>
                  <a:lnTo>
                    <a:pt x="1152029" y="1091819"/>
                  </a:lnTo>
                  <a:lnTo>
                    <a:pt x="1152029" y="1121778"/>
                  </a:lnTo>
                  <a:lnTo>
                    <a:pt x="1060284" y="1121778"/>
                  </a:lnTo>
                  <a:lnTo>
                    <a:pt x="1060284" y="1110056"/>
                  </a:lnTo>
                  <a:lnTo>
                    <a:pt x="1058481" y="1108252"/>
                  </a:lnTo>
                  <a:lnTo>
                    <a:pt x="1138504" y="1108252"/>
                  </a:lnTo>
                  <a:lnTo>
                    <a:pt x="1152029" y="1121778"/>
                  </a:lnTo>
                  <a:lnTo>
                    <a:pt x="1152029" y="1091819"/>
                  </a:lnTo>
                  <a:lnTo>
                    <a:pt x="1126731" y="1066520"/>
                  </a:lnTo>
                  <a:lnTo>
                    <a:pt x="1126731" y="1096479"/>
                  </a:lnTo>
                  <a:lnTo>
                    <a:pt x="1052880" y="1096479"/>
                  </a:lnTo>
                  <a:lnTo>
                    <a:pt x="1052880" y="1113116"/>
                  </a:lnTo>
                  <a:lnTo>
                    <a:pt x="1052880" y="1121778"/>
                  </a:lnTo>
                  <a:lnTo>
                    <a:pt x="1052880" y="1127899"/>
                  </a:lnTo>
                  <a:lnTo>
                    <a:pt x="1052880" y="1183970"/>
                  </a:lnTo>
                  <a:lnTo>
                    <a:pt x="996810" y="1127899"/>
                  </a:lnTo>
                  <a:lnTo>
                    <a:pt x="1052880" y="1127899"/>
                  </a:lnTo>
                  <a:lnTo>
                    <a:pt x="1052880" y="1121778"/>
                  </a:lnTo>
                  <a:lnTo>
                    <a:pt x="990688" y="1121778"/>
                  </a:lnTo>
                  <a:lnTo>
                    <a:pt x="977163" y="1108252"/>
                  </a:lnTo>
                  <a:lnTo>
                    <a:pt x="1048016" y="1108252"/>
                  </a:lnTo>
                  <a:lnTo>
                    <a:pt x="1052880" y="1113116"/>
                  </a:lnTo>
                  <a:lnTo>
                    <a:pt x="1052880" y="1096479"/>
                  </a:lnTo>
                  <a:lnTo>
                    <a:pt x="1046708" y="1096479"/>
                  </a:lnTo>
                  <a:lnTo>
                    <a:pt x="1036243" y="1086015"/>
                  </a:lnTo>
                  <a:lnTo>
                    <a:pt x="1036243" y="1096479"/>
                  </a:lnTo>
                  <a:lnTo>
                    <a:pt x="965390" y="1096479"/>
                  </a:lnTo>
                  <a:lnTo>
                    <a:pt x="951865" y="1082954"/>
                  </a:lnTo>
                  <a:lnTo>
                    <a:pt x="1022718" y="1082954"/>
                  </a:lnTo>
                  <a:lnTo>
                    <a:pt x="1036243" y="1096479"/>
                  </a:lnTo>
                  <a:lnTo>
                    <a:pt x="1036243" y="1086015"/>
                  </a:lnTo>
                  <a:lnTo>
                    <a:pt x="1033183" y="1082954"/>
                  </a:lnTo>
                  <a:lnTo>
                    <a:pt x="1113205" y="1082954"/>
                  </a:lnTo>
                  <a:lnTo>
                    <a:pt x="1126731" y="1096479"/>
                  </a:lnTo>
                  <a:lnTo>
                    <a:pt x="1126731" y="1066520"/>
                  </a:lnTo>
                  <a:lnTo>
                    <a:pt x="1101432" y="1041222"/>
                  </a:lnTo>
                  <a:lnTo>
                    <a:pt x="1101432" y="1071181"/>
                  </a:lnTo>
                  <a:lnTo>
                    <a:pt x="1021410" y="1071181"/>
                  </a:lnTo>
                  <a:lnTo>
                    <a:pt x="1010945" y="1060716"/>
                  </a:lnTo>
                  <a:lnTo>
                    <a:pt x="1010945" y="1071181"/>
                  </a:lnTo>
                  <a:lnTo>
                    <a:pt x="940092" y="1071181"/>
                  </a:lnTo>
                  <a:lnTo>
                    <a:pt x="926566" y="1057656"/>
                  </a:lnTo>
                  <a:lnTo>
                    <a:pt x="997419" y="1057656"/>
                  </a:lnTo>
                  <a:lnTo>
                    <a:pt x="1010945" y="1071181"/>
                  </a:lnTo>
                  <a:lnTo>
                    <a:pt x="1010945" y="1060716"/>
                  </a:lnTo>
                  <a:lnTo>
                    <a:pt x="1007884" y="1057656"/>
                  </a:lnTo>
                  <a:lnTo>
                    <a:pt x="1087907" y="1057656"/>
                  </a:lnTo>
                  <a:lnTo>
                    <a:pt x="1101432" y="1071181"/>
                  </a:lnTo>
                  <a:lnTo>
                    <a:pt x="1101432" y="1041222"/>
                  </a:lnTo>
                  <a:lnTo>
                    <a:pt x="1076134" y="1015923"/>
                  </a:lnTo>
                  <a:lnTo>
                    <a:pt x="1076134" y="1045883"/>
                  </a:lnTo>
                  <a:lnTo>
                    <a:pt x="996111" y="1045883"/>
                  </a:lnTo>
                  <a:lnTo>
                    <a:pt x="985647" y="1035418"/>
                  </a:lnTo>
                  <a:lnTo>
                    <a:pt x="985647" y="1045883"/>
                  </a:lnTo>
                  <a:lnTo>
                    <a:pt x="914793" y="1045883"/>
                  </a:lnTo>
                  <a:lnTo>
                    <a:pt x="901255" y="1032344"/>
                  </a:lnTo>
                  <a:lnTo>
                    <a:pt x="972108" y="1032344"/>
                  </a:lnTo>
                  <a:lnTo>
                    <a:pt x="985647" y="1045883"/>
                  </a:lnTo>
                  <a:lnTo>
                    <a:pt x="985647" y="1035418"/>
                  </a:lnTo>
                  <a:lnTo>
                    <a:pt x="982573" y="1032344"/>
                  </a:lnTo>
                  <a:lnTo>
                    <a:pt x="1062596" y="1032344"/>
                  </a:lnTo>
                  <a:lnTo>
                    <a:pt x="1076134" y="1045883"/>
                  </a:lnTo>
                  <a:lnTo>
                    <a:pt x="1076134" y="1015923"/>
                  </a:lnTo>
                  <a:lnTo>
                    <a:pt x="1050823" y="990612"/>
                  </a:lnTo>
                  <a:lnTo>
                    <a:pt x="1050823" y="1020572"/>
                  </a:lnTo>
                  <a:lnTo>
                    <a:pt x="970800" y="1020572"/>
                  </a:lnTo>
                  <a:lnTo>
                    <a:pt x="960335" y="1010107"/>
                  </a:lnTo>
                  <a:lnTo>
                    <a:pt x="960335" y="1020572"/>
                  </a:lnTo>
                  <a:lnTo>
                    <a:pt x="889482" y="1020572"/>
                  </a:lnTo>
                  <a:lnTo>
                    <a:pt x="875957" y="1007046"/>
                  </a:lnTo>
                  <a:lnTo>
                    <a:pt x="946810" y="1007046"/>
                  </a:lnTo>
                  <a:lnTo>
                    <a:pt x="960335" y="1020572"/>
                  </a:lnTo>
                  <a:lnTo>
                    <a:pt x="960335" y="1010107"/>
                  </a:lnTo>
                  <a:lnTo>
                    <a:pt x="957275" y="1007046"/>
                  </a:lnTo>
                  <a:lnTo>
                    <a:pt x="1037297" y="1007046"/>
                  </a:lnTo>
                  <a:lnTo>
                    <a:pt x="1050823" y="1020572"/>
                  </a:lnTo>
                  <a:lnTo>
                    <a:pt x="1050823" y="990612"/>
                  </a:lnTo>
                  <a:lnTo>
                    <a:pt x="1025537" y="965327"/>
                  </a:lnTo>
                  <a:lnTo>
                    <a:pt x="1025537" y="995286"/>
                  </a:lnTo>
                  <a:lnTo>
                    <a:pt x="945515" y="995286"/>
                  </a:lnTo>
                  <a:lnTo>
                    <a:pt x="935050" y="984821"/>
                  </a:lnTo>
                  <a:lnTo>
                    <a:pt x="935050" y="995286"/>
                  </a:lnTo>
                  <a:lnTo>
                    <a:pt x="864196" y="995286"/>
                  </a:lnTo>
                  <a:lnTo>
                    <a:pt x="850658" y="981748"/>
                  </a:lnTo>
                  <a:lnTo>
                    <a:pt x="921512" y="981748"/>
                  </a:lnTo>
                  <a:lnTo>
                    <a:pt x="935050" y="995286"/>
                  </a:lnTo>
                  <a:lnTo>
                    <a:pt x="935050" y="984821"/>
                  </a:lnTo>
                  <a:lnTo>
                    <a:pt x="931976" y="981748"/>
                  </a:lnTo>
                  <a:lnTo>
                    <a:pt x="1011999" y="981748"/>
                  </a:lnTo>
                  <a:lnTo>
                    <a:pt x="1025537" y="995286"/>
                  </a:lnTo>
                  <a:lnTo>
                    <a:pt x="1025537" y="965327"/>
                  </a:lnTo>
                  <a:lnTo>
                    <a:pt x="1000239" y="940028"/>
                  </a:lnTo>
                  <a:lnTo>
                    <a:pt x="1000239" y="969987"/>
                  </a:lnTo>
                  <a:lnTo>
                    <a:pt x="920216" y="969987"/>
                  </a:lnTo>
                  <a:lnTo>
                    <a:pt x="909751" y="959523"/>
                  </a:lnTo>
                  <a:lnTo>
                    <a:pt x="909751" y="969987"/>
                  </a:lnTo>
                  <a:lnTo>
                    <a:pt x="838898" y="969987"/>
                  </a:lnTo>
                  <a:lnTo>
                    <a:pt x="825360" y="956449"/>
                  </a:lnTo>
                  <a:lnTo>
                    <a:pt x="896213" y="956449"/>
                  </a:lnTo>
                  <a:lnTo>
                    <a:pt x="909751" y="969987"/>
                  </a:lnTo>
                  <a:lnTo>
                    <a:pt x="909751" y="959523"/>
                  </a:lnTo>
                  <a:lnTo>
                    <a:pt x="906678" y="956449"/>
                  </a:lnTo>
                  <a:lnTo>
                    <a:pt x="986701" y="956449"/>
                  </a:lnTo>
                  <a:lnTo>
                    <a:pt x="1000239" y="969987"/>
                  </a:lnTo>
                  <a:lnTo>
                    <a:pt x="1000239" y="940028"/>
                  </a:lnTo>
                  <a:lnTo>
                    <a:pt x="974928" y="914717"/>
                  </a:lnTo>
                  <a:lnTo>
                    <a:pt x="974928" y="944676"/>
                  </a:lnTo>
                  <a:lnTo>
                    <a:pt x="894905" y="944676"/>
                  </a:lnTo>
                  <a:lnTo>
                    <a:pt x="884440" y="934212"/>
                  </a:lnTo>
                  <a:lnTo>
                    <a:pt x="884440" y="944676"/>
                  </a:lnTo>
                  <a:lnTo>
                    <a:pt x="813587" y="944676"/>
                  </a:lnTo>
                  <a:lnTo>
                    <a:pt x="800061" y="931151"/>
                  </a:lnTo>
                  <a:lnTo>
                    <a:pt x="870915" y="931151"/>
                  </a:lnTo>
                  <a:lnTo>
                    <a:pt x="884440" y="944676"/>
                  </a:lnTo>
                  <a:lnTo>
                    <a:pt x="884440" y="934212"/>
                  </a:lnTo>
                  <a:lnTo>
                    <a:pt x="881380" y="931151"/>
                  </a:lnTo>
                  <a:lnTo>
                    <a:pt x="961402" y="931151"/>
                  </a:lnTo>
                  <a:lnTo>
                    <a:pt x="974928" y="944676"/>
                  </a:lnTo>
                  <a:lnTo>
                    <a:pt x="974928" y="914717"/>
                  </a:lnTo>
                  <a:lnTo>
                    <a:pt x="949629" y="889419"/>
                  </a:lnTo>
                  <a:lnTo>
                    <a:pt x="949629" y="919378"/>
                  </a:lnTo>
                  <a:lnTo>
                    <a:pt x="869607" y="919378"/>
                  </a:lnTo>
                  <a:lnTo>
                    <a:pt x="859142" y="908913"/>
                  </a:lnTo>
                  <a:lnTo>
                    <a:pt x="859142" y="919378"/>
                  </a:lnTo>
                  <a:lnTo>
                    <a:pt x="788289" y="919378"/>
                  </a:lnTo>
                  <a:lnTo>
                    <a:pt x="774763" y="905852"/>
                  </a:lnTo>
                  <a:lnTo>
                    <a:pt x="845616" y="905852"/>
                  </a:lnTo>
                  <a:lnTo>
                    <a:pt x="859142" y="919378"/>
                  </a:lnTo>
                  <a:lnTo>
                    <a:pt x="859142" y="908913"/>
                  </a:lnTo>
                  <a:lnTo>
                    <a:pt x="856081" y="905852"/>
                  </a:lnTo>
                  <a:lnTo>
                    <a:pt x="936104" y="905852"/>
                  </a:lnTo>
                  <a:lnTo>
                    <a:pt x="949629" y="919378"/>
                  </a:lnTo>
                  <a:lnTo>
                    <a:pt x="949629" y="889419"/>
                  </a:lnTo>
                  <a:lnTo>
                    <a:pt x="924331" y="864120"/>
                  </a:lnTo>
                  <a:lnTo>
                    <a:pt x="924331" y="894080"/>
                  </a:lnTo>
                  <a:lnTo>
                    <a:pt x="844308" y="894080"/>
                  </a:lnTo>
                  <a:lnTo>
                    <a:pt x="833843" y="883615"/>
                  </a:lnTo>
                  <a:lnTo>
                    <a:pt x="833843" y="894080"/>
                  </a:lnTo>
                  <a:lnTo>
                    <a:pt x="762990" y="894080"/>
                  </a:lnTo>
                  <a:lnTo>
                    <a:pt x="749452" y="880541"/>
                  </a:lnTo>
                  <a:lnTo>
                    <a:pt x="820305" y="880541"/>
                  </a:lnTo>
                  <a:lnTo>
                    <a:pt x="833843" y="894080"/>
                  </a:lnTo>
                  <a:lnTo>
                    <a:pt x="833843" y="883615"/>
                  </a:lnTo>
                  <a:lnTo>
                    <a:pt x="830770" y="880541"/>
                  </a:lnTo>
                  <a:lnTo>
                    <a:pt x="910793" y="880541"/>
                  </a:lnTo>
                  <a:lnTo>
                    <a:pt x="924331" y="894080"/>
                  </a:lnTo>
                  <a:lnTo>
                    <a:pt x="924331" y="864120"/>
                  </a:lnTo>
                  <a:lnTo>
                    <a:pt x="899020" y="838809"/>
                  </a:lnTo>
                  <a:lnTo>
                    <a:pt x="899020" y="868768"/>
                  </a:lnTo>
                  <a:lnTo>
                    <a:pt x="818997" y="868768"/>
                  </a:lnTo>
                  <a:lnTo>
                    <a:pt x="808532" y="858304"/>
                  </a:lnTo>
                  <a:lnTo>
                    <a:pt x="808532" y="868768"/>
                  </a:lnTo>
                  <a:lnTo>
                    <a:pt x="737679" y="868768"/>
                  </a:lnTo>
                  <a:lnTo>
                    <a:pt x="724154" y="855243"/>
                  </a:lnTo>
                  <a:lnTo>
                    <a:pt x="795007" y="855243"/>
                  </a:lnTo>
                  <a:lnTo>
                    <a:pt x="808532" y="868768"/>
                  </a:lnTo>
                  <a:lnTo>
                    <a:pt x="808532" y="858304"/>
                  </a:lnTo>
                  <a:lnTo>
                    <a:pt x="805472" y="855243"/>
                  </a:lnTo>
                  <a:lnTo>
                    <a:pt x="885494" y="855243"/>
                  </a:lnTo>
                  <a:lnTo>
                    <a:pt x="899020" y="868768"/>
                  </a:lnTo>
                  <a:lnTo>
                    <a:pt x="899020" y="838809"/>
                  </a:lnTo>
                  <a:lnTo>
                    <a:pt x="873721" y="813511"/>
                  </a:lnTo>
                  <a:lnTo>
                    <a:pt x="873721" y="843470"/>
                  </a:lnTo>
                  <a:lnTo>
                    <a:pt x="793699" y="843470"/>
                  </a:lnTo>
                  <a:lnTo>
                    <a:pt x="783234" y="833005"/>
                  </a:lnTo>
                  <a:lnTo>
                    <a:pt x="783234" y="843470"/>
                  </a:lnTo>
                  <a:lnTo>
                    <a:pt x="712381" y="843470"/>
                  </a:lnTo>
                  <a:lnTo>
                    <a:pt x="698855" y="829945"/>
                  </a:lnTo>
                  <a:lnTo>
                    <a:pt x="769708" y="829945"/>
                  </a:lnTo>
                  <a:lnTo>
                    <a:pt x="783234" y="843470"/>
                  </a:lnTo>
                  <a:lnTo>
                    <a:pt x="783234" y="833005"/>
                  </a:lnTo>
                  <a:lnTo>
                    <a:pt x="780173" y="829945"/>
                  </a:lnTo>
                  <a:lnTo>
                    <a:pt x="860196" y="829945"/>
                  </a:lnTo>
                  <a:lnTo>
                    <a:pt x="873721" y="843470"/>
                  </a:lnTo>
                  <a:lnTo>
                    <a:pt x="873721" y="813511"/>
                  </a:lnTo>
                  <a:lnTo>
                    <a:pt x="848423" y="788212"/>
                  </a:lnTo>
                  <a:lnTo>
                    <a:pt x="848423" y="818172"/>
                  </a:lnTo>
                  <a:lnTo>
                    <a:pt x="768400" y="818172"/>
                  </a:lnTo>
                  <a:lnTo>
                    <a:pt x="757936" y="807707"/>
                  </a:lnTo>
                  <a:lnTo>
                    <a:pt x="757936" y="818172"/>
                  </a:lnTo>
                  <a:lnTo>
                    <a:pt x="687082" y="818172"/>
                  </a:lnTo>
                  <a:lnTo>
                    <a:pt x="673557" y="804646"/>
                  </a:lnTo>
                  <a:lnTo>
                    <a:pt x="744410" y="804646"/>
                  </a:lnTo>
                  <a:lnTo>
                    <a:pt x="757936" y="818172"/>
                  </a:lnTo>
                  <a:lnTo>
                    <a:pt x="757936" y="807707"/>
                  </a:lnTo>
                  <a:lnTo>
                    <a:pt x="754875" y="804646"/>
                  </a:lnTo>
                  <a:lnTo>
                    <a:pt x="834898" y="804646"/>
                  </a:lnTo>
                  <a:lnTo>
                    <a:pt x="848423" y="818172"/>
                  </a:lnTo>
                  <a:lnTo>
                    <a:pt x="848423" y="788212"/>
                  </a:lnTo>
                  <a:lnTo>
                    <a:pt x="823125" y="762914"/>
                  </a:lnTo>
                  <a:lnTo>
                    <a:pt x="823125" y="792873"/>
                  </a:lnTo>
                  <a:lnTo>
                    <a:pt x="743102" y="792873"/>
                  </a:lnTo>
                  <a:lnTo>
                    <a:pt x="732637" y="782408"/>
                  </a:lnTo>
                  <a:lnTo>
                    <a:pt x="732637" y="792873"/>
                  </a:lnTo>
                  <a:lnTo>
                    <a:pt x="661784" y="792873"/>
                  </a:lnTo>
                  <a:lnTo>
                    <a:pt x="648246" y="779335"/>
                  </a:lnTo>
                  <a:lnTo>
                    <a:pt x="719099" y="779335"/>
                  </a:lnTo>
                  <a:lnTo>
                    <a:pt x="732637" y="792873"/>
                  </a:lnTo>
                  <a:lnTo>
                    <a:pt x="732637" y="782408"/>
                  </a:lnTo>
                  <a:lnTo>
                    <a:pt x="729564" y="779335"/>
                  </a:lnTo>
                  <a:lnTo>
                    <a:pt x="809586" y="779335"/>
                  </a:lnTo>
                  <a:lnTo>
                    <a:pt x="823125" y="792873"/>
                  </a:lnTo>
                  <a:lnTo>
                    <a:pt x="823125" y="762914"/>
                  </a:lnTo>
                  <a:lnTo>
                    <a:pt x="797826" y="737616"/>
                  </a:lnTo>
                  <a:lnTo>
                    <a:pt x="797826" y="767575"/>
                  </a:lnTo>
                  <a:lnTo>
                    <a:pt x="717804" y="767575"/>
                  </a:lnTo>
                  <a:lnTo>
                    <a:pt x="707339" y="757110"/>
                  </a:lnTo>
                  <a:lnTo>
                    <a:pt x="707339" y="767575"/>
                  </a:lnTo>
                  <a:lnTo>
                    <a:pt x="636485" y="767575"/>
                  </a:lnTo>
                  <a:lnTo>
                    <a:pt x="622947" y="754037"/>
                  </a:lnTo>
                  <a:lnTo>
                    <a:pt x="693801" y="754037"/>
                  </a:lnTo>
                  <a:lnTo>
                    <a:pt x="707339" y="767575"/>
                  </a:lnTo>
                  <a:lnTo>
                    <a:pt x="707339" y="757110"/>
                  </a:lnTo>
                  <a:lnTo>
                    <a:pt x="704265" y="754037"/>
                  </a:lnTo>
                  <a:lnTo>
                    <a:pt x="784288" y="754037"/>
                  </a:lnTo>
                  <a:lnTo>
                    <a:pt x="797826" y="767575"/>
                  </a:lnTo>
                  <a:lnTo>
                    <a:pt x="797826" y="737616"/>
                  </a:lnTo>
                  <a:lnTo>
                    <a:pt x="772528" y="712317"/>
                  </a:lnTo>
                  <a:lnTo>
                    <a:pt x="772528" y="742276"/>
                  </a:lnTo>
                  <a:lnTo>
                    <a:pt x="692505" y="742276"/>
                  </a:lnTo>
                  <a:lnTo>
                    <a:pt x="682040" y="731812"/>
                  </a:lnTo>
                  <a:lnTo>
                    <a:pt x="682040" y="742276"/>
                  </a:lnTo>
                  <a:lnTo>
                    <a:pt x="611187" y="742276"/>
                  </a:lnTo>
                  <a:lnTo>
                    <a:pt x="597649" y="728738"/>
                  </a:lnTo>
                  <a:lnTo>
                    <a:pt x="668502" y="728738"/>
                  </a:lnTo>
                  <a:lnTo>
                    <a:pt x="682040" y="742276"/>
                  </a:lnTo>
                  <a:lnTo>
                    <a:pt x="682040" y="731812"/>
                  </a:lnTo>
                  <a:lnTo>
                    <a:pt x="678967" y="728738"/>
                  </a:lnTo>
                  <a:lnTo>
                    <a:pt x="758990" y="728738"/>
                  </a:lnTo>
                  <a:lnTo>
                    <a:pt x="772528" y="742276"/>
                  </a:lnTo>
                  <a:lnTo>
                    <a:pt x="772528" y="712317"/>
                  </a:lnTo>
                  <a:lnTo>
                    <a:pt x="747229" y="687019"/>
                  </a:lnTo>
                  <a:lnTo>
                    <a:pt x="747229" y="716978"/>
                  </a:lnTo>
                  <a:lnTo>
                    <a:pt x="667207" y="716978"/>
                  </a:lnTo>
                  <a:lnTo>
                    <a:pt x="656742" y="706513"/>
                  </a:lnTo>
                  <a:lnTo>
                    <a:pt x="656742" y="716978"/>
                  </a:lnTo>
                  <a:lnTo>
                    <a:pt x="585889" y="716978"/>
                  </a:lnTo>
                  <a:lnTo>
                    <a:pt x="572350" y="703440"/>
                  </a:lnTo>
                  <a:lnTo>
                    <a:pt x="643204" y="703440"/>
                  </a:lnTo>
                  <a:lnTo>
                    <a:pt x="656742" y="716978"/>
                  </a:lnTo>
                  <a:lnTo>
                    <a:pt x="656742" y="706513"/>
                  </a:lnTo>
                  <a:lnTo>
                    <a:pt x="653669" y="703440"/>
                  </a:lnTo>
                  <a:lnTo>
                    <a:pt x="733691" y="703440"/>
                  </a:lnTo>
                  <a:lnTo>
                    <a:pt x="747229" y="716978"/>
                  </a:lnTo>
                  <a:lnTo>
                    <a:pt x="747229" y="687019"/>
                  </a:lnTo>
                  <a:lnTo>
                    <a:pt x="721918" y="661708"/>
                  </a:lnTo>
                  <a:lnTo>
                    <a:pt x="721918" y="691667"/>
                  </a:lnTo>
                  <a:lnTo>
                    <a:pt x="641896" y="691667"/>
                  </a:lnTo>
                  <a:lnTo>
                    <a:pt x="631431" y="681202"/>
                  </a:lnTo>
                  <a:lnTo>
                    <a:pt x="631431" y="691667"/>
                  </a:lnTo>
                  <a:lnTo>
                    <a:pt x="560578" y="691667"/>
                  </a:lnTo>
                  <a:lnTo>
                    <a:pt x="547052" y="678141"/>
                  </a:lnTo>
                  <a:lnTo>
                    <a:pt x="617905" y="678141"/>
                  </a:lnTo>
                  <a:lnTo>
                    <a:pt x="631431" y="691667"/>
                  </a:lnTo>
                  <a:lnTo>
                    <a:pt x="631431" y="681202"/>
                  </a:lnTo>
                  <a:lnTo>
                    <a:pt x="628370" y="678141"/>
                  </a:lnTo>
                  <a:lnTo>
                    <a:pt x="708393" y="678141"/>
                  </a:lnTo>
                  <a:lnTo>
                    <a:pt x="721918" y="691667"/>
                  </a:lnTo>
                  <a:lnTo>
                    <a:pt x="721918" y="661708"/>
                  </a:lnTo>
                  <a:lnTo>
                    <a:pt x="696620" y="636409"/>
                  </a:lnTo>
                  <a:lnTo>
                    <a:pt x="696620" y="666369"/>
                  </a:lnTo>
                  <a:lnTo>
                    <a:pt x="616597" y="666369"/>
                  </a:lnTo>
                  <a:lnTo>
                    <a:pt x="606132" y="655904"/>
                  </a:lnTo>
                  <a:lnTo>
                    <a:pt x="606132" y="666369"/>
                  </a:lnTo>
                  <a:lnTo>
                    <a:pt x="535279" y="666369"/>
                  </a:lnTo>
                  <a:lnTo>
                    <a:pt x="521754" y="652843"/>
                  </a:lnTo>
                  <a:lnTo>
                    <a:pt x="592607" y="652843"/>
                  </a:lnTo>
                  <a:lnTo>
                    <a:pt x="606132" y="666369"/>
                  </a:lnTo>
                  <a:lnTo>
                    <a:pt x="606132" y="655904"/>
                  </a:lnTo>
                  <a:lnTo>
                    <a:pt x="603072" y="652843"/>
                  </a:lnTo>
                  <a:lnTo>
                    <a:pt x="683094" y="652843"/>
                  </a:lnTo>
                  <a:lnTo>
                    <a:pt x="696620" y="666369"/>
                  </a:lnTo>
                  <a:lnTo>
                    <a:pt x="696620" y="636409"/>
                  </a:lnTo>
                  <a:lnTo>
                    <a:pt x="671322" y="611111"/>
                  </a:lnTo>
                  <a:lnTo>
                    <a:pt x="671322" y="641070"/>
                  </a:lnTo>
                  <a:lnTo>
                    <a:pt x="591299" y="641070"/>
                  </a:lnTo>
                  <a:lnTo>
                    <a:pt x="580834" y="630605"/>
                  </a:lnTo>
                  <a:lnTo>
                    <a:pt x="580834" y="641070"/>
                  </a:lnTo>
                  <a:lnTo>
                    <a:pt x="509981" y="641070"/>
                  </a:lnTo>
                  <a:lnTo>
                    <a:pt x="496455" y="627545"/>
                  </a:lnTo>
                  <a:lnTo>
                    <a:pt x="567309" y="627545"/>
                  </a:lnTo>
                  <a:lnTo>
                    <a:pt x="580834" y="641070"/>
                  </a:lnTo>
                  <a:lnTo>
                    <a:pt x="580834" y="630605"/>
                  </a:lnTo>
                  <a:lnTo>
                    <a:pt x="577773" y="627545"/>
                  </a:lnTo>
                  <a:lnTo>
                    <a:pt x="657796" y="627545"/>
                  </a:lnTo>
                  <a:lnTo>
                    <a:pt x="671322" y="641070"/>
                  </a:lnTo>
                  <a:lnTo>
                    <a:pt x="671322" y="611111"/>
                  </a:lnTo>
                  <a:lnTo>
                    <a:pt x="646023" y="585812"/>
                  </a:lnTo>
                  <a:lnTo>
                    <a:pt x="646023" y="615772"/>
                  </a:lnTo>
                  <a:lnTo>
                    <a:pt x="566000" y="615772"/>
                  </a:lnTo>
                  <a:lnTo>
                    <a:pt x="555536" y="605307"/>
                  </a:lnTo>
                  <a:lnTo>
                    <a:pt x="555536" y="615772"/>
                  </a:lnTo>
                  <a:lnTo>
                    <a:pt x="484682" y="615772"/>
                  </a:lnTo>
                  <a:lnTo>
                    <a:pt x="471144" y="602234"/>
                  </a:lnTo>
                  <a:lnTo>
                    <a:pt x="541997" y="602234"/>
                  </a:lnTo>
                  <a:lnTo>
                    <a:pt x="555536" y="615772"/>
                  </a:lnTo>
                  <a:lnTo>
                    <a:pt x="555536" y="605307"/>
                  </a:lnTo>
                  <a:lnTo>
                    <a:pt x="552462" y="602234"/>
                  </a:lnTo>
                  <a:lnTo>
                    <a:pt x="632485" y="602234"/>
                  </a:lnTo>
                  <a:lnTo>
                    <a:pt x="646023" y="615772"/>
                  </a:lnTo>
                  <a:lnTo>
                    <a:pt x="646023" y="585812"/>
                  </a:lnTo>
                  <a:lnTo>
                    <a:pt x="634504" y="574294"/>
                  </a:lnTo>
                  <a:lnTo>
                    <a:pt x="626770" y="574294"/>
                  </a:lnTo>
                  <a:lnTo>
                    <a:pt x="626770" y="495706"/>
                  </a:lnTo>
                  <a:lnTo>
                    <a:pt x="1244180" y="1113116"/>
                  </a:lnTo>
                  <a:lnTo>
                    <a:pt x="1244180" y="1102652"/>
                  </a:lnTo>
                  <a:lnTo>
                    <a:pt x="619366" y="477837"/>
                  </a:lnTo>
                  <a:lnTo>
                    <a:pt x="619366" y="574294"/>
                  </a:lnTo>
                  <a:lnTo>
                    <a:pt x="604545" y="574294"/>
                  </a:lnTo>
                  <a:lnTo>
                    <a:pt x="620712" y="590461"/>
                  </a:lnTo>
                  <a:lnTo>
                    <a:pt x="540689" y="590461"/>
                  </a:lnTo>
                  <a:lnTo>
                    <a:pt x="530225" y="579996"/>
                  </a:lnTo>
                  <a:lnTo>
                    <a:pt x="530225" y="590461"/>
                  </a:lnTo>
                  <a:lnTo>
                    <a:pt x="459371" y="590461"/>
                  </a:lnTo>
                  <a:lnTo>
                    <a:pt x="443204" y="574294"/>
                  </a:lnTo>
                  <a:lnTo>
                    <a:pt x="435470" y="574294"/>
                  </a:lnTo>
                  <a:lnTo>
                    <a:pt x="435470" y="495706"/>
                  </a:lnTo>
                  <a:lnTo>
                    <a:pt x="530225" y="590461"/>
                  </a:lnTo>
                  <a:lnTo>
                    <a:pt x="530225" y="579996"/>
                  </a:lnTo>
                  <a:lnTo>
                    <a:pt x="428066" y="477837"/>
                  </a:lnTo>
                  <a:lnTo>
                    <a:pt x="428066" y="574294"/>
                  </a:lnTo>
                  <a:lnTo>
                    <a:pt x="413245" y="574294"/>
                  </a:lnTo>
                  <a:lnTo>
                    <a:pt x="1037742" y="1198778"/>
                  </a:lnTo>
                  <a:lnTo>
                    <a:pt x="1052880" y="1198778"/>
                  </a:lnTo>
                  <a:lnTo>
                    <a:pt x="1060284" y="1198778"/>
                  </a:lnTo>
                  <a:lnTo>
                    <a:pt x="1067701" y="1198778"/>
                  </a:lnTo>
                  <a:lnTo>
                    <a:pt x="1060284" y="1191374"/>
                  </a:lnTo>
                  <a:lnTo>
                    <a:pt x="1060284" y="1127899"/>
                  </a:lnTo>
                  <a:lnTo>
                    <a:pt x="1158151" y="1127899"/>
                  </a:lnTo>
                  <a:lnTo>
                    <a:pt x="1229029" y="1198778"/>
                  </a:lnTo>
                  <a:lnTo>
                    <a:pt x="1244180" y="1198778"/>
                  </a:lnTo>
                  <a:lnTo>
                    <a:pt x="1251585" y="1198778"/>
                  </a:lnTo>
                  <a:lnTo>
                    <a:pt x="1258989" y="1198778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 descr=""/>
            <p:cNvSpPr/>
            <p:nvPr/>
          </p:nvSpPr>
          <p:spPr>
            <a:xfrm>
              <a:off x="15718976" y="9060121"/>
              <a:ext cx="682625" cy="106680"/>
            </a:xfrm>
            <a:custGeom>
              <a:avLst/>
              <a:gdLst/>
              <a:ahLst/>
              <a:cxnLst/>
              <a:rect l="l" t="t" r="r" b="b"/>
              <a:pathLst>
                <a:path w="682625" h="106679">
                  <a:moveTo>
                    <a:pt x="682178" y="0"/>
                  </a:moveTo>
                  <a:lnTo>
                    <a:pt x="0" y="0"/>
                  </a:lnTo>
                  <a:lnTo>
                    <a:pt x="0" y="106195"/>
                  </a:lnTo>
                  <a:lnTo>
                    <a:pt x="682178" y="106195"/>
                  </a:lnTo>
                  <a:lnTo>
                    <a:pt x="682178" y="0"/>
                  </a:lnTo>
                  <a:close/>
                </a:path>
              </a:pathLst>
            </a:custGeom>
            <a:solidFill>
              <a:srgbClr val="8AC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 descr=""/>
            <p:cNvSpPr/>
            <p:nvPr/>
          </p:nvSpPr>
          <p:spPr>
            <a:xfrm>
              <a:off x="15718968" y="9060122"/>
              <a:ext cx="682625" cy="83185"/>
            </a:xfrm>
            <a:custGeom>
              <a:avLst/>
              <a:gdLst/>
              <a:ahLst/>
              <a:cxnLst/>
              <a:rect l="l" t="t" r="r" b="b"/>
              <a:pathLst>
                <a:path w="682625" h="83184">
                  <a:moveTo>
                    <a:pt x="682180" y="68580"/>
                  </a:moveTo>
                  <a:lnTo>
                    <a:pt x="0" y="68580"/>
                  </a:lnTo>
                  <a:lnTo>
                    <a:pt x="0" y="82689"/>
                  </a:lnTo>
                  <a:lnTo>
                    <a:pt x="682180" y="82689"/>
                  </a:lnTo>
                  <a:lnTo>
                    <a:pt x="682180" y="68580"/>
                  </a:lnTo>
                  <a:close/>
                </a:path>
                <a:path w="682625" h="83184">
                  <a:moveTo>
                    <a:pt x="682180" y="0"/>
                  </a:moveTo>
                  <a:lnTo>
                    <a:pt x="0" y="0"/>
                  </a:lnTo>
                  <a:lnTo>
                    <a:pt x="0" y="58254"/>
                  </a:lnTo>
                  <a:lnTo>
                    <a:pt x="682180" y="58254"/>
                  </a:lnTo>
                  <a:lnTo>
                    <a:pt x="682180" y="0"/>
                  </a:lnTo>
                  <a:close/>
                </a:path>
              </a:pathLst>
            </a:custGeom>
            <a:solidFill>
              <a:srgbClr val="F3EBF0">
                <a:alpha val="6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 descr=""/>
            <p:cNvSpPr/>
            <p:nvPr/>
          </p:nvSpPr>
          <p:spPr>
            <a:xfrm>
              <a:off x="15718976" y="9166317"/>
              <a:ext cx="682625" cy="82550"/>
            </a:xfrm>
            <a:custGeom>
              <a:avLst/>
              <a:gdLst/>
              <a:ahLst/>
              <a:cxnLst/>
              <a:rect l="l" t="t" r="r" b="b"/>
              <a:pathLst>
                <a:path w="682625" h="82550">
                  <a:moveTo>
                    <a:pt x="682178" y="0"/>
                  </a:moveTo>
                  <a:lnTo>
                    <a:pt x="0" y="0"/>
                  </a:lnTo>
                  <a:lnTo>
                    <a:pt x="0" y="82531"/>
                  </a:lnTo>
                  <a:lnTo>
                    <a:pt x="682178" y="82531"/>
                  </a:lnTo>
                  <a:lnTo>
                    <a:pt x="682178" y="0"/>
                  </a:lnTo>
                  <a:close/>
                </a:path>
              </a:pathLst>
            </a:custGeom>
            <a:solidFill>
              <a:srgbClr val="8EB5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 descr=""/>
            <p:cNvSpPr/>
            <p:nvPr/>
          </p:nvSpPr>
          <p:spPr>
            <a:xfrm>
              <a:off x="15718976" y="9211017"/>
              <a:ext cx="682625" cy="38100"/>
            </a:xfrm>
            <a:custGeom>
              <a:avLst/>
              <a:gdLst/>
              <a:ahLst/>
              <a:cxnLst/>
              <a:rect l="l" t="t" r="r" b="b"/>
              <a:pathLst>
                <a:path w="682625" h="38100">
                  <a:moveTo>
                    <a:pt x="682178" y="0"/>
                  </a:moveTo>
                  <a:lnTo>
                    <a:pt x="0" y="0"/>
                  </a:lnTo>
                  <a:lnTo>
                    <a:pt x="0" y="37831"/>
                  </a:lnTo>
                  <a:lnTo>
                    <a:pt x="682178" y="37831"/>
                  </a:lnTo>
                  <a:lnTo>
                    <a:pt x="682178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 descr=""/>
            <p:cNvSpPr/>
            <p:nvPr/>
          </p:nvSpPr>
          <p:spPr>
            <a:xfrm>
              <a:off x="15718968" y="9187808"/>
              <a:ext cx="682625" cy="23495"/>
            </a:xfrm>
            <a:custGeom>
              <a:avLst/>
              <a:gdLst/>
              <a:ahLst/>
              <a:cxnLst/>
              <a:rect l="l" t="t" r="r" b="b"/>
              <a:pathLst>
                <a:path w="682625" h="23495">
                  <a:moveTo>
                    <a:pt x="682180" y="0"/>
                  </a:moveTo>
                  <a:lnTo>
                    <a:pt x="0" y="0"/>
                  </a:lnTo>
                  <a:lnTo>
                    <a:pt x="0" y="5168"/>
                  </a:lnTo>
                  <a:lnTo>
                    <a:pt x="15049" y="5168"/>
                  </a:lnTo>
                  <a:lnTo>
                    <a:pt x="15049" y="23215"/>
                  </a:lnTo>
                  <a:lnTo>
                    <a:pt x="20205" y="23215"/>
                  </a:lnTo>
                  <a:lnTo>
                    <a:pt x="20205" y="5168"/>
                  </a:lnTo>
                  <a:lnTo>
                    <a:pt x="71780" y="5168"/>
                  </a:lnTo>
                  <a:lnTo>
                    <a:pt x="71780" y="23215"/>
                  </a:lnTo>
                  <a:lnTo>
                    <a:pt x="76949" y="23215"/>
                  </a:lnTo>
                  <a:lnTo>
                    <a:pt x="76949" y="5168"/>
                  </a:lnTo>
                  <a:lnTo>
                    <a:pt x="128524" y="5168"/>
                  </a:lnTo>
                  <a:lnTo>
                    <a:pt x="128524" y="23215"/>
                  </a:lnTo>
                  <a:lnTo>
                    <a:pt x="133680" y="23215"/>
                  </a:lnTo>
                  <a:lnTo>
                    <a:pt x="133680" y="5168"/>
                  </a:lnTo>
                  <a:lnTo>
                    <a:pt x="185267" y="5168"/>
                  </a:lnTo>
                  <a:lnTo>
                    <a:pt x="185267" y="23215"/>
                  </a:lnTo>
                  <a:lnTo>
                    <a:pt x="190423" y="23215"/>
                  </a:lnTo>
                  <a:lnTo>
                    <a:pt x="190423" y="5168"/>
                  </a:lnTo>
                  <a:lnTo>
                    <a:pt x="242011" y="5168"/>
                  </a:lnTo>
                  <a:lnTo>
                    <a:pt x="242011" y="23215"/>
                  </a:lnTo>
                  <a:lnTo>
                    <a:pt x="247167" y="23215"/>
                  </a:lnTo>
                  <a:lnTo>
                    <a:pt x="247167" y="5168"/>
                  </a:lnTo>
                  <a:lnTo>
                    <a:pt x="298742" y="5168"/>
                  </a:lnTo>
                  <a:lnTo>
                    <a:pt x="298742" y="23215"/>
                  </a:lnTo>
                  <a:lnTo>
                    <a:pt x="303911" y="23215"/>
                  </a:lnTo>
                  <a:lnTo>
                    <a:pt x="303911" y="5168"/>
                  </a:lnTo>
                  <a:lnTo>
                    <a:pt x="355485" y="5168"/>
                  </a:lnTo>
                  <a:lnTo>
                    <a:pt x="355485" y="23215"/>
                  </a:lnTo>
                  <a:lnTo>
                    <a:pt x="360654" y="23215"/>
                  </a:lnTo>
                  <a:lnTo>
                    <a:pt x="360654" y="5168"/>
                  </a:lnTo>
                  <a:lnTo>
                    <a:pt x="412229" y="5168"/>
                  </a:lnTo>
                  <a:lnTo>
                    <a:pt x="412229" y="23215"/>
                  </a:lnTo>
                  <a:lnTo>
                    <a:pt x="417398" y="23215"/>
                  </a:lnTo>
                  <a:lnTo>
                    <a:pt x="417398" y="5168"/>
                  </a:lnTo>
                  <a:lnTo>
                    <a:pt x="468972" y="5168"/>
                  </a:lnTo>
                  <a:lnTo>
                    <a:pt x="468972" y="23215"/>
                  </a:lnTo>
                  <a:lnTo>
                    <a:pt x="474129" y="23215"/>
                  </a:lnTo>
                  <a:lnTo>
                    <a:pt x="474129" y="5168"/>
                  </a:lnTo>
                  <a:lnTo>
                    <a:pt x="525716" y="5168"/>
                  </a:lnTo>
                  <a:lnTo>
                    <a:pt x="525716" y="23215"/>
                  </a:lnTo>
                  <a:lnTo>
                    <a:pt x="530872" y="23215"/>
                  </a:lnTo>
                  <a:lnTo>
                    <a:pt x="530872" y="5168"/>
                  </a:lnTo>
                  <a:lnTo>
                    <a:pt x="582460" y="5168"/>
                  </a:lnTo>
                  <a:lnTo>
                    <a:pt x="582460" y="23215"/>
                  </a:lnTo>
                  <a:lnTo>
                    <a:pt x="587616" y="23215"/>
                  </a:lnTo>
                  <a:lnTo>
                    <a:pt x="587616" y="5168"/>
                  </a:lnTo>
                  <a:lnTo>
                    <a:pt x="639203" y="5168"/>
                  </a:lnTo>
                  <a:lnTo>
                    <a:pt x="639203" y="23215"/>
                  </a:lnTo>
                  <a:lnTo>
                    <a:pt x="644359" y="23215"/>
                  </a:lnTo>
                  <a:lnTo>
                    <a:pt x="644359" y="5168"/>
                  </a:lnTo>
                  <a:lnTo>
                    <a:pt x="682180" y="5168"/>
                  </a:lnTo>
                  <a:lnTo>
                    <a:pt x="682180" y="0"/>
                  </a:lnTo>
                  <a:close/>
                </a:path>
              </a:pathLst>
            </a:custGeom>
            <a:solidFill>
              <a:srgbClr val="6C9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 descr=""/>
            <p:cNvSpPr/>
            <p:nvPr/>
          </p:nvSpPr>
          <p:spPr>
            <a:xfrm>
              <a:off x="15718968" y="9055830"/>
              <a:ext cx="682625" cy="111125"/>
            </a:xfrm>
            <a:custGeom>
              <a:avLst/>
              <a:gdLst/>
              <a:ahLst/>
              <a:cxnLst/>
              <a:rect l="l" t="t" r="r" b="b"/>
              <a:pathLst>
                <a:path w="682625" h="111125">
                  <a:moveTo>
                    <a:pt x="682180" y="0"/>
                  </a:moveTo>
                  <a:lnTo>
                    <a:pt x="0" y="0"/>
                  </a:lnTo>
                  <a:lnTo>
                    <a:pt x="0" y="8585"/>
                  </a:lnTo>
                  <a:lnTo>
                    <a:pt x="72644" y="8585"/>
                  </a:lnTo>
                  <a:lnTo>
                    <a:pt x="72644" y="110782"/>
                  </a:lnTo>
                  <a:lnTo>
                    <a:pt x="76085" y="110782"/>
                  </a:lnTo>
                  <a:lnTo>
                    <a:pt x="76085" y="8585"/>
                  </a:lnTo>
                  <a:lnTo>
                    <a:pt x="186118" y="8585"/>
                  </a:lnTo>
                  <a:lnTo>
                    <a:pt x="186118" y="110782"/>
                  </a:lnTo>
                  <a:lnTo>
                    <a:pt x="189560" y="110782"/>
                  </a:lnTo>
                  <a:lnTo>
                    <a:pt x="189560" y="8585"/>
                  </a:lnTo>
                  <a:lnTo>
                    <a:pt x="299605" y="8585"/>
                  </a:lnTo>
                  <a:lnTo>
                    <a:pt x="299605" y="110782"/>
                  </a:lnTo>
                  <a:lnTo>
                    <a:pt x="303047" y="110782"/>
                  </a:lnTo>
                  <a:lnTo>
                    <a:pt x="303047" y="8585"/>
                  </a:lnTo>
                  <a:lnTo>
                    <a:pt x="413092" y="8585"/>
                  </a:lnTo>
                  <a:lnTo>
                    <a:pt x="413092" y="110782"/>
                  </a:lnTo>
                  <a:lnTo>
                    <a:pt x="416521" y="110782"/>
                  </a:lnTo>
                  <a:lnTo>
                    <a:pt x="416521" y="8585"/>
                  </a:lnTo>
                  <a:lnTo>
                    <a:pt x="526567" y="8585"/>
                  </a:lnTo>
                  <a:lnTo>
                    <a:pt x="526567" y="110782"/>
                  </a:lnTo>
                  <a:lnTo>
                    <a:pt x="530009" y="110782"/>
                  </a:lnTo>
                  <a:lnTo>
                    <a:pt x="530009" y="8585"/>
                  </a:lnTo>
                  <a:lnTo>
                    <a:pt x="640054" y="8585"/>
                  </a:lnTo>
                  <a:lnTo>
                    <a:pt x="640054" y="110782"/>
                  </a:lnTo>
                  <a:lnTo>
                    <a:pt x="643496" y="110782"/>
                  </a:lnTo>
                  <a:lnTo>
                    <a:pt x="643496" y="8585"/>
                  </a:lnTo>
                  <a:lnTo>
                    <a:pt x="682180" y="8585"/>
                  </a:lnTo>
                  <a:lnTo>
                    <a:pt x="682180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 descr=""/>
            <p:cNvSpPr/>
            <p:nvPr/>
          </p:nvSpPr>
          <p:spPr>
            <a:xfrm>
              <a:off x="16401155" y="9060121"/>
              <a:ext cx="682625" cy="106680"/>
            </a:xfrm>
            <a:custGeom>
              <a:avLst/>
              <a:gdLst/>
              <a:ahLst/>
              <a:cxnLst/>
              <a:rect l="l" t="t" r="r" b="b"/>
              <a:pathLst>
                <a:path w="682625" h="106679">
                  <a:moveTo>
                    <a:pt x="682188" y="0"/>
                  </a:moveTo>
                  <a:lnTo>
                    <a:pt x="0" y="0"/>
                  </a:lnTo>
                  <a:lnTo>
                    <a:pt x="0" y="106195"/>
                  </a:lnTo>
                  <a:lnTo>
                    <a:pt x="682188" y="106195"/>
                  </a:lnTo>
                  <a:lnTo>
                    <a:pt x="682188" y="0"/>
                  </a:lnTo>
                  <a:close/>
                </a:path>
              </a:pathLst>
            </a:custGeom>
            <a:solidFill>
              <a:srgbClr val="8AC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 descr=""/>
            <p:cNvSpPr/>
            <p:nvPr/>
          </p:nvSpPr>
          <p:spPr>
            <a:xfrm>
              <a:off x="16401149" y="9060122"/>
              <a:ext cx="682625" cy="83185"/>
            </a:xfrm>
            <a:custGeom>
              <a:avLst/>
              <a:gdLst/>
              <a:ahLst/>
              <a:cxnLst/>
              <a:rect l="l" t="t" r="r" b="b"/>
              <a:pathLst>
                <a:path w="682625" h="83184">
                  <a:moveTo>
                    <a:pt x="682193" y="68580"/>
                  </a:moveTo>
                  <a:lnTo>
                    <a:pt x="0" y="68580"/>
                  </a:lnTo>
                  <a:lnTo>
                    <a:pt x="0" y="82689"/>
                  </a:lnTo>
                  <a:lnTo>
                    <a:pt x="682193" y="82689"/>
                  </a:lnTo>
                  <a:lnTo>
                    <a:pt x="682193" y="68580"/>
                  </a:lnTo>
                  <a:close/>
                </a:path>
                <a:path w="682625" h="83184">
                  <a:moveTo>
                    <a:pt x="682193" y="0"/>
                  </a:moveTo>
                  <a:lnTo>
                    <a:pt x="0" y="0"/>
                  </a:lnTo>
                  <a:lnTo>
                    <a:pt x="0" y="58254"/>
                  </a:lnTo>
                  <a:lnTo>
                    <a:pt x="682193" y="58254"/>
                  </a:lnTo>
                  <a:lnTo>
                    <a:pt x="682193" y="0"/>
                  </a:lnTo>
                  <a:close/>
                </a:path>
              </a:pathLst>
            </a:custGeom>
            <a:solidFill>
              <a:srgbClr val="F3EBF0">
                <a:alpha val="6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 descr=""/>
            <p:cNvSpPr/>
            <p:nvPr/>
          </p:nvSpPr>
          <p:spPr>
            <a:xfrm>
              <a:off x="16401155" y="9166317"/>
              <a:ext cx="682625" cy="82550"/>
            </a:xfrm>
            <a:custGeom>
              <a:avLst/>
              <a:gdLst/>
              <a:ahLst/>
              <a:cxnLst/>
              <a:rect l="l" t="t" r="r" b="b"/>
              <a:pathLst>
                <a:path w="682625" h="82550">
                  <a:moveTo>
                    <a:pt x="682188" y="0"/>
                  </a:moveTo>
                  <a:lnTo>
                    <a:pt x="0" y="0"/>
                  </a:lnTo>
                  <a:lnTo>
                    <a:pt x="0" y="82531"/>
                  </a:lnTo>
                  <a:lnTo>
                    <a:pt x="682188" y="82531"/>
                  </a:lnTo>
                  <a:lnTo>
                    <a:pt x="682188" y="0"/>
                  </a:lnTo>
                  <a:close/>
                </a:path>
              </a:pathLst>
            </a:custGeom>
            <a:solidFill>
              <a:srgbClr val="8EB5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 descr=""/>
            <p:cNvSpPr/>
            <p:nvPr/>
          </p:nvSpPr>
          <p:spPr>
            <a:xfrm>
              <a:off x="16401155" y="9211017"/>
              <a:ext cx="682625" cy="38100"/>
            </a:xfrm>
            <a:custGeom>
              <a:avLst/>
              <a:gdLst/>
              <a:ahLst/>
              <a:cxnLst/>
              <a:rect l="l" t="t" r="r" b="b"/>
              <a:pathLst>
                <a:path w="682625" h="38100">
                  <a:moveTo>
                    <a:pt x="682188" y="0"/>
                  </a:moveTo>
                  <a:lnTo>
                    <a:pt x="0" y="0"/>
                  </a:lnTo>
                  <a:lnTo>
                    <a:pt x="0" y="37831"/>
                  </a:lnTo>
                  <a:lnTo>
                    <a:pt x="682188" y="37831"/>
                  </a:lnTo>
                  <a:lnTo>
                    <a:pt x="682188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 descr=""/>
            <p:cNvSpPr/>
            <p:nvPr/>
          </p:nvSpPr>
          <p:spPr>
            <a:xfrm>
              <a:off x="16401149" y="9187808"/>
              <a:ext cx="682625" cy="23495"/>
            </a:xfrm>
            <a:custGeom>
              <a:avLst/>
              <a:gdLst/>
              <a:ahLst/>
              <a:cxnLst/>
              <a:rect l="l" t="t" r="r" b="b"/>
              <a:pathLst>
                <a:path w="682625" h="23495">
                  <a:moveTo>
                    <a:pt x="682193" y="0"/>
                  </a:moveTo>
                  <a:lnTo>
                    <a:pt x="0" y="0"/>
                  </a:lnTo>
                  <a:lnTo>
                    <a:pt x="0" y="5168"/>
                  </a:lnTo>
                  <a:lnTo>
                    <a:pt x="15049" y="5168"/>
                  </a:lnTo>
                  <a:lnTo>
                    <a:pt x="15049" y="23215"/>
                  </a:lnTo>
                  <a:lnTo>
                    <a:pt x="20205" y="23215"/>
                  </a:lnTo>
                  <a:lnTo>
                    <a:pt x="20205" y="5168"/>
                  </a:lnTo>
                  <a:lnTo>
                    <a:pt x="71793" y="5168"/>
                  </a:lnTo>
                  <a:lnTo>
                    <a:pt x="71793" y="23215"/>
                  </a:lnTo>
                  <a:lnTo>
                    <a:pt x="76949" y="23215"/>
                  </a:lnTo>
                  <a:lnTo>
                    <a:pt x="76949" y="5168"/>
                  </a:lnTo>
                  <a:lnTo>
                    <a:pt x="128536" y="5168"/>
                  </a:lnTo>
                  <a:lnTo>
                    <a:pt x="128536" y="23215"/>
                  </a:lnTo>
                  <a:lnTo>
                    <a:pt x="133692" y="23215"/>
                  </a:lnTo>
                  <a:lnTo>
                    <a:pt x="133692" y="5168"/>
                  </a:lnTo>
                  <a:lnTo>
                    <a:pt x="185267" y="5168"/>
                  </a:lnTo>
                  <a:lnTo>
                    <a:pt x="185267" y="23215"/>
                  </a:lnTo>
                  <a:lnTo>
                    <a:pt x="190436" y="23215"/>
                  </a:lnTo>
                  <a:lnTo>
                    <a:pt x="190436" y="5168"/>
                  </a:lnTo>
                  <a:lnTo>
                    <a:pt x="242011" y="5168"/>
                  </a:lnTo>
                  <a:lnTo>
                    <a:pt x="242011" y="23215"/>
                  </a:lnTo>
                  <a:lnTo>
                    <a:pt x="247180" y="23215"/>
                  </a:lnTo>
                  <a:lnTo>
                    <a:pt x="247180" y="5168"/>
                  </a:lnTo>
                  <a:lnTo>
                    <a:pt x="298754" y="5168"/>
                  </a:lnTo>
                  <a:lnTo>
                    <a:pt x="298754" y="23215"/>
                  </a:lnTo>
                  <a:lnTo>
                    <a:pt x="303923" y="23215"/>
                  </a:lnTo>
                  <a:lnTo>
                    <a:pt x="303923" y="5168"/>
                  </a:lnTo>
                  <a:lnTo>
                    <a:pt x="355485" y="5168"/>
                  </a:lnTo>
                  <a:lnTo>
                    <a:pt x="355485" y="23215"/>
                  </a:lnTo>
                  <a:lnTo>
                    <a:pt x="360654" y="23215"/>
                  </a:lnTo>
                  <a:lnTo>
                    <a:pt x="360654" y="5168"/>
                  </a:lnTo>
                  <a:lnTo>
                    <a:pt x="412242" y="5168"/>
                  </a:lnTo>
                  <a:lnTo>
                    <a:pt x="412242" y="23215"/>
                  </a:lnTo>
                  <a:lnTo>
                    <a:pt x="417398" y="23215"/>
                  </a:lnTo>
                  <a:lnTo>
                    <a:pt x="417398" y="5168"/>
                  </a:lnTo>
                  <a:lnTo>
                    <a:pt x="468972" y="5168"/>
                  </a:lnTo>
                  <a:lnTo>
                    <a:pt x="468972" y="23215"/>
                  </a:lnTo>
                  <a:lnTo>
                    <a:pt x="474129" y="23215"/>
                  </a:lnTo>
                  <a:lnTo>
                    <a:pt x="474129" y="5168"/>
                  </a:lnTo>
                  <a:lnTo>
                    <a:pt x="525716" y="5168"/>
                  </a:lnTo>
                  <a:lnTo>
                    <a:pt x="525716" y="23215"/>
                  </a:lnTo>
                  <a:lnTo>
                    <a:pt x="530872" y="23215"/>
                  </a:lnTo>
                  <a:lnTo>
                    <a:pt x="530872" y="5168"/>
                  </a:lnTo>
                  <a:lnTo>
                    <a:pt x="582460" y="5168"/>
                  </a:lnTo>
                  <a:lnTo>
                    <a:pt x="582460" y="23215"/>
                  </a:lnTo>
                  <a:lnTo>
                    <a:pt x="587616" y="23215"/>
                  </a:lnTo>
                  <a:lnTo>
                    <a:pt x="587616" y="5168"/>
                  </a:lnTo>
                  <a:lnTo>
                    <a:pt x="639191" y="5168"/>
                  </a:lnTo>
                  <a:lnTo>
                    <a:pt x="639191" y="23215"/>
                  </a:lnTo>
                  <a:lnTo>
                    <a:pt x="644359" y="23215"/>
                  </a:lnTo>
                  <a:lnTo>
                    <a:pt x="644359" y="5168"/>
                  </a:lnTo>
                  <a:lnTo>
                    <a:pt x="682193" y="5168"/>
                  </a:lnTo>
                  <a:lnTo>
                    <a:pt x="682193" y="0"/>
                  </a:lnTo>
                  <a:close/>
                </a:path>
              </a:pathLst>
            </a:custGeom>
            <a:solidFill>
              <a:srgbClr val="6C9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 descr=""/>
            <p:cNvSpPr/>
            <p:nvPr/>
          </p:nvSpPr>
          <p:spPr>
            <a:xfrm>
              <a:off x="16401149" y="9055830"/>
              <a:ext cx="682625" cy="111125"/>
            </a:xfrm>
            <a:custGeom>
              <a:avLst/>
              <a:gdLst/>
              <a:ahLst/>
              <a:cxnLst/>
              <a:rect l="l" t="t" r="r" b="b"/>
              <a:pathLst>
                <a:path w="682625" h="111125">
                  <a:moveTo>
                    <a:pt x="682193" y="0"/>
                  </a:moveTo>
                  <a:lnTo>
                    <a:pt x="0" y="0"/>
                  </a:lnTo>
                  <a:lnTo>
                    <a:pt x="0" y="8585"/>
                  </a:lnTo>
                  <a:lnTo>
                    <a:pt x="72644" y="8585"/>
                  </a:lnTo>
                  <a:lnTo>
                    <a:pt x="72644" y="110782"/>
                  </a:lnTo>
                  <a:lnTo>
                    <a:pt x="76085" y="110782"/>
                  </a:lnTo>
                  <a:lnTo>
                    <a:pt x="76085" y="8585"/>
                  </a:lnTo>
                  <a:lnTo>
                    <a:pt x="186131" y="8585"/>
                  </a:lnTo>
                  <a:lnTo>
                    <a:pt x="186131" y="110782"/>
                  </a:lnTo>
                  <a:lnTo>
                    <a:pt x="189560" y="110782"/>
                  </a:lnTo>
                  <a:lnTo>
                    <a:pt x="189560" y="8585"/>
                  </a:lnTo>
                  <a:lnTo>
                    <a:pt x="299618" y="8585"/>
                  </a:lnTo>
                  <a:lnTo>
                    <a:pt x="299618" y="110782"/>
                  </a:lnTo>
                  <a:lnTo>
                    <a:pt x="303047" y="110782"/>
                  </a:lnTo>
                  <a:lnTo>
                    <a:pt x="303047" y="8585"/>
                  </a:lnTo>
                  <a:lnTo>
                    <a:pt x="413092" y="8585"/>
                  </a:lnTo>
                  <a:lnTo>
                    <a:pt x="413092" y="110782"/>
                  </a:lnTo>
                  <a:lnTo>
                    <a:pt x="416534" y="110782"/>
                  </a:lnTo>
                  <a:lnTo>
                    <a:pt x="416534" y="8585"/>
                  </a:lnTo>
                  <a:lnTo>
                    <a:pt x="526567" y="8585"/>
                  </a:lnTo>
                  <a:lnTo>
                    <a:pt x="526567" y="110782"/>
                  </a:lnTo>
                  <a:lnTo>
                    <a:pt x="530009" y="110782"/>
                  </a:lnTo>
                  <a:lnTo>
                    <a:pt x="530009" y="8585"/>
                  </a:lnTo>
                  <a:lnTo>
                    <a:pt x="640054" y="8585"/>
                  </a:lnTo>
                  <a:lnTo>
                    <a:pt x="640054" y="110782"/>
                  </a:lnTo>
                  <a:lnTo>
                    <a:pt x="643483" y="110782"/>
                  </a:lnTo>
                  <a:lnTo>
                    <a:pt x="643483" y="8585"/>
                  </a:lnTo>
                  <a:lnTo>
                    <a:pt x="682193" y="8585"/>
                  </a:lnTo>
                  <a:lnTo>
                    <a:pt x="682193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 descr=""/>
            <p:cNvSpPr/>
            <p:nvPr/>
          </p:nvSpPr>
          <p:spPr>
            <a:xfrm>
              <a:off x="15718976" y="9693474"/>
              <a:ext cx="682625" cy="106680"/>
            </a:xfrm>
            <a:custGeom>
              <a:avLst/>
              <a:gdLst/>
              <a:ahLst/>
              <a:cxnLst/>
              <a:rect l="l" t="t" r="r" b="b"/>
              <a:pathLst>
                <a:path w="682625" h="106679">
                  <a:moveTo>
                    <a:pt x="682178" y="0"/>
                  </a:moveTo>
                  <a:lnTo>
                    <a:pt x="0" y="0"/>
                  </a:lnTo>
                  <a:lnTo>
                    <a:pt x="0" y="106195"/>
                  </a:lnTo>
                  <a:lnTo>
                    <a:pt x="682178" y="106195"/>
                  </a:lnTo>
                  <a:lnTo>
                    <a:pt x="682178" y="0"/>
                  </a:lnTo>
                  <a:close/>
                </a:path>
              </a:pathLst>
            </a:custGeom>
            <a:solidFill>
              <a:srgbClr val="8AC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 descr=""/>
            <p:cNvSpPr/>
            <p:nvPr/>
          </p:nvSpPr>
          <p:spPr>
            <a:xfrm>
              <a:off x="15718968" y="9693484"/>
              <a:ext cx="682625" cy="83185"/>
            </a:xfrm>
            <a:custGeom>
              <a:avLst/>
              <a:gdLst/>
              <a:ahLst/>
              <a:cxnLst/>
              <a:rect l="l" t="t" r="r" b="b"/>
              <a:pathLst>
                <a:path w="682625" h="83184">
                  <a:moveTo>
                    <a:pt x="682180" y="68567"/>
                  </a:moveTo>
                  <a:lnTo>
                    <a:pt x="0" y="68567"/>
                  </a:lnTo>
                  <a:lnTo>
                    <a:pt x="0" y="82677"/>
                  </a:lnTo>
                  <a:lnTo>
                    <a:pt x="682180" y="82677"/>
                  </a:lnTo>
                  <a:lnTo>
                    <a:pt x="682180" y="68567"/>
                  </a:lnTo>
                  <a:close/>
                </a:path>
                <a:path w="682625" h="83184">
                  <a:moveTo>
                    <a:pt x="682180" y="0"/>
                  </a:moveTo>
                  <a:lnTo>
                    <a:pt x="0" y="0"/>
                  </a:lnTo>
                  <a:lnTo>
                    <a:pt x="0" y="58254"/>
                  </a:lnTo>
                  <a:lnTo>
                    <a:pt x="682180" y="58254"/>
                  </a:lnTo>
                  <a:lnTo>
                    <a:pt x="682180" y="0"/>
                  </a:lnTo>
                  <a:close/>
                </a:path>
              </a:pathLst>
            </a:custGeom>
            <a:solidFill>
              <a:srgbClr val="F3EBF0">
                <a:alpha val="6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 descr=""/>
            <p:cNvSpPr/>
            <p:nvPr/>
          </p:nvSpPr>
          <p:spPr>
            <a:xfrm>
              <a:off x="15718976" y="9799670"/>
              <a:ext cx="682625" cy="82550"/>
            </a:xfrm>
            <a:custGeom>
              <a:avLst/>
              <a:gdLst/>
              <a:ahLst/>
              <a:cxnLst/>
              <a:rect l="l" t="t" r="r" b="b"/>
              <a:pathLst>
                <a:path w="682625" h="82550">
                  <a:moveTo>
                    <a:pt x="682178" y="0"/>
                  </a:moveTo>
                  <a:lnTo>
                    <a:pt x="0" y="0"/>
                  </a:lnTo>
                  <a:lnTo>
                    <a:pt x="0" y="82531"/>
                  </a:lnTo>
                  <a:lnTo>
                    <a:pt x="682178" y="82531"/>
                  </a:lnTo>
                  <a:lnTo>
                    <a:pt x="682178" y="0"/>
                  </a:lnTo>
                  <a:close/>
                </a:path>
              </a:pathLst>
            </a:custGeom>
            <a:solidFill>
              <a:srgbClr val="8EB5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 descr=""/>
            <p:cNvSpPr/>
            <p:nvPr/>
          </p:nvSpPr>
          <p:spPr>
            <a:xfrm>
              <a:off x="15718976" y="9844370"/>
              <a:ext cx="682625" cy="38100"/>
            </a:xfrm>
            <a:custGeom>
              <a:avLst/>
              <a:gdLst/>
              <a:ahLst/>
              <a:cxnLst/>
              <a:rect l="l" t="t" r="r" b="b"/>
              <a:pathLst>
                <a:path w="682625" h="38100">
                  <a:moveTo>
                    <a:pt x="682178" y="0"/>
                  </a:moveTo>
                  <a:lnTo>
                    <a:pt x="0" y="0"/>
                  </a:lnTo>
                  <a:lnTo>
                    <a:pt x="0" y="37831"/>
                  </a:lnTo>
                  <a:lnTo>
                    <a:pt x="682178" y="37831"/>
                  </a:lnTo>
                  <a:lnTo>
                    <a:pt x="682178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 descr=""/>
            <p:cNvSpPr/>
            <p:nvPr/>
          </p:nvSpPr>
          <p:spPr>
            <a:xfrm>
              <a:off x="15718968" y="9821157"/>
              <a:ext cx="682625" cy="23495"/>
            </a:xfrm>
            <a:custGeom>
              <a:avLst/>
              <a:gdLst/>
              <a:ahLst/>
              <a:cxnLst/>
              <a:rect l="l" t="t" r="r" b="b"/>
              <a:pathLst>
                <a:path w="682625" h="23495">
                  <a:moveTo>
                    <a:pt x="682180" y="0"/>
                  </a:moveTo>
                  <a:lnTo>
                    <a:pt x="0" y="0"/>
                  </a:lnTo>
                  <a:lnTo>
                    <a:pt x="0" y="5168"/>
                  </a:lnTo>
                  <a:lnTo>
                    <a:pt x="15049" y="5168"/>
                  </a:lnTo>
                  <a:lnTo>
                    <a:pt x="15049" y="23228"/>
                  </a:lnTo>
                  <a:lnTo>
                    <a:pt x="20205" y="23228"/>
                  </a:lnTo>
                  <a:lnTo>
                    <a:pt x="20205" y="5168"/>
                  </a:lnTo>
                  <a:lnTo>
                    <a:pt x="71780" y="5168"/>
                  </a:lnTo>
                  <a:lnTo>
                    <a:pt x="71780" y="23228"/>
                  </a:lnTo>
                  <a:lnTo>
                    <a:pt x="76949" y="23228"/>
                  </a:lnTo>
                  <a:lnTo>
                    <a:pt x="76949" y="5168"/>
                  </a:lnTo>
                  <a:lnTo>
                    <a:pt x="128524" y="5168"/>
                  </a:lnTo>
                  <a:lnTo>
                    <a:pt x="128524" y="23228"/>
                  </a:lnTo>
                  <a:lnTo>
                    <a:pt x="133680" y="23228"/>
                  </a:lnTo>
                  <a:lnTo>
                    <a:pt x="133680" y="5168"/>
                  </a:lnTo>
                  <a:lnTo>
                    <a:pt x="185267" y="5168"/>
                  </a:lnTo>
                  <a:lnTo>
                    <a:pt x="185267" y="23228"/>
                  </a:lnTo>
                  <a:lnTo>
                    <a:pt x="190423" y="23228"/>
                  </a:lnTo>
                  <a:lnTo>
                    <a:pt x="190423" y="5168"/>
                  </a:lnTo>
                  <a:lnTo>
                    <a:pt x="242011" y="5168"/>
                  </a:lnTo>
                  <a:lnTo>
                    <a:pt x="242011" y="23228"/>
                  </a:lnTo>
                  <a:lnTo>
                    <a:pt x="247167" y="23228"/>
                  </a:lnTo>
                  <a:lnTo>
                    <a:pt x="247167" y="5168"/>
                  </a:lnTo>
                  <a:lnTo>
                    <a:pt x="298742" y="5168"/>
                  </a:lnTo>
                  <a:lnTo>
                    <a:pt x="298742" y="23228"/>
                  </a:lnTo>
                  <a:lnTo>
                    <a:pt x="303911" y="23228"/>
                  </a:lnTo>
                  <a:lnTo>
                    <a:pt x="303911" y="5168"/>
                  </a:lnTo>
                  <a:lnTo>
                    <a:pt x="355485" y="5168"/>
                  </a:lnTo>
                  <a:lnTo>
                    <a:pt x="355485" y="23228"/>
                  </a:lnTo>
                  <a:lnTo>
                    <a:pt x="360654" y="23228"/>
                  </a:lnTo>
                  <a:lnTo>
                    <a:pt x="360654" y="5168"/>
                  </a:lnTo>
                  <a:lnTo>
                    <a:pt x="412229" y="5168"/>
                  </a:lnTo>
                  <a:lnTo>
                    <a:pt x="412229" y="23228"/>
                  </a:lnTo>
                  <a:lnTo>
                    <a:pt x="417398" y="23228"/>
                  </a:lnTo>
                  <a:lnTo>
                    <a:pt x="417398" y="5168"/>
                  </a:lnTo>
                  <a:lnTo>
                    <a:pt x="468972" y="5168"/>
                  </a:lnTo>
                  <a:lnTo>
                    <a:pt x="468972" y="23228"/>
                  </a:lnTo>
                  <a:lnTo>
                    <a:pt x="474129" y="23228"/>
                  </a:lnTo>
                  <a:lnTo>
                    <a:pt x="474129" y="5168"/>
                  </a:lnTo>
                  <a:lnTo>
                    <a:pt x="525716" y="5168"/>
                  </a:lnTo>
                  <a:lnTo>
                    <a:pt x="525716" y="23228"/>
                  </a:lnTo>
                  <a:lnTo>
                    <a:pt x="530872" y="23228"/>
                  </a:lnTo>
                  <a:lnTo>
                    <a:pt x="530872" y="5168"/>
                  </a:lnTo>
                  <a:lnTo>
                    <a:pt x="582460" y="5168"/>
                  </a:lnTo>
                  <a:lnTo>
                    <a:pt x="582460" y="23228"/>
                  </a:lnTo>
                  <a:lnTo>
                    <a:pt x="587616" y="23228"/>
                  </a:lnTo>
                  <a:lnTo>
                    <a:pt x="587616" y="5168"/>
                  </a:lnTo>
                  <a:lnTo>
                    <a:pt x="639203" y="5168"/>
                  </a:lnTo>
                  <a:lnTo>
                    <a:pt x="639203" y="23228"/>
                  </a:lnTo>
                  <a:lnTo>
                    <a:pt x="644359" y="23228"/>
                  </a:lnTo>
                  <a:lnTo>
                    <a:pt x="644359" y="5168"/>
                  </a:lnTo>
                  <a:lnTo>
                    <a:pt x="682180" y="5168"/>
                  </a:lnTo>
                  <a:lnTo>
                    <a:pt x="682180" y="0"/>
                  </a:lnTo>
                  <a:close/>
                </a:path>
              </a:pathLst>
            </a:custGeom>
            <a:solidFill>
              <a:srgbClr val="6C9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 descr=""/>
            <p:cNvSpPr/>
            <p:nvPr/>
          </p:nvSpPr>
          <p:spPr>
            <a:xfrm>
              <a:off x="15718968" y="9689191"/>
              <a:ext cx="682625" cy="111125"/>
            </a:xfrm>
            <a:custGeom>
              <a:avLst/>
              <a:gdLst/>
              <a:ahLst/>
              <a:cxnLst/>
              <a:rect l="l" t="t" r="r" b="b"/>
              <a:pathLst>
                <a:path w="682625" h="111125">
                  <a:moveTo>
                    <a:pt x="682180" y="0"/>
                  </a:moveTo>
                  <a:lnTo>
                    <a:pt x="0" y="0"/>
                  </a:lnTo>
                  <a:lnTo>
                    <a:pt x="0" y="8597"/>
                  </a:lnTo>
                  <a:lnTo>
                    <a:pt x="72644" y="8597"/>
                  </a:lnTo>
                  <a:lnTo>
                    <a:pt x="72644" y="110769"/>
                  </a:lnTo>
                  <a:lnTo>
                    <a:pt x="76085" y="110769"/>
                  </a:lnTo>
                  <a:lnTo>
                    <a:pt x="76085" y="8597"/>
                  </a:lnTo>
                  <a:lnTo>
                    <a:pt x="186118" y="8597"/>
                  </a:lnTo>
                  <a:lnTo>
                    <a:pt x="186118" y="110769"/>
                  </a:lnTo>
                  <a:lnTo>
                    <a:pt x="189560" y="110769"/>
                  </a:lnTo>
                  <a:lnTo>
                    <a:pt x="189560" y="8597"/>
                  </a:lnTo>
                  <a:lnTo>
                    <a:pt x="299605" y="8597"/>
                  </a:lnTo>
                  <a:lnTo>
                    <a:pt x="299605" y="110769"/>
                  </a:lnTo>
                  <a:lnTo>
                    <a:pt x="303047" y="110769"/>
                  </a:lnTo>
                  <a:lnTo>
                    <a:pt x="303047" y="8597"/>
                  </a:lnTo>
                  <a:lnTo>
                    <a:pt x="413092" y="8597"/>
                  </a:lnTo>
                  <a:lnTo>
                    <a:pt x="413092" y="110769"/>
                  </a:lnTo>
                  <a:lnTo>
                    <a:pt x="416521" y="110769"/>
                  </a:lnTo>
                  <a:lnTo>
                    <a:pt x="416521" y="8597"/>
                  </a:lnTo>
                  <a:lnTo>
                    <a:pt x="526567" y="8597"/>
                  </a:lnTo>
                  <a:lnTo>
                    <a:pt x="526567" y="110769"/>
                  </a:lnTo>
                  <a:lnTo>
                    <a:pt x="530009" y="110769"/>
                  </a:lnTo>
                  <a:lnTo>
                    <a:pt x="530009" y="8597"/>
                  </a:lnTo>
                  <a:lnTo>
                    <a:pt x="640054" y="8597"/>
                  </a:lnTo>
                  <a:lnTo>
                    <a:pt x="640054" y="110769"/>
                  </a:lnTo>
                  <a:lnTo>
                    <a:pt x="643496" y="110769"/>
                  </a:lnTo>
                  <a:lnTo>
                    <a:pt x="643496" y="8597"/>
                  </a:lnTo>
                  <a:lnTo>
                    <a:pt x="682180" y="8597"/>
                  </a:lnTo>
                  <a:lnTo>
                    <a:pt x="682180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 descr=""/>
            <p:cNvSpPr/>
            <p:nvPr/>
          </p:nvSpPr>
          <p:spPr>
            <a:xfrm>
              <a:off x="16401155" y="9693474"/>
              <a:ext cx="682625" cy="106680"/>
            </a:xfrm>
            <a:custGeom>
              <a:avLst/>
              <a:gdLst/>
              <a:ahLst/>
              <a:cxnLst/>
              <a:rect l="l" t="t" r="r" b="b"/>
              <a:pathLst>
                <a:path w="682625" h="106679">
                  <a:moveTo>
                    <a:pt x="682188" y="0"/>
                  </a:moveTo>
                  <a:lnTo>
                    <a:pt x="0" y="0"/>
                  </a:lnTo>
                  <a:lnTo>
                    <a:pt x="0" y="106195"/>
                  </a:lnTo>
                  <a:lnTo>
                    <a:pt x="682188" y="106195"/>
                  </a:lnTo>
                  <a:lnTo>
                    <a:pt x="682188" y="0"/>
                  </a:lnTo>
                  <a:close/>
                </a:path>
              </a:pathLst>
            </a:custGeom>
            <a:solidFill>
              <a:srgbClr val="8AC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 descr=""/>
            <p:cNvSpPr/>
            <p:nvPr/>
          </p:nvSpPr>
          <p:spPr>
            <a:xfrm>
              <a:off x="16401149" y="9693484"/>
              <a:ext cx="682625" cy="83185"/>
            </a:xfrm>
            <a:custGeom>
              <a:avLst/>
              <a:gdLst/>
              <a:ahLst/>
              <a:cxnLst/>
              <a:rect l="l" t="t" r="r" b="b"/>
              <a:pathLst>
                <a:path w="682625" h="83184">
                  <a:moveTo>
                    <a:pt x="682193" y="68567"/>
                  </a:moveTo>
                  <a:lnTo>
                    <a:pt x="0" y="68567"/>
                  </a:lnTo>
                  <a:lnTo>
                    <a:pt x="0" y="82677"/>
                  </a:lnTo>
                  <a:lnTo>
                    <a:pt x="682193" y="82677"/>
                  </a:lnTo>
                  <a:lnTo>
                    <a:pt x="682193" y="68567"/>
                  </a:lnTo>
                  <a:close/>
                </a:path>
                <a:path w="682625" h="83184">
                  <a:moveTo>
                    <a:pt x="682193" y="0"/>
                  </a:moveTo>
                  <a:lnTo>
                    <a:pt x="0" y="0"/>
                  </a:lnTo>
                  <a:lnTo>
                    <a:pt x="0" y="58254"/>
                  </a:lnTo>
                  <a:lnTo>
                    <a:pt x="682193" y="58254"/>
                  </a:lnTo>
                  <a:lnTo>
                    <a:pt x="682193" y="0"/>
                  </a:lnTo>
                  <a:close/>
                </a:path>
              </a:pathLst>
            </a:custGeom>
            <a:solidFill>
              <a:srgbClr val="F3EBF0">
                <a:alpha val="6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 descr=""/>
            <p:cNvSpPr/>
            <p:nvPr/>
          </p:nvSpPr>
          <p:spPr>
            <a:xfrm>
              <a:off x="16401155" y="9799670"/>
              <a:ext cx="682625" cy="82550"/>
            </a:xfrm>
            <a:custGeom>
              <a:avLst/>
              <a:gdLst/>
              <a:ahLst/>
              <a:cxnLst/>
              <a:rect l="l" t="t" r="r" b="b"/>
              <a:pathLst>
                <a:path w="682625" h="82550">
                  <a:moveTo>
                    <a:pt x="682188" y="0"/>
                  </a:moveTo>
                  <a:lnTo>
                    <a:pt x="0" y="0"/>
                  </a:lnTo>
                  <a:lnTo>
                    <a:pt x="0" y="82531"/>
                  </a:lnTo>
                  <a:lnTo>
                    <a:pt x="682188" y="82531"/>
                  </a:lnTo>
                  <a:lnTo>
                    <a:pt x="682188" y="0"/>
                  </a:lnTo>
                  <a:close/>
                </a:path>
              </a:pathLst>
            </a:custGeom>
            <a:solidFill>
              <a:srgbClr val="8EB5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 descr=""/>
            <p:cNvSpPr/>
            <p:nvPr/>
          </p:nvSpPr>
          <p:spPr>
            <a:xfrm>
              <a:off x="16401155" y="9844370"/>
              <a:ext cx="682625" cy="38100"/>
            </a:xfrm>
            <a:custGeom>
              <a:avLst/>
              <a:gdLst/>
              <a:ahLst/>
              <a:cxnLst/>
              <a:rect l="l" t="t" r="r" b="b"/>
              <a:pathLst>
                <a:path w="682625" h="38100">
                  <a:moveTo>
                    <a:pt x="682188" y="0"/>
                  </a:moveTo>
                  <a:lnTo>
                    <a:pt x="0" y="0"/>
                  </a:lnTo>
                  <a:lnTo>
                    <a:pt x="0" y="37831"/>
                  </a:lnTo>
                  <a:lnTo>
                    <a:pt x="682188" y="37831"/>
                  </a:lnTo>
                  <a:lnTo>
                    <a:pt x="682188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 descr=""/>
            <p:cNvSpPr/>
            <p:nvPr/>
          </p:nvSpPr>
          <p:spPr>
            <a:xfrm>
              <a:off x="16401149" y="9821157"/>
              <a:ext cx="682625" cy="23495"/>
            </a:xfrm>
            <a:custGeom>
              <a:avLst/>
              <a:gdLst/>
              <a:ahLst/>
              <a:cxnLst/>
              <a:rect l="l" t="t" r="r" b="b"/>
              <a:pathLst>
                <a:path w="682625" h="23495">
                  <a:moveTo>
                    <a:pt x="682193" y="0"/>
                  </a:moveTo>
                  <a:lnTo>
                    <a:pt x="0" y="0"/>
                  </a:lnTo>
                  <a:lnTo>
                    <a:pt x="0" y="5168"/>
                  </a:lnTo>
                  <a:lnTo>
                    <a:pt x="15049" y="5168"/>
                  </a:lnTo>
                  <a:lnTo>
                    <a:pt x="15049" y="23228"/>
                  </a:lnTo>
                  <a:lnTo>
                    <a:pt x="20205" y="23228"/>
                  </a:lnTo>
                  <a:lnTo>
                    <a:pt x="20205" y="5168"/>
                  </a:lnTo>
                  <a:lnTo>
                    <a:pt x="71793" y="5168"/>
                  </a:lnTo>
                  <a:lnTo>
                    <a:pt x="71793" y="23228"/>
                  </a:lnTo>
                  <a:lnTo>
                    <a:pt x="76949" y="23228"/>
                  </a:lnTo>
                  <a:lnTo>
                    <a:pt x="76949" y="5168"/>
                  </a:lnTo>
                  <a:lnTo>
                    <a:pt x="128536" y="5168"/>
                  </a:lnTo>
                  <a:lnTo>
                    <a:pt x="128536" y="23228"/>
                  </a:lnTo>
                  <a:lnTo>
                    <a:pt x="133692" y="23228"/>
                  </a:lnTo>
                  <a:lnTo>
                    <a:pt x="133692" y="5168"/>
                  </a:lnTo>
                  <a:lnTo>
                    <a:pt x="185267" y="5168"/>
                  </a:lnTo>
                  <a:lnTo>
                    <a:pt x="185267" y="23228"/>
                  </a:lnTo>
                  <a:lnTo>
                    <a:pt x="190436" y="23228"/>
                  </a:lnTo>
                  <a:lnTo>
                    <a:pt x="190436" y="5168"/>
                  </a:lnTo>
                  <a:lnTo>
                    <a:pt x="242011" y="5168"/>
                  </a:lnTo>
                  <a:lnTo>
                    <a:pt x="242011" y="23228"/>
                  </a:lnTo>
                  <a:lnTo>
                    <a:pt x="247180" y="23228"/>
                  </a:lnTo>
                  <a:lnTo>
                    <a:pt x="247180" y="5168"/>
                  </a:lnTo>
                  <a:lnTo>
                    <a:pt x="298754" y="5168"/>
                  </a:lnTo>
                  <a:lnTo>
                    <a:pt x="298754" y="23228"/>
                  </a:lnTo>
                  <a:lnTo>
                    <a:pt x="303923" y="23228"/>
                  </a:lnTo>
                  <a:lnTo>
                    <a:pt x="303923" y="5168"/>
                  </a:lnTo>
                  <a:lnTo>
                    <a:pt x="355485" y="5168"/>
                  </a:lnTo>
                  <a:lnTo>
                    <a:pt x="355485" y="23228"/>
                  </a:lnTo>
                  <a:lnTo>
                    <a:pt x="360654" y="23228"/>
                  </a:lnTo>
                  <a:lnTo>
                    <a:pt x="360654" y="5168"/>
                  </a:lnTo>
                  <a:lnTo>
                    <a:pt x="412242" y="5168"/>
                  </a:lnTo>
                  <a:lnTo>
                    <a:pt x="412242" y="23228"/>
                  </a:lnTo>
                  <a:lnTo>
                    <a:pt x="417398" y="23228"/>
                  </a:lnTo>
                  <a:lnTo>
                    <a:pt x="417398" y="5168"/>
                  </a:lnTo>
                  <a:lnTo>
                    <a:pt x="468972" y="5168"/>
                  </a:lnTo>
                  <a:lnTo>
                    <a:pt x="468972" y="23228"/>
                  </a:lnTo>
                  <a:lnTo>
                    <a:pt x="474129" y="23228"/>
                  </a:lnTo>
                  <a:lnTo>
                    <a:pt x="474129" y="5168"/>
                  </a:lnTo>
                  <a:lnTo>
                    <a:pt x="525716" y="5168"/>
                  </a:lnTo>
                  <a:lnTo>
                    <a:pt x="525716" y="23228"/>
                  </a:lnTo>
                  <a:lnTo>
                    <a:pt x="530872" y="23228"/>
                  </a:lnTo>
                  <a:lnTo>
                    <a:pt x="530872" y="5168"/>
                  </a:lnTo>
                  <a:lnTo>
                    <a:pt x="582460" y="5168"/>
                  </a:lnTo>
                  <a:lnTo>
                    <a:pt x="582460" y="23228"/>
                  </a:lnTo>
                  <a:lnTo>
                    <a:pt x="587616" y="23228"/>
                  </a:lnTo>
                  <a:lnTo>
                    <a:pt x="587616" y="5168"/>
                  </a:lnTo>
                  <a:lnTo>
                    <a:pt x="639191" y="5168"/>
                  </a:lnTo>
                  <a:lnTo>
                    <a:pt x="639191" y="23228"/>
                  </a:lnTo>
                  <a:lnTo>
                    <a:pt x="644359" y="23228"/>
                  </a:lnTo>
                  <a:lnTo>
                    <a:pt x="644359" y="5168"/>
                  </a:lnTo>
                  <a:lnTo>
                    <a:pt x="682193" y="5168"/>
                  </a:lnTo>
                  <a:lnTo>
                    <a:pt x="682193" y="0"/>
                  </a:lnTo>
                  <a:close/>
                </a:path>
              </a:pathLst>
            </a:custGeom>
            <a:solidFill>
              <a:srgbClr val="6C9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 descr=""/>
            <p:cNvSpPr/>
            <p:nvPr/>
          </p:nvSpPr>
          <p:spPr>
            <a:xfrm>
              <a:off x="16401149" y="9689191"/>
              <a:ext cx="682625" cy="111125"/>
            </a:xfrm>
            <a:custGeom>
              <a:avLst/>
              <a:gdLst/>
              <a:ahLst/>
              <a:cxnLst/>
              <a:rect l="l" t="t" r="r" b="b"/>
              <a:pathLst>
                <a:path w="682625" h="111125">
                  <a:moveTo>
                    <a:pt x="682193" y="0"/>
                  </a:moveTo>
                  <a:lnTo>
                    <a:pt x="0" y="0"/>
                  </a:lnTo>
                  <a:lnTo>
                    <a:pt x="0" y="8597"/>
                  </a:lnTo>
                  <a:lnTo>
                    <a:pt x="72644" y="8597"/>
                  </a:lnTo>
                  <a:lnTo>
                    <a:pt x="72644" y="110769"/>
                  </a:lnTo>
                  <a:lnTo>
                    <a:pt x="76085" y="110769"/>
                  </a:lnTo>
                  <a:lnTo>
                    <a:pt x="76085" y="8597"/>
                  </a:lnTo>
                  <a:lnTo>
                    <a:pt x="186131" y="8597"/>
                  </a:lnTo>
                  <a:lnTo>
                    <a:pt x="186131" y="110769"/>
                  </a:lnTo>
                  <a:lnTo>
                    <a:pt x="189560" y="110769"/>
                  </a:lnTo>
                  <a:lnTo>
                    <a:pt x="189560" y="8597"/>
                  </a:lnTo>
                  <a:lnTo>
                    <a:pt x="299618" y="8597"/>
                  </a:lnTo>
                  <a:lnTo>
                    <a:pt x="299618" y="110769"/>
                  </a:lnTo>
                  <a:lnTo>
                    <a:pt x="303047" y="110769"/>
                  </a:lnTo>
                  <a:lnTo>
                    <a:pt x="303047" y="8597"/>
                  </a:lnTo>
                  <a:lnTo>
                    <a:pt x="413092" y="8597"/>
                  </a:lnTo>
                  <a:lnTo>
                    <a:pt x="413092" y="110769"/>
                  </a:lnTo>
                  <a:lnTo>
                    <a:pt x="416534" y="110769"/>
                  </a:lnTo>
                  <a:lnTo>
                    <a:pt x="416534" y="8597"/>
                  </a:lnTo>
                  <a:lnTo>
                    <a:pt x="526567" y="8597"/>
                  </a:lnTo>
                  <a:lnTo>
                    <a:pt x="526567" y="110769"/>
                  </a:lnTo>
                  <a:lnTo>
                    <a:pt x="530009" y="110769"/>
                  </a:lnTo>
                  <a:lnTo>
                    <a:pt x="530009" y="8597"/>
                  </a:lnTo>
                  <a:lnTo>
                    <a:pt x="640054" y="8597"/>
                  </a:lnTo>
                  <a:lnTo>
                    <a:pt x="640054" y="110769"/>
                  </a:lnTo>
                  <a:lnTo>
                    <a:pt x="643483" y="110769"/>
                  </a:lnTo>
                  <a:lnTo>
                    <a:pt x="643483" y="8597"/>
                  </a:lnTo>
                  <a:lnTo>
                    <a:pt x="682193" y="8597"/>
                  </a:lnTo>
                  <a:lnTo>
                    <a:pt x="682193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 descr=""/>
            <p:cNvSpPr/>
            <p:nvPr/>
          </p:nvSpPr>
          <p:spPr>
            <a:xfrm>
              <a:off x="15718968" y="8654471"/>
              <a:ext cx="1364615" cy="52069"/>
            </a:xfrm>
            <a:custGeom>
              <a:avLst/>
              <a:gdLst/>
              <a:ahLst/>
              <a:cxnLst/>
              <a:rect l="l" t="t" r="r" b="b"/>
              <a:pathLst>
                <a:path w="1364615" h="52070">
                  <a:moveTo>
                    <a:pt x="1364373" y="0"/>
                  </a:moveTo>
                  <a:lnTo>
                    <a:pt x="682180" y="0"/>
                  </a:lnTo>
                  <a:lnTo>
                    <a:pt x="0" y="0"/>
                  </a:lnTo>
                  <a:lnTo>
                    <a:pt x="0" y="13677"/>
                  </a:lnTo>
                  <a:lnTo>
                    <a:pt x="0" y="17310"/>
                  </a:lnTo>
                  <a:lnTo>
                    <a:pt x="0" y="51511"/>
                  </a:lnTo>
                  <a:lnTo>
                    <a:pt x="682180" y="51511"/>
                  </a:lnTo>
                  <a:lnTo>
                    <a:pt x="1364373" y="51511"/>
                  </a:lnTo>
                  <a:lnTo>
                    <a:pt x="1364373" y="17310"/>
                  </a:lnTo>
                  <a:lnTo>
                    <a:pt x="1364373" y="13677"/>
                  </a:lnTo>
                  <a:lnTo>
                    <a:pt x="1364373" y="0"/>
                  </a:lnTo>
                  <a:close/>
                </a:path>
              </a:pathLst>
            </a:custGeom>
            <a:solidFill>
              <a:srgbClr val="2438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7" name="object 477" descr=""/>
          <p:cNvSpPr/>
          <p:nvPr/>
        </p:nvSpPr>
        <p:spPr>
          <a:xfrm>
            <a:off x="17347649" y="10299655"/>
            <a:ext cx="17145" cy="137795"/>
          </a:xfrm>
          <a:custGeom>
            <a:avLst/>
            <a:gdLst/>
            <a:ahLst/>
            <a:cxnLst/>
            <a:rect l="l" t="t" r="r" b="b"/>
            <a:pathLst>
              <a:path w="17144" h="137795">
                <a:moveTo>
                  <a:pt x="0" y="137650"/>
                </a:moveTo>
                <a:lnTo>
                  <a:pt x="16910" y="137650"/>
                </a:lnTo>
                <a:lnTo>
                  <a:pt x="16910" y="0"/>
                </a:lnTo>
                <a:lnTo>
                  <a:pt x="0" y="0"/>
                </a:lnTo>
                <a:lnTo>
                  <a:pt x="0" y="137650"/>
                </a:lnTo>
                <a:close/>
              </a:path>
            </a:pathLst>
          </a:custGeom>
          <a:solidFill>
            <a:srgbClr val="2438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8" name="object 478" descr=""/>
          <p:cNvSpPr/>
          <p:nvPr/>
        </p:nvSpPr>
        <p:spPr>
          <a:xfrm>
            <a:off x="17347649" y="10179019"/>
            <a:ext cx="17145" cy="40005"/>
          </a:xfrm>
          <a:custGeom>
            <a:avLst/>
            <a:gdLst/>
            <a:ahLst/>
            <a:cxnLst/>
            <a:rect l="l" t="t" r="r" b="b"/>
            <a:pathLst>
              <a:path w="17144" h="40004">
                <a:moveTo>
                  <a:pt x="0" y="39998"/>
                </a:moveTo>
                <a:lnTo>
                  <a:pt x="16910" y="39998"/>
                </a:lnTo>
                <a:lnTo>
                  <a:pt x="16910" y="0"/>
                </a:lnTo>
                <a:lnTo>
                  <a:pt x="0" y="0"/>
                </a:lnTo>
                <a:lnTo>
                  <a:pt x="0" y="39998"/>
                </a:lnTo>
                <a:close/>
              </a:path>
            </a:pathLst>
          </a:custGeom>
          <a:solidFill>
            <a:srgbClr val="2438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9" name="object 479" descr=""/>
          <p:cNvSpPr/>
          <p:nvPr/>
        </p:nvSpPr>
        <p:spPr>
          <a:xfrm>
            <a:off x="17339577" y="10425871"/>
            <a:ext cx="33655" cy="11430"/>
          </a:xfrm>
          <a:custGeom>
            <a:avLst/>
            <a:gdLst/>
            <a:ahLst/>
            <a:cxnLst/>
            <a:rect l="l" t="t" r="r" b="b"/>
            <a:pathLst>
              <a:path w="33655" h="11429">
                <a:moveTo>
                  <a:pt x="33067" y="0"/>
                </a:moveTo>
                <a:lnTo>
                  <a:pt x="0" y="0"/>
                </a:lnTo>
                <a:lnTo>
                  <a:pt x="0" y="11423"/>
                </a:lnTo>
                <a:lnTo>
                  <a:pt x="33067" y="11423"/>
                </a:lnTo>
                <a:lnTo>
                  <a:pt x="33067" y="0"/>
                </a:lnTo>
                <a:close/>
              </a:path>
            </a:pathLst>
          </a:custGeom>
          <a:solidFill>
            <a:srgbClr val="44B8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0" name="object 480" descr=""/>
          <p:cNvSpPr/>
          <p:nvPr/>
        </p:nvSpPr>
        <p:spPr>
          <a:xfrm>
            <a:off x="17850420" y="10299655"/>
            <a:ext cx="17145" cy="137795"/>
          </a:xfrm>
          <a:custGeom>
            <a:avLst/>
            <a:gdLst/>
            <a:ahLst/>
            <a:cxnLst/>
            <a:rect l="l" t="t" r="r" b="b"/>
            <a:pathLst>
              <a:path w="17144" h="137795">
                <a:moveTo>
                  <a:pt x="0" y="137650"/>
                </a:moveTo>
                <a:lnTo>
                  <a:pt x="16910" y="137650"/>
                </a:lnTo>
                <a:lnTo>
                  <a:pt x="16910" y="0"/>
                </a:lnTo>
                <a:lnTo>
                  <a:pt x="0" y="0"/>
                </a:lnTo>
                <a:lnTo>
                  <a:pt x="0" y="137650"/>
                </a:lnTo>
                <a:close/>
              </a:path>
            </a:pathLst>
          </a:custGeom>
          <a:solidFill>
            <a:srgbClr val="2438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1" name="object 481" descr=""/>
          <p:cNvSpPr/>
          <p:nvPr/>
        </p:nvSpPr>
        <p:spPr>
          <a:xfrm>
            <a:off x="17850420" y="10179019"/>
            <a:ext cx="17145" cy="40005"/>
          </a:xfrm>
          <a:custGeom>
            <a:avLst/>
            <a:gdLst/>
            <a:ahLst/>
            <a:cxnLst/>
            <a:rect l="l" t="t" r="r" b="b"/>
            <a:pathLst>
              <a:path w="17144" h="40004">
                <a:moveTo>
                  <a:pt x="0" y="39998"/>
                </a:moveTo>
                <a:lnTo>
                  <a:pt x="16910" y="39998"/>
                </a:lnTo>
                <a:lnTo>
                  <a:pt x="16910" y="0"/>
                </a:lnTo>
                <a:lnTo>
                  <a:pt x="0" y="0"/>
                </a:lnTo>
                <a:lnTo>
                  <a:pt x="0" y="39998"/>
                </a:lnTo>
                <a:close/>
              </a:path>
            </a:pathLst>
          </a:custGeom>
          <a:solidFill>
            <a:srgbClr val="2438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2" name="object 482" descr=""/>
          <p:cNvSpPr/>
          <p:nvPr/>
        </p:nvSpPr>
        <p:spPr>
          <a:xfrm>
            <a:off x="17842335" y="10425871"/>
            <a:ext cx="33655" cy="11430"/>
          </a:xfrm>
          <a:custGeom>
            <a:avLst/>
            <a:gdLst/>
            <a:ahLst/>
            <a:cxnLst/>
            <a:rect l="l" t="t" r="r" b="b"/>
            <a:pathLst>
              <a:path w="33655" h="11429">
                <a:moveTo>
                  <a:pt x="33067" y="0"/>
                </a:moveTo>
                <a:lnTo>
                  <a:pt x="0" y="0"/>
                </a:lnTo>
                <a:lnTo>
                  <a:pt x="0" y="11423"/>
                </a:lnTo>
                <a:lnTo>
                  <a:pt x="33067" y="11423"/>
                </a:lnTo>
                <a:lnTo>
                  <a:pt x="33067" y="0"/>
                </a:lnTo>
                <a:close/>
              </a:path>
            </a:pathLst>
          </a:custGeom>
          <a:solidFill>
            <a:srgbClr val="44B8F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83" name="object 483" descr=""/>
          <p:cNvGrpSpPr/>
          <p:nvPr/>
        </p:nvGrpSpPr>
        <p:grpSpPr>
          <a:xfrm>
            <a:off x="17297038" y="10098383"/>
            <a:ext cx="621030" cy="201295"/>
            <a:chOff x="17297038" y="10098383"/>
            <a:chExt cx="621030" cy="201295"/>
          </a:xfrm>
        </p:grpSpPr>
        <p:sp>
          <p:nvSpPr>
            <p:cNvPr id="484" name="object 484" descr=""/>
            <p:cNvSpPr/>
            <p:nvPr/>
          </p:nvSpPr>
          <p:spPr>
            <a:xfrm>
              <a:off x="17297043" y="10219018"/>
              <a:ext cx="621030" cy="80645"/>
            </a:xfrm>
            <a:custGeom>
              <a:avLst/>
              <a:gdLst/>
              <a:ahLst/>
              <a:cxnLst/>
              <a:rect l="l" t="t" r="r" b="b"/>
              <a:pathLst>
                <a:path w="621030" h="80645">
                  <a:moveTo>
                    <a:pt x="620839" y="0"/>
                  </a:moveTo>
                  <a:lnTo>
                    <a:pt x="0" y="0"/>
                  </a:lnTo>
                  <a:lnTo>
                    <a:pt x="0" y="80636"/>
                  </a:lnTo>
                  <a:lnTo>
                    <a:pt x="620839" y="80636"/>
                  </a:lnTo>
                  <a:lnTo>
                    <a:pt x="6208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 descr=""/>
            <p:cNvSpPr/>
            <p:nvPr/>
          </p:nvSpPr>
          <p:spPr>
            <a:xfrm>
              <a:off x="17297032" y="10219023"/>
              <a:ext cx="621030" cy="80645"/>
            </a:xfrm>
            <a:custGeom>
              <a:avLst/>
              <a:gdLst/>
              <a:ahLst/>
              <a:cxnLst/>
              <a:rect l="l" t="t" r="r" b="b"/>
              <a:pathLst>
                <a:path w="621030" h="80645">
                  <a:moveTo>
                    <a:pt x="118135" y="0"/>
                  </a:moveTo>
                  <a:lnTo>
                    <a:pt x="62077" y="0"/>
                  </a:lnTo>
                  <a:lnTo>
                    <a:pt x="0" y="62052"/>
                  </a:lnTo>
                  <a:lnTo>
                    <a:pt x="0" y="80645"/>
                  </a:lnTo>
                  <a:lnTo>
                    <a:pt x="37503" y="80645"/>
                  </a:lnTo>
                  <a:lnTo>
                    <a:pt x="118135" y="0"/>
                  </a:lnTo>
                  <a:close/>
                </a:path>
                <a:path w="621030" h="80645">
                  <a:moveTo>
                    <a:pt x="223748" y="0"/>
                  </a:moveTo>
                  <a:lnTo>
                    <a:pt x="167703" y="0"/>
                  </a:lnTo>
                  <a:lnTo>
                    <a:pt x="87058" y="80645"/>
                  </a:lnTo>
                  <a:lnTo>
                    <a:pt x="143116" y="80645"/>
                  </a:lnTo>
                  <a:lnTo>
                    <a:pt x="223748" y="0"/>
                  </a:lnTo>
                  <a:close/>
                </a:path>
                <a:path w="621030" h="80645">
                  <a:moveTo>
                    <a:pt x="329387" y="0"/>
                  </a:moveTo>
                  <a:lnTo>
                    <a:pt x="273316" y="0"/>
                  </a:lnTo>
                  <a:lnTo>
                    <a:pt x="192684" y="80645"/>
                  </a:lnTo>
                  <a:lnTo>
                    <a:pt x="248754" y="80645"/>
                  </a:lnTo>
                  <a:lnTo>
                    <a:pt x="329387" y="0"/>
                  </a:lnTo>
                  <a:close/>
                </a:path>
                <a:path w="621030" h="80645">
                  <a:moveTo>
                    <a:pt x="435000" y="0"/>
                  </a:moveTo>
                  <a:lnTo>
                    <a:pt x="378955" y="0"/>
                  </a:lnTo>
                  <a:lnTo>
                    <a:pt x="298297" y="80645"/>
                  </a:lnTo>
                  <a:lnTo>
                    <a:pt x="354368" y="80645"/>
                  </a:lnTo>
                  <a:lnTo>
                    <a:pt x="435000" y="0"/>
                  </a:lnTo>
                  <a:close/>
                </a:path>
                <a:path w="621030" h="80645">
                  <a:moveTo>
                    <a:pt x="540639" y="0"/>
                  </a:moveTo>
                  <a:lnTo>
                    <a:pt x="484555" y="0"/>
                  </a:lnTo>
                  <a:lnTo>
                    <a:pt x="403936" y="80645"/>
                  </a:lnTo>
                  <a:lnTo>
                    <a:pt x="459981" y="80645"/>
                  </a:lnTo>
                  <a:lnTo>
                    <a:pt x="540639" y="0"/>
                  </a:lnTo>
                  <a:close/>
                </a:path>
                <a:path w="621030" h="80645">
                  <a:moveTo>
                    <a:pt x="620839" y="0"/>
                  </a:moveTo>
                  <a:lnTo>
                    <a:pt x="590169" y="0"/>
                  </a:lnTo>
                  <a:lnTo>
                    <a:pt x="509549" y="80645"/>
                  </a:lnTo>
                  <a:lnTo>
                    <a:pt x="565619" y="80645"/>
                  </a:lnTo>
                  <a:lnTo>
                    <a:pt x="620839" y="25412"/>
                  </a:lnTo>
                  <a:lnTo>
                    <a:pt x="620839" y="0"/>
                  </a:lnTo>
                  <a:close/>
                </a:path>
              </a:pathLst>
            </a:custGeom>
            <a:solidFill>
              <a:srgbClr val="44B8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 descr=""/>
            <p:cNvSpPr/>
            <p:nvPr/>
          </p:nvSpPr>
          <p:spPr>
            <a:xfrm>
              <a:off x="17297043" y="10098383"/>
              <a:ext cx="621030" cy="80645"/>
            </a:xfrm>
            <a:custGeom>
              <a:avLst/>
              <a:gdLst/>
              <a:ahLst/>
              <a:cxnLst/>
              <a:rect l="l" t="t" r="r" b="b"/>
              <a:pathLst>
                <a:path w="621030" h="80645">
                  <a:moveTo>
                    <a:pt x="620839" y="0"/>
                  </a:moveTo>
                  <a:lnTo>
                    <a:pt x="0" y="0"/>
                  </a:lnTo>
                  <a:lnTo>
                    <a:pt x="0" y="80636"/>
                  </a:lnTo>
                  <a:lnTo>
                    <a:pt x="620839" y="80636"/>
                  </a:lnTo>
                  <a:lnTo>
                    <a:pt x="6208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 descr=""/>
            <p:cNvSpPr/>
            <p:nvPr/>
          </p:nvSpPr>
          <p:spPr>
            <a:xfrm>
              <a:off x="17297032" y="10098398"/>
              <a:ext cx="621030" cy="80645"/>
            </a:xfrm>
            <a:custGeom>
              <a:avLst/>
              <a:gdLst/>
              <a:ahLst/>
              <a:cxnLst/>
              <a:rect l="l" t="t" r="r" b="b"/>
              <a:pathLst>
                <a:path w="621030" h="80645">
                  <a:moveTo>
                    <a:pt x="118135" y="0"/>
                  </a:moveTo>
                  <a:lnTo>
                    <a:pt x="62077" y="0"/>
                  </a:lnTo>
                  <a:lnTo>
                    <a:pt x="0" y="62052"/>
                  </a:lnTo>
                  <a:lnTo>
                    <a:pt x="0" y="80632"/>
                  </a:lnTo>
                  <a:lnTo>
                    <a:pt x="37503" y="80632"/>
                  </a:lnTo>
                  <a:lnTo>
                    <a:pt x="118135" y="0"/>
                  </a:lnTo>
                  <a:close/>
                </a:path>
                <a:path w="621030" h="80645">
                  <a:moveTo>
                    <a:pt x="223748" y="0"/>
                  </a:moveTo>
                  <a:lnTo>
                    <a:pt x="167703" y="0"/>
                  </a:lnTo>
                  <a:lnTo>
                    <a:pt x="87058" y="80632"/>
                  </a:lnTo>
                  <a:lnTo>
                    <a:pt x="143116" y="80632"/>
                  </a:lnTo>
                  <a:lnTo>
                    <a:pt x="223748" y="0"/>
                  </a:lnTo>
                  <a:close/>
                </a:path>
                <a:path w="621030" h="80645">
                  <a:moveTo>
                    <a:pt x="329387" y="0"/>
                  </a:moveTo>
                  <a:lnTo>
                    <a:pt x="273316" y="0"/>
                  </a:lnTo>
                  <a:lnTo>
                    <a:pt x="192684" y="80632"/>
                  </a:lnTo>
                  <a:lnTo>
                    <a:pt x="248754" y="80632"/>
                  </a:lnTo>
                  <a:lnTo>
                    <a:pt x="329387" y="0"/>
                  </a:lnTo>
                  <a:close/>
                </a:path>
                <a:path w="621030" h="80645">
                  <a:moveTo>
                    <a:pt x="435000" y="0"/>
                  </a:moveTo>
                  <a:lnTo>
                    <a:pt x="378955" y="0"/>
                  </a:lnTo>
                  <a:lnTo>
                    <a:pt x="298297" y="80632"/>
                  </a:lnTo>
                  <a:lnTo>
                    <a:pt x="354368" y="80632"/>
                  </a:lnTo>
                  <a:lnTo>
                    <a:pt x="435000" y="0"/>
                  </a:lnTo>
                  <a:close/>
                </a:path>
                <a:path w="621030" h="80645">
                  <a:moveTo>
                    <a:pt x="540639" y="0"/>
                  </a:moveTo>
                  <a:lnTo>
                    <a:pt x="484555" y="0"/>
                  </a:lnTo>
                  <a:lnTo>
                    <a:pt x="403936" y="80632"/>
                  </a:lnTo>
                  <a:lnTo>
                    <a:pt x="459981" y="80632"/>
                  </a:lnTo>
                  <a:lnTo>
                    <a:pt x="540639" y="0"/>
                  </a:lnTo>
                  <a:close/>
                </a:path>
                <a:path w="621030" h="80645">
                  <a:moveTo>
                    <a:pt x="620839" y="0"/>
                  </a:moveTo>
                  <a:lnTo>
                    <a:pt x="590169" y="0"/>
                  </a:lnTo>
                  <a:lnTo>
                    <a:pt x="509549" y="80632"/>
                  </a:lnTo>
                  <a:lnTo>
                    <a:pt x="565619" y="80632"/>
                  </a:lnTo>
                  <a:lnTo>
                    <a:pt x="620839" y="25412"/>
                  </a:lnTo>
                  <a:lnTo>
                    <a:pt x="620839" y="0"/>
                  </a:lnTo>
                  <a:close/>
                </a:path>
              </a:pathLst>
            </a:custGeom>
            <a:solidFill>
              <a:srgbClr val="44B8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8" name="object 488" descr=""/>
          <p:cNvSpPr/>
          <p:nvPr/>
        </p:nvSpPr>
        <p:spPr>
          <a:xfrm>
            <a:off x="15674519" y="9935317"/>
            <a:ext cx="1263015" cy="502284"/>
          </a:xfrm>
          <a:custGeom>
            <a:avLst/>
            <a:gdLst/>
            <a:ahLst/>
            <a:cxnLst/>
            <a:rect l="l" t="t" r="r" b="b"/>
            <a:pathLst>
              <a:path w="1263015" h="502284">
                <a:moveTo>
                  <a:pt x="1262888" y="0"/>
                </a:moveTo>
                <a:lnTo>
                  <a:pt x="1230261" y="0"/>
                </a:lnTo>
                <a:lnTo>
                  <a:pt x="1230261" y="309664"/>
                </a:lnTo>
                <a:lnTo>
                  <a:pt x="1230261" y="342290"/>
                </a:lnTo>
                <a:lnTo>
                  <a:pt x="1230261" y="431660"/>
                </a:lnTo>
                <a:lnTo>
                  <a:pt x="852792" y="431660"/>
                </a:lnTo>
                <a:lnTo>
                  <a:pt x="852792" y="342290"/>
                </a:lnTo>
                <a:lnTo>
                  <a:pt x="1230261" y="342290"/>
                </a:lnTo>
                <a:lnTo>
                  <a:pt x="1230261" y="309664"/>
                </a:lnTo>
                <a:lnTo>
                  <a:pt x="852792" y="309664"/>
                </a:lnTo>
                <a:lnTo>
                  <a:pt x="852792" y="0"/>
                </a:lnTo>
                <a:lnTo>
                  <a:pt x="820166" y="0"/>
                </a:lnTo>
                <a:lnTo>
                  <a:pt x="820166" y="309664"/>
                </a:lnTo>
                <a:lnTo>
                  <a:pt x="820166" y="342290"/>
                </a:lnTo>
                <a:lnTo>
                  <a:pt x="820166" y="431660"/>
                </a:lnTo>
                <a:lnTo>
                  <a:pt x="442709" y="431660"/>
                </a:lnTo>
                <a:lnTo>
                  <a:pt x="442709" y="342290"/>
                </a:lnTo>
                <a:lnTo>
                  <a:pt x="820166" y="342290"/>
                </a:lnTo>
                <a:lnTo>
                  <a:pt x="820166" y="309664"/>
                </a:lnTo>
                <a:lnTo>
                  <a:pt x="442709" y="309664"/>
                </a:lnTo>
                <a:lnTo>
                  <a:pt x="442709" y="0"/>
                </a:lnTo>
                <a:lnTo>
                  <a:pt x="410083" y="0"/>
                </a:lnTo>
                <a:lnTo>
                  <a:pt x="410083" y="309664"/>
                </a:lnTo>
                <a:lnTo>
                  <a:pt x="410083" y="342290"/>
                </a:lnTo>
                <a:lnTo>
                  <a:pt x="410083" y="431660"/>
                </a:lnTo>
                <a:lnTo>
                  <a:pt x="32626" y="431660"/>
                </a:lnTo>
                <a:lnTo>
                  <a:pt x="32626" y="342290"/>
                </a:lnTo>
                <a:lnTo>
                  <a:pt x="410083" y="342290"/>
                </a:lnTo>
                <a:lnTo>
                  <a:pt x="410083" y="309664"/>
                </a:lnTo>
                <a:lnTo>
                  <a:pt x="32626" y="309664"/>
                </a:lnTo>
                <a:lnTo>
                  <a:pt x="32626" y="0"/>
                </a:lnTo>
                <a:lnTo>
                  <a:pt x="0" y="0"/>
                </a:lnTo>
                <a:lnTo>
                  <a:pt x="0" y="501992"/>
                </a:lnTo>
                <a:lnTo>
                  <a:pt x="32626" y="501992"/>
                </a:lnTo>
                <a:lnTo>
                  <a:pt x="32626" y="464286"/>
                </a:lnTo>
                <a:lnTo>
                  <a:pt x="410083" y="464286"/>
                </a:lnTo>
                <a:lnTo>
                  <a:pt x="410083" y="501992"/>
                </a:lnTo>
                <a:lnTo>
                  <a:pt x="442709" y="501992"/>
                </a:lnTo>
                <a:lnTo>
                  <a:pt x="442709" y="464286"/>
                </a:lnTo>
                <a:lnTo>
                  <a:pt x="820166" y="464286"/>
                </a:lnTo>
                <a:lnTo>
                  <a:pt x="820166" y="501992"/>
                </a:lnTo>
                <a:lnTo>
                  <a:pt x="852792" y="501992"/>
                </a:lnTo>
                <a:lnTo>
                  <a:pt x="852792" y="464286"/>
                </a:lnTo>
                <a:lnTo>
                  <a:pt x="1230261" y="464286"/>
                </a:lnTo>
                <a:lnTo>
                  <a:pt x="1230261" y="501992"/>
                </a:lnTo>
                <a:lnTo>
                  <a:pt x="1262888" y="501992"/>
                </a:lnTo>
                <a:lnTo>
                  <a:pt x="1262888" y="0"/>
                </a:lnTo>
                <a:close/>
              </a:path>
            </a:pathLst>
          </a:custGeom>
          <a:solidFill>
            <a:srgbClr val="2438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9" name="object 489" descr=""/>
          <p:cNvSpPr/>
          <p:nvPr/>
        </p:nvSpPr>
        <p:spPr>
          <a:xfrm>
            <a:off x="13962710" y="9417462"/>
            <a:ext cx="1196975" cy="1020444"/>
          </a:xfrm>
          <a:custGeom>
            <a:avLst/>
            <a:gdLst/>
            <a:ahLst/>
            <a:cxnLst/>
            <a:rect l="l" t="t" r="r" b="b"/>
            <a:pathLst>
              <a:path w="1196975" h="1020445">
                <a:moveTo>
                  <a:pt x="1196378" y="1019848"/>
                </a:moveTo>
                <a:lnTo>
                  <a:pt x="1185900" y="1009370"/>
                </a:lnTo>
                <a:lnTo>
                  <a:pt x="1185900" y="894334"/>
                </a:lnTo>
                <a:lnTo>
                  <a:pt x="1175435" y="883869"/>
                </a:lnTo>
                <a:lnTo>
                  <a:pt x="1175435" y="898664"/>
                </a:lnTo>
                <a:lnTo>
                  <a:pt x="1175435" y="998905"/>
                </a:lnTo>
                <a:lnTo>
                  <a:pt x="1116634" y="940104"/>
                </a:lnTo>
                <a:lnTo>
                  <a:pt x="1116634" y="982484"/>
                </a:lnTo>
                <a:lnTo>
                  <a:pt x="915301" y="982484"/>
                </a:lnTo>
                <a:lnTo>
                  <a:pt x="915301" y="963358"/>
                </a:lnTo>
                <a:lnTo>
                  <a:pt x="1097508" y="963358"/>
                </a:lnTo>
                <a:lnTo>
                  <a:pt x="1116634" y="982484"/>
                </a:lnTo>
                <a:lnTo>
                  <a:pt x="1116634" y="940104"/>
                </a:lnTo>
                <a:lnTo>
                  <a:pt x="1080846" y="904316"/>
                </a:lnTo>
                <a:lnTo>
                  <a:pt x="1080846" y="946696"/>
                </a:lnTo>
                <a:lnTo>
                  <a:pt x="915301" y="946696"/>
                </a:lnTo>
                <a:lnTo>
                  <a:pt x="915301" y="927569"/>
                </a:lnTo>
                <a:lnTo>
                  <a:pt x="1061720" y="927569"/>
                </a:lnTo>
                <a:lnTo>
                  <a:pt x="1080846" y="946696"/>
                </a:lnTo>
                <a:lnTo>
                  <a:pt x="1080846" y="904316"/>
                </a:lnTo>
                <a:lnTo>
                  <a:pt x="1045057" y="868527"/>
                </a:lnTo>
                <a:lnTo>
                  <a:pt x="1045057" y="910907"/>
                </a:lnTo>
                <a:lnTo>
                  <a:pt x="915301" y="910907"/>
                </a:lnTo>
                <a:lnTo>
                  <a:pt x="915301" y="894334"/>
                </a:lnTo>
                <a:lnTo>
                  <a:pt x="912749" y="891781"/>
                </a:lnTo>
                <a:lnTo>
                  <a:pt x="1025931" y="891781"/>
                </a:lnTo>
                <a:lnTo>
                  <a:pt x="1045057" y="910907"/>
                </a:lnTo>
                <a:lnTo>
                  <a:pt x="1045057" y="868527"/>
                </a:lnTo>
                <a:lnTo>
                  <a:pt x="1009269" y="832739"/>
                </a:lnTo>
                <a:lnTo>
                  <a:pt x="1009269" y="875118"/>
                </a:lnTo>
                <a:lnTo>
                  <a:pt x="904824" y="875118"/>
                </a:lnTo>
                <a:lnTo>
                  <a:pt x="904824" y="982484"/>
                </a:lnTo>
                <a:lnTo>
                  <a:pt x="888415" y="982484"/>
                </a:lnTo>
                <a:lnTo>
                  <a:pt x="869289" y="963358"/>
                </a:lnTo>
                <a:lnTo>
                  <a:pt x="904824" y="963358"/>
                </a:lnTo>
                <a:lnTo>
                  <a:pt x="904824" y="946696"/>
                </a:lnTo>
                <a:lnTo>
                  <a:pt x="852627" y="946696"/>
                </a:lnTo>
                <a:lnTo>
                  <a:pt x="833501" y="927569"/>
                </a:lnTo>
                <a:lnTo>
                  <a:pt x="904824" y="927569"/>
                </a:lnTo>
                <a:lnTo>
                  <a:pt x="904824" y="910907"/>
                </a:lnTo>
                <a:lnTo>
                  <a:pt x="816838" y="910907"/>
                </a:lnTo>
                <a:lnTo>
                  <a:pt x="797712" y="891781"/>
                </a:lnTo>
                <a:lnTo>
                  <a:pt x="897940" y="891781"/>
                </a:lnTo>
                <a:lnTo>
                  <a:pt x="904824" y="898664"/>
                </a:lnTo>
                <a:lnTo>
                  <a:pt x="904824" y="875118"/>
                </a:lnTo>
                <a:lnTo>
                  <a:pt x="896086" y="875118"/>
                </a:lnTo>
                <a:lnTo>
                  <a:pt x="881278" y="860310"/>
                </a:lnTo>
                <a:lnTo>
                  <a:pt x="881278" y="875118"/>
                </a:lnTo>
                <a:lnTo>
                  <a:pt x="781050" y="875118"/>
                </a:lnTo>
                <a:lnTo>
                  <a:pt x="761923" y="855992"/>
                </a:lnTo>
                <a:lnTo>
                  <a:pt x="862152" y="855992"/>
                </a:lnTo>
                <a:lnTo>
                  <a:pt x="881278" y="875118"/>
                </a:lnTo>
                <a:lnTo>
                  <a:pt x="881278" y="860310"/>
                </a:lnTo>
                <a:lnTo>
                  <a:pt x="876960" y="855992"/>
                </a:lnTo>
                <a:lnTo>
                  <a:pt x="990142" y="855992"/>
                </a:lnTo>
                <a:lnTo>
                  <a:pt x="1009269" y="875118"/>
                </a:lnTo>
                <a:lnTo>
                  <a:pt x="1009269" y="832739"/>
                </a:lnTo>
                <a:lnTo>
                  <a:pt x="973480" y="796950"/>
                </a:lnTo>
                <a:lnTo>
                  <a:pt x="973480" y="839330"/>
                </a:lnTo>
                <a:lnTo>
                  <a:pt x="860298" y="839330"/>
                </a:lnTo>
                <a:lnTo>
                  <a:pt x="845489" y="824522"/>
                </a:lnTo>
                <a:lnTo>
                  <a:pt x="845489" y="839330"/>
                </a:lnTo>
                <a:lnTo>
                  <a:pt x="745261" y="839330"/>
                </a:lnTo>
                <a:lnTo>
                  <a:pt x="726135" y="820204"/>
                </a:lnTo>
                <a:lnTo>
                  <a:pt x="826363" y="820204"/>
                </a:lnTo>
                <a:lnTo>
                  <a:pt x="845489" y="839330"/>
                </a:lnTo>
                <a:lnTo>
                  <a:pt x="845489" y="824522"/>
                </a:lnTo>
                <a:lnTo>
                  <a:pt x="841171" y="820204"/>
                </a:lnTo>
                <a:lnTo>
                  <a:pt x="954354" y="820204"/>
                </a:lnTo>
                <a:lnTo>
                  <a:pt x="973480" y="839330"/>
                </a:lnTo>
                <a:lnTo>
                  <a:pt x="973480" y="796950"/>
                </a:lnTo>
                <a:lnTo>
                  <a:pt x="937691" y="761161"/>
                </a:lnTo>
                <a:lnTo>
                  <a:pt x="937691" y="803541"/>
                </a:lnTo>
                <a:lnTo>
                  <a:pt x="824509" y="803541"/>
                </a:lnTo>
                <a:lnTo>
                  <a:pt x="809701" y="788733"/>
                </a:lnTo>
                <a:lnTo>
                  <a:pt x="809701" y="803541"/>
                </a:lnTo>
                <a:lnTo>
                  <a:pt x="709472" y="803541"/>
                </a:lnTo>
                <a:lnTo>
                  <a:pt x="690346" y="784415"/>
                </a:lnTo>
                <a:lnTo>
                  <a:pt x="790575" y="784415"/>
                </a:lnTo>
                <a:lnTo>
                  <a:pt x="809701" y="803541"/>
                </a:lnTo>
                <a:lnTo>
                  <a:pt x="809701" y="788733"/>
                </a:lnTo>
                <a:lnTo>
                  <a:pt x="805383" y="784415"/>
                </a:lnTo>
                <a:lnTo>
                  <a:pt x="918565" y="784415"/>
                </a:lnTo>
                <a:lnTo>
                  <a:pt x="937691" y="803541"/>
                </a:lnTo>
                <a:lnTo>
                  <a:pt x="937691" y="761161"/>
                </a:lnTo>
                <a:lnTo>
                  <a:pt x="901903" y="725373"/>
                </a:lnTo>
                <a:lnTo>
                  <a:pt x="901903" y="767753"/>
                </a:lnTo>
                <a:lnTo>
                  <a:pt x="788720" y="767753"/>
                </a:lnTo>
                <a:lnTo>
                  <a:pt x="773912" y="752944"/>
                </a:lnTo>
                <a:lnTo>
                  <a:pt x="773912" y="767753"/>
                </a:lnTo>
                <a:lnTo>
                  <a:pt x="673684" y="767753"/>
                </a:lnTo>
                <a:lnTo>
                  <a:pt x="654558" y="748626"/>
                </a:lnTo>
                <a:lnTo>
                  <a:pt x="754786" y="748626"/>
                </a:lnTo>
                <a:lnTo>
                  <a:pt x="773912" y="767753"/>
                </a:lnTo>
                <a:lnTo>
                  <a:pt x="773912" y="752944"/>
                </a:lnTo>
                <a:lnTo>
                  <a:pt x="769594" y="748626"/>
                </a:lnTo>
                <a:lnTo>
                  <a:pt x="882777" y="748626"/>
                </a:lnTo>
                <a:lnTo>
                  <a:pt x="901903" y="767753"/>
                </a:lnTo>
                <a:lnTo>
                  <a:pt x="901903" y="725373"/>
                </a:lnTo>
                <a:lnTo>
                  <a:pt x="866114" y="689584"/>
                </a:lnTo>
                <a:lnTo>
                  <a:pt x="866114" y="731964"/>
                </a:lnTo>
                <a:lnTo>
                  <a:pt x="752932" y="731964"/>
                </a:lnTo>
                <a:lnTo>
                  <a:pt x="738124" y="717156"/>
                </a:lnTo>
                <a:lnTo>
                  <a:pt x="738124" y="731964"/>
                </a:lnTo>
                <a:lnTo>
                  <a:pt x="637895" y="731964"/>
                </a:lnTo>
                <a:lnTo>
                  <a:pt x="618769" y="712838"/>
                </a:lnTo>
                <a:lnTo>
                  <a:pt x="718997" y="712838"/>
                </a:lnTo>
                <a:lnTo>
                  <a:pt x="738124" y="731964"/>
                </a:lnTo>
                <a:lnTo>
                  <a:pt x="738124" y="717156"/>
                </a:lnTo>
                <a:lnTo>
                  <a:pt x="733806" y="712838"/>
                </a:lnTo>
                <a:lnTo>
                  <a:pt x="846988" y="712838"/>
                </a:lnTo>
                <a:lnTo>
                  <a:pt x="866114" y="731964"/>
                </a:lnTo>
                <a:lnTo>
                  <a:pt x="866114" y="689584"/>
                </a:lnTo>
                <a:lnTo>
                  <a:pt x="830326" y="653796"/>
                </a:lnTo>
                <a:lnTo>
                  <a:pt x="830326" y="696175"/>
                </a:lnTo>
                <a:lnTo>
                  <a:pt x="717143" y="696175"/>
                </a:lnTo>
                <a:lnTo>
                  <a:pt x="702335" y="681367"/>
                </a:lnTo>
                <a:lnTo>
                  <a:pt x="702335" y="696175"/>
                </a:lnTo>
                <a:lnTo>
                  <a:pt x="602107" y="696175"/>
                </a:lnTo>
                <a:lnTo>
                  <a:pt x="582968" y="677037"/>
                </a:lnTo>
                <a:lnTo>
                  <a:pt x="683196" y="677037"/>
                </a:lnTo>
                <a:lnTo>
                  <a:pt x="702335" y="696175"/>
                </a:lnTo>
                <a:lnTo>
                  <a:pt x="702335" y="681367"/>
                </a:lnTo>
                <a:lnTo>
                  <a:pt x="698004" y="677037"/>
                </a:lnTo>
                <a:lnTo>
                  <a:pt x="811187" y="677037"/>
                </a:lnTo>
                <a:lnTo>
                  <a:pt x="830326" y="696175"/>
                </a:lnTo>
                <a:lnTo>
                  <a:pt x="830326" y="653796"/>
                </a:lnTo>
                <a:lnTo>
                  <a:pt x="794537" y="618007"/>
                </a:lnTo>
                <a:lnTo>
                  <a:pt x="794537" y="660387"/>
                </a:lnTo>
                <a:lnTo>
                  <a:pt x="681355" y="660387"/>
                </a:lnTo>
                <a:lnTo>
                  <a:pt x="666546" y="645579"/>
                </a:lnTo>
                <a:lnTo>
                  <a:pt x="666546" y="660387"/>
                </a:lnTo>
                <a:lnTo>
                  <a:pt x="566318" y="660387"/>
                </a:lnTo>
                <a:lnTo>
                  <a:pt x="547179" y="641248"/>
                </a:lnTo>
                <a:lnTo>
                  <a:pt x="647407" y="641248"/>
                </a:lnTo>
                <a:lnTo>
                  <a:pt x="666546" y="660387"/>
                </a:lnTo>
                <a:lnTo>
                  <a:pt x="666546" y="645579"/>
                </a:lnTo>
                <a:lnTo>
                  <a:pt x="662216" y="641248"/>
                </a:lnTo>
                <a:lnTo>
                  <a:pt x="775398" y="641248"/>
                </a:lnTo>
                <a:lnTo>
                  <a:pt x="794537" y="660387"/>
                </a:lnTo>
                <a:lnTo>
                  <a:pt x="794537" y="618007"/>
                </a:lnTo>
                <a:lnTo>
                  <a:pt x="758748" y="582218"/>
                </a:lnTo>
                <a:lnTo>
                  <a:pt x="758748" y="624598"/>
                </a:lnTo>
                <a:lnTo>
                  <a:pt x="645566" y="624598"/>
                </a:lnTo>
                <a:lnTo>
                  <a:pt x="630758" y="609790"/>
                </a:lnTo>
                <a:lnTo>
                  <a:pt x="630758" y="624598"/>
                </a:lnTo>
                <a:lnTo>
                  <a:pt x="530529" y="624598"/>
                </a:lnTo>
                <a:lnTo>
                  <a:pt x="511390" y="605459"/>
                </a:lnTo>
                <a:lnTo>
                  <a:pt x="611619" y="605459"/>
                </a:lnTo>
                <a:lnTo>
                  <a:pt x="630758" y="624598"/>
                </a:lnTo>
                <a:lnTo>
                  <a:pt x="630758" y="609790"/>
                </a:lnTo>
                <a:lnTo>
                  <a:pt x="626427" y="605459"/>
                </a:lnTo>
                <a:lnTo>
                  <a:pt x="739609" y="605459"/>
                </a:lnTo>
                <a:lnTo>
                  <a:pt x="758748" y="624598"/>
                </a:lnTo>
                <a:lnTo>
                  <a:pt x="758748" y="582218"/>
                </a:lnTo>
                <a:lnTo>
                  <a:pt x="722960" y="546430"/>
                </a:lnTo>
                <a:lnTo>
                  <a:pt x="722960" y="588810"/>
                </a:lnTo>
                <a:lnTo>
                  <a:pt x="609777" y="588810"/>
                </a:lnTo>
                <a:lnTo>
                  <a:pt x="594969" y="574001"/>
                </a:lnTo>
                <a:lnTo>
                  <a:pt x="594969" y="588810"/>
                </a:lnTo>
                <a:lnTo>
                  <a:pt x="503542" y="588810"/>
                </a:lnTo>
                <a:lnTo>
                  <a:pt x="503542" y="597611"/>
                </a:lnTo>
                <a:lnTo>
                  <a:pt x="404025" y="498094"/>
                </a:lnTo>
                <a:lnTo>
                  <a:pt x="504253" y="498094"/>
                </a:lnTo>
                <a:lnTo>
                  <a:pt x="523379" y="517220"/>
                </a:lnTo>
                <a:lnTo>
                  <a:pt x="503542" y="517220"/>
                </a:lnTo>
                <a:lnTo>
                  <a:pt x="503542" y="533882"/>
                </a:lnTo>
                <a:lnTo>
                  <a:pt x="540042" y="533882"/>
                </a:lnTo>
                <a:lnTo>
                  <a:pt x="559168" y="553008"/>
                </a:lnTo>
                <a:lnTo>
                  <a:pt x="503542" y="553008"/>
                </a:lnTo>
                <a:lnTo>
                  <a:pt x="503542" y="569671"/>
                </a:lnTo>
                <a:lnTo>
                  <a:pt x="575830" y="569671"/>
                </a:lnTo>
                <a:lnTo>
                  <a:pt x="594969" y="588810"/>
                </a:lnTo>
                <a:lnTo>
                  <a:pt x="594969" y="574001"/>
                </a:lnTo>
                <a:lnTo>
                  <a:pt x="590638" y="569671"/>
                </a:lnTo>
                <a:lnTo>
                  <a:pt x="703821" y="569671"/>
                </a:lnTo>
                <a:lnTo>
                  <a:pt x="722960" y="588810"/>
                </a:lnTo>
                <a:lnTo>
                  <a:pt x="722960" y="546430"/>
                </a:lnTo>
                <a:lnTo>
                  <a:pt x="687158" y="510628"/>
                </a:lnTo>
                <a:lnTo>
                  <a:pt x="687158" y="553008"/>
                </a:lnTo>
                <a:lnTo>
                  <a:pt x="573976" y="553008"/>
                </a:lnTo>
                <a:lnTo>
                  <a:pt x="554850" y="533882"/>
                </a:lnTo>
                <a:lnTo>
                  <a:pt x="668032" y="533882"/>
                </a:lnTo>
                <a:lnTo>
                  <a:pt x="687158" y="553008"/>
                </a:lnTo>
                <a:lnTo>
                  <a:pt x="687158" y="510628"/>
                </a:lnTo>
                <a:lnTo>
                  <a:pt x="651370" y="474840"/>
                </a:lnTo>
                <a:lnTo>
                  <a:pt x="651370" y="517220"/>
                </a:lnTo>
                <a:lnTo>
                  <a:pt x="538187" y="517220"/>
                </a:lnTo>
                <a:lnTo>
                  <a:pt x="519061" y="498094"/>
                </a:lnTo>
                <a:lnTo>
                  <a:pt x="632244" y="498094"/>
                </a:lnTo>
                <a:lnTo>
                  <a:pt x="651370" y="517220"/>
                </a:lnTo>
                <a:lnTo>
                  <a:pt x="651370" y="474840"/>
                </a:lnTo>
                <a:lnTo>
                  <a:pt x="615581" y="439051"/>
                </a:lnTo>
                <a:lnTo>
                  <a:pt x="615581" y="481431"/>
                </a:lnTo>
                <a:lnTo>
                  <a:pt x="502399" y="481431"/>
                </a:lnTo>
                <a:lnTo>
                  <a:pt x="487591" y="466623"/>
                </a:lnTo>
                <a:lnTo>
                  <a:pt x="487591" y="481431"/>
                </a:lnTo>
                <a:lnTo>
                  <a:pt x="387362" y="481431"/>
                </a:lnTo>
                <a:lnTo>
                  <a:pt x="368236" y="462305"/>
                </a:lnTo>
                <a:lnTo>
                  <a:pt x="468464" y="462305"/>
                </a:lnTo>
                <a:lnTo>
                  <a:pt x="487591" y="481431"/>
                </a:lnTo>
                <a:lnTo>
                  <a:pt x="487591" y="466623"/>
                </a:lnTo>
                <a:lnTo>
                  <a:pt x="483273" y="462305"/>
                </a:lnTo>
                <a:lnTo>
                  <a:pt x="596455" y="462305"/>
                </a:lnTo>
                <a:lnTo>
                  <a:pt x="615581" y="481431"/>
                </a:lnTo>
                <a:lnTo>
                  <a:pt x="615581" y="439051"/>
                </a:lnTo>
                <a:lnTo>
                  <a:pt x="579793" y="403263"/>
                </a:lnTo>
                <a:lnTo>
                  <a:pt x="579793" y="445643"/>
                </a:lnTo>
                <a:lnTo>
                  <a:pt x="466610" y="445643"/>
                </a:lnTo>
                <a:lnTo>
                  <a:pt x="451802" y="430834"/>
                </a:lnTo>
                <a:lnTo>
                  <a:pt x="451802" y="445643"/>
                </a:lnTo>
                <a:lnTo>
                  <a:pt x="351574" y="445643"/>
                </a:lnTo>
                <a:lnTo>
                  <a:pt x="332447" y="426516"/>
                </a:lnTo>
                <a:lnTo>
                  <a:pt x="432676" y="426516"/>
                </a:lnTo>
                <a:lnTo>
                  <a:pt x="451802" y="445643"/>
                </a:lnTo>
                <a:lnTo>
                  <a:pt x="451802" y="430834"/>
                </a:lnTo>
                <a:lnTo>
                  <a:pt x="447484" y="426516"/>
                </a:lnTo>
                <a:lnTo>
                  <a:pt x="560666" y="426516"/>
                </a:lnTo>
                <a:lnTo>
                  <a:pt x="579793" y="445643"/>
                </a:lnTo>
                <a:lnTo>
                  <a:pt x="579793" y="403263"/>
                </a:lnTo>
                <a:lnTo>
                  <a:pt x="544004" y="367474"/>
                </a:lnTo>
                <a:lnTo>
                  <a:pt x="544004" y="409854"/>
                </a:lnTo>
                <a:lnTo>
                  <a:pt x="430822" y="409854"/>
                </a:lnTo>
                <a:lnTo>
                  <a:pt x="416013" y="395046"/>
                </a:lnTo>
                <a:lnTo>
                  <a:pt x="416013" y="409854"/>
                </a:lnTo>
                <a:lnTo>
                  <a:pt x="315785" y="409854"/>
                </a:lnTo>
                <a:lnTo>
                  <a:pt x="296659" y="390728"/>
                </a:lnTo>
                <a:lnTo>
                  <a:pt x="396887" y="390728"/>
                </a:lnTo>
                <a:lnTo>
                  <a:pt x="416013" y="409854"/>
                </a:lnTo>
                <a:lnTo>
                  <a:pt x="416013" y="395046"/>
                </a:lnTo>
                <a:lnTo>
                  <a:pt x="411695" y="390728"/>
                </a:lnTo>
                <a:lnTo>
                  <a:pt x="524878" y="390728"/>
                </a:lnTo>
                <a:lnTo>
                  <a:pt x="544004" y="409854"/>
                </a:lnTo>
                <a:lnTo>
                  <a:pt x="544004" y="367474"/>
                </a:lnTo>
                <a:lnTo>
                  <a:pt x="508215" y="331685"/>
                </a:lnTo>
                <a:lnTo>
                  <a:pt x="508215" y="374065"/>
                </a:lnTo>
                <a:lnTo>
                  <a:pt x="395033" y="374065"/>
                </a:lnTo>
                <a:lnTo>
                  <a:pt x="380225" y="359257"/>
                </a:lnTo>
                <a:lnTo>
                  <a:pt x="380225" y="374065"/>
                </a:lnTo>
                <a:lnTo>
                  <a:pt x="279996" y="374065"/>
                </a:lnTo>
                <a:lnTo>
                  <a:pt x="260870" y="354939"/>
                </a:lnTo>
                <a:lnTo>
                  <a:pt x="361099" y="354939"/>
                </a:lnTo>
                <a:lnTo>
                  <a:pt x="380225" y="374065"/>
                </a:lnTo>
                <a:lnTo>
                  <a:pt x="380225" y="359257"/>
                </a:lnTo>
                <a:lnTo>
                  <a:pt x="375907" y="354939"/>
                </a:lnTo>
                <a:lnTo>
                  <a:pt x="489089" y="354939"/>
                </a:lnTo>
                <a:lnTo>
                  <a:pt x="508215" y="374065"/>
                </a:lnTo>
                <a:lnTo>
                  <a:pt x="508215" y="331685"/>
                </a:lnTo>
                <a:lnTo>
                  <a:pt x="472427" y="295897"/>
                </a:lnTo>
                <a:lnTo>
                  <a:pt x="472427" y="338277"/>
                </a:lnTo>
                <a:lnTo>
                  <a:pt x="359244" y="338277"/>
                </a:lnTo>
                <a:lnTo>
                  <a:pt x="344436" y="323469"/>
                </a:lnTo>
                <a:lnTo>
                  <a:pt x="344436" y="338277"/>
                </a:lnTo>
                <a:lnTo>
                  <a:pt x="244208" y="338277"/>
                </a:lnTo>
                <a:lnTo>
                  <a:pt x="225082" y="319151"/>
                </a:lnTo>
                <a:lnTo>
                  <a:pt x="325310" y="319151"/>
                </a:lnTo>
                <a:lnTo>
                  <a:pt x="344436" y="338277"/>
                </a:lnTo>
                <a:lnTo>
                  <a:pt x="344436" y="323469"/>
                </a:lnTo>
                <a:lnTo>
                  <a:pt x="340118" y="319151"/>
                </a:lnTo>
                <a:lnTo>
                  <a:pt x="453301" y="319151"/>
                </a:lnTo>
                <a:lnTo>
                  <a:pt x="472427" y="338277"/>
                </a:lnTo>
                <a:lnTo>
                  <a:pt x="472427" y="295897"/>
                </a:lnTo>
                <a:lnTo>
                  <a:pt x="436638" y="260108"/>
                </a:lnTo>
                <a:lnTo>
                  <a:pt x="436638" y="302488"/>
                </a:lnTo>
                <a:lnTo>
                  <a:pt x="323456" y="302488"/>
                </a:lnTo>
                <a:lnTo>
                  <a:pt x="308648" y="287680"/>
                </a:lnTo>
                <a:lnTo>
                  <a:pt x="308648" y="302488"/>
                </a:lnTo>
                <a:lnTo>
                  <a:pt x="208419" y="302488"/>
                </a:lnTo>
                <a:lnTo>
                  <a:pt x="189293" y="283362"/>
                </a:lnTo>
                <a:lnTo>
                  <a:pt x="289521" y="283362"/>
                </a:lnTo>
                <a:lnTo>
                  <a:pt x="308648" y="302488"/>
                </a:lnTo>
                <a:lnTo>
                  <a:pt x="308648" y="287680"/>
                </a:lnTo>
                <a:lnTo>
                  <a:pt x="304330" y="283362"/>
                </a:lnTo>
                <a:lnTo>
                  <a:pt x="417512" y="283362"/>
                </a:lnTo>
                <a:lnTo>
                  <a:pt x="436638" y="302488"/>
                </a:lnTo>
                <a:lnTo>
                  <a:pt x="436638" y="260108"/>
                </a:lnTo>
                <a:lnTo>
                  <a:pt x="400850" y="224320"/>
                </a:lnTo>
                <a:lnTo>
                  <a:pt x="400850" y="266700"/>
                </a:lnTo>
                <a:lnTo>
                  <a:pt x="287667" y="266700"/>
                </a:lnTo>
                <a:lnTo>
                  <a:pt x="272859" y="251891"/>
                </a:lnTo>
                <a:lnTo>
                  <a:pt x="272859" y="266700"/>
                </a:lnTo>
                <a:lnTo>
                  <a:pt x="172631" y="266700"/>
                </a:lnTo>
                <a:lnTo>
                  <a:pt x="153504" y="247573"/>
                </a:lnTo>
                <a:lnTo>
                  <a:pt x="253733" y="247573"/>
                </a:lnTo>
                <a:lnTo>
                  <a:pt x="272859" y="266700"/>
                </a:lnTo>
                <a:lnTo>
                  <a:pt x="272859" y="251891"/>
                </a:lnTo>
                <a:lnTo>
                  <a:pt x="268541" y="247573"/>
                </a:lnTo>
                <a:lnTo>
                  <a:pt x="381723" y="247573"/>
                </a:lnTo>
                <a:lnTo>
                  <a:pt x="400850" y="266700"/>
                </a:lnTo>
                <a:lnTo>
                  <a:pt x="400850" y="224320"/>
                </a:lnTo>
                <a:lnTo>
                  <a:pt x="365061" y="188531"/>
                </a:lnTo>
                <a:lnTo>
                  <a:pt x="365061" y="230911"/>
                </a:lnTo>
                <a:lnTo>
                  <a:pt x="251879" y="230911"/>
                </a:lnTo>
                <a:lnTo>
                  <a:pt x="237070" y="216103"/>
                </a:lnTo>
                <a:lnTo>
                  <a:pt x="237070" y="230911"/>
                </a:lnTo>
                <a:lnTo>
                  <a:pt x="136842" y="230911"/>
                </a:lnTo>
                <a:lnTo>
                  <a:pt x="117716" y="211785"/>
                </a:lnTo>
                <a:lnTo>
                  <a:pt x="217944" y="211785"/>
                </a:lnTo>
                <a:lnTo>
                  <a:pt x="237070" y="230911"/>
                </a:lnTo>
                <a:lnTo>
                  <a:pt x="237070" y="216103"/>
                </a:lnTo>
                <a:lnTo>
                  <a:pt x="232752" y="211785"/>
                </a:lnTo>
                <a:lnTo>
                  <a:pt x="345935" y="211785"/>
                </a:lnTo>
                <a:lnTo>
                  <a:pt x="365061" y="230911"/>
                </a:lnTo>
                <a:lnTo>
                  <a:pt x="365061" y="188531"/>
                </a:lnTo>
                <a:lnTo>
                  <a:pt x="329272" y="152742"/>
                </a:lnTo>
                <a:lnTo>
                  <a:pt x="329272" y="195122"/>
                </a:lnTo>
                <a:lnTo>
                  <a:pt x="216090" y="195122"/>
                </a:lnTo>
                <a:lnTo>
                  <a:pt x="201282" y="180314"/>
                </a:lnTo>
                <a:lnTo>
                  <a:pt x="201282" y="195122"/>
                </a:lnTo>
                <a:lnTo>
                  <a:pt x="101053" y="195122"/>
                </a:lnTo>
                <a:lnTo>
                  <a:pt x="81915" y="175983"/>
                </a:lnTo>
                <a:lnTo>
                  <a:pt x="182143" y="175983"/>
                </a:lnTo>
                <a:lnTo>
                  <a:pt x="201282" y="195122"/>
                </a:lnTo>
                <a:lnTo>
                  <a:pt x="201282" y="180314"/>
                </a:lnTo>
                <a:lnTo>
                  <a:pt x="196951" y="175983"/>
                </a:lnTo>
                <a:lnTo>
                  <a:pt x="310134" y="175983"/>
                </a:lnTo>
                <a:lnTo>
                  <a:pt x="329272" y="195122"/>
                </a:lnTo>
                <a:lnTo>
                  <a:pt x="329272" y="152742"/>
                </a:lnTo>
                <a:lnTo>
                  <a:pt x="312978" y="136448"/>
                </a:lnTo>
                <a:lnTo>
                  <a:pt x="302056" y="136448"/>
                </a:lnTo>
                <a:lnTo>
                  <a:pt x="302056" y="25285"/>
                </a:lnTo>
                <a:lnTo>
                  <a:pt x="1175435" y="898664"/>
                </a:lnTo>
                <a:lnTo>
                  <a:pt x="1175435" y="883869"/>
                </a:lnTo>
                <a:lnTo>
                  <a:pt x="293484" y="1917"/>
                </a:lnTo>
                <a:lnTo>
                  <a:pt x="293484" y="159334"/>
                </a:lnTo>
                <a:lnTo>
                  <a:pt x="180301" y="159334"/>
                </a:lnTo>
                <a:lnTo>
                  <a:pt x="165493" y="144526"/>
                </a:lnTo>
                <a:lnTo>
                  <a:pt x="165493" y="159334"/>
                </a:lnTo>
                <a:lnTo>
                  <a:pt x="65265" y="159334"/>
                </a:lnTo>
                <a:lnTo>
                  <a:pt x="46126" y="140195"/>
                </a:lnTo>
                <a:lnTo>
                  <a:pt x="146354" y="140195"/>
                </a:lnTo>
                <a:lnTo>
                  <a:pt x="165493" y="159334"/>
                </a:lnTo>
                <a:lnTo>
                  <a:pt x="165493" y="144526"/>
                </a:lnTo>
                <a:lnTo>
                  <a:pt x="161163" y="140195"/>
                </a:lnTo>
                <a:lnTo>
                  <a:pt x="274345" y="140195"/>
                </a:lnTo>
                <a:lnTo>
                  <a:pt x="293484" y="159334"/>
                </a:lnTo>
                <a:lnTo>
                  <a:pt x="293484" y="1917"/>
                </a:lnTo>
                <a:lnTo>
                  <a:pt x="291579" y="0"/>
                </a:lnTo>
                <a:lnTo>
                  <a:pt x="291579" y="136448"/>
                </a:lnTo>
                <a:lnTo>
                  <a:pt x="289610" y="136448"/>
                </a:lnTo>
                <a:lnTo>
                  <a:pt x="289610" y="123545"/>
                </a:lnTo>
                <a:lnTo>
                  <a:pt x="144513" y="123545"/>
                </a:lnTo>
                <a:lnTo>
                  <a:pt x="129705" y="108737"/>
                </a:lnTo>
                <a:lnTo>
                  <a:pt x="129705" y="123545"/>
                </a:lnTo>
                <a:lnTo>
                  <a:pt x="31445" y="123545"/>
                </a:lnTo>
                <a:lnTo>
                  <a:pt x="31445" y="25285"/>
                </a:lnTo>
                <a:lnTo>
                  <a:pt x="129705" y="123545"/>
                </a:lnTo>
                <a:lnTo>
                  <a:pt x="129705" y="108737"/>
                </a:lnTo>
                <a:lnTo>
                  <a:pt x="20967" y="0"/>
                </a:lnTo>
                <a:lnTo>
                  <a:pt x="20967" y="123545"/>
                </a:lnTo>
                <a:lnTo>
                  <a:pt x="10337" y="123545"/>
                </a:lnTo>
                <a:lnTo>
                  <a:pt x="10337" y="136448"/>
                </a:lnTo>
                <a:lnTo>
                  <a:pt x="0" y="136448"/>
                </a:lnTo>
                <a:lnTo>
                  <a:pt x="883399" y="1019848"/>
                </a:lnTo>
                <a:lnTo>
                  <a:pt x="904824" y="1019848"/>
                </a:lnTo>
                <a:lnTo>
                  <a:pt x="915301" y="1019848"/>
                </a:lnTo>
                <a:lnTo>
                  <a:pt x="925779" y="1019848"/>
                </a:lnTo>
                <a:lnTo>
                  <a:pt x="915301" y="1009370"/>
                </a:lnTo>
                <a:lnTo>
                  <a:pt x="915301" y="999147"/>
                </a:lnTo>
                <a:lnTo>
                  <a:pt x="1133297" y="999147"/>
                </a:lnTo>
                <a:lnTo>
                  <a:pt x="1153998" y="1019848"/>
                </a:lnTo>
                <a:lnTo>
                  <a:pt x="1175435" y="1019848"/>
                </a:lnTo>
                <a:lnTo>
                  <a:pt x="1185900" y="1019848"/>
                </a:lnTo>
                <a:lnTo>
                  <a:pt x="1196378" y="1019848"/>
                </a:lnTo>
                <a:close/>
              </a:path>
            </a:pathLst>
          </a:custGeom>
          <a:solidFill>
            <a:srgbClr val="394E7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90" name="object 490" descr=""/>
          <p:cNvGrpSpPr/>
          <p:nvPr/>
        </p:nvGrpSpPr>
        <p:grpSpPr>
          <a:xfrm>
            <a:off x="13232676" y="7732262"/>
            <a:ext cx="1930400" cy="1920239"/>
            <a:chOff x="13232676" y="7732262"/>
            <a:chExt cx="1930400" cy="1920239"/>
          </a:xfrm>
        </p:grpSpPr>
        <p:sp>
          <p:nvSpPr>
            <p:cNvPr id="491" name="object 491" descr=""/>
            <p:cNvSpPr/>
            <p:nvPr/>
          </p:nvSpPr>
          <p:spPr>
            <a:xfrm>
              <a:off x="13378168" y="7732274"/>
              <a:ext cx="1781175" cy="1903730"/>
            </a:xfrm>
            <a:custGeom>
              <a:avLst/>
              <a:gdLst/>
              <a:ahLst/>
              <a:cxnLst/>
              <a:rect l="l" t="t" r="r" b="b"/>
              <a:pathLst>
                <a:path w="1781175" h="1903729">
                  <a:moveTo>
                    <a:pt x="1196378" y="1019937"/>
                  </a:moveTo>
                  <a:lnTo>
                    <a:pt x="1175410" y="1019937"/>
                  </a:lnTo>
                  <a:lnTo>
                    <a:pt x="1175410" y="883488"/>
                  </a:lnTo>
                  <a:lnTo>
                    <a:pt x="1164932" y="893965"/>
                  </a:lnTo>
                  <a:lnTo>
                    <a:pt x="1164932" y="908773"/>
                  </a:lnTo>
                  <a:lnTo>
                    <a:pt x="1164932" y="1019937"/>
                  </a:lnTo>
                  <a:lnTo>
                    <a:pt x="1153998" y="1019937"/>
                  </a:lnTo>
                  <a:lnTo>
                    <a:pt x="1131125" y="1042809"/>
                  </a:lnTo>
                  <a:lnTo>
                    <a:pt x="1114463" y="1042809"/>
                  </a:lnTo>
                  <a:lnTo>
                    <a:pt x="1114463" y="1059472"/>
                  </a:lnTo>
                  <a:lnTo>
                    <a:pt x="1095324" y="1078611"/>
                  </a:lnTo>
                  <a:lnTo>
                    <a:pt x="1078674" y="1078611"/>
                  </a:lnTo>
                  <a:lnTo>
                    <a:pt x="1078674" y="1095260"/>
                  </a:lnTo>
                  <a:lnTo>
                    <a:pt x="1059535" y="1114399"/>
                  </a:lnTo>
                  <a:lnTo>
                    <a:pt x="1042885" y="1114399"/>
                  </a:lnTo>
                  <a:lnTo>
                    <a:pt x="1042885" y="1131049"/>
                  </a:lnTo>
                  <a:lnTo>
                    <a:pt x="1023747" y="1150188"/>
                  </a:lnTo>
                  <a:lnTo>
                    <a:pt x="1007097" y="1150188"/>
                  </a:lnTo>
                  <a:lnTo>
                    <a:pt x="1007097" y="1166837"/>
                  </a:lnTo>
                  <a:lnTo>
                    <a:pt x="987958" y="1185976"/>
                  </a:lnTo>
                  <a:lnTo>
                    <a:pt x="971308" y="1185976"/>
                  </a:lnTo>
                  <a:lnTo>
                    <a:pt x="971308" y="1202626"/>
                  </a:lnTo>
                  <a:lnTo>
                    <a:pt x="952169" y="1221765"/>
                  </a:lnTo>
                  <a:lnTo>
                    <a:pt x="935507" y="1221765"/>
                  </a:lnTo>
                  <a:lnTo>
                    <a:pt x="935507" y="1238427"/>
                  </a:lnTo>
                  <a:lnTo>
                    <a:pt x="916381" y="1257554"/>
                  </a:lnTo>
                  <a:lnTo>
                    <a:pt x="899718" y="1257554"/>
                  </a:lnTo>
                  <a:lnTo>
                    <a:pt x="899718" y="1274216"/>
                  </a:lnTo>
                  <a:lnTo>
                    <a:pt x="880592" y="1293342"/>
                  </a:lnTo>
                  <a:lnTo>
                    <a:pt x="863930" y="1293342"/>
                  </a:lnTo>
                  <a:lnTo>
                    <a:pt x="863930" y="1310005"/>
                  </a:lnTo>
                  <a:lnTo>
                    <a:pt x="844804" y="1329131"/>
                  </a:lnTo>
                  <a:lnTo>
                    <a:pt x="828141" y="1329131"/>
                  </a:lnTo>
                  <a:lnTo>
                    <a:pt x="828141" y="1345793"/>
                  </a:lnTo>
                  <a:lnTo>
                    <a:pt x="809015" y="1364919"/>
                  </a:lnTo>
                  <a:lnTo>
                    <a:pt x="792353" y="1364919"/>
                  </a:lnTo>
                  <a:lnTo>
                    <a:pt x="792353" y="1381582"/>
                  </a:lnTo>
                  <a:lnTo>
                    <a:pt x="773226" y="1400708"/>
                  </a:lnTo>
                  <a:lnTo>
                    <a:pt x="756564" y="1400708"/>
                  </a:lnTo>
                  <a:lnTo>
                    <a:pt x="756564" y="1417370"/>
                  </a:lnTo>
                  <a:lnTo>
                    <a:pt x="737438" y="1436497"/>
                  </a:lnTo>
                  <a:lnTo>
                    <a:pt x="720775" y="1436497"/>
                  </a:lnTo>
                  <a:lnTo>
                    <a:pt x="720775" y="1453159"/>
                  </a:lnTo>
                  <a:lnTo>
                    <a:pt x="701649" y="1472285"/>
                  </a:lnTo>
                  <a:lnTo>
                    <a:pt x="684987" y="1472285"/>
                  </a:lnTo>
                  <a:lnTo>
                    <a:pt x="684987" y="1488948"/>
                  </a:lnTo>
                  <a:lnTo>
                    <a:pt x="665848" y="1508086"/>
                  </a:lnTo>
                  <a:lnTo>
                    <a:pt x="649185" y="1508086"/>
                  </a:lnTo>
                  <a:lnTo>
                    <a:pt x="649185" y="1524749"/>
                  </a:lnTo>
                  <a:lnTo>
                    <a:pt x="630059" y="1543875"/>
                  </a:lnTo>
                  <a:lnTo>
                    <a:pt x="613397" y="1543875"/>
                  </a:lnTo>
                  <a:lnTo>
                    <a:pt x="613397" y="1560537"/>
                  </a:lnTo>
                  <a:lnTo>
                    <a:pt x="594271" y="1579664"/>
                  </a:lnTo>
                  <a:lnTo>
                    <a:pt x="577608" y="1579664"/>
                  </a:lnTo>
                  <a:lnTo>
                    <a:pt x="577608" y="1596326"/>
                  </a:lnTo>
                  <a:lnTo>
                    <a:pt x="558482" y="1615452"/>
                  </a:lnTo>
                  <a:lnTo>
                    <a:pt x="541820" y="1615452"/>
                  </a:lnTo>
                  <a:lnTo>
                    <a:pt x="541820" y="1632115"/>
                  </a:lnTo>
                  <a:lnTo>
                    <a:pt x="522693" y="1651241"/>
                  </a:lnTo>
                  <a:lnTo>
                    <a:pt x="506031" y="1651241"/>
                  </a:lnTo>
                  <a:lnTo>
                    <a:pt x="506031" y="1667903"/>
                  </a:lnTo>
                  <a:lnTo>
                    <a:pt x="486892" y="1687042"/>
                  </a:lnTo>
                  <a:lnTo>
                    <a:pt x="470242" y="1687042"/>
                  </a:lnTo>
                  <a:lnTo>
                    <a:pt x="470242" y="1703692"/>
                  </a:lnTo>
                  <a:lnTo>
                    <a:pt x="451104" y="1722831"/>
                  </a:lnTo>
                  <a:lnTo>
                    <a:pt x="434454" y="1722831"/>
                  </a:lnTo>
                  <a:lnTo>
                    <a:pt x="434454" y="1739480"/>
                  </a:lnTo>
                  <a:lnTo>
                    <a:pt x="415315" y="1758619"/>
                  </a:lnTo>
                  <a:lnTo>
                    <a:pt x="398665" y="1758619"/>
                  </a:lnTo>
                  <a:lnTo>
                    <a:pt x="398665" y="1775269"/>
                  </a:lnTo>
                  <a:lnTo>
                    <a:pt x="379526" y="1794408"/>
                  </a:lnTo>
                  <a:lnTo>
                    <a:pt x="370878" y="1794408"/>
                  </a:lnTo>
                  <a:lnTo>
                    <a:pt x="370878" y="1803057"/>
                  </a:lnTo>
                  <a:lnTo>
                    <a:pt x="291553" y="1882381"/>
                  </a:lnTo>
                  <a:lnTo>
                    <a:pt x="291553" y="1803057"/>
                  </a:lnTo>
                  <a:lnTo>
                    <a:pt x="370878" y="1803057"/>
                  </a:lnTo>
                  <a:lnTo>
                    <a:pt x="370878" y="1794408"/>
                  </a:lnTo>
                  <a:lnTo>
                    <a:pt x="291553" y="1794408"/>
                  </a:lnTo>
                  <a:lnTo>
                    <a:pt x="291553" y="1782152"/>
                  </a:lnTo>
                  <a:lnTo>
                    <a:pt x="298437" y="1775269"/>
                  </a:lnTo>
                  <a:lnTo>
                    <a:pt x="398665" y="1775269"/>
                  </a:lnTo>
                  <a:lnTo>
                    <a:pt x="398665" y="1758619"/>
                  </a:lnTo>
                  <a:lnTo>
                    <a:pt x="315087" y="1758619"/>
                  </a:lnTo>
                  <a:lnTo>
                    <a:pt x="334225" y="1739480"/>
                  </a:lnTo>
                  <a:lnTo>
                    <a:pt x="434454" y="1739480"/>
                  </a:lnTo>
                  <a:lnTo>
                    <a:pt x="434454" y="1722831"/>
                  </a:lnTo>
                  <a:lnTo>
                    <a:pt x="350875" y="1722831"/>
                  </a:lnTo>
                  <a:lnTo>
                    <a:pt x="370014" y="1703692"/>
                  </a:lnTo>
                  <a:lnTo>
                    <a:pt x="470242" y="1703692"/>
                  </a:lnTo>
                  <a:lnTo>
                    <a:pt x="470242" y="1687042"/>
                  </a:lnTo>
                  <a:lnTo>
                    <a:pt x="386664" y="1687042"/>
                  </a:lnTo>
                  <a:lnTo>
                    <a:pt x="405803" y="1667903"/>
                  </a:lnTo>
                  <a:lnTo>
                    <a:pt x="506031" y="1667903"/>
                  </a:lnTo>
                  <a:lnTo>
                    <a:pt x="506031" y="1651241"/>
                  </a:lnTo>
                  <a:lnTo>
                    <a:pt x="422465" y="1651241"/>
                  </a:lnTo>
                  <a:lnTo>
                    <a:pt x="441591" y="1632115"/>
                  </a:lnTo>
                  <a:lnTo>
                    <a:pt x="541820" y="1632115"/>
                  </a:lnTo>
                  <a:lnTo>
                    <a:pt x="541820" y="1615452"/>
                  </a:lnTo>
                  <a:lnTo>
                    <a:pt x="458254" y="1615452"/>
                  </a:lnTo>
                  <a:lnTo>
                    <a:pt x="477380" y="1596326"/>
                  </a:lnTo>
                  <a:lnTo>
                    <a:pt x="577608" y="1596326"/>
                  </a:lnTo>
                  <a:lnTo>
                    <a:pt x="577608" y="1579664"/>
                  </a:lnTo>
                  <a:lnTo>
                    <a:pt x="494042" y="1579664"/>
                  </a:lnTo>
                  <a:lnTo>
                    <a:pt x="513168" y="1560537"/>
                  </a:lnTo>
                  <a:lnTo>
                    <a:pt x="613397" y="1560537"/>
                  </a:lnTo>
                  <a:lnTo>
                    <a:pt x="613397" y="1543875"/>
                  </a:lnTo>
                  <a:lnTo>
                    <a:pt x="529831" y="1543875"/>
                  </a:lnTo>
                  <a:lnTo>
                    <a:pt x="548957" y="1524749"/>
                  </a:lnTo>
                  <a:lnTo>
                    <a:pt x="649185" y="1524749"/>
                  </a:lnTo>
                  <a:lnTo>
                    <a:pt x="649185" y="1508086"/>
                  </a:lnTo>
                  <a:lnTo>
                    <a:pt x="565619" y="1508086"/>
                  </a:lnTo>
                  <a:lnTo>
                    <a:pt x="584758" y="1488948"/>
                  </a:lnTo>
                  <a:lnTo>
                    <a:pt x="684987" y="1488948"/>
                  </a:lnTo>
                  <a:lnTo>
                    <a:pt x="684987" y="1472285"/>
                  </a:lnTo>
                  <a:lnTo>
                    <a:pt x="601421" y="1472285"/>
                  </a:lnTo>
                  <a:lnTo>
                    <a:pt x="620547" y="1453159"/>
                  </a:lnTo>
                  <a:lnTo>
                    <a:pt x="720775" y="1453159"/>
                  </a:lnTo>
                  <a:lnTo>
                    <a:pt x="720775" y="1436497"/>
                  </a:lnTo>
                  <a:lnTo>
                    <a:pt x="637209" y="1436497"/>
                  </a:lnTo>
                  <a:lnTo>
                    <a:pt x="656336" y="1417370"/>
                  </a:lnTo>
                  <a:lnTo>
                    <a:pt x="756564" y="1417370"/>
                  </a:lnTo>
                  <a:lnTo>
                    <a:pt x="756564" y="1400708"/>
                  </a:lnTo>
                  <a:lnTo>
                    <a:pt x="672998" y="1400708"/>
                  </a:lnTo>
                  <a:lnTo>
                    <a:pt x="692124" y="1381582"/>
                  </a:lnTo>
                  <a:lnTo>
                    <a:pt x="792353" y="1381582"/>
                  </a:lnTo>
                  <a:lnTo>
                    <a:pt x="792353" y="1364919"/>
                  </a:lnTo>
                  <a:lnTo>
                    <a:pt x="708787" y="1364919"/>
                  </a:lnTo>
                  <a:lnTo>
                    <a:pt x="727913" y="1345793"/>
                  </a:lnTo>
                  <a:lnTo>
                    <a:pt x="828141" y="1345793"/>
                  </a:lnTo>
                  <a:lnTo>
                    <a:pt x="828141" y="1329131"/>
                  </a:lnTo>
                  <a:lnTo>
                    <a:pt x="744575" y="1329131"/>
                  </a:lnTo>
                  <a:lnTo>
                    <a:pt x="763701" y="1310005"/>
                  </a:lnTo>
                  <a:lnTo>
                    <a:pt x="863930" y="1310005"/>
                  </a:lnTo>
                  <a:lnTo>
                    <a:pt x="863930" y="1293342"/>
                  </a:lnTo>
                  <a:lnTo>
                    <a:pt x="780364" y="1293342"/>
                  </a:lnTo>
                  <a:lnTo>
                    <a:pt x="799490" y="1274216"/>
                  </a:lnTo>
                  <a:lnTo>
                    <a:pt x="899718" y="1274216"/>
                  </a:lnTo>
                  <a:lnTo>
                    <a:pt x="899718" y="1257554"/>
                  </a:lnTo>
                  <a:lnTo>
                    <a:pt x="816152" y="1257554"/>
                  </a:lnTo>
                  <a:lnTo>
                    <a:pt x="835279" y="1238427"/>
                  </a:lnTo>
                  <a:lnTo>
                    <a:pt x="935507" y="1238427"/>
                  </a:lnTo>
                  <a:lnTo>
                    <a:pt x="935507" y="1221765"/>
                  </a:lnTo>
                  <a:lnTo>
                    <a:pt x="851941" y="1221765"/>
                  </a:lnTo>
                  <a:lnTo>
                    <a:pt x="871080" y="1202626"/>
                  </a:lnTo>
                  <a:lnTo>
                    <a:pt x="971308" y="1202626"/>
                  </a:lnTo>
                  <a:lnTo>
                    <a:pt x="971308" y="1185976"/>
                  </a:lnTo>
                  <a:lnTo>
                    <a:pt x="887730" y="1185976"/>
                  </a:lnTo>
                  <a:lnTo>
                    <a:pt x="906868" y="1166837"/>
                  </a:lnTo>
                  <a:lnTo>
                    <a:pt x="1007097" y="1166837"/>
                  </a:lnTo>
                  <a:lnTo>
                    <a:pt x="1007097" y="1150188"/>
                  </a:lnTo>
                  <a:lnTo>
                    <a:pt x="923518" y="1150188"/>
                  </a:lnTo>
                  <a:lnTo>
                    <a:pt x="942657" y="1131049"/>
                  </a:lnTo>
                  <a:lnTo>
                    <a:pt x="1042885" y="1131049"/>
                  </a:lnTo>
                  <a:lnTo>
                    <a:pt x="1042885" y="1114399"/>
                  </a:lnTo>
                  <a:lnTo>
                    <a:pt x="959307" y="1114399"/>
                  </a:lnTo>
                  <a:lnTo>
                    <a:pt x="978446" y="1095260"/>
                  </a:lnTo>
                  <a:lnTo>
                    <a:pt x="1078674" y="1095260"/>
                  </a:lnTo>
                  <a:lnTo>
                    <a:pt x="1078674" y="1078611"/>
                  </a:lnTo>
                  <a:lnTo>
                    <a:pt x="995095" y="1078611"/>
                  </a:lnTo>
                  <a:lnTo>
                    <a:pt x="1014234" y="1059472"/>
                  </a:lnTo>
                  <a:lnTo>
                    <a:pt x="1114463" y="1059472"/>
                  </a:lnTo>
                  <a:lnTo>
                    <a:pt x="1114463" y="1042809"/>
                  </a:lnTo>
                  <a:lnTo>
                    <a:pt x="1030897" y="1042809"/>
                  </a:lnTo>
                  <a:lnTo>
                    <a:pt x="1164932" y="908773"/>
                  </a:lnTo>
                  <a:lnTo>
                    <a:pt x="1164932" y="893965"/>
                  </a:lnTo>
                  <a:lnTo>
                    <a:pt x="1016088" y="1042809"/>
                  </a:lnTo>
                  <a:lnTo>
                    <a:pt x="999426" y="1042809"/>
                  </a:lnTo>
                  <a:lnTo>
                    <a:pt x="999426" y="1059472"/>
                  </a:lnTo>
                  <a:lnTo>
                    <a:pt x="980287" y="1078611"/>
                  </a:lnTo>
                  <a:lnTo>
                    <a:pt x="963637" y="1078611"/>
                  </a:lnTo>
                  <a:lnTo>
                    <a:pt x="963637" y="1095260"/>
                  </a:lnTo>
                  <a:lnTo>
                    <a:pt x="944499" y="1114399"/>
                  </a:lnTo>
                  <a:lnTo>
                    <a:pt x="927849" y="1114399"/>
                  </a:lnTo>
                  <a:lnTo>
                    <a:pt x="927849" y="1131049"/>
                  </a:lnTo>
                  <a:lnTo>
                    <a:pt x="908710" y="1150188"/>
                  </a:lnTo>
                  <a:lnTo>
                    <a:pt x="892060" y="1150188"/>
                  </a:lnTo>
                  <a:lnTo>
                    <a:pt x="892060" y="1166837"/>
                  </a:lnTo>
                  <a:lnTo>
                    <a:pt x="872921" y="1185976"/>
                  </a:lnTo>
                  <a:lnTo>
                    <a:pt x="856272" y="1185976"/>
                  </a:lnTo>
                  <a:lnTo>
                    <a:pt x="856272" y="1202626"/>
                  </a:lnTo>
                  <a:lnTo>
                    <a:pt x="837133" y="1221765"/>
                  </a:lnTo>
                  <a:lnTo>
                    <a:pt x="820470" y="1221765"/>
                  </a:lnTo>
                  <a:lnTo>
                    <a:pt x="820470" y="1238427"/>
                  </a:lnTo>
                  <a:lnTo>
                    <a:pt x="801344" y="1257554"/>
                  </a:lnTo>
                  <a:lnTo>
                    <a:pt x="784682" y="1257554"/>
                  </a:lnTo>
                  <a:lnTo>
                    <a:pt x="784682" y="1274216"/>
                  </a:lnTo>
                  <a:lnTo>
                    <a:pt x="765556" y="1293342"/>
                  </a:lnTo>
                  <a:lnTo>
                    <a:pt x="748893" y="1293342"/>
                  </a:lnTo>
                  <a:lnTo>
                    <a:pt x="748893" y="1310005"/>
                  </a:lnTo>
                  <a:lnTo>
                    <a:pt x="729767" y="1329131"/>
                  </a:lnTo>
                  <a:lnTo>
                    <a:pt x="713105" y="1329131"/>
                  </a:lnTo>
                  <a:lnTo>
                    <a:pt x="713105" y="1345793"/>
                  </a:lnTo>
                  <a:lnTo>
                    <a:pt x="693978" y="1364919"/>
                  </a:lnTo>
                  <a:lnTo>
                    <a:pt x="677316" y="1364919"/>
                  </a:lnTo>
                  <a:lnTo>
                    <a:pt x="677316" y="1381582"/>
                  </a:lnTo>
                  <a:lnTo>
                    <a:pt x="658190" y="1400708"/>
                  </a:lnTo>
                  <a:lnTo>
                    <a:pt x="641527" y="1400708"/>
                  </a:lnTo>
                  <a:lnTo>
                    <a:pt x="641527" y="1417370"/>
                  </a:lnTo>
                  <a:lnTo>
                    <a:pt x="622401" y="1436497"/>
                  </a:lnTo>
                  <a:lnTo>
                    <a:pt x="605739" y="1436497"/>
                  </a:lnTo>
                  <a:lnTo>
                    <a:pt x="605739" y="1453159"/>
                  </a:lnTo>
                  <a:lnTo>
                    <a:pt x="586613" y="1472285"/>
                  </a:lnTo>
                  <a:lnTo>
                    <a:pt x="569950" y="1472285"/>
                  </a:lnTo>
                  <a:lnTo>
                    <a:pt x="569950" y="1488948"/>
                  </a:lnTo>
                  <a:lnTo>
                    <a:pt x="550811" y="1508086"/>
                  </a:lnTo>
                  <a:lnTo>
                    <a:pt x="534149" y="1508086"/>
                  </a:lnTo>
                  <a:lnTo>
                    <a:pt x="534149" y="1524749"/>
                  </a:lnTo>
                  <a:lnTo>
                    <a:pt x="515023" y="1543875"/>
                  </a:lnTo>
                  <a:lnTo>
                    <a:pt x="498360" y="1543875"/>
                  </a:lnTo>
                  <a:lnTo>
                    <a:pt x="498360" y="1560537"/>
                  </a:lnTo>
                  <a:lnTo>
                    <a:pt x="479234" y="1579664"/>
                  </a:lnTo>
                  <a:lnTo>
                    <a:pt x="462572" y="1579664"/>
                  </a:lnTo>
                  <a:lnTo>
                    <a:pt x="462572" y="1596326"/>
                  </a:lnTo>
                  <a:lnTo>
                    <a:pt x="443445" y="1615452"/>
                  </a:lnTo>
                  <a:lnTo>
                    <a:pt x="426783" y="1615452"/>
                  </a:lnTo>
                  <a:lnTo>
                    <a:pt x="426783" y="1632115"/>
                  </a:lnTo>
                  <a:lnTo>
                    <a:pt x="407657" y="1651241"/>
                  </a:lnTo>
                  <a:lnTo>
                    <a:pt x="390994" y="1651241"/>
                  </a:lnTo>
                  <a:lnTo>
                    <a:pt x="390994" y="1667903"/>
                  </a:lnTo>
                  <a:lnTo>
                    <a:pt x="371856" y="1687042"/>
                  </a:lnTo>
                  <a:lnTo>
                    <a:pt x="355206" y="1687042"/>
                  </a:lnTo>
                  <a:lnTo>
                    <a:pt x="355206" y="1703692"/>
                  </a:lnTo>
                  <a:lnTo>
                    <a:pt x="336067" y="1722831"/>
                  </a:lnTo>
                  <a:lnTo>
                    <a:pt x="319417" y="1722831"/>
                  </a:lnTo>
                  <a:lnTo>
                    <a:pt x="319417" y="1739480"/>
                  </a:lnTo>
                  <a:lnTo>
                    <a:pt x="300278" y="1758619"/>
                  </a:lnTo>
                  <a:lnTo>
                    <a:pt x="283629" y="1758619"/>
                  </a:lnTo>
                  <a:lnTo>
                    <a:pt x="283629" y="1775269"/>
                  </a:lnTo>
                  <a:lnTo>
                    <a:pt x="281076" y="1777822"/>
                  </a:lnTo>
                  <a:lnTo>
                    <a:pt x="281076" y="1794408"/>
                  </a:lnTo>
                  <a:lnTo>
                    <a:pt x="151295" y="1794408"/>
                  </a:lnTo>
                  <a:lnTo>
                    <a:pt x="170434" y="1775269"/>
                  </a:lnTo>
                  <a:lnTo>
                    <a:pt x="283629" y="1775269"/>
                  </a:lnTo>
                  <a:lnTo>
                    <a:pt x="283629" y="1758619"/>
                  </a:lnTo>
                  <a:lnTo>
                    <a:pt x="187083" y="1758619"/>
                  </a:lnTo>
                  <a:lnTo>
                    <a:pt x="206222" y="1739480"/>
                  </a:lnTo>
                  <a:lnTo>
                    <a:pt x="319417" y="1739480"/>
                  </a:lnTo>
                  <a:lnTo>
                    <a:pt x="319417" y="1722831"/>
                  </a:lnTo>
                  <a:lnTo>
                    <a:pt x="222872" y="1722831"/>
                  </a:lnTo>
                  <a:lnTo>
                    <a:pt x="242011" y="1703692"/>
                  </a:lnTo>
                  <a:lnTo>
                    <a:pt x="355206" y="1703692"/>
                  </a:lnTo>
                  <a:lnTo>
                    <a:pt x="355206" y="1687042"/>
                  </a:lnTo>
                  <a:lnTo>
                    <a:pt x="258660" y="1687042"/>
                  </a:lnTo>
                  <a:lnTo>
                    <a:pt x="277799" y="1667903"/>
                  </a:lnTo>
                  <a:lnTo>
                    <a:pt x="390994" y="1667903"/>
                  </a:lnTo>
                  <a:lnTo>
                    <a:pt x="390994" y="1651241"/>
                  </a:lnTo>
                  <a:lnTo>
                    <a:pt x="294462" y="1651241"/>
                  </a:lnTo>
                  <a:lnTo>
                    <a:pt x="313588" y="1632115"/>
                  </a:lnTo>
                  <a:lnTo>
                    <a:pt x="426783" y="1632115"/>
                  </a:lnTo>
                  <a:lnTo>
                    <a:pt x="426783" y="1615452"/>
                  </a:lnTo>
                  <a:lnTo>
                    <a:pt x="330250" y="1615452"/>
                  </a:lnTo>
                  <a:lnTo>
                    <a:pt x="349377" y="1596326"/>
                  </a:lnTo>
                  <a:lnTo>
                    <a:pt x="462572" y="1596326"/>
                  </a:lnTo>
                  <a:lnTo>
                    <a:pt x="462572" y="1579664"/>
                  </a:lnTo>
                  <a:lnTo>
                    <a:pt x="366039" y="1579664"/>
                  </a:lnTo>
                  <a:lnTo>
                    <a:pt x="385165" y="1560537"/>
                  </a:lnTo>
                  <a:lnTo>
                    <a:pt x="498360" y="1560537"/>
                  </a:lnTo>
                  <a:lnTo>
                    <a:pt x="498360" y="1543875"/>
                  </a:lnTo>
                  <a:lnTo>
                    <a:pt x="401828" y="1543875"/>
                  </a:lnTo>
                  <a:lnTo>
                    <a:pt x="420954" y="1524749"/>
                  </a:lnTo>
                  <a:lnTo>
                    <a:pt x="534149" y="1524749"/>
                  </a:lnTo>
                  <a:lnTo>
                    <a:pt x="534149" y="1508086"/>
                  </a:lnTo>
                  <a:lnTo>
                    <a:pt x="437616" y="1508086"/>
                  </a:lnTo>
                  <a:lnTo>
                    <a:pt x="456755" y="1488948"/>
                  </a:lnTo>
                  <a:lnTo>
                    <a:pt x="569950" y="1488948"/>
                  </a:lnTo>
                  <a:lnTo>
                    <a:pt x="569950" y="1472285"/>
                  </a:lnTo>
                  <a:lnTo>
                    <a:pt x="473417" y="1472285"/>
                  </a:lnTo>
                  <a:lnTo>
                    <a:pt x="492544" y="1453159"/>
                  </a:lnTo>
                  <a:lnTo>
                    <a:pt x="605739" y="1453159"/>
                  </a:lnTo>
                  <a:lnTo>
                    <a:pt x="605739" y="1436497"/>
                  </a:lnTo>
                  <a:lnTo>
                    <a:pt x="509206" y="1436497"/>
                  </a:lnTo>
                  <a:lnTo>
                    <a:pt x="528332" y="1417370"/>
                  </a:lnTo>
                  <a:lnTo>
                    <a:pt x="641527" y="1417370"/>
                  </a:lnTo>
                  <a:lnTo>
                    <a:pt x="641527" y="1400708"/>
                  </a:lnTo>
                  <a:lnTo>
                    <a:pt x="544995" y="1400708"/>
                  </a:lnTo>
                  <a:lnTo>
                    <a:pt x="564121" y="1381582"/>
                  </a:lnTo>
                  <a:lnTo>
                    <a:pt x="677316" y="1381582"/>
                  </a:lnTo>
                  <a:lnTo>
                    <a:pt x="677316" y="1364919"/>
                  </a:lnTo>
                  <a:lnTo>
                    <a:pt x="580783" y="1364919"/>
                  </a:lnTo>
                  <a:lnTo>
                    <a:pt x="599909" y="1345793"/>
                  </a:lnTo>
                  <a:lnTo>
                    <a:pt x="713105" y="1345793"/>
                  </a:lnTo>
                  <a:lnTo>
                    <a:pt x="713105" y="1329131"/>
                  </a:lnTo>
                  <a:lnTo>
                    <a:pt x="616572" y="1329131"/>
                  </a:lnTo>
                  <a:lnTo>
                    <a:pt x="635698" y="1310005"/>
                  </a:lnTo>
                  <a:lnTo>
                    <a:pt x="748893" y="1310005"/>
                  </a:lnTo>
                  <a:lnTo>
                    <a:pt x="748893" y="1293342"/>
                  </a:lnTo>
                  <a:lnTo>
                    <a:pt x="652360" y="1293342"/>
                  </a:lnTo>
                  <a:lnTo>
                    <a:pt x="671487" y="1274216"/>
                  </a:lnTo>
                  <a:lnTo>
                    <a:pt x="784682" y="1274216"/>
                  </a:lnTo>
                  <a:lnTo>
                    <a:pt x="784682" y="1257554"/>
                  </a:lnTo>
                  <a:lnTo>
                    <a:pt x="688149" y="1257554"/>
                  </a:lnTo>
                  <a:lnTo>
                    <a:pt x="707275" y="1238427"/>
                  </a:lnTo>
                  <a:lnTo>
                    <a:pt x="820470" y="1238427"/>
                  </a:lnTo>
                  <a:lnTo>
                    <a:pt x="820470" y="1221765"/>
                  </a:lnTo>
                  <a:lnTo>
                    <a:pt x="723938" y="1221765"/>
                  </a:lnTo>
                  <a:lnTo>
                    <a:pt x="743077" y="1202626"/>
                  </a:lnTo>
                  <a:lnTo>
                    <a:pt x="856272" y="1202626"/>
                  </a:lnTo>
                  <a:lnTo>
                    <a:pt x="856272" y="1185976"/>
                  </a:lnTo>
                  <a:lnTo>
                    <a:pt x="759726" y="1185976"/>
                  </a:lnTo>
                  <a:lnTo>
                    <a:pt x="778865" y="1166837"/>
                  </a:lnTo>
                  <a:lnTo>
                    <a:pt x="892060" y="1166837"/>
                  </a:lnTo>
                  <a:lnTo>
                    <a:pt x="892060" y="1150188"/>
                  </a:lnTo>
                  <a:lnTo>
                    <a:pt x="795515" y="1150188"/>
                  </a:lnTo>
                  <a:lnTo>
                    <a:pt x="814654" y="1131049"/>
                  </a:lnTo>
                  <a:lnTo>
                    <a:pt x="927849" y="1131049"/>
                  </a:lnTo>
                  <a:lnTo>
                    <a:pt x="927849" y="1114399"/>
                  </a:lnTo>
                  <a:lnTo>
                    <a:pt x="831303" y="1114399"/>
                  </a:lnTo>
                  <a:lnTo>
                    <a:pt x="850442" y="1095260"/>
                  </a:lnTo>
                  <a:lnTo>
                    <a:pt x="963637" y="1095260"/>
                  </a:lnTo>
                  <a:lnTo>
                    <a:pt x="963637" y="1078611"/>
                  </a:lnTo>
                  <a:lnTo>
                    <a:pt x="867092" y="1078611"/>
                  </a:lnTo>
                  <a:lnTo>
                    <a:pt x="886231" y="1059472"/>
                  </a:lnTo>
                  <a:lnTo>
                    <a:pt x="999426" y="1059472"/>
                  </a:lnTo>
                  <a:lnTo>
                    <a:pt x="999426" y="1042809"/>
                  </a:lnTo>
                  <a:lnTo>
                    <a:pt x="902893" y="1042809"/>
                  </a:lnTo>
                  <a:lnTo>
                    <a:pt x="925766" y="1019937"/>
                  </a:lnTo>
                  <a:lnTo>
                    <a:pt x="904811" y="1019937"/>
                  </a:lnTo>
                  <a:lnTo>
                    <a:pt x="904811" y="883488"/>
                  </a:lnTo>
                  <a:lnTo>
                    <a:pt x="894321" y="893978"/>
                  </a:lnTo>
                  <a:lnTo>
                    <a:pt x="894321" y="908773"/>
                  </a:lnTo>
                  <a:lnTo>
                    <a:pt x="894321" y="1019937"/>
                  </a:lnTo>
                  <a:lnTo>
                    <a:pt x="883399" y="1019937"/>
                  </a:lnTo>
                  <a:lnTo>
                    <a:pt x="20942" y="1882394"/>
                  </a:lnTo>
                  <a:lnTo>
                    <a:pt x="20942" y="1782152"/>
                  </a:lnTo>
                  <a:lnTo>
                    <a:pt x="894321" y="908773"/>
                  </a:lnTo>
                  <a:lnTo>
                    <a:pt x="894321" y="893978"/>
                  </a:lnTo>
                  <a:lnTo>
                    <a:pt x="10477" y="1777822"/>
                  </a:lnTo>
                  <a:lnTo>
                    <a:pt x="10477" y="1892858"/>
                  </a:lnTo>
                  <a:lnTo>
                    <a:pt x="0" y="1903336"/>
                  </a:lnTo>
                  <a:lnTo>
                    <a:pt x="10477" y="1903336"/>
                  </a:lnTo>
                  <a:lnTo>
                    <a:pt x="20942" y="1903336"/>
                  </a:lnTo>
                  <a:lnTo>
                    <a:pt x="42379" y="1903336"/>
                  </a:lnTo>
                  <a:lnTo>
                    <a:pt x="142646" y="1803057"/>
                  </a:lnTo>
                  <a:lnTo>
                    <a:pt x="281076" y="1803057"/>
                  </a:lnTo>
                  <a:lnTo>
                    <a:pt x="281076" y="1892858"/>
                  </a:lnTo>
                  <a:lnTo>
                    <a:pt x="270598" y="1903336"/>
                  </a:lnTo>
                  <a:lnTo>
                    <a:pt x="281076" y="1903336"/>
                  </a:lnTo>
                  <a:lnTo>
                    <a:pt x="291553" y="1903336"/>
                  </a:lnTo>
                  <a:lnTo>
                    <a:pt x="312978" y="1903336"/>
                  </a:lnTo>
                  <a:lnTo>
                    <a:pt x="1196378" y="1019937"/>
                  </a:lnTo>
                  <a:close/>
                </a:path>
                <a:path w="1781175" h="1903729">
                  <a:moveTo>
                    <a:pt x="1780921" y="1019835"/>
                  </a:moveTo>
                  <a:lnTo>
                    <a:pt x="1770443" y="1009357"/>
                  </a:lnTo>
                  <a:lnTo>
                    <a:pt x="1770443" y="894321"/>
                  </a:lnTo>
                  <a:lnTo>
                    <a:pt x="1759978" y="883856"/>
                  </a:lnTo>
                  <a:lnTo>
                    <a:pt x="1759978" y="898664"/>
                  </a:lnTo>
                  <a:lnTo>
                    <a:pt x="1759978" y="998893"/>
                  </a:lnTo>
                  <a:lnTo>
                    <a:pt x="1701190" y="940104"/>
                  </a:lnTo>
                  <a:lnTo>
                    <a:pt x="1701190" y="982484"/>
                  </a:lnTo>
                  <a:lnTo>
                    <a:pt x="1499844" y="982484"/>
                  </a:lnTo>
                  <a:lnTo>
                    <a:pt x="1499844" y="963345"/>
                  </a:lnTo>
                  <a:lnTo>
                    <a:pt x="1682051" y="963345"/>
                  </a:lnTo>
                  <a:lnTo>
                    <a:pt x="1701190" y="982484"/>
                  </a:lnTo>
                  <a:lnTo>
                    <a:pt x="1701190" y="940104"/>
                  </a:lnTo>
                  <a:lnTo>
                    <a:pt x="1665401" y="904316"/>
                  </a:lnTo>
                  <a:lnTo>
                    <a:pt x="1665401" y="946696"/>
                  </a:lnTo>
                  <a:lnTo>
                    <a:pt x="1499844" y="946696"/>
                  </a:lnTo>
                  <a:lnTo>
                    <a:pt x="1499844" y="927557"/>
                  </a:lnTo>
                  <a:lnTo>
                    <a:pt x="1646262" y="927557"/>
                  </a:lnTo>
                  <a:lnTo>
                    <a:pt x="1665401" y="946696"/>
                  </a:lnTo>
                  <a:lnTo>
                    <a:pt x="1665401" y="904316"/>
                  </a:lnTo>
                  <a:lnTo>
                    <a:pt x="1629613" y="868527"/>
                  </a:lnTo>
                  <a:lnTo>
                    <a:pt x="1629613" y="910907"/>
                  </a:lnTo>
                  <a:lnTo>
                    <a:pt x="1499844" y="910907"/>
                  </a:lnTo>
                  <a:lnTo>
                    <a:pt x="1499844" y="894321"/>
                  </a:lnTo>
                  <a:lnTo>
                    <a:pt x="1497279" y="891768"/>
                  </a:lnTo>
                  <a:lnTo>
                    <a:pt x="1610474" y="891768"/>
                  </a:lnTo>
                  <a:lnTo>
                    <a:pt x="1629613" y="910907"/>
                  </a:lnTo>
                  <a:lnTo>
                    <a:pt x="1629613" y="868527"/>
                  </a:lnTo>
                  <a:lnTo>
                    <a:pt x="1593824" y="832739"/>
                  </a:lnTo>
                  <a:lnTo>
                    <a:pt x="1593824" y="875118"/>
                  </a:lnTo>
                  <a:lnTo>
                    <a:pt x="1489367" y="875118"/>
                  </a:lnTo>
                  <a:lnTo>
                    <a:pt x="1489367" y="982484"/>
                  </a:lnTo>
                  <a:lnTo>
                    <a:pt x="1472971" y="982484"/>
                  </a:lnTo>
                  <a:lnTo>
                    <a:pt x="1453832" y="963345"/>
                  </a:lnTo>
                  <a:lnTo>
                    <a:pt x="1489367" y="963345"/>
                  </a:lnTo>
                  <a:lnTo>
                    <a:pt x="1489367" y="946696"/>
                  </a:lnTo>
                  <a:lnTo>
                    <a:pt x="1437182" y="946696"/>
                  </a:lnTo>
                  <a:lnTo>
                    <a:pt x="1418043" y="927557"/>
                  </a:lnTo>
                  <a:lnTo>
                    <a:pt x="1489367" y="927557"/>
                  </a:lnTo>
                  <a:lnTo>
                    <a:pt x="1489367" y="910907"/>
                  </a:lnTo>
                  <a:lnTo>
                    <a:pt x="1401394" y="910907"/>
                  </a:lnTo>
                  <a:lnTo>
                    <a:pt x="1382255" y="891768"/>
                  </a:lnTo>
                  <a:lnTo>
                    <a:pt x="1482471" y="891768"/>
                  </a:lnTo>
                  <a:lnTo>
                    <a:pt x="1489367" y="898664"/>
                  </a:lnTo>
                  <a:lnTo>
                    <a:pt x="1489367" y="875118"/>
                  </a:lnTo>
                  <a:lnTo>
                    <a:pt x="1480629" y="875118"/>
                  </a:lnTo>
                  <a:lnTo>
                    <a:pt x="1465821" y="860310"/>
                  </a:lnTo>
                  <a:lnTo>
                    <a:pt x="1465821" y="875118"/>
                  </a:lnTo>
                  <a:lnTo>
                    <a:pt x="1365605" y="875118"/>
                  </a:lnTo>
                  <a:lnTo>
                    <a:pt x="1346466" y="855980"/>
                  </a:lnTo>
                  <a:lnTo>
                    <a:pt x="1446682" y="855980"/>
                  </a:lnTo>
                  <a:lnTo>
                    <a:pt x="1465821" y="875118"/>
                  </a:lnTo>
                  <a:lnTo>
                    <a:pt x="1465821" y="860310"/>
                  </a:lnTo>
                  <a:lnTo>
                    <a:pt x="1461490" y="855980"/>
                  </a:lnTo>
                  <a:lnTo>
                    <a:pt x="1574685" y="855980"/>
                  </a:lnTo>
                  <a:lnTo>
                    <a:pt x="1593824" y="875118"/>
                  </a:lnTo>
                  <a:lnTo>
                    <a:pt x="1593824" y="832739"/>
                  </a:lnTo>
                  <a:lnTo>
                    <a:pt x="1558036" y="796950"/>
                  </a:lnTo>
                  <a:lnTo>
                    <a:pt x="1558036" y="839330"/>
                  </a:lnTo>
                  <a:lnTo>
                    <a:pt x="1444840" y="839330"/>
                  </a:lnTo>
                  <a:lnTo>
                    <a:pt x="1430032" y="824522"/>
                  </a:lnTo>
                  <a:lnTo>
                    <a:pt x="1430032" y="839330"/>
                  </a:lnTo>
                  <a:lnTo>
                    <a:pt x="1329817" y="839330"/>
                  </a:lnTo>
                  <a:lnTo>
                    <a:pt x="1310678" y="820191"/>
                  </a:lnTo>
                  <a:lnTo>
                    <a:pt x="1410893" y="820191"/>
                  </a:lnTo>
                  <a:lnTo>
                    <a:pt x="1430032" y="839330"/>
                  </a:lnTo>
                  <a:lnTo>
                    <a:pt x="1430032" y="824522"/>
                  </a:lnTo>
                  <a:lnTo>
                    <a:pt x="1425702" y="820191"/>
                  </a:lnTo>
                  <a:lnTo>
                    <a:pt x="1538897" y="820191"/>
                  </a:lnTo>
                  <a:lnTo>
                    <a:pt x="1558036" y="839330"/>
                  </a:lnTo>
                  <a:lnTo>
                    <a:pt x="1558036" y="796950"/>
                  </a:lnTo>
                  <a:lnTo>
                    <a:pt x="1522234" y="761149"/>
                  </a:lnTo>
                  <a:lnTo>
                    <a:pt x="1522234" y="803529"/>
                  </a:lnTo>
                  <a:lnTo>
                    <a:pt x="1409039" y="803529"/>
                  </a:lnTo>
                  <a:lnTo>
                    <a:pt x="1394231" y="788720"/>
                  </a:lnTo>
                  <a:lnTo>
                    <a:pt x="1394231" y="803529"/>
                  </a:lnTo>
                  <a:lnTo>
                    <a:pt x="1294015" y="803529"/>
                  </a:lnTo>
                  <a:lnTo>
                    <a:pt x="1274889" y="784402"/>
                  </a:lnTo>
                  <a:lnTo>
                    <a:pt x="1375105" y="784402"/>
                  </a:lnTo>
                  <a:lnTo>
                    <a:pt x="1394231" y="803529"/>
                  </a:lnTo>
                  <a:lnTo>
                    <a:pt x="1394231" y="788720"/>
                  </a:lnTo>
                  <a:lnTo>
                    <a:pt x="1389913" y="784402"/>
                  </a:lnTo>
                  <a:lnTo>
                    <a:pt x="1503108" y="784402"/>
                  </a:lnTo>
                  <a:lnTo>
                    <a:pt x="1522234" y="803529"/>
                  </a:lnTo>
                  <a:lnTo>
                    <a:pt x="1522234" y="761149"/>
                  </a:lnTo>
                  <a:lnTo>
                    <a:pt x="1486446" y="725360"/>
                  </a:lnTo>
                  <a:lnTo>
                    <a:pt x="1486446" y="767740"/>
                  </a:lnTo>
                  <a:lnTo>
                    <a:pt x="1373251" y="767740"/>
                  </a:lnTo>
                  <a:lnTo>
                    <a:pt x="1358442" y="752932"/>
                  </a:lnTo>
                  <a:lnTo>
                    <a:pt x="1358442" y="767740"/>
                  </a:lnTo>
                  <a:lnTo>
                    <a:pt x="1258227" y="767740"/>
                  </a:lnTo>
                  <a:lnTo>
                    <a:pt x="1239100" y="748614"/>
                  </a:lnTo>
                  <a:lnTo>
                    <a:pt x="1339316" y="748614"/>
                  </a:lnTo>
                  <a:lnTo>
                    <a:pt x="1358442" y="767740"/>
                  </a:lnTo>
                  <a:lnTo>
                    <a:pt x="1358442" y="752932"/>
                  </a:lnTo>
                  <a:lnTo>
                    <a:pt x="1354124" y="748614"/>
                  </a:lnTo>
                  <a:lnTo>
                    <a:pt x="1467319" y="748614"/>
                  </a:lnTo>
                  <a:lnTo>
                    <a:pt x="1486446" y="767740"/>
                  </a:lnTo>
                  <a:lnTo>
                    <a:pt x="1486446" y="725360"/>
                  </a:lnTo>
                  <a:lnTo>
                    <a:pt x="1450657" y="689571"/>
                  </a:lnTo>
                  <a:lnTo>
                    <a:pt x="1450657" y="731951"/>
                  </a:lnTo>
                  <a:lnTo>
                    <a:pt x="1337462" y="731951"/>
                  </a:lnTo>
                  <a:lnTo>
                    <a:pt x="1322654" y="717143"/>
                  </a:lnTo>
                  <a:lnTo>
                    <a:pt x="1322654" y="731951"/>
                  </a:lnTo>
                  <a:lnTo>
                    <a:pt x="1222438" y="731951"/>
                  </a:lnTo>
                  <a:lnTo>
                    <a:pt x="1203312" y="712825"/>
                  </a:lnTo>
                  <a:lnTo>
                    <a:pt x="1303528" y="712825"/>
                  </a:lnTo>
                  <a:lnTo>
                    <a:pt x="1322654" y="731951"/>
                  </a:lnTo>
                  <a:lnTo>
                    <a:pt x="1322654" y="717143"/>
                  </a:lnTo>
                  <a:lnTo>
                    <a:pt x="1318336" y="712825"/>
                  </a:lnTo>
                  <a:lnTo>
                    <a:pt x="1431531" y="712825"/>
                  </a:lnTo>
                  <a:lnTo>
                    <a:pt x="1450657" y="731951"/>
                  </a:lnTo>
                  <a:lnTo>
                    <a:pt x="1450657" y="689571"/>
                  </a:lnTo>
                  <a:lnTo>
                    <a:pt x="1414868" y="653783"/>
                  </a:lnTo>
                  <a:lnTo>
                    <a:pt x="1414868" y="696163"/>
                  </a:lnTo>
                  <a:lnTo>
                    <a:pt x="1301673" y="696163"/>
                  </a:lnTo>
                  <a:lnTo>
                    <a:pt x="1286865" y="681355"/>
                  </a:lnTo>
                  <a:lnTo>
                    <a:pt x="1286865" y="696163"/>
                  </a:lnTo>
                  <a:lnTo>
                    <a:pt x="1186649" y="696163"/>
                  </a:lnTo>
                  <a:lnTo>
                    <a:pt x="1167523" y="677037"/>
                  </a:lnTo>
                  <a:lnTo>
                    <a:pt x="1267739" y="677037"/>
                  </a:lnTo>
                  <a:lnTo>
                    <a:pt x="1286865" y="696163"/>
                  </a:lnTo>
                  <a:lnTo>
                    <a:pt x="1286865" y="681355"/>
                  </a:lnTo>
                  <a:lnTo>
                    <a:pt x="1282547" y="677037"/>
                  </a:lnTo>
                  <a:lnTo>
                    <a:pt x="1395742" y="677037"/>
                  </a:lnTo>
                  <a:lnTo>
                    <a:pt x="1414868" y="696163"/>
                  </a:lnTo>
                  <a:lnTo>
                    <a:pt x="1414868" y="653783"/>
                  </a:lnTo>
                  <a:lnTo>
                    <a:pt x="1379080" y="617994"/>
                  </a:lnTo>
                  <a:lnTo>
                    <a:pt x="1379080" y="660374"/>
                  </a:lnTo>
                  <a:lnTo>
                    <a:pt x="1265885" y="660374"/>
                  </a:lnTo>
                  <a:lnTo>
                    <a:pt x="1251077" y="645566"/>
                  </a:lnTo>
                  <a:lnTo>
                    <a:pt x="1251077" y="660374"/>
                  </a:lnTo>
                  <a:lnTo>
                    <a:pt x="1150861" y="660374"/>
                  </a:lnTo>
                  <a:lnTo>
                    <a:pt x="1131735" y="641248"/>
                  </a:lnTo>
                  <a:lnTo>
                    <a:pt x="1231950" y="641248"/>
                  </a:lnTo>
                  <a:lnTo>
                    <a:pt x="1251077" y="660374"/>
                  </a:lnTo>
                  <a:lnTo>
                    <a:pt x="1251077" y="645566"/>
                  </a:lnTo>
                  <a:lnTo>
                    <a:pt x="1246759" y="641248"/>
                  </a:lnTo>
                  <a:lnTo>
                    <a:pt x="1359954" y="641248"/>
                  </a:lnTo>
                  <a:lnTo>
                    <a:pt x="1379080" y="660374"/>
                  </a:lnTo>
                  <a:lnTo>
                    <a:pt x="1379080" y="617994"/>
                  </a:lnTo>
                  <a:lnTo>
                    <a:pt x="1343291" y="582206"/>
                  </a:lnTo>
                  <a:lnTo>
                    <a:pt x="1343291" y="624586"/>
                  </a:lnTo>
                  <a:lnTo>
                    <a:pt x="1230096" y="624586"/>
                  </a:lnTo>
                  <a:lnTo>
                    <a:pt x="1215288" y="609777"/>
                  </a:lnTo>
                  <a:lnTo>
                    <a:pt x="1215288" y="624586"/>
                  </a:lnTo>
                  <a:lnTo>
                    <a:pt x="1115072" y="624586"/>
                  </a:lnTo>
                  <a:lnTo>
                    <a:pt x="1095946" y="605459"/>
                  </a:lnTo>
                  <a:lnTo>
                    <a:pt x="1196162" y="605459"/>
                  </a:lnTo>
                  <a:lnTo>
                    <a:pt x="1215288" y="624586"/>
                  </a:lnTo>
                  <a:lnTo>
                    <a:pt x="1215288" y="609777"/>
                  </a:lnTo>
                  <a:lnTo>
                    <a:pt x="1210970" y="605459"/>
                  </a:lnTo>
                  <a:lnTo>
                    <a:pt x="1324165" y="605459"/>
                  </a:lnTo>
                  <a:lnTo>
                    <a:pt x="1343291" y="624586"/>
                  </a:lnTo>
                  <a:lnTo>
                    <a:pt x="1343291" y="582206"/>
                  </a:lnTo>
                  <a:lnTo>
                    <a:pt x="1307503" y="546417"/>
                  </a:lnTo>
                  <a:lnTo>
                    <a:pt x="1307503" y="588797"/>
                  </a:lnTo>
                  <a:lnTo>
                    <a:pt x="1194308" y="588797"/>
                  </a:lnTo>
                  <a:lnTo>
                    <a:pt x="1179499" y="573989"/>
                  </a:lnTo>
                  <a:lnTo>
                    <a:pt x="1179499" y="588797"/>
                  </a:lnTo>
                  <a:lnTo>
                    <a:pt x="1079284" y="588797"/>
                  </a:lnTo>
                  <a:lnTo>
                    <a:pt x="1060157" y="569671"/>
                  </a:lnTo>
                  <a:lnTo>
                    <a:pt x="1160373" y="569671"/>
                  </a:lnTo>
                  <a:lnTo>
                    <a:pt x="1179499" y="588797"/>
                  </a:lnTo>
                  <a:lnTo>
                    <a:pt x="1179499" y="573989"/>
                  </a:lnTo>
                  <a:lnTo>
                    <a:pt x="1175181" y="569671"/>
                  </a:lnTo>
                  <a:lnTo>
                    <a:pt x="1288376" y="569671"/>
                  </a:lnTo>
                  <a:lnTo>
                    <a:pt x="1307503" y="588797"/>
                  </a:lnTo>
                  <a:lnTo>
                    <a:pt x="1307503" y="546417"/>
                  </a:lnTo>
                  <a:lnTo>
                    <a:pt x="1271714" y="510628"/>
                  </a:lnTo>
                  <a:lnTo>
                    <a:pt x="1271714" y="553008"/>
                  </a:lnTo>
                  <a:lnTo>
                    <a:pt x="1158519" y="553008"/>
                  </a:lnTo>
                  <a:lnTo>
                    <a:pt x="1143711" y="538200"/>
                  </a:lnTo>
                  <a:lnTo>
                    <a:pt x="1143711" y="553008"/>
                  </a:lnTo>
                  <a:lnTo>
                    <a:pt x="1043495" y="553008"/>
                  </a:lnTo>
                  <a:lnTo>
                    <a:pt x="1024369" y="533882"/>
                  </a:lnTo>
                  <a:lnTo>
                    <a:pt x="1124585" y="533882"/>
                  </a:lnTo>
                  <a:lnTo>
                    <a:pt x="1143711" y="553008"/>
                  </a:lnTo>
                  <a:lnTo>
                    <a:pt x="1143711" y="538200"/>
                  </a:lnTo>
                  <a:lnTo>
                    <a:pt x="1139393" y="533882"/>
                  </a:lnTo>
                  <a:lnTo>
                    <a:pt x="1252588" y="533882"/>
                  </a:lnTo>
                  <a:lnTo>
                    <a:pt x="1271714" y="553008"/>
                  </a:lnTo>
                  <a:lnTo>
                    <a:pt x="1271714" y="510628"/>
                  </a:lnTo>
                  <a:lnTo>
                    <a:pt x="1235925" y="474840"/>
                  </a:lnTo>
                  <a:lnTo>
                    <a:pt x="1235925" y="517220"/>
                  </a:lnTo>
                  <a:lnTo>
                    <a:pt x="1122730" y="517220"/>
                  </a:lnTo>
                  <a:lnTo>
                    <a:pt x="1107922" y="502412"/>
                  </a:lnTo>
                  <a:lnTo>
                    <a:pt x="1107922" y="517220"/>
                  </a:lnTo>
                  <a:lnTo>
                    <a:pt x="1007706" y="517220"/>
                  </a:lnTo>
                  <a:lnTo>
                    <a:pt x="988580" y="498094"/>
                  </a:lnTo>
                  <a:lnTo>
                    <a:pt x="1088796" y="498094"/>
                  </a:lnTo>
                  <a:lnTo>
                    <a:pt x="1107922" y="517220"/>
                  </a:lnTo>
                  <a:lnTo>
                    <a:pt x="1107922" y="502412"/>
                  </a:lnTo>
                  <a:lnTo>
                    <a:pt x="1103604" y="498094"/>
                  </a:lnTo>
                  <a:lnTo>
                    <a:pt x="1216799" y="498094"/>
                  </a:lnTo>
                  <a:lnTo>
                    <a:pt x="1235925" y="517220"/>
                  </a:lnTo>
                  <a:lnTo>
                    <a:pt x="1235925" y="474840"/>
                  </a:lnTo>
                  <a:lnTo>
                    <a:pt x="1200137" y="439051"/>
                  </a:lnTo>
                  <a:lnTo>
                    <a:pt x="1200137" y="481431"/>
                  </a:lnTo>
                  <a:lnTo>
                    <a:pt x="1086942" y="481431"/>
                  </a:lnTo>
                  <a:lnTo>
                    <a:pt x="1072134" y="466623"/>
                  </a:lnTo>
                  <a:lnTo>
                    <a:pt x="1072134" y="481431"/>
                  </a:lnTo>
                  <a:lnTo>
                    <a:pt x="971918" y="481431"/>
                  </a:lnTo>
                  <a:lnTo>
                    <a:pt x="952792" y="462305"/>
                  </a:lnTo>
                  <a:lnTo>
                    <a:pt x="1053007" y="462305"/>
                  </a:lnTo>
                  <a:lnTo>
                    <a:pt x="1072134" y="481431"/>
                  </a:lnTo>
                  <a:lnTo>
                    <a:pt x="1072134" y="466623"/>
                  </a:lnTo>
                  <a:lnTo>
                    <a:pt x="1067816" y="462305"/>
                  </a:lnTo>
                  <a:lnTo>
                    <a:pt x="1181011" y="462305"/>
                  </a:lnTo>
                  <a:lnTo>
                    <a:pt x="1200137" y="481431"/>
                  </a:lnTo>
                  <a:lnTo>
                    <a:pt x="1200137" y="439051"/>
                  </a:lnTo>
                  <a:lnTo>
                    <a:pt x="1164348" y="403263"/>
                  </a:lnTo>
                  <a:lnTo>
                    <a:pt x="1164348" y="445643"/>
                  </a:lnTo>
                  <a:lnTo>
                    <a:pt x="1051153" y="445643"/>
                  </a:lnTo>
                  <a:lnTo>
                    <a:pt x="1036345" y="430834"/>
                  </a:lnTo>
                  <a:lnTo>
                    <a:pt x="1036345" y="445643"/>
                  </a:lnTo>
                  <a:lnTo>
                    <a:pt x="936129" y="445643"/>
                  </a:lnTo>
                  <a:lnTo>
                    <a:pt x="916990" y="426504"/>
                  </a:lnTo>
                  <a:lnTo>
                    <a:pt x="1017206" y="426504"/>
                  </a:lnTo>
                  <a:lnTo>
                    <a:pt x="1036345" y="445643"/>
                  </a:lnTo>
                  <a:lnTo>
                    <a:pt x="1036345" y="430834"/>
                  </a:lnTo>
                  <a:lnTo>
                    <a:pt x="1032014" y="426504"/>
                  </a:lnTo>
                  <a:lnTo>
                    <a:pt x="1145209" y="426504"/>
                  </a:lnTo>
                  <a:lnTo>
                    <a:pt x="1164348" y="445643"/>
                  </a:lnTo>
                  <a:lnTo>
                    <a:pt x="1164348" y="403263"/>
                  </a:lnTo>
                  <a:lnTo>
                    <a:pt x="1128560" y="367474"/>
                  </a:lnTo>
                  <a:lnTo>
                    <a:pt x="1128560" y="409854"/>
                  </a:lnTo>
                  <a:lnTo>
                    <a:pt x="1015365" y="409854"/>
                  </a:lnTo>
                  <a:lnTo>
                    <a:pt x="1000556" y="395046"/>
                  </a:lnTo>
                  <a:lnTo>
                    <a:pt x="1000556" y="409854"/>
                  </a:lnTo>
                  <a:lnTo>
                    <a:pt x="900341" y="409854"/>
                  </a:lnTo>
                  <a:lnTo>
                    <a:pt x="881202" y="390715"/>
                  </a:lnTo>
                  <a:lnTo>
                    <a:pt x="981417" y="390715"/>
                  </a:lnTo>
                  <a:lnTo>
                    <a:pt x="1000556" y="409854"/>
                  </a:lnTo>
                  <a:lnTo>
                    <a:pt x="1000556" y="395046"/>
                  </a:lnTo>
                  <a:lnTo>
                    <a:pt x="996226" y="390715"/>
                  </a:lnTo>
                  <a:lnTo>
                    <a:pt x="1109421" y="390715"/>
                  </a:lnTo>
                  <a:lnTo>
                    <a:pt x="1128560" y="409854"/>
                  </a:lnTo>
                  <a:lnTo>
                    <a:pt x="1128560" y="367474"/>
                  </a:lnTo>
                  <a:lnTo>
                    <a:pt x="1092771" y="331685"/>
                  </a:lnTo>
                  <a:lnTo>
                    <a:pt x="1092771" y="374065"/>
                  </a:lnTo>
                  <a:lnTo>
                    <a:pt x="979576" y="374065"/>
                  </a:lnTo>
                  <a:lnTo>
                    <a:pt x="964768" y="359257"/>
                  </a:lnTo>
                  <a:lnTo>
                    <a:pt x="964768" y="374065"/>
                  </a:lnTo>
                  <a:lnTo>
                    <a:pt x="864552" y="374065"/>
                  </a:lnTo>
                  <a:lnTo>
                    <a:pt x="845413" y="354926"/>
                  </a:lnTo>
                  <a:lnTo>
                    <a:pt x="945629" y="354926"/>
                  </a:lnTo>
                  <a:lnTo>
                    <a:pt x="964768" y="374065"/>
                  </a:lnTo>
                  <a:lnTo>
                    <a:pt x="964768" y="359257"/>
                  </a:lnTo>
                  <a:lnTo>
                    <a:pt x="960437" y="354926"/>
                  </a:lnTo>
                  <a:lnTo>
                    <a:pt x="1073632" y="354926"/>
                  </a:lnTo>
                  <a:lnTo>
                    <a:pt x="1092771" y="374065"/>
                  </a:lnTo>
                  <a:lnTo>
                    <a:pt x="1092771" y="331685"/>
                  </a:lnTo>
                  <a:lnTo>
                    <a:pt x="1056982" y="295897"/>
                  </a:lnTo>
                  <a:lnTo>
                    <a:pt x="1056982" y="338277"/>
                  </a:lnTo>
                  <a:lnTo>
                    <a:pt x="943787" y="338277"/>
                  </a:lnTo>
                  <a:lnTo>
                    <a:pt x="928979" y="323469"/>
                  </a:lnTo>
                  <a:lnTo>
                    <a:pt x="928979" y="338277"/>
                  </a:lnTo>
                  <a:lnTo>
                    <a:pt x="828763" y="338277"/>
                  </a:lnTo>
                  <a:lnTo>
                    <a:pt x="809625" y="319138"/>
                  </a:lnTo>
                  <a:lnTo>
                    <a:pt x="909840" y="319138"/>
                  </a:lnTo>
                  <a:lnTo>
                    <a:pt x="928979" y="338277"/>
                  </a:lnTo>
                  <a:lnTo>
                    <a:pt x="928979" y="323469"/>
                  </a:lnTo>
                  <a:lnTo>
                    <a:pt x="924648" y="319138"/>
                  </a:lnTo>
                  <a:lnTo>
                    <a:pt x="1037844" y="319138"/>
                  </a:lnTo>
                  <a:lnTo>
                    <a:pt x="1056982" y="338277"/>
                  </a:lnTo>
                  <a:lnTo>
                    <a:pt x="1056982" y="295897"/>
                  </a:lnTo>
                  <a:lnTo>
                    <a:pt x="1021181" y="260096"/>
                  </a:lnTo>
                  <a:lnTo>
                    <a:pt x="1021181" y="302475"/>
                  </a:lnTo>
                  <a:lnTo>
                    <a:pt x="907986" y="302475"/>
                  </a:lnTo>
                  <a:lnTo>
                    <a:pt x="893178" y="287667"/>
                  </a:lnTo>
                  <a:lnTo>
                    <a:pt x="893178" y="302475"/>
                  </a:lnTo>
                  <a:lnTo>
                    <a:pt x="792962" y="302475"/>
                  </a:lnTo>
                  <a:lnTo>
                    <a:pt x="773836" y="283349"/>
                  </a:lnTo>
                  <a:lnTo>
                    <a:pt x="874052" y="283349"/>
                  </a:lnTo>
                  <a:lnTo>
                    <a:pt x="893178" y="302475"/>
                  </a:lnTo>
                  <a:lnTo>
                    <a:pt x="893178" y="287667"/>
                  </a:lnTo>
                  <a:lnTo>
                    <a:pt x="888860" y="283349"/>
                  </a:lnTo>
                  <a:lnTo>
                    <a:pt x="1002055" y="283349"/>
                  </a:lnTo>
                  <a:lnTo>
                    <a:pt x="1021181" y="302475"/>
                  </a:lnTo>
                  <a:lnTo>
                    <a:pt x="1021181" y="260096"/>
                  </a:lnTo>
                  <a:lnTo>
                    <a:pt x="985393" y="224307"/>
                  </a:lnTo>
                  <a:lnTo>
                    <a:pt x="985393" y="266687"/>
                  </a:lnTo>
                  <a:lnTo>
                    <a:pt x="872197" y="266687"/>
                  </a:lnTo>
                  <a:lnTo>
                    <a:pt x="857389" y="251879"/>
                  </a:lnTo>
                  <a:lnTo>
                    <a:pt x="857389" y="266687"/>
                  </a:lnTo>
                  <a:lnTo>
                    <a:pt x="757174" y="266687"/>
                  </a:lnTo>
                  <a:lnTo>
                    <a:pt x="738047" y="247561"/>
                  </a:lnTo>
                  <a:lnTo>
                    <a:pt x="838263" y="247561"/>
                  </a:lnTo>
                  <a:lnTo>
                    <a:pt x="857389" y="266687"/>
                  </a:lnTo>
                  <a:lnTo>
                    <a:pt x="857389" y="251879"/>
                  </a:lnTo>
                  <a:lnTo>
                    <a:pt x="853071" y="247561"/>
                  </a:lnTo>
                  <a:lnTo>
                    <a:pt x="966266" y="247561"/>
                  </a:lnTo>
                  <a:lnTo>
                    <a:pt x="985393" y="266687"/>
                  </a:lnTo>
                  <a:lnTo>
                    <a:pt x="985393" y="224307"/>
                  </a:lnTo>
                  <a:lnTo>
                    <a:pt x="949604" y="188518"/>
                  </a:lnTo>
                  <a:lnTo>
                    <a:pt x="949604" y="230898"/>
                  </a:lnTo>
                  <a:lnTo>
                    <a:pt x="836409" y="230898"/>
                  </a:lnTo>
                  <a:lnTo>
                    <a:pt x="821601" y="216090"/>
                  </a:lnTo>
                  <a:lnTo>
                    <a:pt x="821601" y="230898"/>
                  </a:lnTo>
                  <a:lnTo>
                    <a:pt x="721385" y="230898"/>
                  </a:lnTo>
                  <a:lnTo>
                    <a:pt x="702259" y="211772"/>
                  </a:lnTo>
                  <a:lnTo>
                    <a:pt x="802474" y="211772"/>
                  </a:lnTo>
                  <a:lnTo>
                    <a:pt x="821601" y="230898"/>
                  </a:lnTo>
                  <a:lnTo>
                    <a:pt x="821601" y="216090"/>
                  </a:lnTo>
                  <a:lnTo>
                    <a:pt x="817283" y="211772"/>
                  </a:lnTo>
                  <a:lnTo>
                    <a:pt x="930478" y="211772"/>
                  </a:lnTo>
                  <a:lnTo>
                    <a:pt x="949604" y="230898"/>
                  </a:lnTo>
                  <a:lnTo>
                    <a:pt x="949604" y="188518"/>
                  </a:lnTo>
                  <a:lnTo>
                    <a:pt x="913815" y="152730"/>
                  </a:lnTo>
                  <a:lnTo>
                    <a:pt x="913815" y="195110"/>
                  </a:lnTo>
                  <a:lnTo>
                    <a:pt x="800620" y="195110"/>
                  </a:lnTo>
                  <a:lnTo>
                    <a:pt x="785812" y="180301"/>
                  </a:lnTo>
                  <a:lnTo>
                    <a:pt x="785812" y="195110"/>
                  </a:lnTo>
                  <a:lnTo>
                    <a:pt x="685596" y="195110"/>
                  </a:lnTo>
                  <a:lnTo>
                    <a:pt x="666470" y="175983"/>
                  </a:lnTo>
                  <a:lnTo>
                    <a:pt x="766686" y="175983"/>
                  </a:lnTo>
                  <a:lnTo>
                    <a:pt x="785812" y="195110"/>
                  </a:lnTo>
                  <a:lnTo>
                    <a:pt x="785812" y="180301"/>
                  </a:lnTo>
                  <a:lnTo>
                    <a:pt x="781494" y="175983"/>
                  </a:lnTo>
                  <a:lnTo>
                    <a:pt x="894689" y="175983"/>
                  </a:lnTo>
                  <a:lnTo>
                    <a:pt x="913815" y="195110"/>
                  </a:lnTo>
                  <a:lnTo>
                    <a:pt x="913815" y="152730"/>
                  </a:lnTo>
                  <a:lnTo>
                    <a:pt x="897521" y="136436"/>
                  </a:lnTo>
                  <a:lnTo>
                    <a:pt x="886599" y="136436"/>
                  </a:lnTo>
                  <a:lnTo>
                    <a:pt x="886599" y="25285"/>
                  </a:lnTo>
                  <a:lnTo>
                    <a:pt x="1759978" y="898664"/>
                  </a:lnTo>
                  <a:lnTo>
                    <a:pt x="1759978" y="883856"/>
                  </a:lnTo>
                  <a:lnTo>
                    <a:pt x="878027" y="1905"/>
                  </a:lnTo>
                  <a:lnTo>
                    <a:pt x="878027" y="159321"/>
                  </a:lnTo>
                  <a:lnTo>
                    <a:pt x="764832" y="159321"/>
                  </a:lnTo>
                  <a:lnTo>
                    <a:pt x="750023" y="144513"/>
                  </a:lnTo>
                  <a:lnTo>
                    <a:pt x="750023" y="159321"/>
                  </a:lnTo>
                  <a:lnTo>
                    <a:pt x="649808" y="159321"/>
                  </a:lnTo>
                  <a:lnTo>
                    <a:pt x="630682" y="140195"/>
                  </a:lnTo>
                  <a:lnTo>
                    <a:pt x="730897" y="140195"/>
                  </a:lnTo>
                  <a:lnTo>
                    <a:pt x="750023" y="159321"/>
                  </a:lnTo>
                  <a:lnTo>
                    <a:pt x="750023" y="144513"/>
                  </a:lnTo>
                  <a:lnTo>
                    <a:pt x="745705" y="140195"/>
                  </a:lnTo>
                  <a:lnTo>
                    <a:pt x="858901" y="140195"/>
                  </a:lnTo>
                  <a:lnTo>
                    <a:pt x="878027" y="159321"/>
                  </a:lnTo>
                  <a:lnTo>
                    <a:pt x="878027" y="1905"/>
                  </a:lnTo>
                  <a:lnTo>
                    <a:pt x="876122" y="0"/>
                  </a:lnTo>
                  <a:lnTo>
                    <a:pt x="876122" y="136436"/>
                  </a:lnTo>
                  <a:lnTo>
                    <a:pt x="874153" y="136436"/>
                  </a:lnTo>
                  <a:lnTo>
                    <a:pt x="874153" y="123532"/>
                  </a:lnTo>
                  <a:lnTo>
                    <a:pt x="729043" y="123532"/>
                  </a:lnTo>
                  <a:lnTo>
                    <a:pt x="714235" y="108724"/>
                  </a:lnTo>
                  <a:lnTo>
                    <a:pt x="714235" y="123532"/>
                  </a:lnTo>
                  <a:lnTo>
                    <a:pt x="615988" y="123532"/>
                  </a:lnTo>
                  <a:lnTo>
                    <a:pt x="615988" y="25285"/>
                  </a:lnTo>
                  <a:lnTo>
                    <a:pt x="714235" y="123532"/>
                  </a:lnTo>
                  <a:lnTo>
                    <a:pt x="714235" y="108724"/>
                  </a:lnTo>
                  <a:lnTo>
                    <a:pt x="605510" y="0"/>
                  </a:lnTo>
                  <a:lnTo>
                    <a:pt x="605510" y="123532"/>
                  </a:lnTo>
                  <a:lnTo>
                    <a:pt x="594880" y="123532"/>
                  </a:lnTo>
                  <a:lnTo>
                    <a:pt x="594880" y="136436"/>
                  </a:lnTo>
                  <a:lnTo>
                    <a:pt x="584542" y="136436"/>
                  </a:lnTo>
                  <a:lnTo>
                    <a:pt x="1467942" y="1019835"/>
                  </a:lnTo>
                  <a:lnTo>
                    <a:pt x="1489367" y="1019835"/>
                  </a:lnTo>
                  <a:lnTo>
                    <a:pt x="1499844" y="1019835"/>
                  </a:lnTo>
                  <a:lnTo>
                    <a:pt x="1510322" y="1019835"/>
                  </a:lnTo>
                  <a:lnTo>
                    <a:pt x="1499844" y="1009357"/>
                  </a:lnTo>
                  <a:lnTo>
                    <a:pt x="1499844" y="999147"/>
                  </a:lnTo>
                  <a:lnTo>
                    <a:pt x="1717852" y="999147"/>
                  </a:lnTo>
                  <a:lnTo>
                    <a:pt x="1738541" y="1019835"/>
                  </a:lnTo>
                  <a:lnTo>
                    <a:pt x="1759978" y="1019835"/>
                  </a:lnTo>
                  <a:lnTo>
                    <a:pt x="1770443" y="1019835"/>
                  </a:lnTo>
                  <a:lnTo>
                    <a:pt x="1780921" y="1019835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 descr=""/>
            <p:cNvSpPr/>
            <p:nvPr/>
          </p:nvSpPr>
          <p:spPr>
            <a:xfrm>
              <a:off x="14197672" y="8489176"/>
              <a:ext cx="965200" cy="150495"/>
            </a:xfrm>
            <a:custGeom>
              <a:avLst/>
              <a:gdLst/>
              <a:ahLst/>
              <a:cxnLst/>
              <a:rect l="l" t="t" r="r" b="b"/>
              <a:pathLst>
                <a:path w="965200" h="150495">
                  <a:moveTo>
                    <a:pt x="964996" y="0"/>
                  </a:moveTo>
                  <a:lnTo>
                    <a:pt x="0" y="0"/>
                  </a:lnTo>
                  <a:lnTo>
                    <a:pt x="0" y="150225"/>
                  </a:lnTo>
                  <a:lnTo>
                    <a:pt x="964996" y="150225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8AC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 descr=""/>
            <p:cNvSpPr/>
            <p:nvPr/>
          </p:nvSpPr>
          <p:spPr>
            <a:xfrm>
              <a:off x="14197661" y="8489181"/>
              <a:ext cx="965200" cy="117475"/>
            </a:xfrm>
            <a:custGeom>
              <a:avLst/>
              <a:gdLst/>
              <a:ahLst/>
              <a:cxnLst/>
              <a:rect l="l" t="t" r="r" b="b"/>
              <a:pathLst>
                <a:path w="965200" h="117475">
                  <a:moveTo>
                    <a:pt x="964996" y="97002"/>
                  </a:moveTo>
                  <a:lnTo>
                    <a:pt x="0" y="97002"/>
                  </a:lnTo>
                  <a:lnTo>
                    <a:pt x="0" y="116954"/>
                  </a:lnTo>
                  <a:lnTo>
                    <a:pt x="964996" y="116954"/>
                  </a:lnTo>
                  <a:lnTo>
                    <a:pt x="964996" y="97002"/>
                  </a:lnTo>
                  <a:close/>
                </a:path>
                <a:path w="965200" h="117475">
                  <a:moveTo>
                    <a:pt x="964996" y="0"/>
                  </a:moveTo>
                  <a:lnTo>
                    <a:pt x="0" y="0"/>
                  </a:lnTo>
                  <a:lnTo>
                    <a:pt x="0" y="82410"/>
                  </a:lnTo>
                  <a:lnTo>
                    <a:pt x="964996" y="82410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F3EBF0">
                <a:alpha val="6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 descr=""/>
            <p:cNvSpPr/>
            <p:nvPr/>
          </p:nvSpPr>
          <p:spPr>
            <a:xfrm>
              <a:off x="14197672" y="8639401"/>
              <a:ext cx="965200" cy="63500"/>
            </a:xfrm>
            <a:custGeom>
              <a:avLst/>
              <a:gdLst/>
              <a:ahLst/>
              <a:cxnLst/>
              <a:rect l="l" t="t" r="r" b="b"/>
              <a:pathLst>
                <a:path w="965200" h="63500">
                  <a:moveTo>
                    <a:pt x="0" y="63244"/>
                  </a:moveTo>
                  <a:lnTo>
                    <a:pt x="964996" y="63244"/>
                  </a:lnTo>
                  <a:lnTo>
                    <a:pt x="964996" y="0"/>
                  </a:lnTo>
                  <a:lnTo>
                    <a:pt x="0" y="0"/>
                  </a:lnTo>
                  <a:lnTo>
                    <a:pt x="0" y="63244"/>
                  </a:lnTo>
                  <a:close/>
                </a:path>
              </a:pathLst>
            </a:custGeom>
            <a:solidFill>
              <a:srgbClr val="8EB5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 descr=""/>
            <p:cNvSpPr/>
            <p:nvPr/>
          </p:nvSpPr>
          <p:spPr>
            <a:xfrm>
              <a:off x="14197672" y="8702645"/>
              <a:ext cx="965200" cy="53975"/>
            </a:xfrm>
            <a:custGeom>
              <a:avLst/>
              <a:gdLst/>
              <a:ahLst/>
              <a:cxnLst/>
              <a:rect l="l" t="t" r="r" b="b"/>
              <a:pathLst>
                <a:path w="965200" h="53975">
                  <a:moveTo>
                    <a:pt x="964996" y="0"/>
                  </a:moveTo>
                  <a:lnTo>
                    <a:pt x="0" y="0"/>
                  </a:lnTo>
                  <a:lnTo>
                    <a:pt x="0" y="53506"/>
                  </a:lnTo>
                  <a:lnTo>
                    <a:pt x="964996" y="53506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 descr=""/>
            <p:cNvSpPr/>
            <p:nvPr/>
          </p:nvSpPr>
          <p:spPr>
            <a:xfrm>
              <a:off x="14197661" y="8669800"/>
              <a:ext cx="965200" cy="33020"/>
            </a:xfrm>
            <a:custGeom>
              <a:avLst/>
              <a:gdLst/>
              <a:ahLst/>
              <a:cxnLst/>
              <a:rect l="l" t="t" r="r" b="b"/>
              <a:pathLst>
                <a:path w="965200" h="33020">
                  <a:moveTo>
                    <a:pt x="964996" y="0"/>
                  </a:moveTo>
                  <a:lnTo>
                    <a:pt x="0" y="0"/>
                  </a:lnTo>
                  <a:lnTo>
                    <a:pt x="0" y="7302"/>
                  </a:lnTo>
                  <a:lnTo>
                    <a:pt x="53517" y="7302"/>
                  </a:lnTo>
                  <a:lnTo>
                    <a:pt x="53517" y="32842"/>
                  </a:lnTo>
                  <a:lnTo>
                    <a:pt x="60807" y="32842"/>
                  </a:lnTo>
                  <a:lnTo>
                    <a:pt x="60807" y="7302"/>
                  </a:lnTo>
                  <a:lnTo>
                    <a:pt x="133769" y="7302"/>
                  </a:lnTo>
                  <a:lnTo>
                    <a:pt x="133769" y="32842"/>
                  </a:lnTo>
                  <a:lnTo>
                    <a:pt x="141071" y="32842"/>
                  </a:lnTo>
                  <a:lnTo>
                    <a:pt x="141071" y="7302"/>
                  </a:lnTo>
                  <a:lnTo>
                    <a:pt x="214045" y="7302"/>
                  </a:lnTo>
                  <a:lnTo>
                    <a:pt x="214045" y="32842"/>
                  </a:lnTo>
                  <a:lnTo>
                    <a:pt x="221335" y="32842"/>
                  </a:lnTo>
                  <a:lnTo>
                    <a:pt x="221335" y="7302"/>
                  </a:lnTo>
                  <a:lnTo>
                    <a:pt x="294297" y="7302"/>
                  </a:lnTo>
                  <a:lnTo>
                    <a:pt x="294297" y="32842"/>
                  </a:lnTo>
                  <a:lnTo>
                    <a:pt x="301599" y="32842"/>
                  </a:lnTo>
                  <a:lnTo>
                    <a:pt x="301599" y="7302"/>
                  </a:lnTo>
                  <a:lnTo>
                    <a:pt x="374573" y="7302"/>
                  </a:lnTo>
                  <a:lnTo>
                    <a:pt x="374573" y="32842"/>
                  </a:lnTo>
                  <a:lnTo>
                    <a:pt x="381863" y="32842"/>
                  </a:lnTo>
                  <a:lnTo>
                    <a:pt x="381863" y="7302"/>
                  </a:lnTo>
                  <a:lnTo>
                    <a:pt x="454825" y="7302"/>
                  </a:lnTo>
                  <a:lnTo>
                    <a:pt x="454825" y="32842"/>
                  </a:lnTo>
                  <a:lnTo>
                    <a:pt x="462127" y="32842"/>
                  </a:lnTo>
                  <a:lnTo>
                    <a:pt x="462127" y="7302"/>
                  </a:lnTo>
                  <a:lnTo>
                    <a:pt x="535101" y="7302"/>
                  </a:lnTo>
                  <a:lnTo>
                    <a:pt x="535101" y="32842"/>
                  </a:lnTo>
                  <a:lnTo>
                    <a:pt x="542404" y="32842"/>
                  </a:lnTo>
                  <a:lnTo>
                    <a:pt x="542404" y="7302"/>
                  </a:lnTo>
                  <a:lnTo>
                    <a:pt x="615353" y="7302"/>
                  </a:lnTo>
                  <a:lnTo>
                    <a:pt x="615353" y="32842"/>
                  </a:lnTo>
                  <a:lnTo>
                    <a:pt x="622655" y="32842"/>
                  </a:lnTo>
                  <a:lnTo>
                    <a:pt x="622655" y="7302"/>
                  </a:lnTo>
                  <a:lnTo>
                    <a:pt x="695629" y="7302"/>
                  </a:lnTo>
                  <a:lnTo>
                    <a:pt x="695629" y="32842"/>
                  </a:lnTo>
                  <a:lnTo>
                    <a:pt x="702932" y="32842"/>
                  </a:lnTo>
                  <a:lnTo>
                    <a:pt x="702932" y="7302"/>
                  </a:lnTo>
                  <a:lnTo>
                    <a:pt x="775893" y="7302"/>
                  </a:lnTo>
                  <a:lnTo>
                    <a:pt x="775893" y="32842"/>
                  </a:lnTo>
                  <a:lnTo>
                    <a:pt x="783183" y="32842"/>
                  </a:lnTo>
                  <a:lnTo>
                    <a:pt x="783183" y="7302"/>
                  </a:lnTo>
                  <a:lnTo>
                    <a:pt x="856157" y="7302"/>
                  </a:lnTo>
                  <a:lnTo>
                    <a:pt x="856157" y="32842"/>
                  </a:lnTo>
                  <a:lnTo>
                    <a:pt x="863460" y="32842"/>
                  </a:lnTo>
                  <a:lnTo>
                    <a:pt x="863460" y="7302"/>
                  </a:lnTo>
                  <a:lnTo>
                    <a:pt x="936421" y="7302"/>
                  </a:lnTo>
                  <a:lnTo>
                    <a:pt x="936421" y="32842"/>
                  </a:lnTo>
                  <a:lnTo>
                    <a:pt x="943711" y="32842"/>
                  </a:lnTo>
                  <a:lnTo>
                    <a:pt x="943711" y="7302"/>
                  </a:lnTo>
                  <a:lnTo>
                    <a:pt x="964996" y="7302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6C9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 descr=""/>
            <p:cNvSpPr/>
            <p:nvPr/>
          </p:nvSpPr>
          <p:spPr>
            <a:xfrm>
              <a:off x="14197661" y="8483110"/>
              <a:ext cx="965200" cy="156845"/>
            </a:xfrm>
            <a:custGeom>
              <a:avLst/>
              <a:gdLst/>
              <a:ahLst/>
              <a:cxnLst/>
              <a:rect l="l" t="t" r="r" b="b"/>
              <a:pathLst>
                <a:path w="965200" h="156845">
                  <a:moveTo>
                    <a:pt x="964996" y="0"/>
                  </a:moveTo>
                  <a:lnTo>
                    <a:pt x="0" y="0"/>
                  </a:lnTo>
                  <a:lnTo>
                    <a:pt x="0" y="12153"/>
                  </a:lnTo>
                  <a:lnTo>
                    <a:pt x="54724" y="12153"/>
                  </a:lnTo>
                  <a:lnTo>
                    <a:pt x="54724" y="156679"/>
                  </a:lnTo>
                  <a:lnTo>
                    <a:pt x="59601" y="156679"/>
                  </a:lnTo>
                  <a:lnTo>
                    <a:pt x="59601" y="12153"/>
                  </a:lnTo>
                  <a:lnTo>
                    <a:pt x="215252" y="12153"/>
                  </a:lnTo>
                  <a:lnTo>
                    <a:pt x="215252" y="156679"/>
                  </a:lnTo>
                  <a:lnTo>
                    <a:pt x="220129" y="156679"/>
                  </a:lnTo>
                  <a:lnTo>
                    <a:pt x="220129" y="12153"/>
                  </a:lnTo>
                  <a:lnTo>
                    <a:pt x="375793" y="12153"/>
                  </a:lnTo>
                  <a:lnTo>
                    <a:pt x="375793" y="156679"/>
                  </a:lnTo>
                  <a:lnTo>
                    <a:pt x="380657" y="156679"/>
                  </a:lnTo>
                  <a:lnTo>
                    <a:pt x="380657" y="12153"/>
                  </a:lnTo>
                  <a:lnTo>
                    <a:pt x="536308" y="12153"/>
                  </a:lnTo>
                  <a:lnTo>
                    <a:pt x="536308" y="156679"/>
                  </a:lnTo>
                  <a:lnTo>
                    <a:pt x="541185" y="156679"/>
                  </a:lnTo>
                  <a:lnTo>
                    <a:pt x="541185" y="12153"/>
                  </a:lnTo>
                  <a:lnTo>
                    <a:pt x="696849" y="12153"/>
                  </a:lnTo>
                  <a:lnTo>
                    <a:pt x="696849" y="156679"/>
                  </a:lnTo>
                  <a:lnTo>
                    <a:pt x="701713" y="156679"/>
                  </a:lnTo>
                  <a:lnTo>
                    <a:pt x="701713" y="12153"/>
                  </a:lnTo>
                  <a:lnTo>
                    <a:pt x="857377" y="12153"/>
                  </a:lnTo>
                  <a:lnTo>
                    <a:pt x="857377" y="156679"/>
                  </a:lnTo>
                  <a:lnTo>
                    <a:pt x="862241" y="156679"/>
                  </a:lnTo>
                  <a:lnTo>
                    <a:pt x="862241" y="12153"/>
                  </a:lnTo>
                  <a:lnTo>
                    <a:pt x="964996" y="12153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 descr=""/>
            <p:cNvSpPr/>
            <p:nvPr/>
          </p:nvSpPr>
          <p:spPr>
            <a:xfrm>
              <a:off x="13232676" y="8489176"/>
              <a:ext cx="965200" cy="150495"/>
            </a:xfrm>
            <a:custGeom>
              <a:avLst/>
              <a:gdLst/>
              <a:ahLst/>
              <a:cxnLst/>
              <a:rect l="l" t="t" r="r" b="b"/>
              <a:pathLst>
                <a:path w="965200" h="150495">
                  <a:moveTo>
                    <a:pt x="964996" y="0"/>
                  </a:moveTo>
                  <a:lnTo>
                    <a:pt x="0" y="0"/>
                  </a:lnTo>
                  <a:lnTo>
                    <a:pt x="0" y="150225"/>
                  </a:lnTo>
                  <a:lnTo>
                    <a:pt x="964996" y="150225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8AC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 descr=""/>
            <p:cNvSpPr/>
            <p:nvPr/>
          </p:nvSpPr>
          <p:spPr>
            <a:xfrm>
              <a:off x="13232664" y="8489181"/>
              <a:ext cx="965200" cy="117475"/>
            </a:xfrm>
            <a:custGeom>
              <a:avLst/>
              <a:gdLst/>
              <a:ahLst/>
              <a:cxnLst/>
              <a:rect l="l" t="t" r="r" b="b"/>
              <a:pathLst>
                <a:path w="965200" h="117475">
                  <a:moveTo>
                    <a:pt x="964996" y="97002"/>
                  </a:moveTo>
                  <a:lnTo>
                    <a:pt x="0" y="97002"/>
                  </a:lnTo>
                  <a:lnTo>
                    <a:pt x="0" y="116954"/>
                  </a:lnTo>
                  <a:lnTo>
                    <a:pt x="964996" y="116954"/>
                  </a:lnTo>
                  <a:lnTo>
                    <a:pt x="964996" y="97002"/>
                  </a:lnTo>
                  <a:close/>
                </a:path>
                <a:path w="965200" h="117475">
                  <a:moveTo>
                    <a:pt x="964996" y="0"/>
                  </a:moveTo>
                  <a:lnTo>
                    <a:pt x="0" y="0"/>
                  </a:lnTo>
                  <a:lnTo>
                    <a:pt x="0" y="82410"/>
                  </a:lnTo>
                  <a:lnTo>
                    <a:pt x="964996" y="82410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F3EBF0">
                <a:alpha val="6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 descr=""/>
            <p:cNvSpPr/>
            <p:nvPr/>
          </p:nvSpPr>
          <p:spPr>
            <a:xfrm>
              <a:off x="13232676" y="8639401"/>
              <a:ext cx="965200" cy="63500"/>
            </a:xfrm>
            <a:custGeom>
              <a:avLst/>
              <a:gdLst/>
              <a:ahLst/>
              <a:cxnLst/>
              <a:rect l="l" t="t" r="r" b="b"/>
              <a:pathLst>
                <a:path w="965200" h="63500">
                  <a:moveTo>
                    <a:pt x="0" y="63244"/>
                  </a:moveTo>
                  <a:lnTo>
                    <a:pt x="964996" y="63244"/>
                  </a:lnTo>
                  <a:lnTo>
                    <a:pt x="964996" y="0"/>
                  </a:lnTo>
                  <a:lnTo>
                    <a:pt x="0" y="0"/>
                  </a:lnTo>
                  <a:lnTo>
                    <a:pt x="0" y="63244"/>
                  </a:lnTo>
                  <a:close/>
                </a:path>
              </a:pathLst>
            </a:custGeom>
            <a:solidFill>
              <a:srgbClr val="8EB5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 descr=""/>
            <p:cNvSpPr/>
            <p:nvPr/>
          </p:nvSpPr>
          <p:spPr>
            <a:xfrm>
              <a:off x="13232676" y="8702645"/>
              <a:ext cx="965200" cy="53975"/>
            </a:xfrm>
            <a:custGeom>
              <a:avLst/>
              <a:gdLst/>
              <a:ahLst/>
              <a:cxnLst/>
              <a:rect l="l" t="t" r="r" b="b"/>
              <a:pathLst>
                <a:path w="965200" h="53975">
                  <a:moveTo>
                    <a:pt x="964996" y="0"/>
                  </a:moveTo>
                  <a:lnTo>
                    <a:pt x="0" y="0"/>
                  </a:lnTo>
                  <a:lnTo>
                    <a:pt x="0" y="53506"/>
                  </a:lnTo>
                  <a:lnTo>
                    <a:pt x="964996" y="53506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 descr=""/>
            <p:cNvSpPr/>
            <p:nvPr/>
          </p:nvSpPr>
          <p:spPr>
            <a:xfrm>
              <a:off x="13232664" y="8669800"/>
              <a:ext cx="965200" cy="33020"/>
            </a:xfrm>
            <a:custGeom>
              <a:avLst/>
              <a:gdLst/>
              <a:ahLst/>
              <a:cxnLst/>
              <a:rect l="l" t="t" r="r" b="b"/>
              <a:pathLst>
                <a:path w="965200" h="33020">
                  <a:moveTo>
                    <a:pt x="964996" y="0"/>
                  </a:moveTo>
                  <a:lnTo>
                    <a:pt x="0" y="0"/>
                  </a:lnTo>
                  <a:lnTo>
                    <a:pt x="0" y="7302"/>
                  </a:lnTo>
                  <a:lnTo>
                    <a:pt x="53517" y="7302"/>
                  </a:lnTo>
                  <a:lnTo>
                    <a:pt x="53517" y="32842"/>
                  </a:lnTo>
                  <a:lnTo>
                    <a:pt x="60807" y="32842"/>
                  </a:lnTo>
                  <a:lnTo>
                    <a:pt x="60807" y="7302"/>
                  </a:lnTo>
                  <a:lnTo>
                    <a:pt x="133769" y="7302"/>
                  </a:lnTo>
                  <a:lnTo>
                    <a:pt x="133769" y="32842"/>
                  </a:lnTo>
                  <a:lnTo>
                    <a:pt x="141071" y="32842"/>
                  </a:lnTo>
                  <a:lnTo>
                    <a:pt x="141071" y="7302"/>
                  </a:lnTo>
                  <a:lnTo>
                    <a:pt x="214045" y="7302"/>
                  </a:lnTo>
                  <a:lnTo>
                    <a:pt x="214045" y="32842"/>
                  </a:lnTo>
                  <a:lnTo>
                    <a:pt x="221335" y="32842"/>
                  </a:lnTo>
                  <a:lnTo>
                    <a:pt x="221335" y="7302"/>
                  </a:lnTo>
                  <a:lnTo>
                    <a:pt x="294297" y="7302"/>
                  </a:lnTo>
                  <a:lnTo>
                    <a:pt x="294297" y="32842"/>
                  </a:lnTo>
                  <a:lnTo>
                    <a:pt x="301599" y="32842"/>
                  </a:lnTo>
                  <a:lnTo>
                    <a:pt x="301599" y="7302"/>
                  </a:lnTo>
                  <a:lnTo>
                    <a:pt x="374573" y="7302"/>
                  </a:lnTo>
                  <a:lnTo>
                    <a:pt x="374573" y="32842"/>
                  </a:lnTo>
                  <a:lnTo>
                    <a:pt x="381863" y="32842"/>
                  </a:lnTo>
                  <a:lnTo>
                    <a:pt x="381863" y="7302"/>
                  </a:lnTo>
                  <a:lnTo>
                    <a:pt x="454825" y="7302"/>
                  </a:lnTo>
                  <a:lnTo>
                    <a:pt x="454825" y="32842"/>
                  </a:lnTo>
                  <a:lnTo>
                    <a:pt x="462127" y="32842"/>
                  </a:lnTo>
                  <a:lnTo>
                    <a:pt x="462127" y="7302"/>
                  </a:lnTo>
                  <a:lnTo>
                    <a:pt x="535101" y="7302"/>
                  </a:lnTo>
                  <a:lnTo>
                    <a:pt x="535101" y="32842"/>
                  </a:lnTo>
                  <a:lnTo>
                    <a:pt x="542404" y="32842"/>
                  </a:lnTo>
                  <a:lnTo>
                    <a:pt x="542404" y="7302"/>
                  </a:lnTo>
                  <a:lnTo>
                    <a:pt x="615353" y="7302"/>
                  </a:lnTo>
                  <a:lnTo>
                    <a:pt x="615353" y="32842"/>
                  </a:lnTo>
                  <a:lnTo>
                    <a:pt x="622655" y="32842"/>
                  </a:lnTo>
                  <a:lnTo>
                    <a:pt x="622655" y="7302"/>
                  </a:lnTo>
                  <a:lnTo>
                    <a:pt x="695629" y="7302"/>
                  </a:lnTo>
                  <a:lnTo>
                    <a:pt x="695629" y="32842"/>
                  </a:lnTo>
                  <a:lnTo>
                    <a:pt x="702932" y="32842"/>
                  </a:lnTo>
                  <a:lnTo>
                    <a:pt x="702932" y="7302"/>
                  </a:lnTo>
                  <a:lnTo>
                    <a:pt x="775893" y="7302"/>
                  </a:lnTo>
                  <a:lnTo>
                    <a:pt x="775893" y="32842"/>
                  </a:lnTo>
                  <a:lnTo>
                    <a:pt x="783183" y="32842"/>
                  </a:lnTo>
                  <a:lnTo>
                    <a:pt x="783183" y="7302"/>
                  </a:lnTo>
                  <a:lnTo>
                    <a:pt x="856157" y="7302"/>
                  </a:lnTo>
                  <a:lnTo>
                    <a:pt x="856157" y="32842"/>
                  </a:lnTo>
                  <a:lnTo>
                    <a:pt x="863460" y="32842"/>
                  </a:lnTo>
                  <a:lnTo>
                    <a:pt x="863460" y="7302"/>
                  </a:lnTo>
                  <a:lnTo>
                    <a:pt x="936421" y="7302"/>
                  </a:lnTo>
                  <a:lnTo>
                    <a:pt x="936421" y="32842"/>
                  </a:lnTo>
                  <a:lnTo>
                    <a:pt x="943711" y="32842"/>
                  </a:lnTo>
                  <a:lnTo>
                    <a:pt x="943711" y="7302"/>
                  </a:lnTo>
                  <a:lnTo>
                    <a:pt x="964996" y="7302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6C9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 descr=""/>
            <p:cNvSpPr/>
            <p:nvPr/>
          </p:nvSpPr>
          <p:spPr>
            <a:xfrm>
              <a:off x="13232664" y="8483110"/>
              <a:ext cx="965200" cy="156845"/>
            </a:xfrm>
            <a:custGeom>
              <a:avLst/>
              <a:gdLst/>
              <a:ahLst/>
              <a:cxnLst/>
              <a:rect l="l" t="t" r="r" b="b"/>
              <a:pathLst>
                <a:path w="965200" h="156845">
                  <a:moveTo>
                    <a:pt x="964996" y="0"/>
                  </a:moveTo>
                  <a:lnTo>
                    <a:pt x="0" y="0"/>
                  </a:lnTo>
                  <a:lnTo>
                    <a:pt x="0" y="12153"/>
                  </a:lnTo>
                  <a:lnTo>
                    <a:pt x="54724" y="12153"/>
                  </a:lnTo>
                  <a:lnTo>
                    <a:pt x="54724" y="156679"/>
                  </a:lnTo>
                  <a:lnTo>
                    <a:pt x="59601" y="156679"/>
                  </a:lnTo>
                  <a:lnTo>
                    <a:pt x="59601" y="12153"/>
                  </a:lnTo>
                  <a:lnTo>
                    <a:pt x="215252" y="12153"/>
                  </a:lnTo>
                  <a:lnTo>
                    <a:pt x="215252" y="156679"/>
                  </a:lnTo>
                  <a:lnTo>
                    <a:pt x="220129" y="156679"/>
                  </a:lnTo>
                  <a:lnTo>
                    <a:pt x="220129" y="12153"/>
                  </a:lnTo>
                  <a:lnTo>
                    <a:pt x="375780" y="12153"/>
                  </a:lnTo>
                  <a:lnTo>
                    <a:pt x="375780" y="156679"/>
                  </a:lnTo>
                  <a:lnTo>
                    <a:pt x="380657" y="156679"/>
                  </a:lnTo>
                  <a:lnTo>
                    <a:pt x="380657" y="12153"/>
                  </a:lnTo>
                  <a:lnTo>
                    <a:pt x="536308" y="12153"/>
                  </a:lnTo>
                  <a:lnTo>
                    <a:pt x="536308" y="156679"/>
                  </a:lnTo>
                  <a:lnTo>
                    <a:pt x="541185" y="156679"/>
                  </a:lnTo>
                  <a:lnTo>
                    <a:pt x="541185" y="12153"/>
                  </a:lnTo>
                  <a:lnTo>
                    <a:pt x="696849" y="12153"/>
                  </a:lnTo>
                  <a:lnTo>
                    <a:pt x="696849" y="156679"/>
                  </a:lnTo>
                  <a:lnTo>
                    <a:pt x="701713" y="156679"/>
                  </a:lnTo>
                  <a:lnTo>
                    <a:pt x="701713" y="12153"/>
                  </a:lnTo>
                  <a:lnTo>
                    <a:pt x="857377" y="12153"/>
                  </a:lnTo>
                  <a:lnTo>
                    <a:pt x="857377" y="156679"/>
                  </a:lnTo>
                  <a:lnTo>
                    <a:pt x="862241" y="156679"/>
                  </a:lnTo>
                  <a:lnTo>
                    <a:pt x="862241" y="12153"/>
                  </a:lnTo>
                  <a:lnTo>
                    <a:pt x="964996" y="12153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 descr=""/>
            <p:cNvSpPr/>
            <p:nvPr/>
          </p:nvSpPr>
          <p:spPr>
            <a:xfrm>
              <a:off x="14197672" y="9385096"/>
              <a:ext cx="965200" cy="150495"/>
            </a:xfrm>
            <a:custGeom>
              <a:avLst/>
              <a:gdLst/>
              <a:ahLst/>
              <a:cxnLst/>
              <a:rect l="l" t="t" r="r" b="b"/>
              <a:pathLst>
                <a:path w="965200" h="150495">
                  <a:moveTo>
                    <a:pt x="964996" y="0"/>
                  </a:moveTo>
                  <a:lnTo>
                    <a:pt x="0" y="0"/>
                  </a:lnTo>
                  <a:lnTo>
                    <a:pt x="0" y="150225"/>
                  </a:lnTo>
                  <a:lnTo>
                    <a:pt x="964996" y="150225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8AC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 descr=""/>
            <p:cNvSpPr/>
            <p:nvPr/>
          </p:nvSpPr>
          <p:spPr>
            <a:xfrm>
              <a:off x="14197661" y="9385115"/>
              <a:ext cx="965200" cy="117475"/>
            </a:xfrm>
            <a:custGeom>
              <a:avLst/>
              <a:gdLst/>
              <a:ahLst/>
              <a:cxnLst/>
              <a:rect l="l" t="t" r="r" b="b"/>
              <a:pathLst>
                <a:path w="965200" h="117475">
                  <a:moveTo>
                    <a:pt x="964996" y="97002"/>
                  </a:moveTo>
                  <a:lnTo>
                    <a:pt x="0" y="97002"/>
                  </a:lnTo>
                  <a:lnTo>
                    <a:pt x="0" y="116941"/>
                  </a:lnTo>
                  <a:lnTo>
                    <a:pt x="964996" y="116941"/>
                  </a:lnTo>
                  <a:lnTo>
                    <a:pt x="964996" y="97002"/>
                  </a:lnTo>
                  <a:close/>
                </a:path>
                <a:path w="965200" h="117475">
                  <a:moveTo>
                    <a:pt x="964996" y="0"/>
                  </a:moveTo>
                  <a:lnTo>
                    <a:pt x="0" y="0"/>
                  </a:lnTo>
                  <a:lnTo>
                    <a:pt x="0" y="82397"/>
                  </a:lnTo>
                  <a:lnTo>
                    <a:pt x="964996" y="82397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F3EBF0">
                <a:alpha val="6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 descr=""/>
            <p:cNvSpPr/>
            <p:nvPr/>
          </p:nvSpPr>
          <p:spPr>
            <a:xfrm>
              <a:off x="14197672" y="9535322"/>
              <a:ext cx="965200" cy="63500"/>
            </a:xfrm>
            <a:custGeom>
              <a:avLst/>
              <a:gdLst/>
              <a:ahLst/>
              <a:cxnLst/>
              <a:rect l="l" t="t" r="r" b="b"/>
              <a:pathLst>
                <a:path w="965200" h="63500">
                  <a:moveTo>
                    <a:pt x="0" y="63244"/>
                  </a:moveTo>
                  <a:lnTo>
                    <a:pt x="964996" y="63244"/>
                  </a:lnTo>
                  <a:lnTo>
                    <a:pt x="964996" y="0"/>
                  </a:lnTo>
                  <a:lnTo>
                    <a:pt x="0" y="0"/>
                  </a:lnTo>
                  <a:lnTo>
                    <a:pt x="0" y="63244"/>
                  </a:lnTo>
                  <a:close/>
                </a:path>
              </a:pathLst>
            </a:custGeom>
            <a:solidFill>
              <a:srgbClr val="8EB5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 descr=""/>
            <p:cNvSpPr/>
            <p:nvPr/>
          </p:nvSpPr>
          <p:spPr>
            <a:xfrm>
              <a:off x="14197672" y="9598566"/>
              <a:ext cx="965200" cy="53975"/>
            </a:xfrm>
            <a:custGeom>
              <a:avLst/>
              <a:gdLst/>
              <a:ahLst/>
              <a:cxnLst/>
              <a:rect l="l" t="t" r="r" b="b"/>
              <a:pathLst>
                <a:path w="965200" h="53975">
                  <a:moveTo>
                    <a:pt x="964996" y="0"/>
                  </a:moveTo>
                  <a:lnTo>
                    <a:pt x="0" y="0"/>
                  </a:lnTo>
                  <a:lnTo>
                    <a:pt x="0" y="53506"/>
                  </a:lnTo>
                  <a:lnTo>
                    <a:pt x="964996" y="53506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 descr=""/>
            <p:cNvSpPr/>
            <p:nvPr/>
          </p:nvSpPr>
          <p:spPr>
            <a:xfrm>
              <a:off x="14197661" y="9565735"/>
              <a:ext cx="965200" cy="33020"/>
            </a:xfrm>
            <a:custGeom>
              <a:avLst/>
              <a:gdLst/>
              <a:ahLst/>
              <a:cxnLst/>
              <a:rect l="l" t="t" r="r" b="b"/>
              <a:pathLst>
                <a:path w="965200" h="33020">
                  <a:moveTo>
                    <a:pt x="964996" y="0"/>
                  </a:moveTo>
                  <a:lnTo>
                    <a:pt x="0" y="0"/>
                  </a:lnTo>
                  <a:lnTo>
                    <a:pt x="0" y="7302"/>
                  </a:lnTo>
                  <a:lnTo>
                    <a:pt x="53517" y="7302"/>
                  </a:lnTo>
                  <a:lnTo>
                    <a:pt x="53517" y="32842"/>
                  </a:lnTo>
                  <a:lnTo>
                    <a:pt x="60807" y="32842"/>
                  </a:lnTo>
                  <a:lnTo>
                    <a:pt x="60807" y="7302"/>
                  </a:lnTo>
                  <a:lnTo>
                    <a:pt x="133769" y="7302"/>
                  </a:lnTo>
                  <a:lnTo>
                    <a:pt x="133769" y="32842"/>
                  </a:lnTo>
                  <a:lnTo>
                    <a:pt x="141071" y="32842"/>
                  </a:lnTo>
                  <a:lnTo>
                    <a:pt x="141071" y="7302"/>
                  </a:lnTo>
                  <a:lnTo>
                    <a:pt x="214045" y="7302"/>
                  </a:lnTo>
                  <a:lnTo>
                    <a:pt x="214045" y="32842"/>
                  </a:lnTo>
                  <a:lnTo>
                    <a:pt x="221335" y="32842"/>
                  </a:lnTo>
                  <a:lnTo>
                    <a:pt x="221335" y="7302"/>
                  </a:lnTo>
                  <a:lnTo>
                    <a:pt x="294297" y="7302"/>
                  </a:lnTo>
                  <a:lnTo>
                    <a:pt x="294297" y="32842"/>
                  </a:lnTo>
                  <a:lnTo>
                    <a:pt x="301599" y="32842"/>
                  </a:lnTo>
                  <a:lnTo>
                    <a:pt x="301599" y="7302"/>
                  </a:lnTo>
                  <a:lnTo>
                    <a:pt x="374573" y="7302"/>
                  </a:lnTo>
                  <a:lnTo>
                    <a:pt x="374573" y="32842"/>
                  </a:lnTo>
                  <a:lnTo>
                    <a:pt x="381863" y="32842"/>
                  </a:lnTo>
                  <a:lnTo>
                    <a:pt x="381863" y="7302"/>
                  </a:lnTo>
                  <a:lnTo>
                    <a:pt x="454825" y="7302"/>
                  </a:lnTo>
                  <a:lnTo>
                    <a:pt x="454825" y="32842"/>
                  </a:lnTo>
                  <a:lnTo>
                    <a:pt x="462127" y="32842"/>
                  </a:lnTo>
                  <a:lnTo>
                    <a:pt x="462127" y="7302"/>
                  </a:lnTo>
                  <a:lnTo>
                    <a:pt x="535101" y="7302"/>
                  </a:lnTo>
                  <a:lnTo>
                    <a:pt x="535101" y="32842"/>
                  </a:lnTo>
                  <a:lnTo>
                    <a:pt x="542404" y="32842"/>
                  </a:lnTo>
                  <a:lnTo>
                    <a:pt x="542404" y="7302"/>
                  </a:lnTo>
                  <a:lnTo>
                    <a:pt x="615353" y="7302"/>
                  </a:lnTo>
                  <a:lnTo>
                    <a:pt x="615353" y="32842"/>
                  </a:lnTo>
                  <a:lnTo>
                    <a:pt x="622655" y="32842"/>
                  </a:lnTo>
                  <a:lnTo>
                    <a:pt x="622655" y="7302"/>
                  </a:lnTo>
                  <a:lnTo>
                    <a:pt x="695629" y="7302"/>
                  </a:lnTo>
                  <a:lnTo>
                    <a:pt x="695629" y="32842"/>
                  </a:lnTo>
                  <a:lnTo>
                    <a:pt x="702932" y="32842"/>
                  </a:lnTo>
                  <a:lnTo>
                    <a:pt x="702932" y="7302"/>
                  </a:lnTo>
                  <a:lnTo>
                    <a:pt x="775893" y="7302"/>
                  </a:lnTo>
                  <a:lnTo>
                    <a:pt x="775893" y="32842"/>
                  </a:lnTo>
                  <a:lnTo>
                    <a:pt x="783183" y="32842"/>
                  </a:lnTo>
                  <a:lnTo>
                    <a:pt x="783183" y="7302"/>
                  </a:lnTo>
                  <a:lnTo>
                    <a:pt x="856157" y="7302"/>
                  </a:lnTo>
                  <a:lnTo>
                    <a:pt x="856157" y="32842"/>
                  </a:lnTo>
                  <a:lnTo>
                    <a:pt x="863460" y="32842"/>
                  </a:lnTo>
                  <a:lnTo>
                    <a:pt x="863460" y="7302"/>
                  </a:lnTo>
                  <a:lnTo>
                    <a:pt x="936421" y="7302"/>
                  </a:lnTo>
                  <a:lnTo>
                    <a:pt x="936421" y="32842"/>
                  </a:lnTo>
                  <a:lnTo>
                    <a:pt x="943711" y="32842"/>
                  </a:lnTo>
                  <a:lnTo>
                    <a:pt x="943711" y="7302"/>
                  </a:lnTo>
                  <a:lnTo>
                    <a:pt x="964996" y="7302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6C9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 descr=""/>
            <p:cNvSpPr/>
            <p:nvPr/>
          </p:nvSpPr>
          <p:spPr>
            <a:xfrm>
              <a:off x="14197661" y="9379032"/>
              <a:ext cx="965200" cy="156845"/>
            </a:xfrm>
            <a:custGeom>
              <a:avLst/>
              <a:gdLst/>
              <a:ahLst/>
              <a:cxnLst/>
              <a:rect l="l" t="t" r="r" b="b"/>
              <a:pathLst>
                <a:path w="965200" h="156845">
                  <a:moveTo>
                    <a:pt x="964996" y="0"/>
                  </a:moveTo>
                  <a:lnTo>
                    <a:pt x="0" y="0"/>
                  </a:lnTo>
                  <a:lnTo>
                    <a:pt x="0" y="12153"/>
                  </a:lnTo>
                  <a:lnTo>
                    <a:pt x="54724" y="12153"/>
                  </a:lnTo>
                  <a:lnTo>
                    <a:pt x="54724" y="156692"/>
                  </a:lnTo>
                  <a:lnTo>
                    <a:pt x="59601" y="156692"/>
                  </a:lnTo>
                  <a:lnTo>
                    <a:pt x="59601" y="12153"/>
                  </a:lnTo>
                  <a:lnTo>
                    <a:pt x="215252" y="12153"/>
                  </a:lnTo>
                  <a:lnTo>
                    <a:pt x="215252" y="156692"/>
                  </a:lnTo>
                  <a:lnTo>
                    <a:pt x="220129" y="156692"/>
                  </a:lnTo>
                  <a:lnTo>
                    <a:pt x="220129" y="12153"/>
                  </a:lnTo>
                  <a:lnTo>
                    <a:pt x="375793" y="12153"/>
                  </a:lnTo>
                  <a:lnTo>
                    <a:pt x="375793" y="156692"/>
                  </a:lnTo>
                  <a:lnTo>
                    <a:pt x="380657" y="156692"/>
                  </a:lnTo>
                  <a:lnTo>
                    <a:pt x="380657" y="12153"/>
                  </a:lnTo>
                  <a:lnTo>
                    <a:pt x="536308" y="12153"/>
                  </a:lnTo>
                  <a:lnTo>
                    <a:pt x="536308" y="156692"/>
                  </a:lnTo>
                  <a:lnTo>
                    <a:pt x="541185" y="156692"/>
                  </a:lnTo>
                  <a:lnTo>
                    <a:pt x="541185" y="12153"/>
                  </a:lnTo>
                  <a:lnTo>
                    <a:pt x="696849" y="12153"/>
                  </a:lnTo>
                  <a:lnTo>
                    <a:pt x="696849" y="156692"/>
                  </a:lnTo>
                  <a:lnTo>
                    <a:pt x="701713" y="156692"/>
                  </a:lnTo>
                  <a:lnTo>
                    <a:pt x="701713" y="12153"/>
                  </a:lnTo>
                  <a:lnTo>
                    <a:pt x="857377" y="12153"/>
                  </a:lnTo>
                  <a:lnTo>
                    <a:pt x="857377" y="156692"/>
                  </a:lnTo>
                  <a:lnTo>
                    <a:pt x="862241" y="156692"/>
                  </a:lnTo>
                  <a:lnTo>
                    <a:pt x="862241" y="12153"/>
                  </a:lnTo>
                  <a:lnTo>
                    <a:pt x="964996" y="12153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 descr=""/>
            <p:cNvSpPr/>
            <p:nvPr/>
          </p:nvSpPr>
          <p:spPr>
            <a:xfrm>
              <a:off x="13232676" y="9385096"/>
              <a:ext cx="965200" cy="150495"/>
            </a:xfrm>
            <a:custGeom>
              <a:avLst/>
              <a:gdLst/>
              <a:ahLst/>
              <a:cxnLst/>
              <a:rect l="l" t="t" r="r" b="b"/>
              <a:pathLst>
                <a:path w="965200" h="150495">
                  <a:moveTo>
                    <a:pt x="964996" y="0"/>
                  </a:moveTo>
                  <a:lnTo>
                    <a:pt x="0" y="0"/>
                  </a:lnTo>
                  <a:lnTo>
                    <a:pt x="0" y="150225"/>
                  </a:lnTo>
                  <a:lnTo>
                    <a:pt x="964996" y="150225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8AC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 descr=""/>
            <p:cNvSpPr/>
            <p:nvPr/>
          </p:nvSpPr>
          <p:spPr>
            <a:xfrm>
              <a:off x="13232664" y="9385115"/>
              <a:ext cx="965200" cy="117475"/>
            </a:xfrm>
            <a:custGeom>
              <a:avLst/>
              <a:gdLst/>
              <a:ahLst/>
              <a:cxnLst/>
              <a:rect l="l" t="t" r="r" b="b"/>
              <a:pathLst>
                <a:path w="965200" h="117475">
                  <a:moveTo>
                    <a:pt x="964996" y="97002"/>
                  </a:moveTo>
                  <a:lnTo>
                    <a:pt x="0" y="97002"/>
                  </a:lnTo>
                  <a:lnTo>
                    <a:pt x="0" y="116941"/>
                  </a:lnTo>
                  <a:lnTo>
                    <a:pt x="964996" y="116941"/>
                  </a:lnTo>
                  <a:lnTo>
                    <a:pt x="964996" y="97002"/>
                  </a:lnTo>
                  <a:close/>
                </a:path>
                <a:path w="965200" h="117475">
                  <a:moveTo>
                    <a:pt x="964996" y="0"/>
                  </a:moveTo>
                  <a:lnTo>
                    <a:pt x="0" y="0"/>
                  </a:lnTo>
                  <a:lnTo>
                    <a:pt x="0" y="82397"/>
                  </a:lnTo>
                  <a:lnTo>
                    <a:pt x="964996" y="82397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F3EBF0">
                <a:alpha val="6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 descr=""/>
            <p:cNvSpPr/>
            <p:nvPr/>
          </p:nvSpPr>
          <p:spPr>
            <a:xfrm>
              <a:off x="13232676" y="9535322"/>
              <a:ext cx="965200" cy="63500"/>
            </a:xfrm>
            <a:custGeom>
              <a:avLst/>
              <a:gdLst/>
              <a:ahLst/>
              <a:cxnLst/>
              <a:rect l="l" t="t" r="r" b="b"/>
              <a:pathLst>
                <a:path w="965200" h="63500">
                  <a:moveTo>
                    <a:pt x="0" y="63244"/>
                  </a:moveTo>
                  <a:lnTo>
                    <a:pt x="964996" y="63244"/>
                  </a:lnTo>
                  <a:lnTo>
                    <a:pt x="964996" y="0"/>
                  </a:lnTo>
                  <a:lnTo>
                    <a:pt x="0" y="0"/>
                  </a:lnTo>
                  <a:lnTo>
                    <a:pt x="0" y="63244"/>
                  </a:lnTo>
                  <a:close/>
                </a:path>
              </a:pathLst>
            </a:custGeom>
            <a:solidFill>
              <a:srgbClr val="8EB5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 descr=""/>
            <p:cNvSpPr/>
            <p:nvPr/>
          </p:nvSpPr>
          <p:spPr>
            <a:xfrm>
              <a:off x="13232676" y="9598566"/>
              <a:ext cx="965200" cy="53975"/>
            </a:xfrm>
            <a:custGeom>
              <a:avLst/>
              <a:gdLst/>
              <a:ahLst/>
              <a:cxnLst/>
              <a:rect l="l" t="t" r="r" b="b"/>
              <a:pathLst>
                <a:path w="965200" h="53975">
                  <a:moveTo>
                    <a:pt x="964996" y="0"/>
                  </a:moveTo>
                  <a:lnTo>
                    <a:pt x="0" y="0"/>
                  </a:lnTo>
                  <a:lnTo>
                    <a:pt x="0" y="53506"/>
                  </a:lnTo>
                  <a:lnTo>
                    <a:pt x="964996" y="53506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 descr=""/>
            <p:cNvSpPr/>
            <p:nvPr/>
          </p:nvSpPr>
          <p:spPr>
            <a:xfrm>
              <a:off x="13232664" y="9565735"/>
              <a:ext cx="965200" cy="33020"/>
            </a:xfrm>
            <a:custGeom>
              <a:avLst/>
              <a:gdLst/>
              <a:ahLst/>
              <a:cxnLst/>
              <a:rect l="l" t="t" r="r" b="b"/>
              <a:pathLst>
                <a:path w="965200" h="33020">
                  <a:moveTo>
                    <a:pt x="964996" y="0"/>
                  </a:moveTo>
                  <a:lnTo>
                    <a:pt x="0" y="0"/>
                  </a:lnTo>
                  <a:lnTo>
                    <a:pt x="0" y="7302"/>
                  </a:lnTo>
                  <a:lnTo>
                    <a:pt x="53517" y="7302"/>
                  </a:lnTo>
                  <a:lnTo>
                    <a:pt x="53517" y="32842"/>
                  </a:lnTo>
                  <a:lnTo>
                    <a:pt x="60807" y="32842"/>
                  </a:lnTo>
                  <a:lnTo>
                    <a:pt x="60807" y="7302"/>
                  </a:lnTo>
                  <a:lnTo>
                    <a:pt x="133769" y="7302"/>
                  </a:lnTo>
                  <a:lnTo>
                    <a:pt x="133769" y="32842"/>
                  </a:lnTo>
                  <a:lnTo>
                    <a:pt x="141071" y="32842"/>
                  </a:lnTo>
                  <a:lnTo>
                    <a:pt x="141071" y="7302"/>
                  </a:lnTo>
                  <a:lnTo>
                    <a:pt x="214045" y="7302"/>
                  </a:lnTo>
                  <a:lnTo>
                    <a:pt x="214045" y="32842"/>
                  </a:lnTo>
                  <a:lnTo>
                    <a:pt x="221335" y="32842"/>
                  </a:lnTo>
                  <a:lnTo>
                    <a:pt x="221335" y="7302"/>
                  </a:lnTo>
                  <a:lnTo>
                    <a:pt x="294297" y="7302"/>
                  </a:lnTo>
                  <a:lnTo>
                    <a:pt x="294297" y="32842"/>
                  </a:lnTo>
                  <a:lnTo>
                    <a:pt x="301599" y="32842"/>
                  </a:lnTo>
                  <a:lnTo>
                    <a:pt x="301599" y="7302"/>
                  </a:lnTo>
                  <a:lnTo>
                    <a:pt x="374573" y="7302"/>
                  </a:lnTo>
                  <a:lnTo>
                    <a:pt x="374573" y="32842"/>
                  </a:lnTo>
                  <a:lnTo>
                    <a:pt x="381863" y="32842"/>
                  </a:lnTo>
                  <a:lnTo>
                    <a:pt x="381863" y="7302"/>
                  </a:lnTo>
                  <a:lnTo>
                    <a:pt x="454825" y="7302"/>
                  </a:lnTo>
                  <a:lnTo>
                    <a:pt x="454825" y="32842"/>
                  </a:lnTo>
                  <a:lnTo>
                    <a:pt x="462127" y="32842"/>
                  </a:lnTo>
                  <a:lnTo>
                    <a:pt x="462127" y="7302"/>
                  </a:lnTo>
                  <a:lnTo>
                    <a:pt x="535101" y="7302"/>
                  </a:lnTo>
                  <a:lnTo>
                    <a:pt x="535101" y="32842"/>
                  </a:lnTo>
                  <a:lnTo>
                    <a:pt x="542404" y="32842"/>
                  </a:lnTo>
                  <a:lnTo>
                    <a:pt x="542404" y="7302"/>
                  </a:lnTo>
                  <a:lnTo>
                    <a:pt x="615353" y="7302"/>
                  </a:lnTo>
                  <a:lnTo>
                    <a:pt x="615353" y="32842"/>
                  </a:lnTo>
                  <a:lnTo>
                    <a:pt x="622655" y="32842"/>
                  </a:lnTo>
                  <a:lnTo>
                    <a:pt x="622655" y="7302"/>
                  </a:lnTo>
                  <a:lnTo>
                    <a:pt x="695629" y="7302"/>
                  </a:lnTo>
                  <a:lnTo>
                    <a:pt x="695629" y="32842"/>
                  </a:lnTo>
                  <a:lnTo>
                    <a:pt x="702932" y="32842"/>
                  </a:lnTo>
                  <a:lnTo>
                    <a:pt x="702932" y="7302"/>
                  </a:lnTo>
                  <a:lnTo>
                    <a:pt x="775893" y="7302"/>
                  </a:lnTo>
                  <a:lnTo>
                    <a:pt x="775893" y="32842"/>
                  </a:lnTo>
                  <a:lnTo>
                    <a:pt x="783183" y="32842"/>
                  </a:lnTo>
                  <a:lnTo>
                    <a:pt x="783183" y="7302"/>
                  </a:lnTo>
                  <a:lnTo>
                    <a:pt x="856157" y="7302"/>
                  </a:lnTo>
                  <a:lnTo>
                    <a:pt x="856157" y="32842"/>
                  </a:lnTo>
                  <a:lnTo>
                    <a:pt x="863460" y="32842"/>
                  </a:lnTo>
                  <a:lnTo>
                    <a:pt x="863460" y="7302"/>
                  </a:lnTo>
                  <a:lnTo>
                    <a:pt x="936421" y="7302"/>
                  </a:lnTo>
                  <a:lnTo>
                    <a:pt x="936421" y="32842"/>
                  </a:lnTo>
                  <a:lnTo>
                    <a:pt x="943711" y="32842"/>
                  </a:lnTo>
                  <a:lnTo>
                    <a:pt x="943711" y="7302"/>
                  </a:lnTo>
                  <a:lnTo>
                    <a:pt x="964996" y="7302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6C9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 descr=""/>
            <p:cNvSpPr/>
            <p:nvPr/>
          </p:nvSpPr>
          <p:spPr>
            <a:xfrm>
              <a:off x="13232664" y="9379032"/>
              <a:ext cx="965200" cy="156845"/>
            </a:xfrm>
            <a:custGeom>
              <a:avLst/>
              <a:gdLst/>
              <a:ahLst/>
              <a:cxnLst/>
              <a:rect l="l" t="t" r="r" b="b"/>
              <a:pathLst>
                <a:path w="965200" h="156845">
                  <a:moveTo>
                    <a:pt x="964996" y="0"/>
                  </a:moveTo>
                  <a:lnTo>
                    <a:pt x="0" y="0"/>
                  </a:lnTo>
                  <a:lnTo>
                    <a:pt x="0" y="12153"/>
                  </a:lnTo>
                  <a:lnTo>
                    <a:pt x="54724" y="12153"/>
                  </a:lnTo>
                  <a:lnTo>
                    <a:pt x="54724" y="156692"/>
                  </a:lnTo>
                  <a:lnTo>
                    <a:pt x="59601" y="156692"/>
                  </a:lnTo>
                  <a:lnTo>
                    <a:pt x="59601" y="12153"/>
                  </a:lnTo>
                  <a:lnTo>
                    <a:pt x="215252" y="12153"/>
                  </a:lnTo>
                  <a:lnTo>
                    <a:pt x="215252" y="156692"/>
                  </a:lnTo>
                  <a:lnTo>
                    <a:pt x="220129" y="156692"/>
                  </a:lnTo>
                  <a:lnTo>
                    <a:pt x="220129" y="12153"/>
                  </a:lnTo>
                  <a:lnTo>
                    <a:pt x="375780" y="12153"/>
                  </a:lnTo>
                  <a:lnTo>
                    <a:pt x="375780" y="156692"/>
                  </a:lnTo>
                  <a:lnTo>
                    <a:pt x="380657" y="156692"/>
                  </a:lnTo>
                  <a:lnTo>
                    <a:pt x="380657" y="12153"/>
                  </a:lnTo>
                  <a:lnTo>
                    <a:pt x="536308" y="12153"/>
                  </a:lnTo>
                  <a:lnTo>
                    <a:pt x="536308" y="156692"/>
                  </a:lnTo>
                  <a:lnTo>
                    <a:pt x="541185" y="156692"/>
                  </a:lnTo>
                  <a:lnTo>
                    <a:pt x="541185" y="12153"/>
                  </a:lnTo>
                  <a:lnTo>
                    <a:pt x="696849" y="12153"/>
                  </a:lnTo>
                  <a:lnTo>
                    <a:pt x="696849" y="156692"/>
                  </a:lnTo>
                  <a:lnTo>
                    <a:pt x="701713" y="156692"/>
                  </a:lnTo>
                  <a:lnTo>
                    <a:pt x="701713" y="12153"/>
                  </a:lnTo>
                  <a:lnTo>
                    <a:pt x="857377" y="12153"/>
                  </a:lnTo>
                  <a:lnTo>
                    <a:pt x="857377" y="156692"/>
                  </a:lnTo>
                  <a:lnTo>
                    <a:pt x="862241" y="156692"/>
                  </a:lnTo>
                  <a:lnTo>
                    <a:pt x="862241" y="12153"/>
                  </a:lnTo>
                  <a:lnTo>
                    <a:pt x="964996" y="12153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6" name="object 516" descr=""/>
          <p:cNvGrpSpPr/>
          <p:nvPr/>
        </p:nvGrpSpPr>
        <p:grpSpPr>
          <a:xfrm>
            <a:off x="13232676" y="6048705"/>
            <a:ext cx="1948814" cy="1939925"/>
            <a:chOff x="13232676" y="6048705"/>
            <a:chExt cx="1948814" cy="1939925"/>
          </a:xfrm>
        </p:grpSpPr>
        <p:sp>
          <p:nvSpPr>
            <p:cNvPr id="517" name="object 517" descr=""/>
            <p:cNvSpPr/>
            <p:nvPr/>
          </p:nvSpPr>
          <p:spPr>
            <a:xfrm>
              <a:off x="13378168" y="6068409"/>
              <a:ext cx="1781175" cy="1903730"/>
            </a:xfrm>
            <a:custGeom>
              <a:avLst/>
              <a:gdLst/>
              <a:ahLst/>
              <a:cxnLst/>
              <a:rect l="l" t="t" r="r" b="b"/>
              <a:pathLst>
                <a:path w="1781175" h="1903729">
                  <a:moveTo>
                    <a:pt x="1196378" y="1019937"/>
                  </a:moveTo>
                  <a:lnTo>
                    <a:pt x="1175410" y="1019937"/>
                  </a:lnTo>
                  <a:lnTo>
                    <a:pt x="1175410" y="883488"/>
                  </a:lnTo>
                  <a:lnTo>
                    <a:pt x="1164932" y="893965"/>
                  </a:lnTo>
                  <a:lnTo>
                    <a:pt x="1164932" y="908773"/>
                  </a:lnTo>
                  <a:lnTo>
                    <a:pt x="1164932" y="1019937"/>
                  </a:lnTo>
                  <a:lnTo>
                    <a:pt x="1153998" y="1019937"/>
                  </a:lnTo>
                  <a:lnTo>
                    <a:pt x="1131125" y="1042809"/>
                  </a:lnTo>
                  <a:lnTo>
                    <a:pt x="1114463" y="1042809"/>
                  </a:lnTo>
                  <a:lnTo>
                    <a:pt x="1114463" y="1059472"/>
                  </a:lnTo>
                  <a:lnTo>
                    <a:pt x="1095336" y="1078598"/>
                  </a:lnTo>
                  <a:lnTo>
                    <a:pt x="1078674" y="1078598"/>
                  </a:lnTo>
                  <a:lnTo>
                    <a:pt x="1078674" y="1095260"/>
                  </a:lnTo>
                  <a:lnTo>
                    <a:pt x="1059535" y="1114399"/>
                  </a:lnTo>
                  <a:lnTo>
                    <a:pt x="1042885" y="1114399"/>
                  </a:lnTo>
                  <a:lnTo>
                    <a:pt x="1042885" y="1131049"/>
                  </a:lnTo>
                  <a:lnTo>
                    <a:pt x="1023747" y="1150188"/>
                  </a:lnTo>
                  <a:lnTo>
                    <a:pt x="1007097" y="1150188"/>
                  </a:lnTo>
                  <a:lnTo>
                    <a:pt x="1007097" y="1166837"/>
                  </a:lnTo>
                  <a:lnTo>
                    <a:pt x="987958" y="1185976"/>
                  </a:lnTo>
                  <a:lnTo>
                    <a:pt x="971308" y="1185976"/>
                  </a:lnTo>
                  <a:lnTo>
                    <a:pt x="971308" y="1202626"/>
                  </a:lnTo>
                  <a:lnTo>
                    <a:pt x="952169" y="1221765"/>
                  </a:lnTo>
                  <a:lnTo>
                    <a:pt x="935507" y="1221765"/>
                  </a:lnTo>
                  <a:lnTo>
                    <a:pt x="935507" y="1238427"/>
                  </a:lnTo>
                  <a:lnTo>
                    <a:pt x="916381" y="1257554"/>
                  </a:lnTo>
                  <a:lnTo>
                    <a:pt x="899718" y="1257554"/>
                  </a:lnTo>
                  <a:lnTo>
                    <a:pt x="899718" y="1274216"/>
                  </a:lnTo>
                  <a:lnTo>
                    <a:pt x="880579" y="1293355"/>
                  </a:lnTo>
                  <a:lnTo>
                    <a:pt x="863930" y="1293355"/>
                  </a:lnTo>
                  <a:lnTo>
                    <a:pt x="863930" y="1310005"/>
                  </a:lnTo>
                  <a:lnTo>
                    <a:pt x="844791" y="1329143"/>
                  </a:lnTo>
                  <a:lnTo>
                    <a:pt x="828128" y="1329143"/>
                  </a:lnTo>
                  <a:lnTo>
                    <a:pt x="828128" y="1345806"/>
                  </a:lnTo>
                  <a:lnTo>
                    <a:pt x="809002" y="1364932"/>
                  </a:lnTo>
                  <a:lnTo>
                    <a:pt x="792340" y="1364932"/>
                  </a:lnTo>
                  <a:lnTo>
                    <a:pt x="792340" y="1381594"/>
                  </a:lnTo>
                  <a:lnTo>
                    <a:pt x="773214" y="1400721"/>
                  </a:lnTo>
                  <a:lnTo>
                    <a:pt x="756551" y="1400721"/>
                  </a:lnTo>
                  <a:lnTo>
                    <a:pt x="756551" y="1417383"/>
                  </a:lnTo>
                  <a:lnTo>
                    <a:pt x="737425" y="1436509"/>
                  </a:lnTo>
                  <a:lnTo>
                    <a:pt x="720763" y="1436509"/>
                  </a:lnTo>
                  <a:lnTo>
                    <a:pt x="720763" y="1453172"/>
                  </a:lnTo>
                  <a:lnTo>
                    <a:pt x="701636" y="1472298"/>
                  </a:lnTo>
                  <a:lnTo>
                    <a:pt x="684974" y="1472298"/>
                  </a:lnTo>
                  <a:lnTo>
                    <a:pt x="684974" y="1488960"/>
                  </a:lnTo>
                  <a:lnTo>
                    <a:pt x="665848" y="1508086"/>
                  </a:lnTo>
                  <a:lnTo>
                    <a:pt x="649185" y="1508086"/>
                  </a:lnTo>
                  <a:lnTo>
                    <a:pt x="649185" y="1524749"/>
                  </a:lnTo>
                  <a:lnTo>
                    <a:pt x="630059" y="1543875"/>
                  </a:lnTo>
                  <a:lnTo>
                    <a:pt x="613397" y="1543875"/>
                  </a:lnTo>
                  <a:lnTo>
                    <a:pt x="613397" y="1560537"/>
                  </a:lnTo>
                  <a:lnTo>
                    <a:pt x="594271" y="1579664"/>
                  </a:lnTo>
                  <a:lnTo>
                    <a:pt x="577608" y="1579664"/>
                  </a:lnTo>
                  <a:lnTo>
                    <a:pt x="577608" y="1596326"/>
                  </a:lnTo>
                  <a:lnTo>
                    <a:pt x="558482" y="1615452"/>
                  </a:lnTo>
                  <a:lnTo>
                    <a:pt x="541820" y="1615452"/>
                  </a:lnTo>
                  <a:lnTo>
                    <a:pt x="541820" y="1632115"/>
                  </a:lnTo>
                  <a:lnTo>
                    <a:pt x="522693" y="1651241"/>
                  </a:lnTo>
                  <a:lnTo>
                    <a:pt x="506031" y="1651241"/>
                  </a:lnTo>
                  <a:lnTo>
                    <a:pt x="506031" y="1667903"/>
                  </a:lnTo>
                  <a:lnTo>
                    <a:pt x="486892" y="1687042"/>
                  </a:lnTo>
                  <a:lnTo>
                    <a:pt x="470242" y="1687042"/>
                  </a:lnTo>
                  <a:lnTo>
                    <a:pt x="470242" y="1703692"/>
                  </a:lnTo>
                  <a:lnTo>
                    <a:pt x="451104" y="1722831"/>
                  </a:lnTo>
                  <a:lnTo>
                    <a:pt x="434454" y="1722831"/>
                  </a:lnTo>
                  <a:lnTo>
                    <a:pt x="434454" y="1739480"/>
                  </a:lnTo>
                  <a:lnTo>
                    <a:pt x="415315" y="1758619"/>
                  </a:lnTo>
                  <a:lnTo>
                    <a:pt x="398665" y="1758619"/>
                  </a:lnTo>
                  <a:lnTo>
                    <a:pt x="398665" y="1775269"/>
                  </a:lnTo>
                  <a:lnTo>
                    <a:pt x="379526" y="1794408"/>
                  </a:lnTo>
                  <a:lnTo>
                    <a:pt x="370878" y="1794408"/>
                  </a:lnTo>
                  <a:lnTo>
                    <a:pt x="370878" y="1803057"/>
                  </a:lnTo>
                  <a:lnTo>
                    <a:pt x="291553" y="1882381"/>
                  </a:lnTo>
                  <a:lnTo>
                    <a:pt x="291553" y="1803057"/>
                  </a:lnTo>
                  <a:lnTo>
                    <a:pt x="370878" y="1803057"/>
                  </a:lnTo>
                  <a:lnTo>
                    <a:pt x="370878" y="1794408"/>
                  </a:lnTo>
                  <a:lnTo>
                    <a:pt x="291553" y="1794408"/>
                  </a:lnTo>
                  <a:lnTo>
                    <a:pt x="291553" y="1782152"/>
                  </a:lnTo>
                  <a:lnTo>
                    <a:pt x="298437" y="1775269"/>
                  </a:lnTo>
                  <a:lnTo>
                    <a:pt x="398665" y="1775269"/>
                  </a:lnTo>
                  <a:lnTo>
                    <a:pt x="398665" y="1758619"/>
                  </a:lnTo>
                  <a:lnTo>
                    <a:pt x="315087" y="1758619"/>
                  </a:lnTo>
                  <a:lnTo>
                    <a:pt x="334225" y="1739480"/>
                  </a:lnTo>
                  <a:lnTo>
                    <a:pt x="434454" y="1739480"/>
                  </a:lnTo>
                  <a:lnTo>
                    <a:pt x="434454" y="1722831"/>
                  </a:lnTo>
                  <a:lnTo>
                    <a:pt x="350875" y="1722831"/>
                  </a:lnTo>
                  <a:lnTo>
                    <a:pt x="370014" y="1703692"/>
                  </a:lnTo>
                  <a:lnTo>
                    <a:pt x="470242" y="1703692"/>
                  </a:lnTo>
                  <a:lnTo>
                    <a:pt x="470242" y="1687042"/>
                  </a:lnTo>
                  <a:lnTo>
                    <a:pt x="386664" y="1687042"/>
                  </a:lnTo>
                  <a:lnTo>
                    <a:pt x="405803" y="1667903"/>
                  </a:lnTo>
                  <a:lnTo>
                    <a:pt x="506031" y="1667903"/>
                  </a:lnTo>
                  <a:lnTo>
                    <a:pt x="506031" y="1651241"/>
                  </a:lnTo>
                  <a:lnTo>
                    <a:pt x="422465" y="1651241"/>
                  </a:lnTo>
                  <a:lnTo>
                    <a:pt x="441591" y="1632115"/>
                  </a:lnTo>
                  <a:lnTo>
                    <a:pt x="541820" y="1632115"/>
                  </a:lnTo>
                  <a:lnTo>
                    <a:pt x="541820" y="1615452"/>
                  </a:lnTo>
                  <a:lnTo>
                    <a:pt x="458254" y="1615452"/>
                  </a:lnTo>
                  <a:lnTo>
                    <a:pt x="477380" y="1596326"/>
                  </a:lnTo>
                  <a:lnTo>
                    <a:pt x="577608" y="1596326"/>
                  </a:lnTo>
                  <a:lnTo>
                    <a:pt x="577608" y="1579664"/>
                  </a:lnTo>
                  <a:lnTo>
                    <a:pt x="494042" y="1579664"/>
                  </a:lnTo>
                  <a:lnTo>
                    <a:pt x="513168" y="1560537"/>
                  </a:lnTo>
                  <a:lnTo>
                    <a:pt x="613397" y="1560537"/>
                  </a:lnTo>
                  <a:lnTo>
                    <a:pt x="613397" y="1543875"/>
                  </a:lnTo>
                  <a:lnTo>
                    <a:pt x="529831" y="1543875"/>
                  </a:lnTo>
                  <a:lnTo>
                    <a:pt x="548957" y="1524749"/>
                  </a:lnTo>
                  <a:lnTo>
                    <a:pt x="649185" y="1524749"/>
                  </a:lnTo>
                  <a:lnTo>
                    <a:pt x="649185" y="1508086"/>
                  </a:lnTo>
                  <a:lnTo>
                    <a:pt x="565619" y="1508086"/>
                  </a:lnTo>
                  <a:lnTo>
                    <a:pt x="584746" y="1488960"/>
                  </a:lnTo>
                  <a:lnTo>
                    <a:pt x="684974" y="1488960"/>
                  </a:lnTo>
                  <a:lnTo>
                    <a:pt x="684974" y="1472298"/>
                  </a:lnTo>
                  <a:lnTo>
                    <a:pt x="601408" y="1472298"/>
                  </a:lnTo>
                  <a:lnTo>
                    <a:pt x="620534" y="1453172"/>
                  </a:lnTo>
                  <a:lnTo>
                    <a:pt x="720763" y="1453172"/>
                  </a:lnTo>
                  <a:lnTo>
                    <a:pt x="720763" y="1436509"/>
                  </a:lnTo>
                  <a:lnTo>
                    <a:pt x="637197" y="1436509"/>
                  </a:lnTo>
                  <a:lnTo>
                    <a:pt x="656323" y="1417383"/>
                  </a:lnTo>
                  <a:lnTo>
                    <a:pt x="756551" y="1417383"/>
                  </a:lnTo>
                  <a:lnTo>
                    <a:pt x="756551" y="1400721"/>
                  </a:lnTo>
                  <a:lnTo>
                    <a:pt x="672985" y="1400721"/>
                  </a:lnTo>
                  <a:lnTo>
                    <a:pt x="692111" y="1381594"/>
                  </a:lnTo>
                  <a:lnTo>
                    <a:pt x="792340" y="1381594"/>
                  </a:lnTo>
                  <a:lnTo>
                    <a:pt x="792340" y="1364932"/>
                  </a:lnTo>
                  <a:lnTo>
                    <a:pt x="708774" y="1364932"/>
                  </a:lnTo>
                  <a:lnTo>
                    <a:pt x="727900" y="1345806"/>
                  </a:lnTo>
                  <a:lnTo>
                    <a:pt x="828128" y="1345806"/>
                  </a:lnTo>
                  <a:lnTo>
                    <a:pt x="828128" y="1329143"/>
                  </a:lnTo>
                  <a:lnTo>
                    <a:pt x="744562" y="1329143"/>
                  </a:lnTo>
                  <a:lnTo>
                    <a:pt x="763701" y="1310005"/>
                  </a:lnTo>
                  <a:lnTo>
                    <a:pt x="863930" y="1310005"/>
                  </a:lnTo>
                  <a:lnTo>
                    <a:pt x="863930" y="1293355"/>
                  </a:lnTo>
                  <a:lnTo>
                    <a:pt x="780351" y="1293355"/>
                  </a:lnTo>
                  <a:lnTo>
                    <a:pt x="799490" y="1274216"/>
                  </a:lnTo>
                  <a:lnTo>
                    <a:pt x="899718" y="1274216"/>
                  </a:lnTo>
                  <a:lnTo>
                    <a:pt x="899718" y="1257554"/>
                  </a:lnTo>
                  <a:lnTo>
                    <a:pt x="816152" y="1257554"/>
                  </a:lnTo>
                  <a:lnTo>
                    <a:pt x="835279" y="1238427"/>
                  </a:lnTo>
                  <a:lnTo>
                    <a:pt x="935507" y="1238427"/>
                  </a:lnTo>
                  <a:lnTo>
                    <a:pt x="935507" y="1221765"/>
                  </a:lnTo>
                  <a:lnTo>
                    <a:pt x="851941" y="1221765"/>
                  </a:lnTo>
                  <a:lnTo>
                    <a:pt x="871080" y="1202626"/>
                  </a:lnTo>
                  <a:lnTo>
                    <a:pt x="971308" y="1202626"/>
                  </a:lnTo>
                  <a:lnTo>
                    <a:pt x="971308" y="1185976"/>
                  </a:lnTo>
                  <a:lnTo>
                    <a:pt x="887730" y="1185976"/>
                  </a:lnTo>
                  <a:lnTo>
                    <a:pt x="906868" y="1166837"/>
                  </a:lnTo>
                  <a:lnTo>
                    <a:pt x="1007097" y="1166837"/>
                  </a:lnTo>
                  <a:lnTo>
                    <a:pt x="1007097" y="1150188"/>
                  </a:lnTo>
                  <a:lnTo>
                    <a:pt x="923518" y="1150188"/>
                  </a:lnTo>
                  <a:lnTo>
                    <a:pt x="942657" y="1131049"/>
                  </a:lnTo>
                  <a:lnTo>
                    <a:pt x="1042885" y="1131049"/>
                  </a:lnTo>
                  <a:lnTo>
                    <a:pt x="1042885" y="1114399"/>
                  </a:lnTo>
                  <a:lnTo>
                    <a:pt x="959307" y="1114399"/>
                  </a:lnTo>
                  <a:lnTo>
                    <a:pt x="978446" y="1095260"/>
                  </a:lnTo>
                  <a:lnTo>
                    <a:pt x="1078674" y="1095260"/>
                  </a:lnTo>
                  <a:lnTo>
                    <a:pt x="1078674" y="1078598"/>
                  </a:lnTo>
                  <a:lnTo>
                    <a:pt x="995108" y="1078598"/>
                  </a:lnTo>
                  <a:lnTo>
                    <a:pt x="1014234" y="1059472"/>
                  </a:lnTo>
                  <a:lnTo>
                    <a:pt x="1114463" y="1059472"/>
                  </a:lnTo>
                  <a:lnTo>
                    <a:pt x="1114463" y="1042809"/>
                  </a:lnTo>
                  <a:lnTo>
                    <a:pt x="1030897" y="1042809"/>
                  </a:lnTo>
                  <a:lnTo>
                    <a:pt x="1164932" y="908773"/>
                  </a:lnTo>
                  <a:lnTo>
                    <a:pt x="1164932" y="893965"/>
                  </a:lnTo>
                  <a:lnTo>
                    <a:pt x="1016088" y="1042809"/>
                  </a:lnTo>
                  <a:lnTo>
                    <a:pt x="999426" y="1042809"/>
                  </a:lnTo>
                  <a:lnTo>
                    <a:pt x="999426" y="1059472"/>
                  </a:lnTo>
                  <a:lnTo>
                    <a:pt x="980300" y="1078598"/>
                  </a:lnTo>
                  <a:lnTo>
                    <a:pt x="963637" y="1078598"/>
                  </a:lnTo>
                  <a:lnTo>
                    <a:pt x="963637" y="1095260"/>
                  </a:lnTo>
                  <a:lnTo>
                    <a:pt x="944499" y="1114399"/>
                  </a:lnTo>
                  <a:lnTo>
                    <a:pt x="927849" y="1114399"/>
                  </a:lnTo>
                  <a:lnTo>
                    <a:pt x="927849" y="1131049"/>
                  </a:lnTo>
                  <a:lnTo>
                    <a:pt x="908710" y="1150188"/>
                  </a:lnTo>
                  <a:lnTo>
                    <a:pt x="892060" y="1150188"/>
                  </a:lnTo>
                  <a:lnTo>
                    <a:pt x="892060" y="1166837"/>
                  </a:lnTo>
                  <a:lnTo>
                    <a:pt x="872921" y="1185976"/>
                  </a:lnTo>
                  <a:lnTo>
                    <a:pt x="856272" y="1185976"/>
                  </a:lnTo>
                  <a:lnTo>
                    <a:pt x="856272" y="1202626"/>
                  </a:lnTo>
                  <a:lnTo>
                    <a:pt x="837133" y="1221765"/>
                  </a:lnTo>
                  <a:lnTo>
                    <a:pt x="820470" y="1221765"/>
                  </a:lnTo>
                  <a:lnTo>
                    <a:pt x="820470" y="1238427"/>
                  </a:lnTo>
                  <a:lnTo>
                    <a:pt x="801344" y="1257554"/>
                  </a:lnTo>
                  <a:lnTo>
                    <a:pt x="784682" y="1257554"/>
                  </a:lnTo>
                  <a:lnTo>
                    <a:pt x="784682" y="1274216"/>
                  </a:lnTo>
                  <a:lnTo>
                    <a:pt x="765543" y="1293355"/>
                  </a:lnTo>
                  <a:lnTo>
                    <a:pt x="748893" y="1293355"/>
                  </a:lnTo>
                  <a:lnTo>
                    <a:pt x="748893" y="1310005"/>
                  </a:lnTo>
                  <a:lnTo>
                    <a:pt x="729754" y="1329143"/>
                  </a:lnTo>
                  <a:lnTo>
                    <a:pt x="713092" y="1329143"/>
                  </a:lnTo>
                  <a:lnTo>
                    <a:pt x="713092" y="1345806"/>
                  </a:lnTo>
                  <a:lnTo>
                    <a:pt x="693966" y="1364932"/>
                  </a:lnTo>
                  <a:lnTo>
                    <a:pt x="677303" y="1364932"/>
                  </a:lnTo>
                  <a:lnTo>
                    <a:pt x="677303" y="1381594"/>
                  </a:lnTo>
                  <a:lnTo>
                    <a:pt x="658177" y="1400721"/>
                  </a:lnTo>
                  <a:lnTo>
                    <a:pt x="641515" y="1400721"/>
                  </a:lnTo>
                  <a:lnTo>
                    <a:pt x="641515" y="1417383"/>
                  </a:lnTo>
                  <a:lnTo>
                    <a:pt x="622388" y="1436509"/>
                  </a:lnTo>
                  <a:lnTo>
                    <a:pt x="605726" y="1436509"/>
                  </a:lnTo>
                  <a:lnTo>
                    <a:pt x="605726" y="1453172"/>
                  </a:lnTo>
                  <a:lnTo>
                    <a:pt x="586600" y="1472298"/>
                  </a:lnTo>
                  <a:lnTo>
                    <a:pt x="569937" y="1472298"/>
                  </a:lnTo>
                  <a:lnTo>
                    <a:pt x="569937" y="1488960"/>
                  </a:lnTo>
                  <a:lnTo>
                    <a:pt x="550811" y="1508086"/>
                  </a:lnTo>
                  <a:lnTo>
                    <a:pt x="534149" y="1508086"/>
                  </a:lnTo>
                  <a:lnTo>
                    <a:pt x="534149" y="1524749"/>
                  </a:lnTo>
                  <a:lnTo>
                    <a:pt x="515023" y="1543875"/>
                  </a:lnTo>
                  <a:lnTo>
                    <a:pt x="498360" y="1543875"/>
                  </a:lnTo>
                  <a:lnTo>
                    <a:pt x="498360" y="1560537"/>
                  </a:lnTo>
                  <a:lnTo>
                    <a:pt x="479234" y="1579664"/>
                  </a:lnTo>
                  <a:lnTo>
                    <a:pt x="462572" y="1579664"/>
                  </a:lnTo>
                  <a:lnTo>
                    <a:pt x="462572" y="1596326"/>
                  </a:lnTo>
                  <a:lnTo>
                    <a:pt x="443445" y="1615452"/>
                  </a:lnTo>
                  <a:lnTo>
                    <a:pt x="426783" y="1615452"/>
                  </a:lnTo>
                  <a:lnTo>
                    <a:pt x="426783" y="1632115"/>
                  </a:lnTo>
                  <a:lnTo>
                    <a:pt x="407657" y="1651241"/>
                  </a:lnTo>
                  <a:lnTo>
                    <a:pt x="390994" y="1651241"/>
                  </a:lnTo>
                  <a:lnTo>
                    <a:pt x="390994" y="1667903"/>
                  </a:lnTo>
                  <a:lnTo>
                    <a:pt x="371856" y="1687042"/>
                  </a:lnTo>
                  <a:lnTo>
                    <a:pt x="355206" y="1687042"/>
                  </a:lnTo>
                  <a:lnTo>
                    <a:pt x="355206" y="1703692"/>
                  </a:lnTo>
                  <a:lnTo>
                    <a:pt x="336067" y="1722831"/>
                  </a:lnTo>
                  <a:lnTo>
                    <a:pt x="319417" y="1722831"/>
                  </a:lnTo>
                  <a:lnTo>
                    <a:pt x="319417" y="1739480"/>
                  </a:lnTo>
                  <a:lnTo>
                    <a:pt x="300278" y="1758619"/>
                  </a:lnTo>
                  <a:lnTo>
                    <a:pt x="283629" y="1758619"/>
                  </a:lnTo>
                  <a:lnTo>
                    <a:pt x="283629" y="1775269"/>
                  </a:lnTo>
                  <a:lnTo>
                    <a:pt x="281076" y="1777822"/>
                  </a:lnTo>
                  <a:lnTo>
                    <a:pt x="281076" y="1794408"/>
                  </a:lnTo>
                  <a:lnTo>
                    <a:pt x="151295" y="1794408"/>
                  </a:lnTo>
                  <a:lnTo>
                    <a:pt x="170434" y="1775269"/>
                  </a:lnTo>
                  <a:lnTo>
                    <a:pt x="283629" y="1775269"/>
                  </a:lnTo>
                  <a:lnTo>
                    <a:pt x="283629" y="1758619"/>
                  </a:lnTo>
                  <a:lnTo>
                    <a:pt x="187083" y="1758619"/>
                  </a:lnTo>
                  <a:lnTo>
                    <a:pt x="206222" y="1739480"/>
                  </a:lnTo>
                  <a:lnTo>
                    <a:pt x="319417" y="1739480"/>
                  </a:lnTo>
                  <a:lnTo>
                    <a:pt x="319417" y="1722831"/>
                  </a:lnTo>
                  <a:lnTo>
                    <a:pt x="222872" y="1722831"/>
                  </a:lnTo>
                  <a:lnTo>
                    <a:pt x="242011" y="1703692"/>
                  </a:lnTo>
                  <a:lnTo>
                    <a:pt x="355206" y="1703692"/>
                  </a:lnTo>
                  <a:lnTo>
                    <a:pt x="355206" y="1687042"/>
                  </a:lnTo>
                  <a:lnTo>
                    <a:pt x="258660" y="1687042"/>
                  </a:lnTo>
                  <a:lnTo>
                    <a:pt x="277799" y="1667903"/>
                  </a:lnTo>
                  <a:lnTo>
                    <a:pt x="390994" y="1667903"/>
                  </a:lnTo>
                  <a:lnTo>
                    <a:pt x="390994" y="1651241"/>
                  </a:lnTo>
                  <a:lnTo>
                    <a:pt x="294462" y="1651241"/>
                  </a:lnTo>
                  <a:lnTo>
                    <a:pt x="313588" y="1632115"/>
                  </a:lnTo>
                  <a:lnTo>
                    <a:pt x="426783" y="1632115"/>
                  </a:lnTo>
                  <a:lnTo>
                    <a:pt x="426783" y="1615452"/>
                  </a:lnTo>
                  <a:lnTo>
                    <a:pt x="330250" y="1615452"/>
                  </a:lnTo>
                  <a:lnTo>
                    <a:pt x="349377" y="1596326"/>
                  </a:lnTo>
                  <a:lnTo>
                    <a:pt x="462572" y="1596326"/>
                  </a:lnTo>
                  <a:lnTo>
                    <a:pt x="462572" y="1579664"/>
                  </a:lnTo>
                  <a:lnTo>
                    <a:pt x="366039" y="1579664"/>
                  </a:lnTo>
                  <a:lnTo>
                    <a:pt x="385165" y="1560537"/>
                  </a:lnTo>
                  <a:lnTo>
                    <a:pt x="498360" y="1560537"/>
                  </a:lnTo>
                  <a:lnTo>
                    <a:pt x="498360" y="1543875"/>
                  </a:lnTo>
                  <a:lnTo>
                    <a:pt x="401828" y="1543875"/>
                  </a:lnTo>
                  <a:lnTo>
                    <a:pt x="420954" y="1524749"/>
                  </a:lnTo>
                  <a:lnTo>
                    <a:pt x="534149" y="1524749"/>
                  </a:lnTo>
                  <a:lnTo>
                    <a:pt x="534149" y="1508086"/>
                  </a:lnTo>
                  <a:lnTo>
                    <a:pt x="437616" y="1508086"/>
                  </a:lnTo>
                  <a:lnTo>
                    <a:pt x="456742" y="1488960"/>
                  </a:lnTo>
                  <a:lnTo>
                    <a:pt x="569937" y="1488960"/>
                  </a:lnTo>
                  <a:lnTo>
                    <a:pt x="569937" y="1472298"/>
                  </a:lnTo>
                  <a:lnTo>
                    <a:pt x="473405" y="1472298"/>
                  </a:lnTo>
                  <a:lnTo>
                    <a:pt x="492531" y="1453172"/>
                  </a:lnTo>
                  <a:lnTo>
                    <a:pt x="605726" y="1453172"/>
                  </a:lnTo>
                  <a:lnTo>
                    <a:pt x="605726" y="1436509"/>
                  </a:lnTo>
                  <a:lnTo>
                    <a:pt x="509193" y="1436509"/>
                  </a:lnTo>
                  <a:lnTo>
                    <a:pt x="528320" y="1417383"/>
                  </a:lnTo>
                  <a:lnTo>
                    <a:pt x="641515" y="1417383"/>
                  </a:lnTo>
                  <a:lnTo>
                    <a:pt x="641515" y="1400721"/>
                  </a:lnTo>
                  <a:lnTo>
                    <a:pt x="544982" y="1400721"/>
                  </a:lnTo>
                  <a:lnTo>
                    <a:pt x="564108" y="1381594"/>
                  </a:lnTo>
                  <a:lnTo>
                    <a:pt x="677303" y="1381594"/>
                  </a:lnTo>
                  <a:lnTo>
                    <a:pt x="677303" y="1364932"/>
                  </a:lnTo>
                  <a:lnTo>
                    <a:pt x="580771" y="1364932"/>
                  </a:lnTo>
                  <a:lnTo>
                    <a:pt x="599897" y="1345806"/>
                  </a:lnTo>
                  <a:lnTo>
                    <a:pt x="713092" y="1345806"/>
                  </a:lnTo>
                  <a:lnTo>
                    <a:pt x="713092" y="1329143"/>
                  </a:lnTo>
                  <a:lnTo>
                    <a:pt x="616559" y="1329143"/>
                  </a:lnTo>
                  <a:lnTo>
                    <a:pt x="635698" y="1310005"/>
                  </a:lnTo>
                  <a:lnTo>
                    <a:pt x="748893" y="1310005"/>
                  </a:lnTo>
                  <a:lnTo>
                    <a:pt x="748893" y="1293355"/>
                  </a:lnTo>
                  <a:lnTo>
                    <a:pt x="652348" y="1293355"/>
                  </a:lnTo>
                  <a:lnTo>
                    <a:pt x="671487" y="1274216"/>
                  </a:lnTo>
                  <a:lnTo>
                    <a:pt x="784682" y="1274216"/>
                  </a:lnTo>
                  <a:lnTo>
                    <a:pt x="784682" y="1257554"/>
                  </a:lnTo>
                  <a:lnTo>
                    <a:pt x="688149" y="1257554"/>
                  </a:lnTo>
                  <a:lnTo>
                    <a:pt x="707275" y="1238427"/>
                  </a:lnTo>
                  <a:lnTo>
                    <a:pt x="820470" y="1238427"/>
                  </a:lnTo>
                  <a:lnTo>
                    <a:pt x="820470" y="1221765"/>
                  </a:lnTo>
                  <a:lnTo>
                    <a:pt x="723938" y="1221765"/>
                  </a:lnTo>
                  <a:lnTo>
                    <a:pt x="743077" y="1202626"/>
                  </a:lnTo>
                  <a:lnTo>
                    <a:pt x="856272" y="1202626"/>
                  </a:lnTo>
                  <a:lnTo>
                    <a:pt x="856272" y="1185976"/>
                  </a:lnTo>
                  <a:lnTo>
                    <a:pt x="759726" y="1185976"/>
                  </a:lnTo>
                  <a:lnTo>
                    <a:pt x="778865" y="1166837"/>
                  </a:lnTo>
                  <a:lnTo>
                    <a:pt x="892060" y="1166837"/>
                  </a:lnTo>
                  <a:lnTo>
                    <a:pt x="892060" y="1150188"/>
                  </a:lnTo>
                  <a:lnTo>
                    <a:pt x="795515" y="1150188"/>
                  </a:lnTo>
                  <a:lnTo>
                    <a:pt x="814654" y="1131049"/>
                  </a:lnTo>
                  <a:lnTo>
                    <a:pt x="927849" y="1131049"/>
                  </a:lnTo>
                  <a:lnTo>
                    <a:pt x="927849" y="1114399"/>
                  </a:lnTo>
                  <a:lnTo>
                    <a:pt x="831303" y="1114399"/>
                  </a:lnTo>
                  <a:lnTo>
                    <a:pt x="850442" y="1095260"/>
                  </a:lnTo>
                  <a:lnTo>
                    <a:pt x="963637" y="1095260"/>
                  </a:lnTo>
                  <a:lnTo>
                    <a:pt x="963637" y="1078598"/>
                  </a:lnTo>
                  <a:lnTo>
                    <a:pt x="867105" y="1078598"/>
                  </a:lnTo>
                  <a:lnTo>
                    <a:pt x="886231" y="1059472"/>
                  </a:lnTo>
                  <a:lnTo>
                    <a:pt x="999426" y="1059472"/>
                  </a:lnTo>
                  <a:lnTo>
                    <a:pt x="999426" y="1042809"/>
                  </a:lnTo>
                  <a:lnTo>
                    <a:pt x="902893" y="1042809"/>
                  </a:lnTo>
                  <a:lnTo>
                    <a:pt x="925766" y="1019937"/>
                  </a:lnTo>
                  <a:lnTo>
                    <a:pt x="904811" y="1019937"/>
                  </a:lnTo>
                  <a:lnTo>
                    <a:pt x="904811" y="883488"/>
                  </a:lnTo>
                  <a:lnTo>
                    <a:pt x="894321" y="893978"/>
                  </a:lnTo>
                  <a:lnTo>
                    <a:pt x="894321" y="908773"/>
                  </a:lnTo>
                  <a:lnTo>
                    <a:pt x="894321" y="1019937"/>
                  </a:lnTo>
                  <a:lnTo>
                    <a:pt x="883399" y="1019937"/>
                  </a:lnTo>
                  <a:lnTo>
                    <a:pt x="20942" y="1882394"/>
                  </a:lnTo>
                  <a:lnTo>
                    <a:pt x="20942" y="1782152"/>
                  </a:lnTo>
                  <a:lnTo>
                    <a:pt x="894321" y="908773"/>
                  </a:lnTo>
                  <a:lnTo>
                    <a:pt x="894321" y="893978"/>
                  </a:lnTo>
                  <a:lnTo>
                    <a:pt x="10477" y="1777822"/>
                  </a:lnTo>
                  <a:lnTo>
                    <a:pt x="10477" y="1892858"/>
                  </a:lnTo>
                  <a:lnTo>
                    <a:pt x="0" y="1903336"/>
                  </a:lnTo>
                  <a:lnTo>
                    <a:pt x="10477" y="1903336"/>
                  </a:lnTo>
                  <a:lnTo>
                    <a:pt x="20942" y="1903336"/>
                  </a:lnTo>
                  <a:lnTo>
                    <a:pt x="42379" y="1903336"/>
                  </a:lnTo>
                  <a:lnTo>
                    <a:pt x="142646" y="1803057"/>
                  </a:lnTo>
                  <a:lnTo>
                    <a:pt x="281076" y="1803057"/>
                  </a:lnTo>
                  <a:lnTo>
                    <a:pt x="281076" y="1892858"/>
                  </a:lnTo>
                  <a:lnTo>
                    <a:pt x="270598" y="1903336"/>
                  </a:lnTo>
                  <a:lnTo>
                    <a:pt x="281076" y="1903336"/>
                  </a:lnTo>
                  <a:lnTo>
                    <a:pt x="291553" y="1903336"/>
                  </a:lnTo>
                  <a:lnTo>
                    <a:pt x="312978" y="1903336"/>
                  </a:lnTo>
                  <a:lnTo>
                    <a:pt x="1196378" y="1019937"/>
                  </a:lnTo>
                  <a:close/>
                </a:path>
                <a:path w="1781175" h="1903729">
                  <a:moveTo>
                    <a:pt x="1780921" y="1019835"/>
                  </a:moveTo>
                  <a:lnTo>
                    <a:pt x="1770443" y="1009357"/>
                  </a:lnTo>
                  <a:lnTo>
                    <a:pt x="1770443" y="894321"/>
                  </a:lnTo>
                  <a:lnTo>
                    <a:pt x="1759978" y="883856"/>
                  </a:lnTo>
                  <a:lnTo>
                    <a:pt x="1759978" y="898664"/>
                  </a:lnTo>
                  <a:lnTo>
                    <a:pt x="1759978" y="998893"/>
                  </a:lnTo>
                  <a:lnTo>
                    <a:pt x="1701190" y="940104"/>
                  </a:lnTo>
                  <a:lnTo>
                    <a:pt x="1701190" y="982484"/>
                  </a:lnTo>
                  <a:lnTo>
                    <a:pt x="1499844" y="982484"/>
                  </a:lnTo>
                  <a:lnTo>
                    <a:pt x="1499844" y="963345"/>
                  </a:lnTo>
                  <a:lnTo>
                    <a:pt x="1682051" y="963345"/>
                  </a:lnTo>
                  <a:lnTo>
                    <a:pt x="1701190" y="982484"/>
                  </a:lnTo>
                  <a:lnTo>
                    <a:pt x="1701190" y="940104"/>
                  </a:lnTo>
                  <a:lnTo>
                    <a:pt x="1665401" y="904316"/>
                  </a:lnTo>
                  <a:lnTo>
                    <a:pt x="1665401" y="946696"/>
                  </a:lnTo>
                  <a:lnTo>
                    <a:pt x="1499844" y="946696"/>
                  </a:lnTo>
                  <a:lnTo>
                    <a:pt x="1499844" y="927557"/>
                  </a:lnTo>
                  <a:lnTo>
                    <a:pt x="1646262" y="927557"/>
                  </a:lnTo>
                  <a:lnTo>
                    <a:pt x="1665401" y="946696"/>
                  </a:lnTo>
                  <a:lnTo>
                    <a:pt x="1665401" y="904316"/>
                  </a:lnTo>
                  <a:lnTo>
                    <a:pt x="1629613" y="868527"/>
                  </a:lnTo>
                  <a:lnTo>
                    <a:pt x="1629613" y="910907"/>
                  </a:lnTo>
                  <a:lnTo>
                    <a:pt x="1499844" y="910907"/>
                  </a:lnTo>
                  <a:lnTo>
                    <a:pt x="1499844" y="894321"/>
                  </a:lnTo>
                  <a:lnTo>
                    <a:pt x="1497279" y="891768"/>
                  </a:lnTo>
                  <a:lnTo>
                    <a:pt x="1610474" y="891768"/>
                  </a:lnTo>
                  <a:lnTo>
                    <a:pt x="1629613" y="910907"/>
                  </a:lnTo>
                  <a:lnTo>
                    <a:pt x="1629613" y="868527"/>
                  </a:lnTo>
                  <a:lnTo>
                    <a:pt x="1593824" y="832739"/>
                  </a:lnTo>
                  <a:lnTo>
                    <a:pt x="1593824" y="875118"/>
                  </a:lnTo>
                  <a:lnTo>
                    <a:pt x="1489367" y="875118"/>
                  </a:lnTo>
                  <a:lnTo>
                    <a:pt x="1489367" y="982484"/>
                  </a:lnTo>
                  <a:lnTo>
                    <a:pt x="1472971" y="982484"/>
                  </a:lnTo>
                  <a:lnTo>
                    <a:pt x="1453832" y="963345"/>
                  </a:lnTo>
                  <a:lnTo>
                    <a:pt x="1489367" y="963345"/>
                  </a:lnTo>
                  <a:lnTo>
                    <a:pt x="1489367" y="946696"/>
                  </a:lnTo>
                  <a:lnTo>
                    <a:pt x="1437182" y="946696"/>
                  </a:lnTo>
                  <a:lnTo>
                    <a:pt x="1418043" y="927557"/>
                  </a:lnTo>
                  <a:lnTo>
                    <a:pt x="1489367" y="927557"/>
                  </a:lnTo>
                  <a:lnTo>
                    <a:pt x="1489367" y="910907"/>
                  </a:lnTo>
                  <a:lnTo>
                    <a:pt x="1401394" y="910907"/>
                  </a:lnTo>
                  <a:lnTo>
                    <a:pt x="1382255" y="891768"/>
                  </a:lnTo>
                  <a:lnTo>
                    <a:pt x="1482471" y="891768"/>
                  </a:lnTo>
                  <a:lnTo>
                    <a:pt x="1489367" y="898664"/>
                  </a:lnTo>
                  <a:lnTo>
                    <a:pt x="1489367" y="875118"/>
                  </a:lnTo>
                  <a:lnTo>
                    <a:pt x="1480629" y="875118"/>
                  </a:lnTo>
                  <a:lnTo>
                    <a:pt x="1465821" y="860310"/>
                  </a:lnTo>
                  <a:lnTo>
                    <a:pt x="1465821" y="875118"/>
                  </a:lnTo>
                  <a:lnTo>
                    <a:pt x="1365605" y="875118"/>
                  </a:lnTo>
                  <a:lnTo>
                    <a:pt x="1346466" y="855980"/>
                  </a:lnTo>
                  <a:lnTo>
                    <a:pt x="1446682" y="855980"/>
                  </a:lnTo>
                  <a:lnTo>
                    <a:pt x="1465821" y="875118"/>
                  </a:lnTo>
                  <a:lnTo>
                    <a:pt x="1465821" y="860310"/>
                  </a:lnTo>
                  <a:lnTo>
                    <a:pt x="1461490" y="855980"/>
                  </a:lnTo>
                  <a:lnTo>
                    <a:pt x="1574685" y="855980"/>
                  </a:lnTo>
                  <a:lnTo>
                    <a:pt x="1593824" y="875118"/>
                  </a:lnTo>
                  <a:lnTo>
                    <a:pt x="1593824" y="832739"/>
                  </a:lnTo>
                  <a:lnTo>
                    <a:pt x="1558023" y="796937"/>
                  </a:lnTo>
                  <a:lnTo>
                    <a:pt x="1558023" y="839317"/>
                  </a:lnTo>
                  <a:lnTo>
                    <a:pt x="1444828" y="839317"/>
                  </a:lnTo>
                  <a:lnTo>
                    <a:pt x="1430020" y="824509"/>
                  </a:lnTo>
                  <a:lnTo>
                    <a:pt x="1430020" y="839317"/>
                  </a:lnTo>
                  <a:lnTo>
                    <a:pt x="1329804" y="839317"/>
                  </a:lnTo>
                  <a:lnTo>
                    <a:pt x="1310678" y="820191"/>
                  </a:lnTo>
                  <a:lnTo>
                    <a:pt x="1410893" y="820191"/>
                  </a:lnTo>
                  <a:lnTo>
                    <a:pt x="1430020" y="839317"/>
                  </a:lnTo>
                  <a:lnTo>
                    <a:pt x="1430020" y="824509"/>
                  </a:lnTo>
                  <a:lnTo>
                    <a:pt x="1425702" y="820191"/>
                  </a:lnTo>
                  <a:lnTo>
                    <a:pt x="1538897" y="820191"/>
                  </a:lnTo>
                  <a:lnTo>
                    <a:pt x="1558023" y="839317"/>
                  </a:lnTo>
                  <a:lnTo>
                    <a:pt x="1558023" y="796937"/>
                  </a:lnTo>
                  <a:lnTo>
                    <a:pt x="1522234" y="761149"/>
                  </a:lnTo>
                  <a:lnTo>
                    <a:pt x="1522234" y="803529"/>
                  </a:lnTo>
                  <a:lnTo>
                    <a:pt x="1409039" y="803529"/>
                  </a:lnTo>
                  <a:lnTo>
                    <a:pt x="1394231" y="788720"/>
                  </a:lnTo>
                  <a:lnTo>
                    <a:pt x="1394231" y="803529"/>
                  </a:lnTo>
                  <a:lnTo>
                    <a:pt x="1294015" y="803529"/>
                  </a:lnTo>
                  <a:lnTo>
                    <a:pt x="1274889" y="784402"/>
                  </a:lnTo>
                  <a:lnTo>
                    <a:pt x="1375105" y="784402"/>
                  </a:lnTo>
                  <a:lnTo>
                    <a:pt x="1394231" y="803529"/>
                  </a:lnTo>
                  <a:lnTo>
                    <a:pt x="1394231" y="788720"/>
                  </a:lnTo>
                  <a:lnTo>
                    <a:pt x="1389913" y="784402"/>
                  </a:lnTo>
                  <a:lnTo>
                    <a:pt x="1503108" y="784402"/>
                  </a:lnTo>
                  <a:lnTo>
                    <a:pt x="1522234" y="803529"/>
                  </a:lnTo>
                  <a:lnTo>
                    <a:pt x="1522234" y="761149"/>
                  </a:lnTo>
                  <a:lnTo>
                    <a:pt x="1486446" y="725360"/>
                  </a:lnTo>
                  <a:lnTo>
                    <a:pt x="1486446" y="767740"/>
                  </a:lnTo>
                  <a:lnTo>
                    <a:pt x="1373251" y="767740"/>
                  </a:lnTo>
                  <a:lnTo>
                    <a:pt x="1358442" y="752932"/>
                  </a:lnTo>
                  <a:lnTo>
                    <a:pt x="1358442" y="767740"/>
                  </a:lnTo>
                  <a:lnTo>
                    <a:pt x="1258227" y="767740"/>
                  </a:lnTo>
                  <a:lnTo>
                    <a:pt x="1239100" y="748614"/>
                  </a:lnTo>
                  <a:lnTo>
                    <a:pt x="1339316" y="748614"/>
                  </a:lnTo>
                  <a:lnTo>
                    <a:pt x="1358442" y="767740"/>
                  </a:lnTo>
                  <a:lnTo>
                    <a:pt x="1358442" y="752932"/>
                  </a:lnTo>
                  <a:lnTo>
                    <a:pt x="1354124" y="748614"/>
                  </a:lnTo>
                  <a:lnTo>
                    <a:pt x="1467319" y="748614"/>
                  </a:lnTo>
                  <a:lnTo>
                    <a:pt x="1486446" y="767740"/>
                  </a:lnTo>
                  <a:lnTo>
                    <a:pt x="1486446" y="725360"/>
                  </a:lnTo>
                  <a:lnTo>
                    <a:pt x="1450657" y="689571"/>
                  </a:lnTo>
                  <a:lnTo>
                    <a:pt x="1450657" y="731951"/>
                  </a:lnTo>
                  <a:lnTo>
                    <a:pt x="1337462" y="731951"/>
                  </a:lnTo>
                  <a:lnTo>
                    <a:pt x="1322654" y="717143"/>
                  </a:lnTo>
                  <a:lnTo>
                    <a:pt x="1322654" y="731951"/>
                  </a:lnTo>
                  <a:lnTo>
                    <a:pt x="1222438" y="731951"/>
                  </a:lnTo>
                  <a:lnTo>
                    <a:pt x="1203312" y="712825"/>
                  </a:lnTo>
                  <a:lnTo>
                    <a:pt x="1303528" y="712825"/>
                  </a:lnTo>
                  <a:lnTo>
                    <a:pt x="1322654" y="731951"/>
                  </a:lnTo>
                  <a:lnTo>
                    <a:pt x="1322654" y="717143"/>
                  </a:lnTo>
                  <a:lnTo>
                    <a:pt x="1318336" y="712825"/>
                  </a:lnTo>
                  <a:lnTo>
                    <a:pt x="1431531" y="712825"/>
                  </a:lnTo>
                  <a:lnTo>
                    <a:pt x="1450657" y="731951"/>
                  </a:lnTo>
                  <a:lnTo>
                    <a:pt x="1450657" y="689571"/>
                  </a:lnTo>
                  <a:lnTo>
                    <a:pt x="1414868" y="653783"/>
                  </a:lnTo>
                  <a:lnTo>
                    <a:pt x="1414868" y="696163"/>
                  </a:lnTo>
                  <a:lnTo>
                    <a:pt x="1301673" y="696163"/>
                  </a:lnTo>
                  <a:lnTo>
                    <a:pt x="1286865" y="681355"/>
                  </a:lnTo>
                  <a:lnTo>
                    <a:pt x="1286865" y="696163"/>
                  </a:lnTo>
                  <a:lnTo>
                    <a:pt x="1186649" y="696163"/>
                  </a:lnTo>
                  <a:lnTo>
                    <a:pt x="1167523" y="677037"/>
                  </a:lnTo>
                  <a:lnTo>
                    <a:pt x="1267739" y="677037"/>
                  </a:lnTo>
                  <a:lnTo>
                    <a:pt x="1286865" y="696163"/>
                  </a:lnTo>
                  <a:lnTo>
                    <a:pt x="1286865" y="681355"/>
                  </a:lnTo>
                  <a:lnTo>
                    <a:pt x="1282547" y="677037"/>
                  </a:lnTo>
                  <a:lnTo>
                    <a:pt x="1395742" y="677037"/>
                  </a:lnTo>
                  <a:lnTo>
                    <a:pt x="1414868" y="696163"/>
                  </a:lnTo>
                  <a:lnTo>
                    <a:pt x="1414868" y="653783"/>
                  </a:lnTo>
                  <a:lnTo>
                    <a:pt x="1379080" y="617994"/>
                  </a:lnTo>
                  <a:lnTo>
                    <a:pt x="1379080" y="660374"/>
                  </a:lnTo>
                  <a:lnTo>
                    <a:pt x="1265885" y="660374"/>
                  </a:lnTo>
                  <a:lnTo>
                    <a:pt x="1251077" y="645566"/>
                  </a:lnTo>
                  <a:lnTo>
                    <a:pt x="1251077" y="660374"/>
                  </a:lnTo>
                  <a:lnTo>
                    <a:pt x="1150861" y="660374"/>
                  </a:lnTo>
                  <a:lnTo>
                    <a:pt x="1131735" y="641248"/>
                  </a:lnTo>
                  <a:lnTo>
                    <a:pt x="1231950" y="641248"/>
                  </a:lnTo>
                  <a:lnTo>
                    <a:pt x="1251077" y="660374"/>
                  </a:lnTo>
                  <a:lnTo>
                    <a:pt x="1251077" y="645566"/>
                  </a:lnTo>
                  <a:lnTo>
                    <a:pt x="1246759" y="641248"/>
                  </a:lnTo>
                  <a:lnTo>
                    <a:pt x="1359954" y="641248"/>
                  </a:lnTo>
                  <a:lnTo>
                    <a:pt x="1379080" y="660374"/>
                  </a:lnTo>
                  <a:lnTo>
                    <a:pt x="1379080" y="617994"/>
                  </a:lnTo>
                  <a:lnTo>
                    <a:pt x="1343291" y="582206"/>
                  </a:lnTo>
                  <a:lnTo>
                    <a:pt x="1343291" y="624586"/>
                  </a:lnTo>
                  <a:lnTo>
                    <a:pt x="1230096" y="624586"/>
                  </a:lnTo>
                  <a:lnTo>
                    <a:pt x="1215288" y="609777"/>
                  </a:lnTo>
                  <a:lnTo>
                    <a:pt x="1215288" y="624586"/>
                  </a:lnTo>
                  <a:lnTo>
                    <a:pt x="1115072" y="624586"/>
                  </a:lnTo>
                  <a:lnTo>
                    <a:pt x="1095946" y="605459"/>
                  </a:lnTo>
                  <a:lnTo>
                    <a:pt x="1196162" y="605459"/>
                  </a:lnTo>
                  <a:lnTo>
                    <a:pt x="1215288" y="624586"/>
                  </a:lnTo>
                  <a:lnTo>
                    <a:pt x="1215288" y="609777"/>
                  </a:lnTo>
                  <a:lnTo>
                    <a:pt x="1210970" y="605459"/>
                  </a:lnTo>
                  <a:lnTo>
                    <a:pt x="1324165" y="605459"/>
                  </a:lnTo>
                  <a:lnTo>
                    <a:pt x="1343291" y="624586"/>
                  </a:lnTo>
                  <a:lnTo>
                    <a:pt x="1343291" y="582206"/>
                  </a:lnTo>
                  <a:lnTo>
                    <a:pt x="1307503" y="546417"/>
                  </a:lnTo>
                  <a:lnTo>
                    <a:pt x="1307503" y="588797"/>
                  </a:lnTo>
                  <a:lnTo>
                    <a:pt x="1194308" y="588797"/>
                  </a:lnTo>
                  <a:lnTo>
                    <a:pt x="1179499" y="573989"/>
                  </a:lnTo>
                  <a:lnTo>
                    <a:pt x="1179499" y="588797"/>
                  </a:lnTo>
                  <a:lnTo>
                    <a:pt x="1079284" y="588797"/>
                  </a:lnTo>
                  <a:lnTo>
                    <a:pt x="1060157" y="569671"/>
                  </a:lnTo>
                  <a:lnTo>
                    <a:pt x="1160373" y="569671"/>
                  </a:lnTo>
                  <a:lnTo>
                    <a:pt x="1179499" y="588797"/>
                  </a:lnTo>
                  <a:lnTo>
                    <a:pt x="1179499" y="573989"/>
                  </a:lnTo>
                  <a:lnTo>
                    <a:pt x="1175181" y="569671"/>
                  </a:lnTo>
                  <a:lnTo>
                    <a:pt x="1288376" y="569671"/>
                  </a:lnTo>
                  <a:lnTo>
                    <a:pt x="1307503" y="588797"/>
                  </a:lnTo>
                  <a:lnTo>
                    <a:pt x="1307503" y="546417"/>
                  </a:lnTo>
                  <a:lnTo>
                    <a:pt x="1271714" y="510628"/>
                  </a:lnTo>
                  <a:lnTo>
                    <a:pt x="1271714" y="553008"/>
                  </a:lnTo>
                  <a:lnTo>
                    <a:pt x="1158519" y="553008"/>
                  </a:lnTo>
                  <a:lnTo>
                    <a:pt x="1143711" y="538200"/>
                  </a:lnTo>
                  <a:lnTo>
                    <a:pt x="1143711" y="553008"/>
                  </a:lnTo>
                  <a:lnTo>
                    <a:pt x="1043495" y="553008"/>
                  </a:lnTo>
                  <a:lnTo>
                    <a:pt x="1024369" y="533882"/>
                  </a:lnTo>
                  <a:lnTo>
                    <a:pt x="1124585" y="533882"/>
                  </a:lnTo>
                  <a:lnTo>
                    <a:pt x="1143711" y="553008"/>
                  </a:lnTo>
                  <a:lnTo>
                    <a:pt x="1143711" y="538200"/>
                  </a:lnTo>
                  <a:lnTo>
                    <a:pt x="1139393" y="533882"/>
                  </a:lnTo>
                  <a:lnTo>
                    <a:pt x="1252588" y="533882"/>
                  </a:lnTo>
                  <a:lnTo>
                    <a:pt x="1271714" y="553008"/>
                  </a:lnTo>
                  <a:lnTo>
                    <a:pt x="1271714" y="510628"/>
                  </a:lnTo>
                  <a:lnTo>
                    <a:pt x="1235925" y="474840"/>
                  </a:lnTo>
                  <a:lnTo>
                    <a:pt x="1235925" y="517220"/>
                  </a:lnTo>
                  <a:lnTo>
                    <a:pt x="1122730" y="517220"/>
                  </a:lnTo>
                  <a:lnTo>
                    <a:pt x="1107922" y="502412"/>
                  </a:lnTo>
                  <a:lnTo>
                    <a:pt x="1107922" y="517220"/>
                  </a:lnTo>
                  <a:lnTo>
                    <a:pt x="1007706" y="517220"/>
                  </a:lnTo>
                  <a:lnTo>
                    <a:pt x="988580" y="498094"/>
                  </a:lnTo>
                  <a:lnTo>
                    <a:pt x="1088796" y="498094"/>
                  </a:lnTo>
                  <a:lnTo>
                    <a:pt x="1107922" y="517220"/>
                  </a:lnTo>
                  <a:lnTo>
                    <a:pt x="1107922" y="502412"/>
                  </a:lnTo>
                  <a:lnTo>
                    <a:pt x="1103604" y="498094"/>
                  </a:lnTo>
                  <a:lnTo>
                    <a:pt x="1216799" y="498094"/>
                  </a:lnTo>
                  <a:lnTo>
                    <a:pt x="1235925" y="517220"/>
                  </a:lnTo>
                  <a:lnTo>
                    <a:pt x="1235925" y="474840"/>
                  </a:lnTo>
                  <a:lnTo>
                    <a:pt x="1200137" y="439051"/>
                  </a:lnTo>
                  <a:lnTo>
                    <a:pt x="1200137" y="481431"/>
                  </a:lnTo>
                  <a:lnTo>
                    <a:pt x="1086942" y="481431"/>
                  </a:lnTo>
                  <a:lnTo>
                    <a:pt x="1072134" y="466623"/>
                  </a:lnTo>
                  <a:lnTo>
                    <a:pt x="1072134" y="481431"/>
                  </a:lnTo>
                  <a:lnTo>
                    <a:pt x="971918" y="481431"/>
                  </a:lnTo>
                  <a:lnTo>
                    <a:pt x="952779" y="462292"/>
                  </a:lnTo>
                  <a:lnTo>
                    <a:pt x="1052995" y="462292"/>
                  </a:lnTo>
                  <a:lnTo>
                    <a:pt x="1072134" y="481431"/>
                  </a:lnTo>
                  <a:lnTo>
                    <a:pt x="1072134" y="466623"/>
                  </a:lnTo>
                  <a:lnTo>
                    <a:pt x="1067803" y="462292"/>
                  </a:lnTo>
                  <a:lnTo>
                    <a:pt x="1180998" y="462292"/>
                  </a:lnTo>
                  <a:lnTo>
                    <a:pt x="1200137" y="481431"/>
                  </a:lnTo>
                  <a:lnTo>
                    <a:pt x="1200137" y="439051"/>
                  </a:lnTo>
                  <a:lnTo>
                    <a:pt x="1164348" y="403263"/>
                  </a:lnTo>
                  <a:lnTo>
                    <a:pt x="1164348" y="445643"/>
                  </a:lnTo>
                  <a:lnTo>
                    <a:pt x="1051153" y="445643"/>
                  </a:lnTo>
                  <a:lnTo>
                    <a:pt x="1036345" y="430834"/>
                  </a:lnTo>
                  <a:lnTo>
                    <a:pt x="1036345" y="445643"/>
                  </a:lnTo>
                  <a:lnTo>
                    <a:pt x="936129" y="445643"/>
                  </a:lnTo>
                  <a:lnTo>
                    <a:pt x="916990" y="426504"/>
                  </a:lnTo>
                  <a:lnTo>
                    <a:pt x="1017206" y="426504"/>
                  </a:lnTo>
                  <a:lnTo>
                    <a:pt x="1036345" y="445643"/>
                  </a:lnTo>
                  <a:lnTo>
                    <a:pt x="1036345" y="430834"/>
                  </a:lnTo>
                  <a:lnTo>
                    <a:pt x="1032014" y="426504"/>
                  </a:lnTo>
                  <a:lnTo>
                    <a:pt x="1145209" y="426504"/>
                  </a:lnTo>
                  <a:lnTo>
                    <a:pt x="1164348" y="445643"/>
                  </a:lnTo>
                  <a:lnTo>
                    <a:pt x="1164348" y="403263"/>
                  </a:lnTo>
                  <a:lnTo>
                    <a:pt x="1128560" y="367474"/>
                  </a:lnTo>
                  <a:lnTo>
                    <a:pt x="1128560" y="409854"/>
                  </a:lnTo>
                  <a:lnTo>
                    <a:pt x="1015365" y="409854"/>
                  </a:lnTo>
                  <a:lnTo>
                    <a:pt x="1000556" y="395046"/>
                  </a:lnTo>
                  <a:lnTo>
                    <a:pt x="1000556" y="409854"/>
                  </a:lnTo>
                  <a:lnTo>
                    <a:pt x="900341" y="409854"/>
                  </a:lnTo>
                  <a:lnTo>
                    <a:pt x="881202" y="390715"/>
                  </a:lnTo>
                  <a:lnTo>
                    <a:pt x="981417" y="390715"/>
                  </a:lnTo>
                  <a:lnTo>
                    <a:pt x="1000556" y="409854"/>
                  </a:lnTo>
                  <a:lnTo>
                    <a:pt x="1000556" y="395046"/>
                  </a:lnTo>
                  <a:lnTo>
                    <a:pt x="996226" y="390715"/>
                  </a:lnTo>
                  <a:lnTo>
                    <a:pt x="1109421" y="390715"/>
                  </a:lnTo>
                  <a:lnTo>
                    <a:pt x="1128560" y="409854"/>
                  </a:lnTo>
                  <a:lnTo>
                    <a:pt x="1128560" y="367474"/>
                  </a:lnTo>
                  <a:lnTo>
                    <a:pt x="1092771" y="331685"/>
                  </a:lnTo>
                  <a:lnTo>
                    <a:pt x="1092771" y="374065"/>
                  </a:lnTo>
                  <a:lnTo>
                    <a:pt x="979576" y="374065"/>
                  </a:lnTo>
                  <a:lnTo>
                    <a:pt x="964768" y="359257"/>
                  </a:lnTo>
                  <a:lnTo>
                    <a:pt x="964768" y="374065"/>
                  </a:lnTo>
                  <a:lnTo>
                    <a:pt x="864552" y="374065"/>
                  </a:lnTo>
                  <a:lnTo>
                    <a:pt x="845413" y="354926"/>
                  </a:lnTo>
                  <a:lnTo>
                    <a:pt x="945629" y="354926"/>
                  </a:lnTo>
                  <a:lnTo>
                    <a:pt x="964768" y="374065"/>
                  </a:lnTo>
                  <a:lnTo>
                    <a:pt x="964768" y="359257"/>
                  </a:lnTo>
                  <a:lnTo>
                    <a:pt x="960437" y="354926"/>
                  </a:lnTo>
                  <a:lnTo>
                    <a:pt x="1073632" y="354926"/>
                  </a:lnTo>
                  <a:lnTo>
                    <a:pt x="1092771" y="374065"/>
                  </a:lnTo>
                  <a:lnTo>
                    <a:pt x="1092771" y="331685"/>
                  </a:lnTo>
                  <a:lnTo>
                    <a:pt x="1056982" y="295897"/>
                  </a:lnTo>
                  <a:lnTo>
                    <a:pt x="1056982" y="338277"/>
                  </a:lnTo>
                  <a:lnTo>
                    <a:pt x="943787" y="338277"/>
                  </a:lnTo>
                  <a:lnTo>
                    <a:pt x="928979" y="323469"/>
                  </a:lnTo>
                  <a:lnTo>
                    <a:pt x="928979" y="338277"/>
                  </a:lnTo>
                  <a:lnTo>
                    <a:pt x="828763" y="338277"/>
                  </a:lnTo>
                  <a:lnTo>
                    <a:pt x="809625" y="319138"/>
                  </a:lnTo>
                  <a:lnTo>
                    <a:pt x="909840" y="319138"/>
                  </a:lnTo>
                  <a:lnTo>
                    <a:pt x="928979" y="338277"/>
                  </a:lnTo>
                  <a:lnTo>
                    <a:pt x="928979" y="323469"/>
                  </a:lnTo>
                  <a:lnTo>
                    <a:pt x="924648" y="319138"/>
                  </a:lnTo>
                  <a:lnTo>
                    <a:pt x="1037844" y="319138"/>
                  </a:lnTo>
                  <a:lnTo>
                    <a:pt x="1056982" y="338277"/>
                  </a:lnTo>
                  <a:lnTo>
                    <a:pt x="1056982" y="295897"/>
                  </a:lnTo>
                  <a:lnTo>
                    <a:pt x="1021181" y="260096"/>
                  </a:lnTo>
                  <a:lnTo>
                    <a:pt x="1021181" y="302475"/>
                  </a:lnTo>
                  <a:lnTo>
                    <a:pt x="907986" y="302475"/>
                  </a:lnTo>
                  <a:lnTo>
                    <a:pt x="893178" y="287667"/>
                  </a:lnTo>
                  <a:lnTo>
                    <a:pt x="893178" y="302475"/>
                  </a:lnTo>
                  <a:lnTo>
                    <a:pt x="792962" y="302475"/>
                  </a:lnTo>
                  <a:lnTo>
                    <a:pt x="773836" y="283349"/>
                  </a:lnTo>
                  <a:lnTo>
                    <a:pt x="874052" y="283349"/>
                  </a:lnTo>
                  <a:lnTo>
                    <a:pt x="893178" y="302475"/>
                  </a:lnTo>
                  <a:lnTo>
                    <a:pt x="893178" y="287667"/>
                  </a:lnTo>
                  <a:lnTo>
                    <a:pt x="888860" y="283349"/>
                  </a:lnTo>
                  <a:lnTo>
                    <a:pt x="1002055" y="283349"/>
                  </a:lnTo>
                  <a:lnTo>
                    <a:pt x="1021181" y="302475"/>
                  </a:lnTo>
                  <a:lnTo>
                    <a:pt x="1021181" y="260096"/>
                  </a:lnTo>
                  <a:lnTo>
                    <a:pt x="985393" y="224307"/>
                  </a:lnTo>
                  <a:lnTo>
                    <a:pt x="985393" y="266687"/>
                  </a:lnTo>
                  <a:lnTo>
                    <a:pt x="872197" y="266687"/>
                  </a:lnTo>
                  <a:lnTo>
                    <a:pt x="857389" y="251879"/>
                  </a:lnTo>
                  <a:lnTo>
                    <a:pt x="857389" y="266687"/>
                  </a:lnTo>
                  <a:lnTo>
                    <a:pt x="757174" y="266687"/>
                  </a:lnTo>
                  <a:lnTo>
                    <a:pt x="738047" y="247561"/>
                  </a:lnTo>
                  <a:lnTo>
                    <a:pt x="838263" y="247561"/>
                  </a:lnTo>
                  <a:lnTo>
                    <a:pt x="857389" y="266687"/>
                  </a:lnTo>
                  <a:lnTo>
                    <a:pt x="857389" y="251879"/>
                  </a:lnTo>
                  <a:lnTo>
                    <a:pt x="853071" y="247561"/>
                  </a:lnTo>
                  <a:lnTo>
                    <a:pt x="966266" y="247561"/>
                  </a:lnTo>
                  <a:lnTo>
                    <a:pt x="985393" y="266687"/>
                  </a:lnTo>
                  <a:lnTo>
                    <a:pt x="985393" y="224307"/>
                  </a:lnTo>
                  <a:lnTo>
                    <a:pt x="949604" y="188518"/>
                  </a:lnTo>
                  <a:lnTo>
                    <a:pt x="949604" y="230898"/>
                  </a:lnTo>
                  <a:lnTo>
                    <a:pt x="836409" y="230898"/>
                  </a:lnTo>
                  <a:lnTo>
                    <a:pt x="821601" y="216090"/>
                  </a:lnTo>
                  <a:lnTo>
                    <a:pt x="821601" y="230898"/>
                  </a:lnTo>
                  <a:lnTo>
                    <a:pt x="721385" y="230898"/>
                  </a:lnTo>
                  <a:lnTo>
                    <a:pt x="702259" y="211772"/>
                  </a:lnTo>
                  <a:lnTo>
                    <a:pt x="802474" y="211772"/>
                  </a:lnTo>
                  <a:lnTo>
                    <a:pt x="821601" y="230898"/>
                  </a:lnTo>
                  <a:lnTo>
                    <a:pt x="821601" y="216090"/>
                  </a:lnTo>
                  <a:lnTo>
                    <a:pt x="817283" y="211772"/>
                  </a:lnTo>
                  <a:lnTo>
                    <a:pt x="930478" y="211772"/>
                  </a:lnTo>
                  <a:lnTo>
                    <a:pt x="949604" y="230898"/>
                  </a:lnTo>
                  <a:lnTo>
                    <a:pt x="949604" y="188518"/>
                  </a:lnTo>
                  <a:lnTo>
                    <a:pt x="913815" y="152730"/>
                  </a:lnTo>
                  <a:lnTo>
                    <a:pt x="913815" y="195110"/>
                  </a:lnTo>
                  <a:lnTo>
                    <a:pt x="800620" y="195110"/>
                  </a:lnTo>
                  <a:lnTo>
                    <a:pt x="785812" y="180301"/>
                  </a:lnTo>
                  <a:lnTo>
                    <a:pt x="785812" y="195110"/>
                  </a:lnTo>
                  <a:lnTo>
                    <a:pt x="685596" y="195110"/>
                  </a:lnTo>
                  <a:lnTo>
                    <a:pt x="666470" y="175983"/>
                  </a:lnTo>
                  <a:lnTo>
                    <a:pt x="766686" y="175983"/>
                  </a:lnTo>
                  <a:lnTo>
                    <a:pt x="785812" y="195110"/>
                  </a:lnTo>
                  <a:lnTo>
                    <a:pt x="785812" y="180301"/>
                  </a:lnTo>
                  <a:lnTo>
                    <a:pt x="781494" y="175983"/>
                  </a:lnTo>
                  <a:lnTo>
                    <a:pt x="894689" y="175983"/>
                  </a:lnTo>
                  <a:lnTo>
                    <a:pt x="913815" y="195110"/>
                  </a:lnTo>
                  <a:lnTo>
                    <a:pt x="913815" y="152730"/>
                  </a:lnTo>
                  <a:lnTo>
                    <a:pt x="897521" y="136436"/>
                  </a:lnTo>
                  <a:lnTo>
                    <a:pt x="886599" y="136436"/>
                  </a:lnTo>
                  <a:lnTo>
                    <a:pt x="886599" y="25285"/>
                  </a:lnTo>
                  <a:lnTo>
                    <a:pt x="1759978" y="898664"/>
                  </a:lnTo>
                  <a:lnTo>
                    <a:pt x="1759978" y="883856"/>
                  </a:lnTo>
                  <a:lnTo>
                    <a:pt x="878027" y="1905"/>
                  </a:lnTo>
                  <a:lnTo>
                    <a:pt x="878027" y="159321"/>
                  </a:lnTo>
                  <a:lnTo>
                    <a:pt x="764832" y="159321"/>
                  </a:lnTo>
                  <a:lnTo>
                    <a:pt x="750023" y="144513"/>
                  </a:lnTo>
                  <a:lnTo>
                    <a:pt x="750023" y="159321"/>
                  </a:lnTo>
                  <a:lnTo>
                    <a:pt x="649808" y="159321"/>
                  </a:lnTo>
                  <a:lnTo>
                    <a:pt x="630682" y="140195"/>
                  </a:lnTo>
                  <a:lnTo>
                    <a:pt x="730897" y="140195"/>
                  </a:lnTo>
                  <a:lnTo>
                    <a:pt x="750023" y="159321"/>
                  </a:lnTo>
                  <a:lnTo>
                    <a:pt x="750023" y="144513"/>
                  </a:lnTo>
                  <a:lnTo>
                    <a:pt x="745705" y="140195"/>
                  </a:lnTo>
                  <a:lnTo>
                    <a:pt x="858901" y="140195"/>
                  </a:lnTo>
                  <a:lnTo>
                    <a:pt x="878027" y="159321"/>
                  </a:lnTo>
                  <a:lnTo>
                    <a:pt x="878027" y="1905"/>
                  </a:lnTo>
                  <a:lnTo>
                    <a:pt x="876122" y="0"/>
                  </a:lnTo>
                  <a:lnTo>
                    <a:pt x="876122" y="136436"/>
                  </a:lnTo>
                  <a:lnTo>
                    <a:pt x="855154" y="136436"/>
                  </a:lnTo>
                  <a:lnTo>
                    <a:pt x="858202" y="139496"/>
                  </a:lnTo>
                  <a:lnTo>
                    <a:pt x="745007" y="139496"/>
                  </a:lnTo>
                  <a:lnTo>
                    <a:pt x="730199" y="124688"/>
                  </a:lnTo>
                  <a:lnTo>
                    <a:pt x="730199" y="139496"/>
                  </a:lnTo>
                  <a:lnTo>
                    <a:pt x="629983" y="139496"/>
                  </a:lnTo>
                  <a:lnTo>
                    <a:pt x="626922" y="136436"/>
                  </a:lnTo>
                  <a:lnTo>
                    <a:pt x="615988" y="136436"/>
                  </a:lnTo>
                  <a:lnTo>
                    <a:pt x="615988" y="25285"/>
                  </a:lnTo>
                  <a:lnTo>
                    <a:pt x="730199" y="139496"/>
                  </a:lnTo>
                  <a:lnTo>
                    <a:pt x="730199" y="124688"/>
                  </a:lnTo>
                  <a:lnTo>
                    <a:pt x="605510" y="0"/>
                  </a:lnTo>
                  <a:lnTo>
                    <a:pt x="605510" y="136436"/>
                  </a:lnTo>
                  <a:lnTo>
                    <a:pt x="584542" y="136436"/>
                  </a:lnTo>
                  <a:lnTo>
                    <a:pt x="1467942" y="1019835"/>
                  </a:lnTo>
                  <a:lnTo>
                    <a:pt x="1489367" y="1019835"/>
                  </a:lnTo>
                  <a:lnTo>
                    <a:pt x="1499844" y="1019835"/>
                  </a:lnTo>
                  <a:lnTo>
                    <a:pt x="1510322" y="1019835"/>
                  </a:lnTo>
                  <a:lnTo>
                    <a:pt x="1499844" y="1009357"/>
                  </a:lnTo>
                  <a:lnTo>
                    <a:pt x="1499844" y="999147"/>
                  </a:lnTo>
                  <a:lnTo>
                    <a:pt x="1717852" y="999147"/>
                  </a:lnTo>
                  <a:lnTo>
                    <a:pt x="1738541" y="1019835"/>
                  </a:lnTo>
                  <a:lnTo>
                    <a:pt x="1759978" y="1019835"/>
                  </a:lnTo>
                  <a:lnTo>
                    <a:pt x="1770443" y="1019835"/>
                  </a:lnTo>
                  <a:lnTo>
                    <a:pt x="1780921" y="1019835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 descr=""/>
            <p:cNvSpPr/>
            <p:nvPr/>
          </p:nvSpPr>
          <p:spPr>
            <a:xfrm>
              <a:off x="14197672" y="6825310"/>
              <a:ext cx="965200" cy="150495"/>
            </a:xfrm>
            <a:custGeom>
              <a:avLst/>
              <a:gdLst/>
              <a:ahLst/>
              <a:cxnLst/>
              <a:rect l="l" t="t" r="r" b="b"/>
              <a:pathLst>
                <a:path w="965200" h="150495">
                  <a:moveTo>
                    <a:pt x="964996" y="0"/>
                  </a:moveTo>
                  <a:lnTo>
                    <a:pt x="0" y="0"/>
                  </a:lnTo>
                  <a:lnTo>
                    <a:pt x="0" y="150225"/>
                  </a:lnTo>
                  <a:lnTo>
                    <a:pt x="964996" y="150225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8AC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 descr=""/>
            <p:cNvSpPr/>
            <p:nvPr/>
          </p:nvSpPr>
          <p:spPr>
            <a:xfrm>
              <a:off x="14197661" y="6825316"/>
              <a:ext cx="965200" cy="117475"/>
            </a:xfrm>
            <a:custGeom>
              <a:avLst/>
              <a:gdLst/>
              <a:ahLst/>
              <a:cxnLst/>
              <a:rect l="l" t="t" r="r" b="b"/>
              <a:pathLst>
                <a:path w="965200" h="117475">
                  <a:moveTo>
                    <a:pt x="964996" y="97002"/>
                  </a:moveTo>
                  <a:lnTo>
                    <a:pt x="0" y="97002"/>
                  </a:lnTo>
                  <a:lnTo>
                    <a:pt x="0" y="116954"/>
                  </a:lnTo>
                  <a:lnTo>
                    <a:pt x="964996" y="116954"/>
                  </a:lnTo>
                  <a:lnTo>
                    <a:pt x="964996" y="97002"/>
                  </a:lnTo>
                  <a:close/>
                </a:path>
                <a:path w="965200" h="117475">
                  <a:moveTo>
                    <a:pt x="964996" y="0"/>
                  </a:moveTo>
                  <a:lnTo>
                    <a:pt x="0" y="0"/>
                  </a:lnTo>
                  <a:lnTo>
                    <a:pt x="0" y="82410"/>
                  </a:lnTo>
                  <a:lnTo>
                    <a:pt x="964996" y="82410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F3EBF0">
                <a:alpha val="6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 descr=""/>
            <p:cNvSpPr/>
            <p:nvPr/>
          </p:nvSpPr>
          <p:spPr>
            <a:xfrm>
              <a:off x="14197672" y="6975536"/>
              <a:ext cx="965200" cy="63500"/>
            </a:xfrm>
            <a:custGeom>
              <a:avLst/>
              <a:gdLst/>
              <a:ahLst/>
              <a:cxnLst/>
              <a:rect l="l" t="t" r="r" b="b"/>
              <a:pathLst>
                <a:path w="965200" h="63500">
                  <a:moveTo>
                    <a:pt x="0" y="63244"/>
                  </a:moveTo>
                  <a:lnTo>
                    <a:pt x="964996" y="63244"/>
                  </a:lnTo>
                  <a:lnTo>
                    <a:pt x="964996" y="0"/>
                  </a:lnTo>
                  <a:lnTo>
                    <a:pt x="0" y="0"/>
                  </a:lnTo>
                  <a:lnTo>
                    <a:pt x="0" y="63244"/>
                  </a:lnTo>
                  <a:close/>
                </a:path>
              </a:pathLst>
            </a:custGeom>
            <a:solidFill>
              <a:srgbClr val="8EB5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 descr=""/>
            <p:cNvSpPr/>
            <p:nvPr/>
          </p:nvSpPr>
          <p:spPr>
            <a:xfrm>
              <a:off x="14197672" y="7038780"/>
              <a:ext cx="965200" cy="53975"/>
            </a:xfrm>
            <a:custGeom>
              <a:avLst/>
              <a:gdLst/>
              <a:ahLst/>
              <a:cxnLst/>
              <a:rect l="l" t="t" r="r" b="b"/>
              <a:pathLst>
                <a:path w="965200" h="53975">
                  <a:moveTo>
                    <a:pt x="964996" y="0"/>
                  </a:moveTo>
                  <a:lnTo>
                    <a:pt x="0" y="0"/>
                  </a:lnTo>
                  <a:lnTo>
                    <a:pt x="0" y="53506"/>
                  </a:lnTo>
                  <a:lnTo>
                    <a:pt x="964996" y="53506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 descr=""/>
            <p:cNvSpPr/>
            <p:nvPr/>
          </p:nvSpPr>
          <p:spPr>
            <a:xfrm>
              <a:off x="14197661" y="7005935"/>
              <a:ext cx="965200" cy="33020"/>
            </a:xfrm>
            <a:custGeom>
              <a:avLst/>
              <a:gdLst/>
              <a:ahLst/>
              <a:cxnLst/>
              <a:rect l="l" t="t" r="r" b="b"/>
              <a:pathLst>
                <a:path w="965200" h="33020">
                  <a:moveTo>
                    <a:pt x="964996" y="0"/>
                  </a:moveTo>
                  <a:lnTo>
                    <a:pt x="0" y="0"/>
                  </a:lnTo>
                  <a:lnTo>
                    <a:pt x="0" y="7302"/>
                  </a:lnTo>
                  <a:lnTo>
                    <a:pt x="53517" y="7302"/>
                  </a:lnTo>
                  <a:lnTo>
                    <a:pt x="53517" y="32842"/>
                  </a:lnTo>
                  <a:lnTo>
                    <a:pt x="60807" y="32842"/>
                  </a:lnTo>
                  <a:lnTo>
                    <a:pt x="60807" y="7302"/>
                  </a:lnTo>
                  <a:lnTo>
                    <a:pt x="133769" y="7302"/>
                  </a:lnTo>
                  <a:lnTo>
                    <a:pt x="133769" y="32842"/>
                  </a:lnTo>
                  <a:lnTo>
                    <a:pt x="141071" y="32842"/>
                  </a:lnTo>
                  <a:lnTo>
                    <a:pt x="141071" y="7302"/>
                  </a:lnTo>
                  <a:lnTo>
                    <a:pt x="214045" y="7302"/>
                  </a:lnTo>
                  <a:lnTo>
                    <a:pt x="214045" y="32842"/>
                  </a:lnTo>
                  <a:lnTo>
                    <a:pt x="221335" y="32842"/>
                  </a:lnTo>
                  <a:lnTo>
                    <a:pt x="221335" y="7302"/>
                  </a:lnTo>
                  <a:lnTo>
                    <a:pt x="294297" y="7302"/>
                  </a:lnTo>
                  <a:lnTo>
                    <a:pt x="294297" y="32842"/>
                  </a:lnTo>
                  <a:lnTo>
                    <a:pt x="301599" y="32842"/>
                  </a:lnTo>
                  <a:lnTo>
                    <a:pt x="301599" y="7302"/>
                  </a:lnTo>
                  <a:lnTo>
                    <a:pt x="374573" y="7302"/>
                  </a:lnTo>
                  <a:lnTo>
                    <a:pt x="374573" y="32842"/>
                  </a:lnTo>
                  <a:lnTo>
                    <a:pt x="381863" y="32842"/>
                  </a:lnTo>
                  <a:lnTo>
                    <a:pt x="381863" y="7302"/>
                  </a:lnTo>
                  <a:lnTo>
                    <a:pt x="454825" y="7302"/>
                  </a:lnTo>
                  <a:lnTo>
                    <a:pt x="454825" y="32842"/>
                  </a:lnTo>
                  <a:lnTo>
                    <a:pt x="462127" y="32842"/>
                  </a:lnTo>
                  <a:lnTo>
                    <a:pt x="462127" y="7302"/>
                  </a:lnTo>
                  <a:lnTo>
                    <a:pt x="535101" y="7302"/>
                  </a:lnTo>
                  <a:lnTo>
                    <a:pt x="535101" y="32842"/>
                  </a:lnTo>
                  <a:lnTo>
                    <a:pt x="542404" y="32842"/>
                  </a:lnTo>
                  <a:lnTo>
                    <a:pt x="542404" y="7302"/>
                  </a:lnTo>
                  <a:lnTo>
                    <a:pt x="615353" y="7302"/>
                  </a:lnTo>
                  <a:lnTo>
                    <a:pt x="615353" y="32842"/>
                  </a:lnTo>
                  <a:lnTo>
                    <a:pt x="622655" y="32842"/>
                  </a:lnTo>
                  <a:lnTo>
                    <a:pt x="622655" y="7302"/>
                  </a:lnTo>
                  <a:lnTo>
                    <a:pt x="695629" y="7302"/>
                  </a:lnTo>
                  <a:lnTo>
                    <a:pt x="695629" y="32842"/>
                  </a:lnTo>
                  <a:lnTo>
                    <a:pt x="702932" y="32842"/>
                  </a:lnTo>
                  <a:lnTo>
                    <a:pt x="702932" y="7302"/>
                  </a:lnTo>
                  <a:lnTo>
                    <a:pt x="775893" y="7302"/>
                  </a:lnTo>
                  <a:lnTo>
                    <a:pt x="775893" y="32842"/>
                  </a:lnTo>
                  <a:lnTo>
                    <a:pt x="783183" y="32842"/>
                  </a:lnTo>
                  <a:lnTo>
                    <a:pt x="783183" y="7302"/>
                  </a:lnTo>
                  <a:lnTo>
                    <a:pt x="856157" y="7302"/>
                  </a:lnTo>
                  <a:lnTo>
                    <a:pt x="856157" y="32842"/>
                  </a:lnTo>
                  <a:lnTo>
                    <a:pt x="863460" y="32842"/>
                  </a:lnTo>
                  <a:lnTo>
                    <a:pt x="863460" y="7302"/>
                  </a:lnTo>
                  <a:lnTo>
                    <a:pt x="936421" y="7302"/>
                  </a:lnTo>
                  <a:lnTo>
                    <a:pt x="936421" y="32842"/>
                  </a:lnTo>
                  <a:lnTo>
                    <a:pt x="943711" y="32842"/>
                  </a:lnTo>
                  <a:lnTo>
                    <a:pt x="943711" y="7302"/>
                  </a:lnTo>
                  <a:lnTo>
                    <a:pt x="964996" y="7302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6C9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 descr=""/>
            <p:cNvSpPr/>
            <p:nvPr/>
          </p:nvSpPr>
          <p:spPr>
            <a:xfrm>
              <a:off x="14197661" y="6819245"/>
              <a:ext cx="965200" cy="156845"/>
            </a:xfrm>
            <a:custGeom>
              <a:avLst/>
              <a:gdLst/>
              <a:ahLst/>
              <a:cxnLst/>
              <a:rect l="l" t="t" r="r" b="b"/>
              <a:pathLst>
                <a:path w="965200" h="156845">
                  <a:moveTo>
                    <a:pt x="964996" y="0"/>
                  </a:moveTo>
                  <a:lnTo>
                    <a:pt x="0" y="0"/>
                  </a:lnTo>
                  <a:lnTo>
                    <a:pt x="0" y="12153"/>
                  </a:lnTo>
                  <a:lnTo>
                    <a:pt x="54724" y="12153"/>
                  </a:lnTo>
                  <a:lnTo>
                    <a:pt x="54724" y="156692"/>
                  </a:lnTo>
                  <a:lnTo>
                    <a:pt x="59601" y="156692"/>
                  </a:lnTo>
                  <a:lnTo>
                    <a:pt x="59601" y="12153"/>
                  </a:lnTo>
                  <a:lnTo>
                    <a:pt x="215252" y="12153"/>
                  </a:lnTo>
                  <a:lnTo>
                    <a:pt x="215252" y="156692"/>
                  </a:lnTo>
                  <a:lnTo>
                    <a:pt x="220129" y="156692"/>
                  </a:lnTo>
                  <a:lnTo>
                    <a:pt x="220129" y="12153"/>
                  </a:lnTo>
                  <a:lnTo>
                    <a:pt x="375793" y="12153"/>
                  </a:lnTo>
                  <a:lnTo>
                    <a:pt x="375793" y="156692"/>
                  </a:lnTo>
                  <a:lnTo>
                    <a:pt x="380657" y="156692"/>
                  </a:lnTo>
                  <a:lnTo>
                    <a:pt x="380657" y="12153"/>
                  </a:lnTo>
                  <a:lnTo>
                    <a:pt x="536308" y="12153"/>
                  </a:lnTo>
                  <a:lnTo>
                    <a:pt x="536308" y="156692"/>
                  </a:lnTo>
                  <a:lnTo>
                    <a:pt x="541185" y="156692"/>
                  </a:lnTo>
                  <a:lnTo>
                    <a:pt x="541185" y="12153"/>
                  </a:lnTo>
                  <a:lnTo>
                    <a:pt x="696849" y="12153"/>
                  </a:lnTo>
                  <a:lnTo>
                    <a:pt x="696849" y="156692"/>
                  </a:lnTo>
                  <a:lnTo>
                    <a:pt x="701713" y="156692"/>
                  </a:lnTo>
                  <a:lnTo>
                    <a:pt x="701713" y="12153"/>
                  </a:lnTo>
                  <a:lnTo>
                    <a:pt x="857377" y="12153"/>
                  </a:lnTo>
                  <a:lnTo>
                    <a:pt x="857377" y="156692"/>
                  </a:lnTo>
                  <a:lnTo>
                    <a:pt x="862241" y="156692"/>
                  </a:lnTo>
                  <a:lnTo>
                    <a:pt x="862241" y="12153"/>
                  </a:lnTo>
                  <a:lnTo>
                    <a:pt x="964996" y="12153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 descr=""/>
            <p:cNvSpPr/>
            <p:nvPr/>
          </p:nvSpPr>
          <p:spPr>
            <a:xfrm>
              <a:off x="13232676" y="6825310"/>
              <a:ext cx="965200" cy="150495"/>
            </a:xfrm>
            <a:custGeom>
              <a:avLst/>
              <a:gdLst/>
              <a:ahLst/>
              <a:cxnLst/>
              <a:rect l="l" t="t" r="r" b="b"/>
              <a:pathLst>
                <a:path w="965200" h="150495">
                  <a:moveTo>
                    <a:pt x="964996" y="0"/>
                  </a:moveTo>
                  <a:lnTo>
                    <a:pt x="0" y="0"/>
                  </a:lnTo>
                  <a:lnTo>
                    <a:pt x="0" y="150225"/>
                  </a:lnTo>
                  <a:lnTo>
                    <a:pt x="964996" y="150225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8AC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 descr=""/>
            <p:cNvSpPr/>
            <p:nvPr/>
          </p:nvSpPr>
          <p:spPr>
            <a:xfrm>
              <a:off x="13232664" y="6825316"/>
              <a:ext cx="965200" cy="117475"/>
            </a:xfrm>
            <a:custGeom>
              <a:avLst/>
              <a:gdLst/>
              <a:ahLst/>
              <a:cxnLst/>
              <a:rect l="l" t="t" r="r" b="b"/>
              <a:pathLst>
                <a:path w="965200" h="117475">
                  <a:moveTo>
                    <a:pt x="964996" y="97002"/>
                  </a:moveTo>
                  <a:lnTo>
                    <a:pt x="0" y="97002"/>
                  </a:lnTo>
                  <a:lnTo>
                    <a:pt x="0" y="116954"/>
                  </a:lnTo>
                  <a:lnTo>
                    <a:pt x="964996" y="116954"/>
                  </a:lnTo>
                  <a:lnTo>
                    <a:pt x="964996" y="97002"/>
                  </a:lnTo>
                  <a:close/>
                </a:path>
                <a:path w="965200" h="117475">
                  <a:moveTo>
                    <a:pt x="964996" y="0"/>
                  </a:moveTo>
                  <a:lnTo>
                    <a:pt x="0" y="0"/>
                  </a:lnTo>
                  <a:lnTo>
                    <a:pt x="0" y="82410"/>
                  </a:lnTo>
                  <a:lnTo>
                    <a:pt x="964996" y="82410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F3EBF0">
                <a:alpha val="6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 descr=""/>
            <p:cNvSpPr/>
            <p:nvPr/>
          </p:nvSpPr>
          <p:spPr>
            <a:xfrm>
              <a:off x="13232676" y="6975536"/>
              <a:ext cx="965200" cy="63500"/>
            </a:xfrm>
            <a:custGeom>
              <a:avLst/>
              <a:gdLst/>
              <a:ahLst/>
              <a:cxnLst/>
              <a:rect l="l" t="t" r="r" b="b"/>
              <a:pathLst>
                <a:path w="965200" h="63500">
                  <a:moveTo>
                    <a:pt x="0" y="63244"/>
                  </a:moveTo>
                  <a:lnTo>
                    <a:pt x="964996" y="63244"/>
                  </a:lnTo>
                  <a:lnTo>
                    <a:pt x="964996" y="0"/>
                  </a:lnTo>
                  <a:lnTo>
                    <a:pt x="0" y="0"/>
                  </a:lnTo>
                  <a:lnTo>
                    <a:pt x="0" y="63244"/>
                  </a:lnTo>
                  <a:close/>
                </a:path>
              </a:pathLst>
            </a:custGeom>
            <a:solidFill>
              <a:srgbClr val="8EB5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 descr=""/>
            <p:cNvSpPr/>
            <p:nvPr/>
          </p:nvSpPr>
          <p:spPr>
            <a:xfrm>
              <a:off x="13232676" y="7038780"/>
              <a:ext cx="965200" cy="53975"/>
            </a:xfrm>
            <a:custGeom>
              <a:avLst/>
              <a:gdLst/>
              <a:ahLst/>
              <a:cxnLst/>
              <a:rect l="l" t="t" r="r" b="b"/>
              <a:pathLst>
                <a:path w="965200" h="53975">
                  <a:moveTo>
                    <a:pt x="964996" y="0"/>
                  </a:moveTo>
                  <a:lnTo>
                    <a:pt x="0" y="0"/>
                  </a:lnTo>
                  <a:lnTo>
                    <a:pt x="0" y="53506"/>
                  </a:lnTo>
                  <a:lnTo>
                    <a:pt x="964996" y="53506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 descr=""/>
            <p:cNvSpPr/>
            <p:nvPr/>
          </p:nvSpPr>
          <p:spPr>
            <a:xfrm>
              <a:off x="13232664" y="7005935"/>
              <a:ext cx="965200" cy="33020"/>
            </a:xfrm>
            <a:custGeom>
              <a:avLst/>
              <a:gdLst/>
              <a:ahLst/>
              <a:cxnLst/>
              <a:rect l="l" t="t" r="r" b="b"/>
              <a:pathLst>
                <a:path w="965200" h="33020">
                  <a:moveTo>
                    <a:pt x="964996" y="0"/>
                  </a:moveTo>
                  <a:lnTo>
                    <a:pt x="0" y="0"/>
                  </a:lnTo>
                  <a:lnTo>
                    <a:pt x="0" y="7302"/>
                  </a:lnTo>
                  <a:lnTo>
                    <a:pt x="53517" y="7302"/>
                  </a:lnTo>
                  <a:lnTo>
                    <a:pt x="53517" y="32842"/>
                  </a:lnTo>
                  <a:lnTo>
                    <a:pt x="60807" y="32842"/>
                  </a:lnTo>
                  <a:lnTo>
                    <a:pt x="60807" y="7302"/>
                  </a:lnTo>
                  <a:lnTo>
                    <a:pt x="133769" y="7302"/>
                  </a:lnTo>
                  <a:lnTo>
                    <a:pt x="133769" y="32842"/>
                  </a:lnTo>
                  <a:lnTo>
                    <a:pt x="141071" y="32842"/>
                  </a:lnTo>
                  <a:lnTo>
                    <a:pt x="141071" y="7302"/>
                  </a:lnTo>
                  <a:lnTo>
                    <a:pt x="214045" y="7302"/>
                  </a:lnTo>
                  <a:lnTo>
                    <a:pt x="214045" y="32842"/>
                  </a:lnTo>
                  <a:lnTo>
                    <a:pt x="221335" y="32842"/>
                  </a:lnTo>
                  <a:lnTo>
                    <a:pt x="221335" y="7302"/>
                  </a:lnTo>
                  <a:lnTo>
                    <a:pt x="294297" y="7302"/>
                  </a:lnTo>
                  <a:lnTo>
                    <a:pt x="294297" y="32842"/>
                  </a:lnTo>
                  <a:lnTo>
                    <a:pt x="301599" y="32842"/>
                  </a:lnTo>
                  <a:lnTo>
                    <a:pt x="301599" y="7302"/>
                  </a:lnTo>
                  <a:lnTo>
                    <a:pt x="374573" y="7302"/>
                  </a:lnTo>
                  <a:lnTo>
                    <a:pt x="374573" y="32842"/>
                  </a:lnTo>
                  <a:lnTo>
                    <a:pt x="381863" y="32842"/>
                  </a:lnTo>
                  <a:lnTo>
                    <a:pt x="381863" y="7302"/>
                  </a:lnTo>
                  <a:lnTo>
                    <a:pt x="454825" y="7302"/>
                  </a:lnTo>
                  <a:lnTo>
                    <a:pt x="454825" y="32842"/>
                  </a:lnTo>
                  <a:lnTo>
                    <a:pt x="462127" y="32842"/>
                  </a:lnTo>
                  <a:lnTo>
                    <a:pt x="462127" y="7302"/>
                  </a:lnTo>
                  <a:lnTo>
                    <a:pt x="535101" y="7302"/>
                  </a:lnTo>
                  <a:lnTo>
                    <a:pt x="535101" y="32842"/>
                  </a:lnTo>
                  <a:lnTo>
                    <a:pt x="542404" y="32842"/>
                  </a:lnTo>
                  <a:lnTo>
                    <a:pt x="542404" y="7302"/>
                  </a:lnTo>
                  <a:lnTo>
                    <a:pt x="615353" y="7302"/>
                  </a:lnTo>
                  <a:lnTo>
                    <a:pt x="615353" y="32842"/>
                  </a:lnTo>
                  <a:lnTo>
                    <a:pt x="622655" y="32842"/>
                  </a:lnTo>
                  <a:lnTo>
                    <a:pt x="622655" y="7302"/>
                  </a:lnTo>
                  <a:lnTo>
                    <a:pt x="695629" y="7302"/>
                  </a:lnTo>
                  <a:lnTo>
                    <a:pt x="695629" y="32842"/>
                  </a:lnTo>
                  <a:lnTo>
                    <a:pt x="702932" y="32842"/>
                  </a:lnTo>
                  <a:lnTo>
                    <a:pt x="702932" y="7302"/>
                  </a:lnTo>
                  <a:lnTo>
                    <a:pt x="775893" y="7302"/>
                  </a:lnTo>
                  <a:lnTo>
                    <a:pt x="775893" y="32842"/>
                  </a:lnTo>
                  <a:lnTo>
                    <a:pt x="783183" y="32842"/>
                  </a:lnTo>
                  <a:lnTo>
                    <a:pt x="783183" y="7302"/>
                  </a:lnTo>
                  <a:lnTo>
                    <a:pt x="856157" y="7302"/>
                  </a:lnTo>
                  <a:lnTo>
                    <a:pt x="856157" y="32842"/>
                  </a:lnTo>
                  <a:lnTo>
                    <a:pt x="863460" y="32842"/>
                  </a:lnTo>
                  <a:lnTo>
                    <a:pt x="863460" y="7302"/>
                  </a:lnTo>
                  <a:lnTo>
                    <a:pt x="936421" y="7302"/>
                  </a:lnTo>
                  <a:lnTo>
                    <a:pt x="936421" y="32842"/>
                  </a:lnTo>
                  <a:lnTo>
                    <a:pt x="943711" y="32842"/>
                  </a:lnTo>
                  <a:lnTo>
                    <a:pt x="943711" y="7302"/>
                  </a:lnTo>
                  <a:lnTo>
                    <a:pt x="964996" y="7302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6C9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 descr=""/>
            <p:cNvSpPr/>
            <p:nvPr/>
          </p:nvSpPr>
          <p:spPr>
            <a:xfrm>
              <a:off x="13232664" y="6819245"/>
              <a:ext cx="965200" cy="156845"/>
            </a:xfrm>
            <a:custGeom>
              <a:avLst/>
              <a:gdLst/>
              <a:ahLst/>
              <a:cxnLst/>
              <a:rect l="l" t="t" r="r" b="b"/>
              <a:pathLst>
                <a:path w="965200" h="156845">
                  <a:moveTo>
                    <a:pt x="964996" y="0"/>
                  </a:moveTo>
                  <a:lnTo>
                    <a:pt x="0" y="0"/>
                  </a:lnTo>
                  <a:lnTo>
                    <a:pt x="0" y="12153"/>
                  </a:lnTo>
                  <a:lnTo>
                    <a:pt x="54724" y="12153"/>
                  </a:lnTo>
                  <a:lnTo>
                    <a:pt x="54724" y="156692"/>
                  </a:lnTo>
                  <a:lnTo>
                    <a:pt x="59601" y="156692"/>
                  </a:lnTo>
                  <a:lnTo>
                    <a:pt x="59601" y="12153"/>
                  </a:lnTo>
                  <a:lnTo>
                    <a:pt x="215252" y="12153"/>
                  </a:lnTo>
                  <a:lnTo>
                    <a:pt x="215252" y="156692"/>
                  </a:lnTo>
                  <a:lnTo>
                    <a:pt x="220129" y="156692"/>
                  </a:lnTo>
                  <a:lnTo>
                    <a:pt x="220129" y="12153"/>
                  </a:lnTo>
                  <a:lnTo>
                    <a:pt x="375780" y="12153"/>
                  </a:lnTo>
                  <a:lnTo>
                    <a:pt x="375780" y="156692"/>
                  </a:lnTo>
                  <a:lnTo>
                    <a:pt x="380657" y="156692"/>
                  </a:lnTo>
                  <a:lnTo>
                    <a:pt x="380657" y="12153"/>
                  </a:lnTo>
                  <a:lnTo>
                    <a:pt x="536308" y="12153"/>
                  </a:lnTo>
                  <a:lnTo>
                    <a:pt x="536308" y="156692"/>
                  </a:lnTo>
                  <a:lnTo>
                    <a:pt x="541185" y="156692"/>
                  </a:lnTo>
                  <a:lnTo>
                    <a:pt x="541185" y="12153"/>
                  </a:lnTo>
                  <a:lnTo>
                    <a:pt x="696849" y="12153"/>
                  </a:lnTo>
                  <a:lnTo>
                    <a:pt x="696849" y="156692"/>
                  </a:lnTo>
                  <a:lnTo>
                    <a:pt x="701713" y="156692"/>
                  </a:lnTo>
                  <a:lnTo>
                    <a:pt x="701713" y="12153"/>
                  </a:lnTo>
                  <a:lnTo>
                    <a:pt x="857377" y="12153"/>
                  </a:lnTo>
                  <a:lnTo>
                    <a:pt x="857377" y="156692"/>
                  </a:lnTo>
                  <a:lnTo>
                    <a:pt x="862241" y="156692"/>
                  </a:lnTo>
                  <a:lnTo>
                    <a:pt x="862241" y="12153"/>
                  </a:lnTo>
                  <a:lnTo>
                    <a:pt x="964996" y="12153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 descr=""/>
            <p:cNvSpPr/>
            <p:nvPr/>
          </p:nvSpPr>
          <p:spPr>
            <a:xfrm>
              <a:off x="14197672" y="7721231"/>
              <a:ext cx="965200" cy="150495"/>
            </a:xfrm>
            <a:custGeom>
              <a:avLst/>
              <a:gdLst/>
              <a:ahLst/>
              <a:cxnLst/>
              <a:rect l="l" t="t" r="r" b="b"/>
              <a:pathLst>
                <a:path w="965200" h="150495">
                  <a:moveTo>
                    <a:pt x="964996" y="0"/>
                  </a:moveTo>
                  <a:lnTo>
                    <a:pt x="0" y="0"/>
                  </a:lnTo>
                  <a:lnTo>
                    <a:pt x="0" y="150225"/>
                  </a:lnTo>
                  <a:lnTo>
                    <a:pt x="964996" y="150225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8AC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 descr=""/>
            <p:cNvSpPr/>
            <p:nvPr/>
          </p:nvSpPr>
          <p:spPr>
            <a:xfrm>
              <a:off x="14197661" y="7721250"/>
              <a:ext cx="965200" cy="117475"/>
            </a:xfrm>
            <a:custGeom>
              <a:avLst/>
              <a:gdLst/>
              <a:ahLst/>
              <a:cxnLst/>
              <a:rect l="l" t="t" r="r" b="b"/>
              <a:pathLst>
                <a:path w="965200" h="117475">
                  <a:moveTo>
                    <a:pt x="964996" y="97002"/>
                  </a:moveTo>
                  <a:lnTo>
                    <a:pt x="0" y="97002"/>
                  </a:lnTo>
                  <a:lnTo>
                    <a:pt x="0" y="116941"/>
                  </a:lnTo>
                  <a:lnTo>
                    <a:pt x="964996" y="116941"/>
                  </a:lnTo>
                  <a:lnTo>
                    <a:pt x="964996" y="97002"/>
                  </a:lnTo>
                  <a:close/>
                </a:path>
                <a:path w="965200" h="117475">
                  <a:moveTo>
                    <a:pt x="964996" y="0"/>
                  </a:moveTo>
                  <a:lnTo>
                    <a:pt x="0" y="0"/>
                  </a:lnTo>
                  <a:lnTo>
                    <a:pt x="0" y="82397"/>
                  </a:lnTo>
                  <a:lnTo>
                    <a:pt x="964996" y="82397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F3EBF0">
                <a:alpha val="6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 descr=""/>
            <p:cNvSpPr/>
            <p:nvPr/>
          </p:nvSpPr>
          <p:spPr>
            <a:xfrm>
              <a:off x="14197672" y="7871456"/>
              <a:ext cx="965200" cy="63500"/>
            </a:xfrm>
            <a:custGeom>
              <a:avLst/>
              <a:gdLst/>
              <a:ahLst/>
              <a:cxnLst/>
              <a:rect l="l" t="t" r="r" b="b"/>
              <a:pathLst>
                <a:path w="965200" h="63500">
                  <a:moveTo>
                    <a:pt x="0" y="63244"/>
                  </a:moveTo>
                  <a:lnTo>
                    <a:pt x="964996" y="63244"/>
                  </a:lnTo>
                  <a:lnTo>
                    <a:pt x="964996" y="0"/>
                  </a:lnTo>
                  <a:lnTo>
                    <a:pt x="0" y="0"/>
                  </a:lnTo>
                  <a:lnTo>
                    <a:pt x="0" y="63244"/>
                  </a:lnTo>
                  <a:close/>
                </a:path>
              </a:pathLst>
            </a:custGeom>
            <a:solidFill>
              <a:srgbClr val="8EB5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 descr=""/>
            <p:cNvSpPr/>
            <p:nvPr/>
          </p:nvSpPr>
          <p:spPr>
            <a:xfrm>
              <a:off x="14197672" y="7934700"/>
              <a:ext cx="965200" cy="53975"/>
            </a:xfrm>
            <a:custGeom>
              <a:avLst/>
              <a:gdLst/>
              <a:ahLst/>
              <a:cxnLst/>
              <a:rect l="l" t="t" r="r" b="b"/>
              <a:pathLst>
                <a:path w="965200" h="53975">
                  <a:moveTo>
                    <a:pt x="964996" y="0"/>
                  </a:moveTo>
                  <a:lnTo>
                    <a:pt x="0" y="0"/>
                  </a:lnTo>
                  <a:lnTo>
                    <a:pt x="0" y="53506"/>
                  </a:lnTo>
                  <a:lnTo>
                    <a:pt x="964996" y="53506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 descr=""/>
            <p:cNvSpPr/>
            <p:nvPr/>
          </p:nvSpPr>
          <p:spPr>
            <a:xfrm>
              <a:off x="14197661" y="7901870"/>
              <a:ext cx="965200" cy="33020"/>
            </a:xfrm>
            <a:custGeom>
              <a:avLst/>
              <a:gdLst/>
              <a:ahLst/>
              <a:cxnLst/>
              <a:rect l="l" t="t" r="r" b="b"/>
              <a:pathLst>
                <a:path w="965200" h="33020">
                  <a:moveTo>
                    <a:pt x="964996" y="0"/>
                  </a:moveTo>
                  <a:lnTo>
                    <a:pt x="0" y="0"/>
                  </a:lnTo>
                  <a:lnTo>
                    <a:pt x="0" y="7302"/>
                  </a:lnTo>
                  <a:lnTo>
                    <a:pt x="53517" y="7302"/>
                  </a:lnTo>
                  <a:lnTo>
                    <a:pt x="53517" y="32842"/>
                  </a:lnTo>
                  <a:lnTo>
                    <a:pt x="60807" y="32842"/>
                  </a:lnTo>
                  <a:lnTo>
                    <a:pt x="60807" y="7302"/>
                  </a:lnTo>
                  <a:lnTo>
                    <a:pt x="133769" y="7302"/>
                  </a:lnTo>
                  <a:lnTo>
                    <a:pt x="133769" y="32842"/>
                  </a:lnTo>
                  <a:lnTo>
                    <a:pt x="141071" y="32842"/>
                  </a:lnTo>
                  <a:lnTo>
                    <a:pt x="141071" y="7302"/>
                  </a:lnTo>
                  <a:lnTo>
                    <a:pt x="214045" y="7302"/>
                  </a:lnTo>
                  <a:lnTo>
                    <a:pt x="214045" y="32842"/>
                  </a:lnTo>
                  <a:lnTo>
                    <a:pt x="221335" y="32842"/>
                  </a:lnTo>
                  <a:lnTo>
                    <a:pt x="221335" y="7302"/>
                  </a:lnTo>
                  <a:lnTo>
                    <a:pt x="294297" y="7302"/>
                  </a:lnTo>
                  <a:lnTo>
                    <a:pt x="294297" y="32842"/>
                  </a:lnTo>
                  <a:lnTo>
                    <a:pt x="301599" y="32842"/>
                  </a:lnTo>
                  <a:lnTo>
                    <a:pt x="301599" y="7302"/>
                  </a:lnTo>
                  <a:lnTo>
                    <a:pt x="374573" y="7302"/>
                  </a:lnTo>
                  <a:lnTo>
                    <a:pt x="374573" y="32842"/>
                  </a:lnTo>
                  <a:lnTo>
                    <a:pt x="381863" y="32842"/>
                  </a:lnTo>
                  <a:lnTo>
                    <a:pt x="381863" y="7302"/>
                  </a:lnTo>
                  <a:lnTo>
                    <a:pt x="454825" y="7302"/>
                  </a:lnTo>
                  <a:lnTo>
                    <a:pt x="454825" y="32842"/>
                  </a:lnTo>
                  <a:lnTo>
                    <a:pt x="462127" y="32842"/>
                  </a:lnTo>
                  <a:lnTo>
                    <a:pt x="462127" y="7302"/>
                  </a:lnTo>
                  <a:lnTo>
                    <a:pt x="535101" y="7302"/>
                  </a:lnTo>
                  <a:lnTo>
                    <a:pt x="535101" y="32842"/>
                  </a:lnTo>
                  <a:lnTo>
                    <a:pt x="542404" y="32842"/>
                  </a:lnTo>
                  <a:lnTo>
                    <a:pt x="542404" y="7302"/>
                  </a:lnTo>
                  <a:lnTo>
                    <a:pt x="615353" y="7302"/>
                  </a:lnTo>
                  <a:lnTo>
                    <a:pt x="615353" y="32842"/>
                  </a:lnTo>
                  <a:lnTo>
                    <a:pt x="622655" y="32842"/>
                  </a:lnTo>
                  <a:lnTo>
                    <a:pt x="622655" y="7302"/>
                  </a:lnTo>
                  <a:lnTo>
                    <a:pt x="695629" y="7302"/>
                  </a:lnTo>
                  <a:lnTo>
                    <a:pt x="695629" y="32842"/>
                  </a:lnTo>
                  <a:lnTo>
                    <a:pt x="702932" y="32842"/>
                  </a:lnTo>
                  <a:lnTo>
                    <a:pt x="702932" y="7302"/>
                  </a:lnTo>
                  <a:lnTo>
                    <a:pt x="775893" y="7302"/>
                  </a:lnTo>
                  <a:lnTo>
                    <a:pt x="775893" y="32842"/>
                  </a:lnTo>
                  <a:lnTo>
                    <a:pt x="783183" y="32842"/>
                  </a:lnTo>
                  <a:lnTo>
                    <a:pt x="783183" y="7302"/>
                  </a:lnTo>
                  <a:lnTo>
                    <a:pt x="856157" y="7302"/>
                  </a:lnTo>
                  <a:lnTo>
                    <a:pt x="856157" y="32842"/>
                  </a:lnTo>
                  <a:lnTo>
                    <a:pt x="863460" y="32842"/>
                  </a:lnTo>
                  <a:lnTo>
                    <a:pt x="863460" y="7302"/>
                  </a:lnTo>
                  <a:lnTo>
                    <a:pt x="936421" y="7302"/>
                  </a:lnTo>
                  <a:lnTo>
                    <a:pt x="936421" y="32842"/>
                  </a:lnTo>
                  <a:lnTo>
                    <a:pt x="943711" y="32842"/>
                  </a:lnTo>
                  <a:lnTo>
                    <a:pt x="943711" y="7302"/>
                  </a:lnTo>
                  <a:lnTo>
                    <a:pt x="964996" y="7302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6C9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 descr=""/>
            <p:cNvSpPr/>
            <p:nvPr/>
          </p:nvSpPr>
          <p:spPr>
            <a:xfrm>
              <a:off x="14197661" y="7715180"/>
              <a:ext cx="965200" cy="156845"/>
            </a:xfrm>
            <a:custGeom>
              <a:avLst/>
              <a:gdLst/>
              <a:ahLst/>
              <a:cxnLst/>
              <a:rect l="l" t="t" r="r" b="b"/>
              <a:pathLst>
                <a:path w="965200" h="156845">
                  <a:moveTo>
                    <a:pt x="964996" y="0"/>
                  </a:moveTo>
                  <a:lnTo>
                    <a:pt x="0" y="0"/>
                  </a:lnTo>
                  <a:lnTo>
                    <a:pt x="0" y="12153"/>
                  </a:lnTo>
                  <a:lnTo>
                    <a:pt x="54724" y="12153"/>
                  </a:lnTo>
                  <a:lnTo>
                    <a:pt x="54724" y="156679"/>
                  </a:lnTo>
                  <a:lnTo>
                    <a:pt x="59601" y="156679"/>
                  </a:lnTo>
                  <a:lnTo>
                    <a:pt x="59601" y="12153"/>
                  </a:lnTo>
                  <a:lnTo>
                    <a:pt x="215252" y="12153"/>
                  </a:lnTo>
                  <a:lnTo>
                    <a:pt x="215252" y="156679"/>
                  </a:lnTo>
                  <a:lnTo>
                    <a:pt x="220129" y="156679"/>
                  </a:lnTo>
                  <a:lnTo>
                    <a:pt x="220129" y="12153"/>
                  </a:lnTo>
                  <a:lnTo>
                    <a:pt x="375793" y="12153"/>
                  </a:lnTo>
                  <a:lnTo>
                    <a:pt x="375793" y="156679"/>
                  </a:lnTo>
                  <a:lnTo>
                    <a:pt x="380657" y="156679"/>
                  </a:lnTo>
                  <a:lnTo>
                    <a:pt x="380657" y="12153"/>
                  </a:lnTo>
                  <a:lnTo>
                    <a:pt x="536308" y="12153"/>
                  </a:lnTo>
                  <a:lnTo>
                    <a:pt x="536308" y="156679"/>
                  </a:lnTo>
                  <a:lnTo>
                    <a:pt x="541185" y="156679"/>
                  </a:lnTo>
                  <a:lnTo>
                    <a:pt x="541185" y="12153"/>
                  </a:lnTo>
                  <a:lnTo>
                    <a:pt x="696849" y="12153"/>
                  </a:lnTo>
                  <a:lnTo>
                    <a:pt x="696849" y="156679"/>
                  </a:lnTo>
                  <a:lnTo>
                    <a:pt x="701713" y="156679"/>
                  </a:lnTo>
                  <a:lnTo>
                    <a:pt x="701713" y="12153"/>
                  </a:lnTo>
                  <a:lnTo>
                    <a:pt x="857377" y="12153"/>
                  </a:lnTo>
                  <a:lnTo>
                    <a:pt x="857377" y="156679"/>
                  </a:lnTo>
                  <a:lnTo>
                    <a:pt x="862241" y="156679"/>
                  </a:lnTo>
                  <a:lnTo>
                    <a:pt x="862241" y="12153"/>
                  </a:lnTo>
                  <a:lnTo>
                    <a:pt x="964996" y="12153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 descr=""/>
            <p:cNvSpPr/>
            <p:nvPr/>
          </p:nvSpPr>
          <p:spPr>
            <a:xfrm>
              <a:off x="13232676" y="7721231"/>
              <a:ext cx="965200" cy="150495"/>
            </a:xfrm>
            <a:custGeom>
              <a:avLst/>
              <a:gdLst/>
              <a:ahLst/>
              <a:cxnLst/>
              <a:rect l="l" t="t" r="r" b="b"/>
              <a:pathLst>
                <a:path w="965200" h="150495">
                  <a:moveTo>
                    <a:pt x="964996" y="0"/>
                  </a:moveTo>
                  <a:lnTo>
                    <a:pt x="0" y="0"/>
                  </a:lnTo>
                  <a:lnTo>
                    <a:pt x="0" y="150225"/>
                  </a:lnTo>
                  <a:lnTo>
                    <a:pt x="964996" y="150225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8AC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 descr=""/>
            <p:cNvSpPr/>
            <p:nvPr/>
          </p:nvSpPr>
          <p:spPr>
            <a:xfrm>
              <a:off x="13232664" y="7721250"/>
              <a:ext cx="965200" cy="117475"/>
            </a:xfrm>
            <a:custGeom>
              <a:avLst/>
              <a:gdLst/>
              <a:ahLst/>
              <a:cxnLst/>
              <a:rect l="l" t="t" r="r" b="b"/>
              <a:pathLst>
                <a:path w="965200" h="117475">
                  <a:moveTo>
                    <a:pt x="964996" y="97002"/>
                  </a:moveTo>
                  <a:lnTo>
                    <a:pt x="0" y="97002"/>
                  </a:lnTo>
                  <a:lnTo>
                    <a:pt x="0" y="116941"/>
                  </a:lnTo>
                  <a:lnTo>
                    <a:pt x="964996" y="116941"/>
                  </a:lnTo>
                  <a:lnTo>
                    <a:pt x="964996" y="97002"/>
                  </a:lnTo>
                  <a:close/>
                </a:path>
                <a:path w="965200" h="117475">
                  <a:moveTo>
                    <a:pt x="964996" y="0"/>
                  </a:moveTo>
                  <a:lnTo>
                    <a:pt x="0" y="0"/>
                  </a:lnTo>
                  <a:lnTo>
                    <a:pt x="0" y="82397"/>
                  </a:lnTo>
                  <a:lnTo>
                    <a:pt x="964996" y="82397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F3EBF0">
                <a:alpha val="6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 descr=""/>
            <p:cNvSpPr/>
            <p:nvPr/>
          </p:nvSpPr>
          <p:spPr>
            <a:xfrm>
              <a:off x="13232676" y="7871456"/>
              <a:ext cx="965200" cy="63500"/>
            </a:xfrm>
            <a:custGeom>
              <a:avLst/>
              <a:gdLst/>
              <a:ahLst/>
              <a:cxnLst/>
              <a:rect l="l" t="t" r="r" b="b"/>
              <a:pathLst>
                <a:path w="965200" h="63500">
                  <a:moveTo>
                    <a:pt x="0" y="63244"/>
                  </a:moveTo>
                  <a:lnTo>
                    <a:pt x="964996" y="63244"/>
                  </a:lnTo>
                  <a:lnTo>
                    <a:pt x="964996" y="0"/>
                  </a:lnTo>
                  <a:lnTo>
                    <a:pt x="0" y="0"/>
                  </a:lnTo>
                  <a:lnTo>
                    <a:pt x="0" y="63244"/>
                  </a:lnTo>
                  <a:close/>
                </a:path>
              </a:pathLst>
            </a:custGeom>
            <a:solidFill>
              <a:srgbClr val="8EB5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 descr=""/>
            <p:cNvSpPr/>
            <p:nvPr/>
          </p:nvSpPr>
          <p:spPr>
            <a:xfrm>
              <a:off x="13232676" y="7934700"/>
              <a:ext cx="965200" cy="53975"/>
            </a:xfrm>
            <a:custGeom>
              <a:avLst/>
              <a:gdLst/>
              <a:ahLst/>
              <a:cxnLst/>
              <a:rect l="l" t="t" r="r" b="b"/>
              <a:pathLst>
                <a:path w="965200" h="53975">
                  <a:moveTo>
                    <a:pt x="964996" y="0"/>
                  </a:moveTo>
                  <a:lnTo>
                    <a:pt x="0" y="0"/>
                  </a:lnTo>
                  <a:lnTo>
                    <a:pt x="0" y="53506"/>
                  </a:lnTo>
                  <a:lnTo>
                    <a:pt x="964996" y="53506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 descr=""/>
            <p:cNvSpPr/>
            <p:nvPr/>
          </p:nvSpPr>
          <p:spPr>
            <a:xfrm>
              <a:off x="13232664" y="7901870"/>
              <a:ext cx="965200" cy="33020"/>
            </a:xfrm>
            <a:custGeom>
              <a:avLst/>
              <a:gdLst/>
              <a:ahLst/>
              <a:cxnLst/>
              <a:rect l="l" t="t" r="r" b="b"/>
              <a:pathLst>
                <a:path w="965200" h="33020">
                  <a:moveTo>
                    <a:pt x="964996" y="0"/>
                  </a:moveTo>
                  <a:lnTo>
                    <a:pt x="0" y="0"/>
                  </a:lnTo>
                  <a:lnTo>
                    <a:pt x="0" y="7302"/>
                  </a:lnTo>
                  <a:lnTo>
                    <a:pt x="53517" y="7302"/>
                  </a:lnTo>
                  <a:lnTo>
                    <a:pt x="53517" y="32842"/>
                  </a:lnTo>
                  <a:lnTo>
                    <a:pt x="60807" y="32842"/>
                  </a:lnTo>
                  <a:lnTo>
                    <a:pt x="60807" y="7302"/>
                  </a:lnTo>
                  <a:lnTo>
                    <a:pt x="133769" y="7302"/>
                  </a:lnTo>
                  <a:lnTo>
                    <a:pt x="133769" y="32842"/>
                  </a:lnTo>
                  <a:lnTo>
                    <a:pt x="141071" y="32842"/>
                  </a:lnTo>
                  <a:lnTo>
                    <a:pt x="141071" y="7302"/>
                  </a:lnTo>
                  <a:lnTo>
                    <a:pt x="214045" y="7302"/>
                  </a:lnTo>
                  <a:lnTo>
                    <a:pt x="214045" y="32842"/>
                  </a:lnTo>
                  <a:lnTo>
                    <a:pt x="221335" y="32842"/>
                  </a:lnTo>
                  <a:lnTo>
                    <a:pt x="221335" y="7302"/>
                  </a:lnTo>
                  <a:lnTo>
                    <a:pt x="294297" y="7302"/>
                  </a:lnTo>
                  <a:lnTo>
                    <a:pt x="294297" y="32842"/>
                  </a:lnTo>
                  <a:lnTo>
                    <a:pt x="301599" y="32842"/>
                  </a:lnTo>
                  <a:lnTo>
                    <a:pt x="301599" y="7302"/>
                  </a:lnTo>
                  <a:lnTo>
                    <a:pt x="374573" y="7302"/>
                  </a:lnTo>
                  <a:lnTo>
                    <a:pt x="374573" y="32842"/>
                  </a:lnTo>
                  <a:lnTo>
                    <a:pt x="381863" y="32842"/>
                  </a:lnTo>
                  <a:lnTo>
                    <a:pt x="381863" y="7302"/>
                  </a:lnTo>
                  <a:lnTo>
                    <a:pt x="454825" y="7302"/>
                  </a:lnTo>
                  <a:lnTo>
                    <a:pt x="454825" y="32842"/>
                  </a:lnTo>
                  <a:lnTo>
                    <a:pt x="462127" y="32842"/>
                  </a:lnTo>
                  <a:lnTo>
                    <a:pt x="462127" y="7302"/>
                  </a:lnTo>
                  <a:lnTo>
                    <a:pt x="535101" y="7302"/>
                  </a:lnTo>
                  <a:lnTo>
                    <a:pt x="535101" y="32842"/>
                  </a:lnTo>
                  <a:lnTo>
                    <a:pt x="542404" y="32842"/>
                  </a:lnTo>
                  <a:lnTo>
                    <a:pt x="542404" y="7302"/>
                  </a:lnTo>
                  <a:lnTo>
                    <a:pt x="615353" y="7302"/>
                  </a:lnTo>
                  <a:lnTo>
                    <a:pt x="615353" y="32842"/>
                  </a:lnTo>
                  <a:lnTo>
                    <a:pt x="622655" y="32842"/>
                  </a:lnTo>
                  <a:lnTo>
                    <a:pt x="622655" y="7302"/>
                  </a:lnTo>
                  <a:lnTo>
                    <a:pt x="695629" y="7302"/>
                  </a:lnTo>
                  <a:lnTo>
                    <a:pt x="695629" y="32842"/>
                  </a:lnTo>
                  <a:lnTo>
                    <a:pt x="702932" y="32842"/>
                  </a:lnTo>
                  <a:lnTo>
                    <a:pt x="702932" y="7302"/>
                  </a:lnTo>
                  <a:lnTo>
                    <a:pt x="775893" y="7302"/>
                  </a:lnTo>
                  <a:lnTo>
                    <a:pt x="775893" y="32842"/>
                  </a:lnTo>
                  <a:lnTo>
                    <a:pt x="783183" y="32842"/>
                  </a:lnTo>
                  <a:lnTo>
                    <a:pt x="783183" y="7302"/>
                  </a:lnTo>
                  <a:lnTo>
                    <a:pt x="856157" y="7302"/>
                  </a:lnTo>
                  <a:lnTo>
                    <a:pt x="856157" y="32842"/>
                  </a:lnTo>
                  <a:lnTo>
                    <a:pt x="863460" y="32842"/>
                  </a:lnTo>
                  <a:lnTo>
                    <a:pt x="863460" y="7302"/>
                  </a:lnTo>
                  <a:lnTo>
                    <a:pt x="936421" y="7302"/>
                  </a:lnTo>
                  <a:lnTo>
                    <a:pt x="936421" y="32842"/>
                  </a:lnTo>
                  <a:lnTo>
                    <a:pt x="943711" y="32842"/>
                  </a:lnTo>
                  <a:lnTo>
                    <a:pt x="943711" y="7302"/>
                  </a:lnTo>
                  <a:lnTo>
                    <a:pt x="964996" y="7302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6C9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 descr=""/>
            <p:cNvSpPr/>
            <p:nvPr/>
          </p:nvSpPr>
          <p:spPr>
            <a:xfrm>
              <a:off x="13232664" y="7715180"/>
              <a:ext cx="965200" cy="156845"/>
            </a:xfrm>
            <a:custGeom>
              <a:avLst/>
              <a:gdLst/>
              <a:ahLst/>
              <a:cxnLst/>
              <a:rect l="l" t="t" r="r" b="b"/>
              <a:pathLst>
                <a:path w="965200" h="156845">
                  <a:moveTo>
                    <a:pt x="964996" y="0"/>
                  </a:moveTo>
                  <a:lnTo>
                    <a:pt x="0" y="0"/>
                  </a:lnTo>
                  <a:lnTo>
                    <a:pt x="0" y="12153"/>
                  </a:lnTo>
                  <a:lnTo>
                    <a:pt x="54724" y="12153"/>
                  </a:lnTo>
                  <a:lnTo>
                    <a:pt x="54724" y="156679"/>
                  </a:lnTo>
                  <a:lnTo>
                    <a:pt x="59601" y="156679"/>
                  </a:lnTo>
                  <a:lnTo>
                    <a:pt x="59601" y="12153"/>
                  </a:lnTo>
                  <a:lnTo>
                    <a:pt x="215252" y="12153"/>
                  </a:lnTo>
                  <a:lnTo>
                    <a:pt x="215252" y="156679"/>
                  </a:lnTo>
                  <a:lnTo>
                    <a:pt x="220129" y="156679"/>
                  </a:lnTo>
                  <a:lnTo>
                    <a:pt x="220129" y="12153"/>
                  </a:lnTo>
                  <a:lnTo>
                    <a:pt x="375780" y="12153"/>
                  </a:lnTo>
                  <a:lnTo>
                    <a:pt x="375780" y="156679"/>
                  </a:lnTo>
                  <a:lnTo>
                    <a:pt x="380657" y="156679"/>
                  </a:lnTo>
                  <a:lnTo>
                    <a:pt x="380657" y="12153"/>
                  </a:lnTo>
                  <a:lnTo>
                    <a:pt x="536308" y="12153"/>
                  </a:lnTo>
                  <a:lnTo>
                    <a:pt x="536308" y="156679"/>
                  </a:lnTo>
                  <a:lnTo>
                    <a:pt x="541185" y="156679"/>
                  </a:lnTo>
                  <a:lnTo>
                    <a:pt x="541185" y="12153"/>
                  </a:lnTo>
                  <a:lnTo>
                    <a:pt x="696849" y="12153"/>
                  </a:lnTo>
                  <a:lnTo>
                    <a:pt x="696849" y="156679"/>
                  </a:lnTo>
                  <a:lnTo>
                    <a:pt x="701713" y="156679"/>
                  </a:lnTo>
                  <a:lnTo>
                    <a:pt x="701713" y="12153"/>
                  </a:lnTo>
                  <a:lnTo>
                    <a:pt x="857377" y="12153"/>
                  </a:lnTo>
                  <a:lnTo>
                    <a:pt x="857377" y="156679"/>
                  </a:lnTo>
                  <a:lnTo>
                    <a:pt x="862241" y="156679"/>
                  </a:lnTo>
                  <a:lnTo>
                    <a:pt x="862241" y="12153"/>
                  </a:lnTo>
                  <a:lnTo>
                    <a:pt x="964996" y="12153"/>
                  </a:lnTo>
                  <a:lnTo>
                    <a:pt x="964996" y="0"/>
                  </a:lnTo>
                  <a:close/>
                </a:path>
              </a:pathLst>
            </a:custGeom>
            <a:solidFill>
              <a:srgbClr val="394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 descr=""/>
            <p:cNvSpPr/>
            <p:nvPr/>
          </p:nvSpPr>
          <p:spPr>
            <a:xfrm>
              <a:off x="13950067" y="6048705"/>
              <a:ext cx="1231265" cy="159385"/>
            </a:xfrm>
            <a:custGeom>
              <a:avLst/>
              <a:gdLst/>
              <a:ahLst/>
              <a:cxnLst/>
              <a:rect l="l" t="t" r="r" b="b"/>
              <a:pathLst>
                <a:path w="1231265" h="159385">
                  <a:moveTo>
                    <a:pt x="1231051" y="0"/>
                  </a:moveTo>
                  <a:lnTo>
                    <a:pt x="0" y="0"/>
                  </a:lnTo>
                  <a:lnTo>
                    <a:pt x="0" y="159188"/>
                  </a:lnTo>
                  <a:lnTo>
                    <a:pt x="1231051" y="159188"/>
                  </a:lnTo>
                  <a:lnTo>
                    <a:pt x="1231051" y="0"/>
                  </a:lnTo>
                  <a:close/>
                </a:path>
              </a:pathLst>
            </a:custGeom>
            <a:solidFill>
              <a:srgbClr val="2438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3" name="object 543" descr=""/>
          <p:cNvSpPr/>
          <p:nvPr/>
        </p:nvSpPr>
        <p:spPr>
          <a:xfrm>
            <a:off x="13580749" y="10223385"/>
            <a:ext cx="26670" cy="213995"/>
          </a:xfrm>
          <a:custGeom>
            <a:avLst/>
            <a:gdLst/>
            <a:ahLst/>
            <a:cxnLst/>
            <a:rect l="l" t="t" r="r" b="b"/>
            <a:pathLst>
              <a:path w="26669" h="213995">
                <a:moveTo>
                  <a:pt x="0" y="213763"/>
                </a:moveTo>
                <a:lnTo>
                  <a:pt x="26260" y="213763"/>
                </a:lnTo>
                <a:lnTo>
                  <a:pt x="26260" y="0"/>
                </a:lnTo>
                <a:lnTo>
                  <a:pt x="0" y="0"/>
                </a:lnTo>
                <a:lnTo>
                  <a:pt x="0" y="213763"/>
                </a:lnTo>
                <a:close/>
              </a:path>
            </a:pathLst>
          </a:custGeom>
          <a:solidFill>
            <a:srgbClr val="2438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4" name="object 544" descr=""/>
          <p:cNvSpPr/>
          <p:nvPr/>
        </p:nvSpPr>
        <p:spPr>
          <a:xfrm>
            <a:off x="13580749" y="10036061"/>
            <a:ext cx="26670" cy="62230"/>
          </a:xfrm>
          <a:custGeom>
            <a:avLst/>
            <a:gdLst/>
            <a:ahLst/>
            <a:cxnLst/>
            <a:rect l="l" t="t" r="r" b="b"/>
            <a:pathLst>
              <a:path w="26669" h="62229">
                <a:moveTo>
                  <a:pt x="0" y="62113"/>
                </a:moveTo>
                <a:lnTo>
                  <a:pt x="26260" y="62113"/>
                </a:lnTo>
                <a:lnTo>
                  <a:pt x="26260" y="0"/>
                </a:lnTo>
                <a:lnTo>
                  <a:pt x="0" y="0"/>
                </a:lnTo>
                <a:lnTo>
                  <a:pt x="0" y="62113"/>
                </a:lnTo>
                <a:close/>
              </a:path>
            </a:pathLst>
          </a:custGeom>
          <a:solidFill>
            <a:srgbClr val="2438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5" name="object 545" descr=""/>
          <p:cNvSpPr/>
          <p:nvPr/>
        </p:nvSpPr>
        <p:spPr>
          <a:xfrm>
            <a:off x="13568193" y="10419400"/>
            <a:ext cx="51435" cy="17780"/>
          </a:xfrm>
          <a:custGeom>
            <a:avLst/>
            <a:gdLst/>
            <a:ahLst/>
            <a:cxnLst/>
            <a:rect l="l" t="t" r="r" b="b"/>
            <a:pathLst>
              <a:path w="51434" h="17779">
                <a:moveTo>
                  <a:pt x="51359" y="0"/>
                </a:moveTo>
                <a:lnTo>
                  <a:pt x="0" y="0"/>
                </a:lnTo>
                <a:lnTo>
                  <a:pt x="0" y="17748"/>
                </a:lnTo>
                <a:lnTo>
                  <a:pt x="51359" y="17748"/>
                </a:lnTo>
                <a:lnTo>
                  <a:pt x="51359" y="0"/>
                </a:lnTo>
                <a:close/>
              </a:path>
            </a:pathLst>
          </a:custGeom>
          <a:solidFill>
            <a:srgbClr val="44B8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6" name="object 546" descr=""/>
          <p:cNvSpPr/>
          <p:nvPr/>
        </p:nvSpPr>
        <p:spPr>
          <a:xfrm>
            <a:off x="14361500" y="10223385"/>
            <a:ext cx="26670" cy="213995"/>
          </a:xfrm>
          <a:custGeom>
            <a:avLst/>
            <a:gdLst/>
            <a:ahLst/>
            <a:cxnLst/>
            <a:rect l="l" t="t" r="r" b="b"/>
            <a:pathLst>
              <a:path w="26669" h="213995">
                <a:moveTo>
                  <a:pt x="0" y="213763"/>
                </a:moveTo>
                <a:lnTo>
                  <a:pt x="26260" y="213763"/>
                </a:lnTo>
                <a:lnTo>
                  <a:pt x="26260" y="0"/>
                </a:lnTo>
                <a:lnTo>
                  <a:pt x="0" y="0"/>
                </a:lnTo>
                <a:lnTo>
                  <a:pt x="0" y="213763"/>
                </a:lnTo>
                <a:close/>
              </a:path>
            </a:pathLst>
          </a:custGeom>
          <a:solidFill>
            <a:srgbClr val="2438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7" name="object 547" descr=""/>
          <p:cNvSpPr/>
          <p:nvPr/>
        </p:nvSpPr>
        <p:spPr>
          <a:xfrm>
            <a:off x="14361500" y="10036061"/>
            <a:ext cx="26670" cy="62230"/>
          </a:xfrm>
          <a:custGeom>
            <a:avLst/>
            <a:gdLst/>
            <a:ahLst/>
            <a:cxnLst/>
            <a:rect l="l" t="t" r="r" b="b"/>
            <a:pathLst>
              <a:path w="26669" h="62229">
                <a:moveTo>
                  <a:pt x="0" y="62113"/>
                </a:moveTo>
                <a:lnTo>
                  <a:pt x="26260" y="62113"/>
                </a:lnTo>
                <a:lnTo>
                  <a:pt x="26260" y="0"/>
                </a:lnTo>
                <a:lnTo>
                  <a:pt x="0" y="0"/>
                </a:lnTo>
                <a:lnTo>
                  <a:pt x="0" y="62113"/>
                </a:lnTo>
                <a:close/>
              </a:path>
            </a:pathLst>
          </a:custGeom>
          <a:solidFill>
            <a:srgbClr val="2438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8" name="object 548" descr=""/>
          <p:cNvSpPr/>
          <p:nvPr/>
        </p:nvSpPr>
        <p:spPr>
          <a:xfrm>
            <a:off x="14348945" y="10419400"/>
            <a:ext cx="51435" cy="17780"/>
          </a:xfrm>
          <a:custGeom>
            <a:avLst/>
            <a:gdLst/>
            <a:ahLst/>
            <a:cxnLst/>
            <a:rect l="l" t="t" r="r" b="b"/>
            <a:pathLst>
              <a:path w="51434" h="17779">
                <a:moveTo>
                  <a:pt x="51359" y="0"/>
                </a:moveTo>
                <a:lnTo>
                  <a:pt x="0" y="0"/>
                </a:lnTo>
                <a:lnTo>
                  <a:pt x="0" y="17748"/>
                </a:lnTo>
                <a:lnTo>
                  <a:pt x="51359" y="17748"/>
                </a:lnTo>
                <a:lnTo>
                  <a:pt x="51359" y="0"/>
                </a:lnTo>
                <a:close/>
              </a:path>
            </a:pathLst>
          </a:custGeom>
          <a:solidFill>
            <a:srgbClr val="44B8F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49" name="object 549" descr=""/>
          <p:cNvGrpSpPr/>
          <p:nvPr/>
        </p:nvGrpSpPr>
        <p:grpSpPr>
          <a:xfrm>
            <a:off x="13502147" y="10098174"/>
            <a:ext cx="964565" cy="125730"/>
            <a:chOff x="13502147" y="10098174"/>
            <a:chExt cx="964565" cy="125730"/>
          </a:xfrm>
        </p:grpSpPr>
        <p:sp>
          <p:nvSpPr>
            <p:cNvPr id="550" name="object 550" descr=""/>
            <p:cNvSpPr/>
            <p:nvPr/>
          </p:nvSpPr>
          <p:spPr>
            <a:xfrm>
              <a:off x="13502154" y="10098174"/>
              <a:ext cx="964565" cy="125730"/>
            </a:xfrm>
            <a:custGeom>
              <a:avLst/>
              <a:gdLst/>
              <a:ahLst/>
              <a:cxnLst/>
              <a:rect l="l" t="t" r="r" b="b"/>
              <a:pathLst>
                <a:path w="964565" h="125729">
                  <a:moveTo>
                    <a:pt x="964106" y="0"/>
                  </a:moveTo>
                  <a:lnTo>
                    <a:pt x="0" y="0"/>
                  </a:lnTo>
                  <a:lnTo>
                    <a:pt x="0" y="125210"/>
                  </a:lnTo>
                  <a:lnTo>
                    <a:pt x="964106" y="125210"/>
                  </a:lnTo>
                  <a:lnTo>
                    <a:pt x="9641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 descr=""/>
            <p:cNvSpPr/>
            <p:nvPr/>
          </p:nvSpPr>
          <p:spPr>
            <a:xfrm>
              <a:off x="13502145" y="10098182"/>
              <a:ext cx="964565" cy="125730"/>
            </a:xfrm>
            <a:custGeom>
              <a:avLst/>
              <a:gdLst/>
              <a:ahLst/>
              <a:cxnLst/>
              <a:rect l="l" t="t" r="r" b="b"/>
              <a:pathLst>
                <a:path w="964565" h="125729">
                  <a:moveTo>
                    <a:pt x="183451" y="0"/>
                  </a:moveTo>
                  <a:lnTo>
                    <a:pt x="96405" y="0"/>
                  </a:lnTo>
                  <a:lnTo>
                    <a:pt x="0" y="96367"/>
                  </a:lnTo>
                  <a:lnTo>
                    <a:pt x="0" y="125209"/>
                  </a:lnTo>
                  <a:lnTo>
                    <a:pt x="58242" y="125209"/>
                  </a:lnTo>
                  <a:lnTo>
                    <a:pt x="183451" y="0"/>
                  </a:lnTo>
                  <a:close/>
                </a:path>
                <a:path w="964565" h="125729">
                  <a:moveTo>
                    <a:pt x="347459" y="0"/>
                  </a:moveTo>
                  <a:lnTo>
                    <a:pt x="260413" y="0"/>
                  </a:lnTo>
                  <a:lnTo>
                    <a:pt x="135191" y="125209"/>
                  </a:lnTo>
                  <a:lnTo>
                    <a:pt x="222250" y="125209"/>
                  </a:lnTo>
                  <a:lnTo>
                    <a:pt x="347459" y="0"/>
                  </a:lnTo>
                  <a:close/>
                </a:path>
                <a:path w="964565" h="125729">
                  <a:moveTo>
                    <a:pt x="511505" y="0"/>
                  </a:moveTo>
                  <a:lnTo>
                    <a:pt x="424421" y="0"/>
                  </a:lnTo>
                  <a:lnTo>
                    <a:pt x="299212" y="125209"/>
                  </a:lnTo>
                  <a:lnTo>
                    <a:pt x="386295" y="125209"/>
                  </a:lnTo>
                  <a:lnTo>
                    <a:pt x="511505" y="0"/>
                  </a:lnTo>
                  <a:close/>
                </a:path>
                <a:path w="964565" h="125729">
                  <a:moveTo>
                    <a:pt x="675513" y="0"/>
                  </a:moveTo>
                  <a:lnTo>
                    <a:pt x="588467" y="0"/>
                  </a:lnTo>
                  <a:lnTo>
                    <a:pt x="463219" y="125209"/>
                  </a:lnTo>
                  <a:lnTo>
                    <a:pt x="550303" y="125209"/>
                  </a:lnTo>
                  <a:lnTo>
                    <a:pt x="675513" y="0"/>
                  </a:lnTo>
                  <a:close/>
                </a:path>
                <a:path w="964565" h="125729">
                  <a:moveTo>
                    <a:pt x="839558" y="0"/>
                  </a:moveTo>
                  <a:lnTo>
                    <a:pt x="752475" y="0"/>
                  </a:lnTo>
                  <a:lnTo>
                    <a:pt x="627265" y="125209"/>
                  </a:lnTo>
                  <a:lnTo>
                    <a:pt x="714311" y="125209"/>
                  </a:lnTo>
                  <a:lnTo>
                    <a:pt x="839558" y="0"/>
                  </a:lnTo>
                  <a:close/>
                </a:path>
                <a:path w="964565" h="125729">
                  <a:moveTo>
                    <a:pt x="964107" y="0"/>
                  </a:moveTo>
                  <a:lnTo>
                    <a:pt x="916495" y="0"/>
                  </a:lnTo>
                  <a:lnTo>
                    <a:pt x="791273" y="125209"/>
                  </a:lnTo>
                  <a:lnTo>
                    <a:pt x="878357" y="125209"/>
                  </a:lnTo>
                  <a:lnTo>
                    <a:pt x="964107" y="39458"/>
                  </a:lnTo>
                  <a:lnTo>
                    <a:pt x="964107" y="0"/>
                  </a:lnTo>
                  <a:close/>
                </a:path>
              </a:pathLst>
            </a:custGeom>
            <a:solidFill>
              <a:srgbClr val="44B8F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2" name="object 552" descr=""/>
          <p:cNvGrpSpPr/>
          <p:nvPr/>
        </p:nvGrpSpPr>
        <p:grpSpPr>
          <a:xfrm>
            <a:off x="13502147" y="9910843"/>
            <a:ext cx="964565" cy="125730"/>
            <a:chOff x="13502147" y="9910843"/>
            <a:chExt cx="964565" cy="125730"/>
          </a:xfrm>
        </p:grpSpPr>
        <p:sp>
          <p:nvSpPr>
            <p:cNvPr id="553" name="object 553" descr=""/>
            <p:cNvSpPr/>
            <p:nvPr/>
          </p:nvSpPr>
          <p:spPr>
            <a:xfrm>
              <a:off x="13502154" y="9910850"/>
              <a:ext cx="964565" cy="125730"/>
            </a:xfrm>
            <a:custGeom>
              <a:avLst/>
              <a:gdLst/>
              <a:ahLst/>
              <a:cxnLst/>
              <a:rect l="l" t="t" r="r" b="b"/>
              <a:pathLst>
                <a:path w="964565" h="125729">
                  <a:moveTo>
                    <a:pt x="964106" y="0"/>
                  </a:moveTo>
                  <a:lnTo>
                    <a:pt x="0" y="0"/>
                  </a:lnTo>
                  <a:lnTo>
                    <a:pt x="0" y="125210"/>
                  </a:lnTo>
                  <a:lnTo>
                    <a:pt x="964106" y="125210"/>
                  </a:lnTo>
                  <a:lnTo>
                    <a:pt x="9641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 descr=""/>
            <p:cNvSpPr/>
            <p:nvPr/>
          </p:nvSpPr>
          <p:spPr>
            <a:xfrm>
              <a:off x="13502145" y="9910845"/>
              <a:ext cx="964565" cy="125730"/>
            </a:xfrm>
            <a:custGeom>
              <a:avLst/>
              <a:gdLst/>
              <a:ahLst/>
              <a:cxnLst/>
              <a:rect l="l" t="t" r="r" b="b"/>
              <a:pathLst>
                <a:path w="964565" h="125729">
                  <a:moveTo>
                    <a:pt x="183451" y="0"/>
                  </a:moveTo>
                  <a:lnTo>
                    <a:pt x="96405" y="0"/>
                  </a:lnTo>
                  <a:lnTo>
                    <a:pt x="0" y="96367"/>
                  </a:lnTo>
                  <a:lnTo>
                    <a:pt x="0" y="125222"/>
                  </a:lnTo>
                  <a:lnTo>
                    <a:pt x="58242" y="125222"/>
                  </a:lnTo>
                  <a:lnTo>
                    <a:pt x="183451" y="0"/>
                  </a:lnTo>
                  <a:close/>
                </a:path>
                <a:path w="964565" h="125729">
                  <a:moveTo>
                    <a:pt x="347459" y="0"/>
                  </a:moveTo>
                  <a:lnTo>
                    <a:pt x="260413" y="0"/>
                  </a:lnTo>
                  <a:lnTo>
                    <a:pt x="135191" y="125222"/>
                  </a:lnTo>
                  <a:lnTo>
                    <a:pt x="222250" y="125222"/>
                  </a:lnTo>
                  <a:lnTo>
                    <a:pt x="347459" y="0"/>
                  </a:lnTo>
                  <a:close/>
                </a:path>
                <a:path w="964565" h="125729">
                  <a:moveTo>
                    <a:pt x="511505" y="0"/>
                  </a:moveTo>
                  <a:lnTo>
                    <a:pt x="424421" y="0"/>
                  </a:lnTo>
                  <a:lnTo>
                    <a:pt x="299212" y="125222"/>
                  </a:lnTo>
                  <a:lnTo>
                    <a:pt x="386295" y="125222"/>
                  </a:lnTo>
                  <a:lnTo>
                    <a:pt x="511505" y="0"/>
                  </a:lnTo>
                  <a:close/>
                </a:path>
                <a:path w="964565" h="125729">
                  <a:moveTo>
                    <a:pt x="675513" y="0"/>
                  </a:moveTo>
                  <a:lnTo>
                    <a:pt x="588467" y="0"/>
                  </a:lnTo>
                  <a:lnTo>
                    <a:pt x="463219" y="125222"/>
                  </a:lnTo>
                  <a:lnTo>
                    <a:pt x="550303" y="125222"/>
                  </a:lnTo>
                  <a:lnTo>
                    <a:pt x="675513" y="0"/>
                  </a:lnTo>
                  <a:close/>
                </a:path>
                <a:path w="964565" h="125729">
                  <a:moveTo>
                    <a:pt x="839558" y="0"/>
                  </a:moveTo>
                  <a:lnTo>
                    <a:pt x="752475" y="0"/>
                  </a:lnTo>
                  <a:lnTo>
                    <a:pt x="627265" y="125222"/>
                  </a:lnTo>
                  <a:lnTo>
                    <a:pt x="714311" y="125222"/>
                  </a:lnTo>
                  <a:lnTo>
                    <a:pt x="839558" y="0"/>
                  </a:lnTo>
                  <a:close/>
                </a:path>
                <a:path w="964565" h="125729">
                  <a:moveTo>
                    <a:pt x="964107" y="0"/>
                  </a:moveTo>
                  <a:lnTo>
                    <a:pt x="916495" y="0"/>
                  </a:lnTo>
                  <a:lnTo>
                    <a:pt x="791273" y="125222"/>
                  </a:lnTo>
                  <a:lnTo>
                    <a:pt x="878357" y="125222"/>
                  </a:lnTo>
                  <a:lnTo>
                    <a:pt x="964107" y="39471"/>
                  </a:lnTo>
                  <a:lnTo>
                    <a:pt x="964107" y="0"/>
                  </a:lnTo>
                  <a:close/>
                </a:path>
              </a:pathLst>
            </a:custGeom>
            <a:solidFill>
              <a:srgbClr val="44B8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5" name="object 555" descr=""/>
          <p:cNvSpPr/>
          <p:nvPr/>
        </p:nvSpPr>
        <p:spPr>
          <a:xfrm>
            <a:off x="12308085" y="10437294"/>
            <a:ext cx="6842125" cy="88265"/>
          </a:xfrm>
          <a:custGeom>
            <a:avLst/>
            <a:gdLst/>
            <a:ahLst/>
            <a:cxnLst/>
            <a:rect l="l" t="t" r="r" b="b"/>
            <a:pathLst>
              <a:path w="6842125" h="88265">
                <a:moveTo>
                  <a:pt x="6841624" y="0"/>
                </a:moveTo>
                <a:lnTo>
                  <a:pt x="0" y="0"/>
                </a:lnTo>
                <a:lnTo>
                  <a:pt x="0" y="87798"/>
                </a:lnTo>
                <a:lnTo>
                  <a:pt x="6841624" y="87798"/>
                </a:lnTo>
                <a:lnTo>
                  <a:pt x="6841624" y="0"/>
                </a:lnTo>
                <a:close/>
              </a:path>
            </a:pathLst>
          </a:custGeom>
          <a:solidFill>
            <a:srgbClr val="2438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6" name="object 556" descr=""/>
          <p:cNvSpPr txBox="1"/>
          <p:nvPr/>
        </p:nvSpPr>
        <p:spPr>
          <a:xfrm>
            <a:off x="624158" y="728636"/>
            <a:ext cx="134556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10">
                <a:latin typeface="Open Sans"/>
                <a:cs typeface="Open Sans"/>
              </a:rPr>
              <a:t>Construction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378563" y="7627301"/>
            <a:ext cx="1393190" cy="985519"/>
            <a:chOff x="11378563" y="7627301"/>
            <a:chExt cx="1393190" cy="985519"/>
          </a:xfrm>
        </p:grpSpPr>
        <p:sp>
          <p:nvSpPr>
            <p:cNvPr id="3" name="object 3" descr=""/>
            <p:cNvSpPr/>
            <p:nvPr/>
          </p:nvSpPr>
          <p:spPr>
            <a:xfrm>
              <a:off x="11378563" y="7627301"/>
              <a:ext cx="1393190" cy="985519"/>
            </a:xfrm>
            <a:custGeom>
              <a:avLst/>
              <a:gdLst/>
              <a:ahLst/>
              <a:cxnLst/>
              <a:rect l="l" t="t" r="r" b="b"/>
              <a:pathLst>
                <a:path w="1393190" h="985520">
                  <a:moveTo>
                    <a:pt x="1392816" y="0"/>
                  </a:moveTo>
                  <a:lnTo>
                    <a:pt x="1083684" y="78542"/>
                  </a:lnTo>
                  <a:lnTo>
                    <a:pt x="1032670" y="90241"/>
                  </a:lnTo>
                  <a:lnTo>
                    <a:pt x="981944" y="99364"/>
                  </a:lnTo>
                  <a:lnTo>
                    <a:pt x="931609" y="105907"/>
                  </a:lnTo>
                  <a:lnTo>
                    <a:pt x="881769" y="109867"/>
                  </a:lnTo>
                  <a:lnTo>
                    <a:pt x="832529" y="111241"/>
                  </a:lnTo>
                  <a:lnTo>
                    <a:pt x="783992" y="110026"/>
                  </a:lnTo>
                  <a:lnTo>
                    <a:pt x="736263" y="106221"/>
                  </a:lnTo>
                  <a:lnTo>
                    <a:pt x="689446" y="99821"/>
                  </a:lnTo>
                  <a:lnTo>
                    <a:pt x="643645" y="90824"/>
                  </a:lnTo>
                  <a:lnTo>
                    <a:pt x="244432" y="0"/>
                  </a:lnTo>
                  <a:lnTo>
                    <a:pt x="0" y="873743"/>
                  </a:lnTo>
                  <a:lnTo>
                    <a:pt x="399212" y="964577"/>
                  </a:lnTo>
                  <a:lnTo>
                    <a:pt x="445017" y="973574"/>
                  </a:lnTo>
                  <a:lnTo>
                    <a:pt x="491835" y="979973"/>
                  </a:lnTo>
                  <a:lnTo>
                    <a:pt x="539565" y="983777"/>
                  </a:lnTo>
                  <a:lnTo>
                    <a:pt x="588101" y="984990"/>
                  </a:lnTo>
                  <a:lnTo>
                    <a:pt x="637340" y="983614"/>
                  </a:lnTo>
                  <a:lnTo>
                    <a:pt x="687179" y="979652"/>
                  </a:lnTo>
                  <a:lnTo>
                    <a:pt x="737513" y="973108"/>
                  </a:lnTo>
                  <a:lnTo>
                    <a:pt x="788238" y="963985"/>
                  </a:lnTo>
                  <a:lnTo>
                    <a:pt x="839251" y="952285"/>
                  </a:lnTo>
                  <a:lnTo>
                    <a:pt x="1148383" y="873743"/>
                  </a:lnTo>
                  <a:lnTo>
                    <a:pt x="1392816" y="0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103253" y="7963185"/>
              <a:ext cx="433070" cy="297815"/>
            </a:xfrm>
            <a:custGeom>
              <a:avLst/>
              <a:gdLst/>
              <a:ahLst/>
              <a:cxnLst/>
              <a:rect l="l" t="t" r="r" b="b"/>
              <a:pathLst>
                <a:path w="433070" h="297815">
                  <a:moveTo>
                    <a:pt x="295859" y="37007"/>
                  </a:moveTo>
                  <a:lnTo>
                    <a:pt x="294309" y="29679"/>
                  </a:lnTo>
                  <a:lnTo>
                    <a:pt x="288277" y="26390"/>
                  </a:lnTo>
                  <a:lnTo>
                    <a:pt x="279831" y="30060"/>
                  </a:lnTo>
                  <a:lnTo>
                    <a:pt x="4965" y="278688"/>
                  </a:lnTo>
                  <a:lnTo>
                    <a:pt x="0" y="287147"/>
                  </a:lnTo>
                  <a:lnTo>
                    <a:pt x="1549" y="294474"/>
                  </a:lnTo>
                  <a:lnTo>
                    <a:pt x="7581" y="297764"/>
                  </a:lnTo>
                  <a:lnTo>
                    <a:pt x="16027" y="294093"/>
                  </a:lnTo>
                  <a:lnTo>
                    <a:pt x="290893" y="45466"/>
                  </a:lnTo>
                  <a:lnTo>
                    <a:pt x="295859" y="37007"/>
                  </a:lnTo>
                  <a:close/>
                </a:path>
                <a:path w="433070" h="297815">
                  <a:moveTo>
                    <a:pt x="432587" y="10579"/>
                  </a:moveTo>
                  <a:lnTo>
                    <a:pt x="431177" y="3441"/>
                  </a:lnTo>
                  <a:lnTo>
                    <a:pt x="424980" y="0"/>
                  </a:lnTo>
                  <a:lnTo>
                    <a:pt x="416064" y="3136"/>
                  </a:lnTo>
                  <a:lnTo>
                    <a:pt x="376529" y="34036"/>
                  </a:lnTo>
                  <a:lnTo>
                    <a:pt x="337337" y="65341"/>
                  </a:lnTo>
                  <a:lnTo>
                    <a:pt x="298462" y="97078"/>
                  </a:lnTo>
                  <a:lnTo>
                    <a:pt x="259930" y="129235"/>
                  </a:lnTo>
                  <a:lnTo>
                    <a:pt x="221742" y="161798"/>
                  </a:lnTo>
                  <a:lnTo>
                    <a:pt x="183883" y="194779"/>
                  </a:lnTo>
                  <a:lnTo>
                    <a:pt x="146367" y="228180"/>
                  </a:lnTo>
                  <a:lnTo>
                    <a:pt x="141389" y="236626"/>
                  </a:lnTo>
                  <a:lnTo>
                    <a:pt x="142938" y="243941"/>
                  </a:lnTo>
                  <a:lnTo>
                    <a:pt x="148971" y="247243"/>
                  </a:lnTo>
                  <a:lnTo>
                    <a:pt x="157441" y="243573"/>
                  </a:lnTo>
                  <a:lnTo>
                    <a:pt x="194957" y="210185"/>
                  </a:lnTo>
                  <a:lnTo>
                    <a:pt x="232816" y="177203"/>
                  </a:lnTo>
                  <a:lnTo>
                    <a:pt x="271005" y="144640"/>
                  </a:lnTo>
                  <a:lnTo>
                    <a:pt x="309537" y="112483"/>
                  </a:lnTo>
                  <a:lnTo>
                    <a:pt x="348411" y="80746"/>
                  </a:lnTo>
                  <a:lnTo>
                    <a:pt x="387604" y="49428"/>
                  </a:lnTo>
                  <a:lnTo>
                    <a:pt x="427139" y="18542"/>
                  </a:lnTo>
                  <a:lnTo>
                    <a:pt x="432587" y="10579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10630357" y="7281833"/>
            <a:ext cx="609600" cy="347345"/>
            <a:chOff x="10630357" y="7281833"/>
            <a:chExt cx="609600" cy="347345"/>
          </a:xfrm>
        </p:grpSpPr>
        <p:sp>
          <p:nvSpPr>
            <p:cNvPr id="6" name="object 6" descr=""/>
            <p:cNvSpPr/>
            <p:nvPr/>
          </p:nvSpPr>
          <p:spPr>
            <a:xfrm>
              <a:off x="10630357" y="7582334"/>
              <a:ext cx="609600" cy="46990"/>
            </a:xfrm>
            <a:custGeom>
              <a:avLst/>
              <a:gdLst/>
              <a:ahLst/>
              <a:cxnLst/>
              <a:rect l="l" t="t" r="r" b="b"/>
              <a:pathLst>
                <a:path w="609600" h="46990">
                  <a:moveTo>
                    <a:pt x="609018" y="0"/>
                  </a:moveTo>
                  <a:lnTo>
                    <a:pt x="0" y="0"/>
                  </a:lnTo>
                  <a:lnTo>
                    <a:pt x="0" y="46710"/>
                  </a:lnTo>
                  <a:lnTo>
                    <a:pt x="609018" y="46710"/>
                  </a:lnTo>
                  <a:lnTo>
                    <a:pt x="609018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669395" y="7306061"/>
              <a:ext cx="466725" cy="276860"/>
            </a:xfrm>
            <a:custGeom>
              <a:avLst/>
              <a:gdLst/>
              <a:ahLst/>
              <a:cxnLst/>
              <a:rect l="l" t="t" r="r" b="b"/>
              <a:pathLst>
                <a:path w="466725" h="276859">
                  <a:moveTo>
                    <a:pt x="233207" y="0"/>
                  </a:moveTo>
                  <a:lnTo>
                    <a:pt x="186206" y="4738"/>
                  </a:lnTo>
                  <a:lnTo>
                    <a:pt x="142430" y="18327"/>
                  </a:lnTo>
                  <a:lnTo>
                    <a:pt x="102816" y="39829"/>
                  </a:lnTo>
                  <a:lnTo>
                    <a:pt x="68302" y="68306"/>
                  </a:lnTo>
                  <a:lnTo>
                    <a:pt x="39826" y="102821"/>
                  </a:lnTo>
                  <a:lnTo>
                    <a:pt x="18325" y="142434"/>
                  </a:lnTo>
                  <a:lnTo>
                    <a:pt x="4737" y="186209"/>
                  </a:lnTo>
                  <a:lnTo>
                    <a:pt x="0" y="233207"/>
                  </a:lnTo>
                  <a:lnTo>
                    <a:pt x="0" y="276274"/>
                  </a:lnTo>
                  <a:lnTo>
                    <a:pt x="466415" y="276274"/>
                  </a:lnTo>
                  <a:lnTo>
                    <a:pt x="466415" y="233207"/>
                  </a:lnTo>
                  <a:lnTo>
                    <a:pt x="461677" y="186209"/>
                  </a:lnTo>
                  <a:lnTo>
                    <a:pt x="448089" y="142434"/>
                  </a:lnTo>
                  <a:lnTo>
                    <a:pt x="426588" y="102821"/>
                  </a:lnTo>
                  <a:lnTo>
                    <a:pt x="398112" y="68306"/>
                  </a:lnTo>
                  <a:lnTo>
                    <a:pt x="363598" y="39829"/>
                  </a:lnTo>
                  <a:lnTo>
                    <a:pt x="323984" y="18327"/>
                  </a:lnTo>
                  <a:lnTo>
                    <a:pt x="280208" y="4738"/>
                  </a:lnTo>
                  <a:lnTo>
                    <a:pt x="23320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66868" y="7281833"/>
              <a:ext cx="310325" cy="122718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7670202" y="8368255"/>
            <a:ext cx="2374900" cy="1089025"/>
            <a:chOff x="7670202" y="8368255"/>
            <a:chExt cx="2374900" cy="1089025"/>
          </a:xfrm>
        </p:grpSpPr>
        <p:sp>
          <p:nvSpPr>
            <p:cNvPr id="10" name="object 10" descr=""/>
            <p:cNvSpPr/>
            <p:nvPr/>
          </p:nvSpPr>
          <p:spPr>
            <a:xfrm>
              <a:off x="7670191" y="8368264"/>
              <a:ext cx="2374900" cy="1089025"/>
            </a:xfrm>
            <a:custGeom>
              <a:avLst/>
              <a:gdLst/>
              <a:ahLst/>
              <a:cxnLst/>
              <a:rect l="l" t="t" r="r" b="b"/>
              <a:pathLst>
                <a:path w="2374900" h="1089025">
                  <a:moveTo>
                    <a:pt x="2374557" y="0"/>
                  </a:moveTo>
                  <a:lnTo>
                    <a:pt x="1204277" y="0"/>
                  </a:lnTo>
                  <a:lnTo>
                    <a:pt x="1204277" y="383781"/>
                  </a:lnTo>
                  <a:lnTo>
                    <a:pt x="295363" y="383781"/>
                  </a:lnTo>
                  <a:lnTo>
                    <a:pt x="0" y="1088834"/>
                  </a:lnTo>
                  <a:lnTo>
                    <a:pt x="1573466" y="1088834"/>
                  </a:lnTo>
                  <a:lnTo>
                    <a:pt x="1573466" y="626491"/>
                  </a:lnTo>
                  <a:lnTo>
                    <a:pt x="2105228" y="626491"/>
                  </a:lnTo>
                  <a:lnTo>
                    <a:pt x="2153640" y="622147"/>
                  </a:lnTo>
                  <a:lnTo>
                    <a:pt x="2199208" y="609638"/>
                  </a:lnTo>
                  <a:lnTo>
                    <a:pt x="2241156" y="589724"/>
                  </a:lnTo>
                  <a:lnTo>
                    <a:pt x="2278748" y="563143"/>
                  </a:lnTo>
                  <a:lnTo>
                    <a:pt x="2311209" y="530682"/>
                  </a:lnTo>
                  <a:lnTo>
                    <a:pt x="2337778" y="493102"/>
                  </a:lnTo>
                  <a:lnTo>
                    <a:pt x="2357704" y="451142"/>
                  </a:lnTo>
                  <a:lnTo>
                    <a:pt x="2370213" y="405574"/>
                  </a:lnTo>
                  <a:lnTo>
                    <a:pt x="2374557" y="357174"/>
                  </a:lnTo>
                  <a:lnTo>
                    <a:pt x="2374557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226367" y="8752037"/>
              <a:ext cx="271145" cy="705485"/>
            </a:xfrm>
            <a:custGeom>
              <a:avLst/>
              <a:gdLst/>
              <a:ahLst/>
              <a:cxnLst/>
              <a:rect l="l" t="t" r="r" b="b"/>
              <a:pathLst>
                <a:path w="271145" h="705484">
                  <a:moveTo>
                    <a:pt x="270818" y="0"/>
                  </a:moveTo>
                  <a:lnTo>
                    <a:pt x="0" y="0"/>
                  </a:lnTo>
                  <a:lnTo>
                    <a:pt x="0" y="705046"/>
                  </a:lnTo>
                  <a:lnTo>
                    <a:pt x="270818" y="705046"/>
                  </a:lnTo>
                  <a:lnTo>
                    <a:pt x="270818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296264" y="8877069"/>
              <a:ext cx="600075" cy="43815"/>
            </a:xfrm>
            <a:custGeom>
              <a:avLst/>
              <a:gdLst/>
              <a:ahLst/>
              <a:cxnLst/>
              <a:rect l="l" t="t" r="r" b="b"/>
              <a:pathLst>
                <a:path w="600075" h="43815">
                  <a:moveTo>
                    <a:pt x="578327" y="0"/>
                  </a:moveTo>
                  <a:lnTo>
                    <a:pt x="21611" y="0"/>
                  </a:lnTo>
                  <a:lnTo>
                    <a:pt x="13199" y="1698"/>
                  </a:lnTo>
                  <a:lnTo>
                    <a:pt x="6329" y="6328"/>
                  </a:lnTo>
                  <a:lnTo>
                    <a:pt x="1698" y="13194"/>
                  </a:lnTo>
                  <a:lnTo>
                    <a:pt x="0" y="21601"/>
                  </a:lnTo>
                  <a:lnTo>
                    <a:pt x="1698" y="30014"/>
                  </a:lnTo>
                  <a:lnTo>
                    <a:pt x="6329" y="36883"/>
                  </a:lnTo>
                  <a:lnTo>
                    <a:pt x="13199" y="41515"/>
                  </a:lnTo>
                  <a:lnTo>
                    <a:pt x="21611" y="43213"/>
                  </a:lnTo>
                  <a:lnTo>
                    <a:pt x="578327" y="43213"/>
                  </a:lnTo>
                  <a:lnTo>
                    <a:pt x="586739" y="41515"/>
                  </a:lnTo>
                  <a:lnTo>
                    <a:pt x="593604" y="36883"/>
                  </a:lnTo>
                  <a:lnTo>
                    <a:pt x="598232" y="30014"/>
                  </a:lnTo>
                  <a:lnTo>
                    <a:pt x="599929" y="21601"/>
                  </a:lnTo>
                  <a:lnTo>
                    <a:pt x="598232" y="13194"/>
                  </a:lnTo>
                  <a:lnTo>
                    <a:pt x="593604" y="6328"/>
                  </a:lnTo>
                  <a:lnTo>
                    <a:pt x="586739" y="1698"/>
                  </a:lnTo>
                  <a:lnTo>
                    <a:pt x="578327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758754" y="8459668"/>
              <a:ext cx="328930" cy="607695"/>
            </a:xfrm>
            <a:custGeom>
              <a:avLst/>
              <a:gdLst/>
              <a:ahLst/>
              <a:cxnLst/>
              <a:rect l="l" t="t" r="r" b="b"/>
              <a:pathLst>
                <a:path w="328929" h="607695">
                  <a:moveTo>
                    <a:pt x="116101" y="0"/>
                  </a:moveTo>
                  <a:lnTo>
                    <a:pt x="0" y="0"/>
                  </a:lnTo>
                  <a:lnTo>
                    <a:pt x="0" y="607478"/>
                  </a:lnTo>
                  <a:lnTo>
                    <a:pt x="328649" y="607478"/>
                  </a:lnTo>
                  <a:lnTo>
                    <a:pt x="328649" y="212548"/>
                  </a:lnTo>
                  <a:lnTo>
                    <a:pt x="323036" y="163812"/>
                  </a:lnTo>
                  <a:lnTo>
                    <a:pt x="307046" y="119074"/>
                  </a:lnTo>
                  <a:lnTo>
                    <a:pt x="281955" y="79609"/>
                  </a:lnTo>
                  <a:lnTo>
                    <a:pt x="249040" y="46693"/>
                  </a:lnTo>
                  <a:lnTo>
                    <a:pt x="209575" y="21603"/>
                  </a:lnTo>
                  <a:lnTo>
                    <a:pt x="164837" y="5613"/>
                  </a:lnTo>
                  <a:lnTo>
                    <a:pt x="116101" y="0"/>
                  </a:lnTo>
                  <a:close/>
                </a:path>
              </a:pathLst>
            </a:custGeom>
            <a:solidFill>
              <a:srgbClr val="83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874465" y="8994749"/>
              <a:ext cx="975360" cy="462915"/>
            </a:xfrm>
            <a:custGeom>
              <a:avLst/>
              <a:gdLst/>
              <a:ahLst/>
              <a:cxnLst/>
              <a:rect l="l" t="t" r="r" b="b"/>
              <a:pathLst>
                <a:path w="975359" h="462915">
                  <a:moveTo>
                    <a:pt x="974745" y="0"/>
                  </a:moveTo>
                  <a:lnTo>
                    <a:pt x="0" y="0"/>
                  </a:lnTo>
                  <a:lnTo>
                    <a:pt x="0" y="462331"/>
                  </a:lnTo>
                  <a:lnTo>
                    <a:pt x="622200" y="462331"/>
                  </a:lnTo>
                  <a:lnTo>
                    <a:pt x="670039" y="459113"/>
                  </a:lnTo>
                  <a:lnTo>
                    <a:pt x="715921" y="449738"/>
                  </a:lnTo>
                  <a:lnTo>
                    <a:pt x="759427" y="434626"/>
                  </a:lnTo>
                  <a:lnTo>
                    <a:pt x="800137" y="414199"/>
                  </a:lnTo>
                  <a:lnTo>
                    <a:pt x="837630" y="388874"/>
                  </a:lnTo>
                  <a:lnTo>
                    <a:pt x="871487" y="359074"/>
                  </a:lnTo>
                  <a:lnTo>
                    <a:pt x="901288" y="325217"/>
                  </a:lnTo>
                  <a:lnTo>
                    <a:pt x="926612" y="287723"/>
                  </a:lnTo>
                  <a:lnTo>
                    <a:pt x="947040" y="247013"/>
                  </a:lnTo>
                  <a:lnTo>
                    <a:pt x="962152" y="203507"/>
                  </a:lnTo>
                  <a:lnTo>
                    <a:pt x="971526" y="157625"/>
                  </a:lnTo>
                  <a:lnTo>
                    <a:pt x="974745" y="109787"/>
                  </a:lnTo>
                  <a:lnTo>
                    <a:pt x="974745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6308409" y="7793874"/>
            <a:ext cx="3982085" cy="2042795"/>
            <a:chOff x="6308409" y="7793874"/>
            <a:chExt cx="3982085" cy="2042795"/>
          </a:xfrm>
        </p:grpSpPr>
        <p:sp>
          <p:nvSpPr>
            <p:cNvPr id="16" name="object 16" descr=""/>
            <p:cNvSpPr/>
            <p:nvPr/>
          </p:nvSpPr>
          <p:spPr>
            <a:xfrm>
              <a:off x="6367683" y="9644963"/>
              <a:ext cx="3922395" cy="191135"/>
            </a:xfrm>
            <a:custGeom>
              <a:avLst/>
              <a:gdLst/>
              <a:ahLst/>
              <a:cxnLst/>
              <a:rect l="l" t="t" r="r" b="b"/>
              <a:pathLst>
                <a:path w="3922395" h="191134">
                  <a:moveTo>
                    <a:pt x="3826679" y="0"/>
                  </a:moveTo>
                  <a:lnTo>
                    <a:pt x="95557" y="0"/>
                  </a:lnTo>
                  <a:lnTo>
                    <a:pt x="58362" y="7509"/>
                  </a:lnTo>
                  <a:lnTo>
                    <a:pt x="27988" y="27988"/>
                  </a:lnTo>
                  <a:lnTo>
                    <a:pt x="7509" y="58362"/>
                  </a:lnTo>
                  <a:lnTo>
                    <a:pt x="0" y="95557"/>
                  </a:lnTo>
                  <a:lnTo>
                    <a:pt x="7509" y="132757"/>
                  </a:lnTo>
                  <a:lnTo>
                    <a:pt x="27988" y="163135"/>
                  </a:lnTo>
                  <a:lnTo>
                    <a:pt x="58362" y="183615"/>
                  </a:lnTo>
                  <a:lnTo>
                    <a:pt x="95557" y="191125"/>
                  </a:lnTo>
                  <a:lnTo>
                    <a:pt x="3826679" y="191125"/>
                  </a:lnTo>
                  <a:lnTo>
                    <a:pt x="3863879" y="183615"/>
                  </a:lnTo>
                  <a:lnTo>
                    <a:pt x="3894257" y="163135"/>
                  </a:lnTo>
                  <a:lnTo>
                    <a:pt x="3914737" y="132757"/>
                  </a:lnTo>
                  <a:lnTo>
                    <a:pt x="3922247" y="95557"/>
                  </a:lnTo>
                  <a:lnTo>
                    <a:pt x="3914737" y="58362"/>
                  </a:lnTo>
                  <a:lnTo>
                    <a:pt x="3894257" y="27988"/>
                  </a:lnTo>
                  <a:lnTo>
                    <a:pt x="3863879" y="7509"/>
                  </a:lnTo>
                  <a:lnTo>
                    <a:pt x="3826679" y="0"/>
                  </a:lnTo>
                  <a:close/>
                </a:path>
              </a:pathLst>
            </a:custGeom>
            <a:solidFill>
              <a:srgbClr val="D9F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426759" y="8841787"/>
              <a:ext cx="994410" cy="994410"/>
            </a:xfrm>
            <a:custGeom>
              <a:avLst/>
              <a:gdLst/>
              <a:ahLst/>
              <a:cxnLst/>
              <a:rect l="l" t="t" r="r" b="b"/>
              <a:pathLst>
                <a:path w="994409" h="994409">
                  <a:moveTo>
                    <a:pt x="497147" y="0"/>
                  </a:moveTo>
                  <a:lnTo>
                    <a:pt x="449268" y="2275"/>
                  </a:lnTo>
                  <a:lnTo>
                    <a:pt x="402677" y="8964"/>
                  </a:lnTo>
                  <a:lnTo>
                    <a:pt x="357582" y="19857"/>
                  </a:lnTo>
                  <a:lnTo>
                    <a:pt x="314191" y="34745"/>
                  </a:lnTo>
                  <a:lnTo>
                    <a:pt x="272713" y="53422"/>
                  </a:lnTo>
                  <a:lnTo>
                    <a:pt x="233356" y="75678"/>
                  </a:lnTo>
                  <a:lnTo>
                    <a:pt x="196328" y="101305"/>
                  </a:lnTo>
                  <a:lnTo>
                    <a:pt x="161839" y="130095"/>
                  </a:lnTo>
                  <a:lnTo>
                    <a:pt x="130095" y="161839"/>
                  </a:lnTo>
                  <a:lnTo>
                    <a:pt x="101305" y="196328"/>
                  </a:lnTo>
                  <a:lnTo>
                    <a:pt x="75678" y="233356"/>
                  </a:lnTo>
                  <a:lnTo>
                    <a:pt x="53422" y="272713"/>
                  </a:lnTo>
                  <a:lnTo>
                    <a:pt x="34745" y="314191"/>
                  </a:lnTo>
                  <a:lnTo>
                    <a:pt x="19857" y="357582"/>
                  </a:lnTo>
                  <a:lnTo>
                    <a:pt x="8964" y="402677"/>
                  </a:lnTo>
                  <a:lnTo>
                    <a:pt x="2275" y="449268"/>
                  </a:lnTo>
                  <a:lnTo>
                    <a:pt x="0" y="497147"/>
                  </a:lnTo>
                  <a:lnTo>
                    <a:pt x="2275" y="545025"/>
                  </a:lnTo>
                  <a:lnTo>
                    <a:pt x="8964" y="591616"/>
                  </a:lnTo>
                  <a:lnTo>
                    <a:pt x="19857" y="636711"/>
                  </a:lnTo>
                  <a:lnTo>
                    <a:pt x="34745" y="680102"/>
                  </a:lnTo>
                  <a:lnTo>
                    <a:pt x="53422" y="721580"/>
                  </a:lnTo>
                  <a:lnTo>
                    <a:pt x="75678" y="760937"/>
                  </a:lnTo>
                  <a:lnTo>
                    <a:pt x="101305" y="797965"/>
                  </a:lnTo>
                  <a:lnTo>
                    <a:pt x="130095" y="832455"/>
                  </a:lnTo>
                  <a:lnTo>
                    <a:pt x="161839" y="864199"/>
                  </a:lnTo>
                  <a:lnTo>
                    <a:pt x="196328" y="892988"/>
                  </a:lnTo>
                  <a:lnTo>
                    <a:pt x="233356" y="918615"/>
                  </a:lnTo>
                  <a:lnTo>
                    <a:pt x="272713" y="940871"/>
                  </a:lnTo>
                  <a:lnTo>
                    <a:pt x="314191" y="959548"/>
                  </a:lnTo>
                  <a:lnTo>
                    <a:pt x="357582" y="974437"/>
                  </a:lnTo>
                  <a:lnTo>
                    <a:pt x="402677" y="985330"/>
                  </a:lnTo>
                  <a:lnTo>
                    <a:pt x="449268" y="992018"/>
                  </a:lnTo>
                  <a:lnTo>
                    <a:pt x="497147" y="994294"/>
                  </a:lnTo>
                  <a:lnTo>
                    <a:pt x="545025" y="992018"/>
                  </a:lnTo>
                  <a:lnTo>
                    <a:pt x="591617" y="985330"/>
                  </a:lnTo>
                  <a:lnTo>
                    <a:pt x="636712" y="974437"/>
                  </a:lnTo>
                  <a:lnTo>
                    <a:pt x="680104" y="959548"/>
                  </a:lnTo>
                  <a:lnTo>
                    <a:pt x="721582" y="940871"/>
                  </a:lnTo>
                  <a:lnTo>
                    <a:pt x="760940" y="918615"/>
                  </a:lnTo>
                  <a:lnTo>
                    <a:pt x="797969" y="892988"/>
                  </a:lnTo>
                  <a:lnTo>
                    <a:pt x="832460" y="864199"/>
                  </a:lnTo>
                  <a:lnTo>
                    <a:pt x="864204" y="832455"/>
                  </a:lnTo>
                  <a:lnTo>
                    <a:pt x="892995" y="797965"/>
                  </a:lnTo>
                  <a:lnTo>
                    <a:pt x="918623" y="760937"/>
                  </a:lnTo>
                  <a:lnTo>
                    <a:pt x="940880" y="721580"/>
                  </a:lnTo>
                  <a:lnTo>
                    <a:pt x="959557" y="680102"/>
                  </a:lnTo>
                  <a:lnTo>
                    <a:pt x="974446" y="636711"/>
                  </a:lnTo>
                  <a:lnTo>
                    <a:pt x="985340" y="591616"/>
                  </a:lnTo>
                  <a:lnTo>
                    <a:pt x="992028" y="545025"/>
                  </a:lnTo>
                  <a:lnTo>
                    <a:pt x="994304" y="497147"/>
                  </a:lnTo>
                  <a:lnTo>
                    <a:pt x="992028" y="449268"/>
                  </a:lnTo>
                  <a:lnTo>
                    <a:pt x="985340" y="402677"/>
                  </a:lnTo>
                  <a:lnTo>
                    <a:pt x="974446" y="357582"/>
                  </a:lnTo>
                  <a:lnTo>
                    <a:pt x="959557" y="314191"/>
                  </a:lnTo>
                  <a:lnTo>
                    <a:pt x="940880" y="272713"/>
                  </a:lnTo>
                  <a:lnTo>
                    <a:pt x="918623" y="233356"/>
                  </a:lnTo>
                  <a:lnTo>
                    <a:pt x="892995" y="196328"/>
                  </a:lnTo>
                  <a:lnTo>
                    <a:pt x="864204" y="161839"/>
                  </a:lnTo>
                  <a:lnTo>
                    <a:pt x="832460" y="130095"/>
                  </a:lnTo>
                  <a:lnTo>
                    <a:pt x="797969" y="101305"/>
                  </a:lnTo>
                  <a:lnTo>
                    <a:pt x="760940" y="75678"/>
                  </a:lnTo>
                  <a:lnTo>
                    <a:pt x="721582" y="53422"/>
                  </a:lnTo>
                  <a:lnTo>
                    <a:pt x="680104" y="34745"/>
                  </a:lnTo>
                  <a:lnTo>
                    <a:pt x="636712" y="19857"/>
                  </a:lnTo>
                  <a:lnTo>
                    <a:pt x="591617" y="8964"/>
                  </a:lnTo>
                  <a:lnTo>
                    <a:pt x="545025" y="2275"/>
                  </a:lnTo>
                  <a:lnTo>
                    <a:pt x="497147" y="0"/>
                  </a:lnTo>
                  <a:close/>
                </a:path>
              </a:pathLst>
            </a:custGeom>
            <a:solidFill>
              <a:srgbClr val="696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474870" y="8889890"/>
              <a:ext cx="898525" cy="898525"/>
            </a:xfrm>
            <a:custGeom>
              <a:avLst/>
              <a:gdLst/>
              <a:ahLst/>
              <a:cxnLst/>
              <a:rect l="l" t="t" r="r" b="b"/>
              <a:pathLst>
                <a:path w="898525" h="898525">
                  <a:moveTo>
                    <a:pt x="449043" y="0"/>
                  </a:moveTo>
                  <a:lnTo>
                    <a:pt x="400115" y="2635"/>
                  </a:lnTo>
                  <a:lnTo>
                    <a:pt x="352712" y="10357"/>
                  </a:lnTo>
                  <a:lnTo>
                    <a:pt x="307110" y="22893"/>
                  </a:lnTo>
                  <a:lnTo>
                    <a:pt x="263581" y="39968"/>
                  </a:lnTo>
                  <a:lnTo>
                    <a:pt x="222401" y="61309"/>
                  </a:lnTo>
                  <a:lnTo>
                    <a:pt x="183843" y="86641"/>
                  </a:lnTo>
                  <a:lnTo>
                    <a:pt x="148180" y="115691"/>
                  </a:lnTo>
                  <a:lnTo>
                    <a:pt x="115687" y="148184"/>
                  </a:lnTo>
                  <a:lnTo>
                    <a:pt x="86638" y="183847"/>
                  </a:lnTo>
                  <a:lnTo>
                    <a:pt x="61307" y="222406"/>
                  </a:lnTo>
                  <a:lnTo>
                    <a:pt x="39966" y="263586"/>
                  </a:lnTo>
                  <a:lnTo>
                    <a:pt x="22892" y="307114"/>
                  </a:lnTo>
                  <a:lnTo>
                    <a:pt x="10356" y="352715"/>
                  </a:lnTo>
                  <a:lnTo>
                    <a:pt x="2634" y="400116"/>
                  </a:lnTo>
                  <a:lnTo>
                    <a:pt x="0" y="449043"/>
                  </a:lnTo>
                  <a:lnTo>
                    <a:pt x="2634" y="497970"/>
                  </a:lnTo>
                  <a:lnTo>
                    <a:pt x="10356" y="545372"/>
                  </a:lnTo>
                  <a:lnTo>
                    <a:pt x="22892" y="590973"/>
                  </a:lnTo>
                  <a:lnTo>
                    <a:pt x="39966" y="634501"/>
                  </a:lnTo>
                  <a:lnTo>
                    <a:pt x="61307" y="675681"/>
                  </a:lnTo>
                  <a:lnTo>
                    <a:pt x="86638" y="714240"/>
                  </a:lnTo>
                  <a:lnTo>
                    <a:pt x="115687" y="749903"/>
                  </a:lnTo>
                  <a:lnTo>
                    <a:pt x="148180" y="782396"/>
                  </a:lnTo>
                  <a:lnTo>
                    <a:pt x="183843" y="811446"/>
                  </a:lnTo>
                  <a:lnTo>
                    <a:pt x="222401" y="836778"/>
                  </a:lnTo>
                  <a:lnTo>
                    <a:pt x="263581" y="858119"/>
                  </a:lnTo>
                  <a:lnTo>
                    <a:pt x="307110" y="875194"/>
                  </a:lnTo>
                  <a:lnTo>
                    <a:pt x="352712" y="887730"/>
                  </a:lnTo>
                  <a:lnTo>
                    <a:pt x="400115" y="895452"/>
                  </a:lnTo>
                  <a:lnTo>
                    <a:pt x="449043" y="898087"/>
                  </a:lnTo>
                  <a:lnTo>
                    <a:pt x="497970" y="895452"/>
                  </a:lnTo>
                  <a:lnTo>
                    <a:pt x="545371" y="887730"/>
                  </a:lnTo>
                  <a:lnTo>
                    <a:pt x="590972" y="875194"/>
                  </a:lnTo>
                  <a:lnTo>
                    <a:pt x="634499" y="858119"/>
                  </a:lnTo>
                  <a:lnTo>
                    <a:pt x="675678" y="836778"/>
                  </a:lnTo>
                  <a:lnTo>
                    <a:pt x="714236" y="811446"/>
                  </a:lnTo>
                  <a:lnTo>
                    <a:pt x="749898" y="782396"/>
                  </a:lnTo>
                  <a:lnTo>
                    <a:pt x="782390" y="749903"/>
                  </a:lnTo>
                  <a:lnTo>
                    <a:pt x="811439" y="714240"/>
                  </a:lnTo>
                  <a:lnTo>
                    <a:pt x="836770" y="675681"/>
                  </a:lnTo>
                  <a:lnTo>
                    <a:pt x="858110" y="634501"/>
                  </a:lnTo>
                  <a:lnTo>
                    <a:pt x="875185" y="590973"/>
                  </a:lnTo>
                  <a:lnTo>
                    <a:pt x="887720" y="545372"/>
                  </a:lnTo>
                  <a:lnTo>
                    <a:pt x="895442" y="497970"/>
                  </a:lnTo>
                  <a:lnTo>
                    <a:pt x="898077" y="449043"/>
                  </a:lnTo>
                  <a:lnTo>
                    <a:pt x="895442" y="400116"/>
                  </a:lnTo>
                  <a:lnTo>
                    <a:pt x="887720" y="352715"/>
                  </a:lnTo>
                  <a:lnTo>
                    <a:pt x="875185" y="307114"/>
                  </a:lnTo>
                  <a:lnTo>
                    <a:pt x="858110" y="263586"/>
                  </a:lnTo>
                  <a:lnTo>
                    <a:pt x="836770" y="222406"/>
                  </a:lnTo>
                  <a:lnTo>
                    <a:pt x="811439" y="183847"/>
                  </a:lnTo>
                  <a:lnTo>
                    <a:pt x="782390" y="148184"/>
                  </a:lnTo>
                  <a:lnTo>
                    <a:pt x="749898" y="115691"/>
                  </a:lnTo>
                  <a:lnTo>
                    <a:pt x="714236" y="86641"/>
                  </a:lnTo>
                  <a:lnTo>
                    <a:pt x="675678" y="61309"/>
                  </a:lnTo>
                  <a:lnTo>
                    <a:pt x="634499" y="39968"/>
                  </a:lnTo>
                  <a:lnTo>
                    <a:pt x="590972" y="22893"/>
                  </a:lnTo>
                  <a:lnTo>
                    <a:pt x="545371" y="10357"/>
                  </a:lnTo>
                  <a:lnTo>
                    <a:pt x="497970" y="2635"/>
                  </a:lnTo>
                  <a:lnTo>
                    <a:pt x="449043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683352" y="9098376"/>
              <a:ext cx="481330" cy="481330"/>
            </a:xfrm>
            <a:custGeom>
              <a:avLst/>
              <a:gdLst/>
              <a:ahLst/>
              <a:cxnLst/>
              <a:rect l="l" t="t" r="r" b="b"/>
              <a:pathLst>
                <a:path w="481329" h="481329">
                  <a:moveTo>
                    <a:pt x="240558" y="0"/>
                  </a:moveTo>
                  <a:lnTo>
                    <a:pt x="192077" y="4887"/>
                  </a:lnTo>
                  <a:lnTo>
                    <a:pt x="146922" y="18904"/>
                  </a:lnTo>
                  <a:lnTo>
                    <a:pt x="106060" y="41084"/>
                  </a:lnTo>
                  <a:lnTo>
                    <a:pt x="70458" y="70458"/>
                  </a:lnTo>
                  <a:lnTo>
                    <a:pt x="41084" y="106060"/>
                  </a:lnTo>
                  <a:lnTo>
                    <a:pt x="18904" y="146922"/>
                  </a:lnTo>
                  <a:lnTo>
                    <a:pt x="4887" y="192077"/>
                  </a:lnTo>
                  <a:lnTo>
                    <a:pt x="0" y="240558"/>
                  </a:lnTo>
                  <a:lnTo>
                    <a:pt x="4887" y="289038"/>
                  </a:lnTo>
                  <a:lnTo>
                    <a:pt x="18904" y="334193"/>
                  </a:lnTo>
                  <a:lnTo>
                    <a:pt x="41084" y="375055"/>
                  </a:lnTo>
                  <a:lnTo>
                    <a:pt x="70458" y="410657"/>
                  </a:lnTo>
                  <a:lnTo>
                    <a:pt x="106060" y="440032"/>
                  </a:lnTo>
                  <a:lnTo>
                    <a:pt x="146922" y="462211"/>
                  </a:lnTo>
                  <a:lnTo>
                    <a:pt x="192077" y="476228"/>
                  </a:lnTo>
                  <a:lnTo>
                    <a:pt x="240558" y="481116"/>
                  </a:lnTo>
                  <a:lnTo>
                    <a:pt x="289038" y="476228"/>
                  </a:lnTo>
                  <a:lnTo>
                    <a:pt x="334193" y="462211"/>
                  </a:lnTo>
                  <a:lnTo>
                    <a:pt x="375055" y="440032"/>
                  </a:lnTo>
                  <a:lnTo>
                    <a:pt x="410657" y="410657"/>
                  </a:lnTo>
                  <a:lnTo>
                    <a:pt x="440032" y="375055"/>
                  </a:lnTo>
                  <a:lnTo>
                    <a:pt x="462211" y="334193"/>
                  </a:lnTo>
                  <a:lnTo>
                    <a:pt x="476228" y="289038"/>
                  </a:lnTo>
                  <a:lnTo>
                    <a:pt x="481116" y="240558"/>
                  </a:lnTo>
                  <a:lnTo>
                    <a:pt x="476228" y="192077"/>
                  </a:lnTo>
                  <a:lnTo>
                    <a:pt x="462211" y="146922"/>
                  </a:lnTo>
                  <a:lnTo>
                    <a:pt x="440032" y="106060"/>
                  </a:lnTo>
                  <a:lnTo>
                    <a:pt x="410657" y="70458"/>
                  </a:lnTo>
                  <a:lnTo>
                    <a:pt x="375055" y="41084"/>
                  </a:lnTo>
                  <a:lnTo>
                    <a:pt x="334193" y="18904"/>
                  </a:lnTo>
                  <a:lnTo>
                    <a:pt x="289038" y="4887"/>
                  </a:lnTo>
                  <a:lnTo>
                    <a:pt x="24055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763538" y="9178562"/>
              <a:ext cx="321310" cy="321310"/>
            </a:xfrm>
            <a:custGeom>
              <a:avLst/>
              <a:gdLst/>
              <a:ahLst/>
              <a:cxnLst/>
              <a:rect l="l" t="t" r="r" b="b"/>
              <a:pathLst>
                <a:path w="321309" h="321309">
                  <a:moveTo>
                    <a:pt x="160372" y="0"/>
                  </a:moveTo>
                  <a:lnTo>
                    <a:pt x="109681" y="8175"/>
                  </a:lnTo>
                  <a:lnTo>
                    <a:pt x="65657" y="30941"/>
                  </a:lnTo>
                  <a:lnTo>
                    <a:pt x="30941" y="65657"/>
                  </a:lnTo>
                  <a:lnTo>
                    <a:pt x="8175" y="109681"/>
                  </a:lnTo>
                  <a:lnTo>
                    <a:pt x="0" y="160372"/>
                  </a:lnTo>
                  <a:lnTo>
                    <a:pt x="8175" y="211062"/>
                  </a:lnTo>
                  <a:lnTo>
                    <a:pt x="30941" y="255086"/>
                  </a:lnTo>
                  <a:lnTo>
                    <a:pt x="65657" y="289802"/>
                  </a:lnTo>
                  <a:lnTo>
                    <a:pt x="109681" y="312568"/>
                  </a:lnTo>
                  <a:lnTo>
                    <a:pt x="160372" y="320744"/>
                  </a:lnTo>
                  <a:lnTo>
                    <a:pt x="211062" y="312568"/>
                  </a:lnTo>
                  <a:lnTo>
                    <a:pt x="255086" y="289802"/>
                  </a:lnTo>
                  <a:lnTo>
                    <a:pt x="289802" y="255086"/>
                  </a:lnTo>
                  <a:lnTo>
                    <a:pt x="312568" y="211062"/>
                  </a:lnTo>
                  <a:lnTo>
                    <a:pt x="320744" y="160372"/>
                  </a:lnTo>
                  <a:lnTo>
                    <a:pt x="312568" y="109681"/>
                  </a:lnTo>
                  <a:lnTo>
                    <a:pt x="289802" y="65657"/>
                  </a:lnTo>
                  <a:lnTo>
                    <a:pt x="255086" y="30941"/>
                  </a:lnTo>
                  <a:lnTo>
                    <a:pt x="211062" y="8175"/>
                  </a:lnTo>
                  <a:lnTo>
                    <a:pt x="160372" y="0"/>
                  </a:lnTo>
                  <a:close/>
                </a:path>
              </a:pathLst>
            </a:custGeom>
            <a:solidFill>
              <a:srgbClr val="D9F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497185" y="7793874"/>
              <a:ext cx="744855" cy="1201420"/>
            </a:xfrm>
            <a:custGeom>
              <a:avLst/>
              <a:gdLst/>
              <a:ahLst/>
              <a:cxnLst/>
              <a:rect l="l" t="t" r="r" b="b"/>
              <a:pathLst>
                <a:path w="744854" h="1201420">
                  <a:moveTo>
                    <a:pt x="744710" y="0"/>
                  </a:moveTo>
                  <a:lnTo>
                    <a:pt x="166727" y="0"/>
                  </a:lnTo>
                  <a:lnTo>
                    <a:pt x="0" y="651603"/>
                  </a:lnTo>
                  <a:lnTo>
                    <a:pt x="10" y="1200769"/>
                  </a:lnTo>
                  <a:lnTo>
                    <a:pt x="377286" y="1200874"/>
                  </a:lnTo>
                  <a:lnTo>
                    <a:pt x="744626" y="818907"/>
                  </a:lnTo>
                  <a:lnTo>
                    <a:pt x="744710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995433" y="8508965"/>
              <a:ext cx="116839" cy="29209"/>
            </a:xfrm>
            <a:custGeom>
              <a:avLst/>
              <a:gdLst/>
              <a:ahLst/>
              <a:cxnLst/>
              <a:rect l="l" t="t" r="r" b="b"/>
              <a:pathLst>
                <a:path w="116840" h="29209">
                  <a:moveTo>
                    <a:pt x="116802" y="0"/>
                  </a:moveTo>
                  <a:lnTo>
                    <a:pt x="0" y="0"/>
                  </a:lnTo>
                  <a:lnTo>
                    <a:pt x="0" y="28784"/>
                  </a:lnTo>
                  <a:lnTo>
                    <a:pt x="116802" y="28784"/>
                  </a:lnTo>
                  <a:lnTo>
                    <a:pt x="116802" y="0"/>
                  </a:lnTo>
                  <a:close/>
                </a:path>
              </a:pathLst>
            </a:custGeom>
            <a:solidFill>
              <a:srgbClr val="696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497196" y="8994647"/>
              <a:ext cx="377825" cy="462915"/>
            </a:xfrm>
            <a:custGeom>
              <a:avLst/>
              <a:gdLst/>
              <a:ahLst/>
              <a:cxnLst/>
              <a:rect l="l" t="t" r="r" b="b"/>
              <a:pathLst>
                <a:path w="377825" h="462915">
                  <a:moveTo>
                    <a:pt x="377255" y="0"/>
                  </a:moveTo>
                  <a:lnTo>
                    <a:pt x="0" y="0"/>
                  </a:lnTo>
                  <a:lnTo>
                    <a:pt x="0" y="462561"/>
                  </a:lnTo>
                  <a:lnTo>
                    <a:pt x="377255" y="462561"/>
                  </a:lnTo>
                  <a:lnTo>
                    <a:pt x="377255" y="0"/>
                  </a:lnTo>
                  <a:close/>
                </a:path>
              </a:pathLst>
            </a:custGeom>
            <a:solidFill>
              <a:srgbClr val="83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497443" y="9057468"/>
              <a:ext cx="377190" cy="313055"/>
            </a:xfrm>
            <a:custGeom>
              <a:avLst/>
              <a:gdLst/>
              <a:ahLst/>
              <a:cxnLst/>
              <a:rect l="l" t="t" r="r" b="b"/>
              <a:pathLst>
                <a:path w="377190" h="313054">
                  <a:moveTo>
                    <a:pt x="377024" y="282219"/>
                  </a:moveTo>
                  <a:lnTo>
                    <a:pt x="0" y="282219"/>
                  </a:lnTo>
                  <a:lnTo>
                    <a:pt x="0" y="312762"/>
                  </a:lnTo>
                  <a:lnTo>
                    <a:pt x="377024" y="312762"/>
                  </a:lnTo>
                  <a:lnTo>
                    <a:pt x="377024" y="282219"/>
                  </a:lnTo>
                  <a:close/>
                </a:path>
                <a:path w="377190" h="313054">
                  <a:moveTo>
                    <a:pt x="377024" y="188150"/>
                  </a:moveTo>
                  <a:lnTo>
                    <a:pt x="0" y="188150"/>
                  </a:lnTo>
                  <a:lnTo>
                    <a:pt x="0" y="218694"/>
                  </a:lnTo>
                  <a:lnTo>
                    <a:pt x="377024" y="218694"/>
                  </a:lnTo>
                  <a:lnTo>
                    <a:pt x="377024" y="188150"/>
                  </a:lnTo>
                  <a:close/>
                </a:path>
                <a:path w="377190" h="313054">
                  <a:moveTo>
                    <a:pt x="377024" y="94081"/>
                  </a:moveTo>
                  <a:lnTo>
                    <a:pt x="0" y="94081"/>
                  </a:lnTo>
                  <a:lnTo>
                    <a:pt x="0" y="124625"/>
                  </a:lnTo>
                  <a:lnTo>
                    <a:pt x="377024" y="124625"/>
                  </a:lnTo>
                  <a:lnTo>
                    <a:pt x="377024" y="94081"/>
                  </a:lnTo>
                  <a:close/>
                </a:path>
                <a:path w="377190" h="313054">
                  <a:moveTo>
                    <a:pt x="377024" y="0"/>
                  </a:moveTo>
                  <a:lnTo>
                    <a:pt x="0" y="0"/>
                  </a:lnTo>
                  <a:lnTo>
                    <a:pt x="0" y="30543"/>
                  </a:lnTo>
                  <a:lnTo>
                    <a:pt x="377024" y="30543"/>
                  </a:lnTo>
                  <a:lnTo>
                    <a:pt x="377024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497189" y="7882484"/>
              <a:ext cx="527685" cy="563880"/>
            </a:xfrm>
            <a:custGeom>
              <a:avLst/>
              <a:gdLst/>
              <a:ahLst/>
              <a:cxnLst/>
              <a:rect l="l" t="t" r="r" b="b"/>
              <a:pathLst>
                <a:path w="527684" h="563879">
                  <a:moveTo>
                    <a:pt x="527177" y="0"/>
                  </a:moveTo>
                  <a:lnTo>
                    <a:pt x="146435" y="0"/>
                  </a:lnTo>
                  <a:lnTo>
                    <a:pt x="0" y="562998"/>
                  </a:lnTo>
                  <a:lnTo>
                    <a:pt x="195533" y="563281"/>
                  </a:lnTo>
                  <a:lnTo>
                    <a:pt x="244523" y="559756"/>
                  </a:lnTo>
                  <a:lnTo>
                    <a:pt x="291287" y="549375"/>
                  </a:lnTo>
                  <a:lnTo>
                    <a:pt x="335312" y="532652"/>
                  </a:lnTo>
                  <a:lnTo>
                    <a:pt x="376082" y="510099"/>
                  </a:lnTo>
                  <a:lnTo>
                    <a:pt x="413084" y="482230"/>
                  </a:lnTo>
                  <a:lnTo>
                    <a:pt x="445804" y="449559"/>
                  </a:lnTo>
                  <a:lnTo>
                    <a:pt x="473727" y="412598"/>
                  </a:lnTo>
                  <a:lnTo>
                    <a:pt x="496341" y="371862"/>
                  </a:lnTo>
                  <a:lnTo>
                    <a:pt x="513129" y="327862"/>
                  </a:lnTo>
                  <a:lnTo>
                    <a:pt x="523580" y="281113"/>
                  </a:lnTo>
                  <a:lnTo>
                    <a:pt x="527177" y="232129"/>
                  </a:lnTo>
                  <a:lnTo>
                    <a:pt x="527177" y="0"/>
                  </a:lnTo>
                  <a:close/>
                </a:path>
              </a:pathLst>
            </a:custGeom>
            <a:solidFill>
              <a:srgbClr val="696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241813" y="8368258"/>
              <a:ext cx="803275" cy="245110"/>
            </a:xfrm>
            <a:custGeom>
              <a:avLst/>
              <a:gdLst/>
              <a:ahLst/>
              <a:cxnLst/>
              <a:rect l="l" t="t" r="r" b="b"/>
              <a:pathLst>
                <a:path w="803275" h="245109">
                  <a:moveTo>
                    <a:pt x="802938" y="0"/>
                  </a:moveTo>
                  <a:lnTo>
                    <a:pt x="0" y="0"/>
                  </a:lnTo>
                  <a:lnTo>
                    <a:pt x="0" y="244526"/>
                  </a:lnTo>
                  <a:lnTo>
                    <a:pt x="802938" y="244526"/>
                  </a:lnTo>
                  <a:lnTo>
                    <a:pt x="802938" y="0"/>
                  </a:lnTo>
                  <a:close/>
                </a:path>
              </a:pathLst>
            </a:custGeom>
            <a:solidFill>
              <a:srgbClr val="83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364196" y="8051440"/>
              <a:ext cx="81280" cy="316865"/>
            </a:xfrm>
            <a:custGeom>
              <a:avLst/>
              <a:gdLst/>
              <a:ahLst/>
              <a:cxnLst/>
              <a:rect l="l" t="t" r="r" b="b"/>
              <a:pathLst>
                <a:path w="81279" h="316865">
                  <a:moveTo>
                    <a:pt x="81180" y="0"/>
                  </a:moveTo>
                  <a:lnTo>
                    <a:pt x="0" y="0"/>
                  </a:lnTo>
                  <a:lnTo>
                    <a:pt x="0" y="316817"/>
                  </a:lnTo>
                  <a:lnTo>
                    <a:pt x="81180" y="316817"/>
                  </a:lnTo>
                  <a:lnTo>
                    <a:pt x="81180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963571" y="8467350"/>
              <a:ext cx="749300" cy="749300"/>
            </a:xfrm>
            <a:custGeom>
              <a:avLst/>
              <a:gdLst/>
              <a:ahLst/>
              <a:cxnLst/>
              <a:rect l="l" t="t" r="r" b="b"/>
              <a:pathLst>
                <a:path w="749300" h="749300">
                  <a:moveTo>
                    <a:pt x="574273" y="0"/>
                  </a:moveTo>
                  <a:lnTo>
                    <a:pt x="36226" y="538056"/>
                  </a:lnTo>
                  <a:lnTo>
                    <a:pt x="9056" y="578966"/>
                  </a:lnTo>
                  <a:lnTo>
                    <a:pt x="0" y="625504"/>
                  </a:lnTo>
                  <a:lnTo>
                    <a:pt x="9056" y="672042"/>
                  </a:lnTo>
                  <a:lnTo>
                    <a:pt x="36226" y="712952"/>
                  </a:lnTo>
                  <a:lnTo>
                    <a:pt x="77136" y="740116"/>
                  </a:lnTo>
                  <a:lnTo>
                    <a:pt x="123674" y="749170"/>
                  </a:lnTo>
                  <a:lnTo>
                    <a:pt x="170212" y="740116"/>
                  </a:lnTo>
                  <a:lnTo>
                    <a:pt x="211121" y="712952"/>
                  </a:lnTo>
                  <a:lnTo>
                    <a:pt x="749168" y="174905"/>
                  </a:lnTo>
                  <a:lnTo>
                    <a:pt x="574273" y="0"/>
                  </a:lnTo>
                  <a:close/>
                </a:path>
              </a:pathLst>
            </a:custGeom>
            <a:solidFill>
              <a:srgbClr val="83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439106" y="8459665"/>
              <a:ext cx="648335" cy="247650"/>
            </a:xfrm>
            <a:custGeom>
              <a:avLst/>
              <a:gdLst/>
              <a:ahLst/>
              <a:cxnLst/>
              <a:rect l="l" t="t" r="r" b="b"/>
              <a:pathLst>
                <a:path w="648334" h="247650">
                  <a:moveTo>
                    <a:pt x="486058" y="0"/>
                  </a:moveTo>
                  <a:lnTo>
                    <a:pt x="123671" y="0"/>
                  </a:lnTo>
                  <a:lnTo>
                    <a:pt x="75533" y="9718"/>
                  </a:lnTo>
                  <a:lnTo>
                    <a:pt x="36222" y="36222"/>
                  </a:lnTo>
                  <a:lnTo>
                    <a:pt x="9718" y="75533"/>
                  </a:lnTo>
                  <a:lnTo>
                    <a:pt x="0" y="123671"/>
                  </a:lnTo>
                  <a:lnTo>
                    <a:pt x="9718" y="171810"/>
                  </a:lnTo>
                  <a:lnTo>
                    <a:pt x="36222" y="211120"/>
                  </a:lnTo>
                  <a:lnTo>
                    <a:pt x="75533" y="237624"/>
                  </a:lnTo>
                  <a:lnTo>
                    <a:pt x="123671" y="247343"/>
                  </a:lnTo>
                  <a:lnTo>
                    <a:pt x="648294" y="247343"/>
                  </a:lnTo>
                  <a:lnTo>
                    <a:pt x="648294" y="162235"/>
                  </a:lnTo>
                  <a:lnTo>
                    <a:pt x="642499" y="119107"/>
                  </a:lnTo>
                  <a:lnTo>
                    <a:pt x="626144" y="80352"/>
                  </a:lnTo>
                  <a:lnTo>
                    <a:pt x="600776" y="47518"/>
                  </a:lnTo>
                  <a:lnTo>
                    <a:pt x="567941" y="22150"/>
                  </a:lnTo>
                  <a:lnTo>
                    <a:pt x="529186" y="5795"/>
                  </a:lnTo>
                  <a:lnTo>
                    <a:pt x="486058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071410" y="8841787"/>
              <a:ext cx="994410" cy="994410"/>
            </a:xfrm>
            <a:custGeom>
              <a:avLst/>
              <a:gdLst/>
              <a:ahLst/>
              <a:cxnLst/>
              <a:rect l="l" t="t" r="r" b="b"/>
              <a:pathLst>
                <a:path w="994409" h="994409">
                  <a:moveTo>
                    <a:pt x="497147" y="0"/>
                  </a:moveTo>
                  <a:lnTo>
                    <a:pt x="449268" y="2275"/>
                  </a:lnTo>
                  <a:lnTo>
                    <a:pt x="402677" y="8964"/>
                  </a:lnTo>
                  <a:lnTo>
                    <a:pt x="357582" y="19857"/>
                  </a:lnTo>
                  <a:lnTo>
                    <a:pt x="314191" y="34745"/>
                  </a:lnTo>
                  <a:lnTo>
                    <a:pt x="272713" y="53422"/>
                  </a:lnTo>
                  <a:lnTo>
                    <a:pt x="233356" y="75678"/>
                  </a:lnTo>
                  <a:lnTo>
                    <a:pt x="196328" y="101305"/>
                  </a:lnTo>
                  <a:lnTo>
                    <a:pt x="161839" y="130095"/>
                  </a:lnTo>
                  <a:lnTo>
                    <a:pt x="130095" y="161839"/>
                  </a:lnTo>
                  <a:lnTo>
                    <a:pt x="101305" y="196328"/>
                  </a:lnTo>
                  <a:lnTo>
                    <a:pt x="75678" y="233356"/>
                  </a:lnTo>
                  <a:lnTo>
                    <a:pt x="53422" y="272713"/>
                  </a:lnTo>
                  <a:lnTo>
                    <a:pt x="34745" y="314191"/>
                  </a:lnTo>
                  <a:lnTo>
                    <a:pt x="19857" y="357582"/>
                  </a:lnTo>
                  <a:lnTo>
                    <a:pt x="8964" y="402677"/>
                  </a:lnTo>
                  <a:lnTo>
                    <a:pt x="2275" y="449268"/>
                  </a:lnTo>
                  <a:lnTo>
                    <a:pt x="0" y="497147"/>
                  </a:lnTo>
                  <a:lnTo>
                    <a:pt x="2275" y="545025"/>
                  </a:lnTo>
                  <a:lnTo>
                    <a:pt x="8964" y="591616"/>
                  </a:lnTo>
                  <a:lnTo>
                    <a:pt x="19857" y="636711"/>
                  </a:lnTo>
                  <a:lnTo>
                    <a:pt x="34745" y="680102"/>
                  </a:lnTo>
                  <a:lnTo>
                    <a:pt x="53422" y="721580"/>
                  </a:lnTo>
                  <a:lnTo>
                    <a:pt x="75678" y="760937"/>
                  </a:lnTo>
                  <a:lnTo>
                    <a:pt x="101305" y="797965"/>
                  </a:lnTo>
                  <a:lnTo>
                    <a:pt x="130095" y="832455"/>
                  </a:lnTo>
                  <a:lnTo>
                    <a:pt x="161839" y="864199"/>
                  </a:lnTo>
                  <a:lnTo>
                    <a:pt x="196328" y="892988"/>
                  </a:lnTo>
                  <a:lnTo>
                    <a:pt x="233356" y="918615"/>
                  </a:lnTo>
                  <a:lnTo>
                    <a:pt x="272713" y="940871"/>
                  </a:lnTo>
                  <a:lnTo>
                    <a:pt x="314191" y="959548"/>
                  </a:lnTo>
                  <a:lnTo>
                    <a:pt x="357582" y="974437"/>
                  </a:lnTo>
                  <a:lnTo>
                    <a:pt x="402677" y="985330"/>
                  </a:lnTo>
                  <a:lnTo>
                    <a:pt x="449268" y="992018"/>
                  </a:lnTo>
                  <a:lnTo>
                    <a:pt x="497147" y="994294"/>
                  </a:lnTo>
                  <a:lnTo>
                    <a:pt x="545025" y="992018"/>
                  </a:lnTo>
                  <a:lnTo>
                    <a:pt x="591617" y="985330"/>
                  </a:lnTo>
                  <a:lnTo>
                    <a:pt x="636712" y="974437"/>
                  </a:lnTo>
                  <a:lnTo>
                    <a:pt x="680104" y="959548"/>
                  </a:lnTo>
                  <a:lnTo>
                    <a:pt x="721582" y="940871"/>
                  </a:lnTo>
                  <a:lnTo>
                    <a:pt x="760940" y="918615"/>
                  </a:lnTo>
                  <a:lnTo>
                    <a:pt x="797969" y="892988"/>
                  </a:lnTo>
                  <a:lnTo>
                    <a:pt x="832460" y="864199"/>
                  </a:lnTo>
                  <a:lnTo>
                    <a:pt x="864204" y="832455"/>
                  </a:lnTo>
                  <a:lnTo>
                    <a:pt x="892995" y="797965"/>
                  </a:lnTo>
                  <a:lnTo>
                    <a:pt x="918623" y="760937"/>
                  </a:lnTo>
                  <a:lnTo>
                    <a:pt x="940880" y="721580"/>
                  </a:lnTo>
                  <a:lnTo>
                    <a:pt x="959557" y="680102"/>
                  </a:lnTo>
                  <a:lnTo>
                    <a:pt x="974446" y="636711"/>
                  </a:lnTo>
                  <a:lnTo>
                    <a:pt x="985340" y="591616"/>
                  </a:lnTo>
                  <a:lnTo>
                    <a:pt x="992028" y="545025"/>
                  </a:lnTo>
                  <a:lnTo>
                    <a:pt x="994304" y="497147"/>
                  </a:lnTo>
                  <a:lnTo>
                    <a:pt x="992028" y="449268"/>
                  </a:lnTo>
                  <a:lnTo>
                    <a:pt x="985340" y="402677"/>
                  </a:lnTo>
                  <a:lnTo>
                    <a:pt x="974446" y="357582"/>
                  </a:lnTo>
                  <a:lnTo>
                    <a:pt x="959557" y="314191"/>
                  </a:lnTo>
                  <a:lnTo>
                    <a:pt x="940880" y="272713"/>
                  </a:lnTo>
                  <a:lnTo>
                    <a:pt x="918623" y="233356"/>
                  </a:lnTo>
                  <a:lnTo>
                    <a:pt x="892995" y="196328"/>
                  </a:lnTo>
                  <a:lnTo>
                    <a:pt x="864204" y="161839"/>
                  </a:lnTo>
                  <a:lnTo>
                    <a:pt x="832460" y="130095"/>
                  </a:lnTo>
                  <a:lnTo>
                    <a:pt x="797969" y="101305"/>
                  </a:lnTo>
                  <a:lnTo>
                    <a:pt x="760940" y="75678"/>
                  </a:lnTo>
                  <a:lnTo>
                    <a:pt x="721582" y="53422"/>
                  </a:lnTo>
                  <a:lnTo>
                    <a:pt x="680104" y="34745"/>
                  </a:lnTo>
                  <a:lnTo>
                    <a:pt x="636712" y="19857"/>
                  </a:lnTo>
                  <a:lnTo>
                    <a:pt x="591617" y="8964"/>
                  </a:lnTo>
                  <a:lnTo>
                    <a:pt x="545025" y="2275"/>
                  </a:lnTo>
                  <a:lnTo>
                    <a:pt x="497147" y="0"/>
                  </a:lnTo>
                  <a:close/>
                </a:path>
              </a:pathLst>
            </a:custGeom>
            <a:solidFill>
              <a:srgbClr val="696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119522" y="8889890"/>
              <a:ext cx="898525" cy="898525"/>
            </a:xfrm>
            <a:custGeom>
              <a:avLst/>
              <a:gdLst/>
              <a:ahLst/>
              <a:cxnLst/>
              <a:rect l="l" t="t" r="r" b="b"/>
              <a:pathLst>
                <a:path w="898525" h="898525">
                  <a:moveTo>
                    <a:pt x="449043" y="0"/>
                  </a:moveTo>
                  <a:lnTo>
                    <a:pt x="400115" y="2635"/>
                  </a:lnTo>
                  <a:lnTo>
                    <a:pt x="352712" y="10357"/>
                  </a:lnTo>
                  <a:lnTo>
                    <a:pt x="307110" y="22893"/>
                  </a:lnTo>
                  <a:lnTo>
                    <a:pt x="263581" y="39968"/>
                  </a:lnTo>
                  <a:lnTo>
                    <a:pt x="222401" y="61309"/>
                  </a:lnTo>
                  <a:lnTo>
                    <a:pt x="183843" y="86641"/>
                  </a:lnTo>
                  <a:lnTo>
                    <a:pt x="148180" y="115691"/>
                  </a:lnTo>
                  <a:lnTo>
                    <a:pt x="115687" y="148184"/>
                  </a:lnTo>
                  <a:lnTo>
                    <a:pt x="86638" y="183847"/>
                  </a:lnTo>
                  <a:lnTo>
                    <a:pt x="61307" y="222406"/>
                  </a:lnTo>
                  <a:lnTo>
                    <a:pt x="39966" y="263586"/>
                  </a:lnTo>
                  <a:lnTo>
                    <a:pt x="22892" y="307114"/>
                  </a:lnTo>
                  <a:lnTo>
                    <a:pt x="10356" y="352715"/>
                  </a:lnTo>
                  <a:lnTo>
                    <a:pt x="2634" y="400116"/>
                  </a:lnTo>
                  <a:lnTo>
                    <a:pt x="0" y="449043"/>
                  </a:lnTo>
                  <a:lnTo>
                    <a:pt x="2634" y="497970"/>
                  </a:lnTo>
                  <a:lnTo>
                    <a:pt x="10356" y="545372"/>
                  </a:lnTo>
                  <a:lnTo>
                    <a:pt x="22892" y="590973"/>
                  </a:lnTo>
                  <a:lnTo>
                    <a:pt x="39966" y="634501"/>
                  </a:lnTo>
                  <a:lnTo>
                    <a:pt x="61307" y="675681"/>
                  </a:lnTo>
                  <a:lnTo>
                    <a:pt x="86638" y="714240"/>
                  </a:lnTo>
                  <a:lnTo>
                    <a:pt x="115687" y="749903"/>
                  </a:lnTo>
                  <a:lnTo>
                    <a:pt x="148180" y="782396"/>
                  </a:lnTo>
                  <a:lnTo>
                    <a:pt x="183843" y="811446"/>
                  </a:lnTo>
                  <a:lnTo>
                    <a:pt x="222401" y="836778"/>
                  </a:lnTo>
                  <a:lnTo>
                    <a:pt x="263581" y="858119"/>
                  </a:lnTo>
                  <a:lnTo>
                    <a:pt x="307110" y="875194"/>
                  </a:lnTo>
                  <a:lnTo>
                    <a:pt x="352712" y="887730"/>
                  </a:lnTo>
                  <a:lnTo>
                    <a:pt x="400115" y="895452"/>
                  </a:lnTo>
                  <a:lnTo>
                    <a:pt x="449043" y="898087"/>
                  </a:lnTo>
                  <a:lnTo>
                    <a:pt x="497970" y="895452"/>
                  </a:lnTo>
                  <a:lnTo>
                    <a:pt x="545371" y="887730"/>
                  </a:lnTo>
                  <a:lnTo>
                    <a:pt x="590972" y="875194"/>
                  </a:lnTo>
                  <a:lnTo>
                    <a:pt x="634499" y="858119"/>
                  </a:lnTo>
                  <a:lnTo>
                    <a:pt x="675678" y="836778"/>
                  </a:lnTo>
                  <a:lnTo>
                    <a:pt x="714236" y="811446"/>
                  </a:lnTo>
                  <a:lnTo>
                    <a:pt x="749898" y="782396"/>
                  </a:lnTo>
                  <a:lnTo>
                    <a:pt x="782390" y="749903"/>
                  </a:lnTo>
                  <a:lnTo>
                    <a:pt x="811439" y="714240"/>
                  </a:lnTo>
                  <a:lnTo>
                    <a:pt x="836770" y="675681"/>
                  </a:lnTo>
                  <a:lnTo>
                    <a:pt x="858110" y="634501"/>
                  </a:lnTo>
                  <a:lnTo>
                    <a:pt x="875185" y="590973"/>
                  </a:lnTo>
                  <a:lnTo>
                    <a:pt x="887720" y="545372"/>
                  </a:lnTo>
                  <a:lnTo>
                    <a:pt x="895442" y="497970"/>
                  </a:lnTo>
                  <a:lnTo>
                    <a:pt x="898077" y="449043"/>
                  </a:lnTo>
                  <a:lnTo>
                    <a:pt x="895442" y="400116"/>
                  </a:lnTo>
                  <a:lnTo>
                    <a:pt x="887720" y="352715"/>
                  </a:lnTo>
                  <a:lnTo>
                    <a:pt x="875185" y="307114"/>
                  </a:lnTo>
                  <a:lnTo>
                    <a:pt x="858110" y="263586"/>
                  </a:lnTo>
                  <a:lnTo>
                    <a:pt x="836770" y="222406"/>
                  </a:lnTo>
                  <a:lnTo>
                    <a:pt x="811439" y="183847"/>
                  </a:lnTo>
                  <a:lnTo>
                    <a:pt x="782390" y="148184"/>
                  </a:lnTo>
                  <a:lnTo>
                    <a:pt x="749898" y="115691"/>
                  </a:lnTo>
                  <a:lnTo>
                    <a:pt x="714236" y="86641"/>
                  </a:lnTo>
                  <a:lnTo>
                    <a:pt x="675678" y="61309"/>
                  </a:lnTo>
                  <a:lnTo>
                    <a:pt x="634499" y="39968"/>
                  </a:lnTo>
                  <a:lnTo>
                    <a:pt x="590972" y="22893"/>
                  </a:lnTo>
                  <a:lnTo>
                    <a:pt x="545371" y="10357"/>
                  </a:lnTo>
                  <a:lnTo>
                    <a:pt x="497970" y="2635"/>
                  </a:lnTo>
                  <a:lnTo>
                    <a:pt x="449043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328004" y="9098376"/>
              <a:ext cx="481330" cy="481330"/>
            </a:xfrm>
            <a:custGeom>
              <a:avLst/>
              <a:gdLst/>
              <a:ahLst/>
              <a:cxnLst/>
              <a:rect l="l" t="t" r="r" b="b"/>
              <a:pathLst>
                <a:path w="481329" h="481329">
                  <a:moveTo>
                    <a:pt x="240558" y="0"/>
                  </a:moveTo>
                  <a:lnTo>
                    <a:pt x="192077" y="4887"/>
                  </a:lnTo>
                  <a:lnTo>
                    <a:pt x="146922" y="18904"/>
                  </a:lnTo>
                  <a:lnTo>
                    <a:pt x="106060" y="41084"/>
                  </a:lnTo>
                  <a:lnTo>
                    <a:pt x="70458" y="70458"/>
                  </a:lnTo>
                  <a:lnTo>
                    <a:pt x="41084" y="106060"/>
                  </a:lnTo>
                  <a:lnTo>
                    <a:pt x="18904" y="146922"/>
                  </a:lnTo>
                  <a:lnTo>
                    <a:pt x="4887" y="192077"/>
                  </a:lnTo>
                  <a:lnTo>
                    <a:pt x="0" y="240558"/>
                  </a:lnTo>
                  <a:lnTo>
                    <a:pt x="4887" y="289038"/>
                  </a:lnTo>
                  <a:lnTo>
                    <a:pt x="18904" y="334193"/>
                  </a:lnTo>
                  <a:lnTo>
                    <a:pt x="41084" y="375055"/>
                  </a:lnTo>
                  <a:lnTo>
                    <a:pt x="70458" y="410657"/>
                  </a:lnTo>
                  <a:lnTo>
                    <a:pt x="106060" y="440032"/>
                  </a:lnTo>
                  <a:lnTo>
                    <a:pt x="146922" y="462211"/>
                  </a:lnTo>
                  <a:lnTo>
                    <a:pt x="192077" y="476228"/>
                  </a:lnTo>
                  <a:lnTo>
                    <a:pt x="240558" y="481116"/>
                  </a:lnTo>
                  <a:lnTo>
                    <a:pt x="289038" y="476228"/>
                  </a:lnTo>
                  <a:lnTo>
                    <a:pt x="334193" y="462211"/>
                  </a:lnTo>
                  <a:lnTo>
                    <a:pt x="375055" y="440032"/>
                  </a:lnTo>
                  <a:lnTo>
                    <a:pt x="410657" y="410657"/>
                  </a:lnTo>
                  <a:lnTo>
                    <a:pt x="440032" y="375055"/>
                  </a:lnTo>
                  <a:lnTo>
                    <a:pt x="462211" y="334193"/>
                  </a:lnTo>
                  <a:lnTo>
                    <a:pt x="476228" y="289038"/>
                  </a:lnTo>
                  <a:lnTo>
                    <a:pt x="481116" y="240558"/>
                  </a:lnTo>
                  <a:lnTo>
                    <a:pt x="476228" y="192077"/>
                  </a:lnTo>
                  <a:lnTo>
                    <a:pt x="462211" y="146922"/>
                  </a:lnTo>
                  <a:lnTo>
                    <a:pt x="440032" y="106060"/>
                  </a:lnTo>
                  <a:lnTo>
                    <a:pt x="410657" y="70458"/>
                  </a:lnTo>
                  <a:lnTo>
                    <a:pt x="375055" y="41084"/>
                  </a:lnTo>
                  <a:lnTo>
                    <a:pt x="334193" y="18904"/>
                  </a:lnTo>
                  <a:lnTo>
                    <a:pt x="289038" y="4887"/>
                  </a:lnTo>
                  <a:lnTo>
                    <a:pt x="24055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408190" y="9178562"/>
              <a:ext cx="321310" cy="321310"/>
            </a:xfrm>
            <a:custGeom>
              <a:avLst/>
              <a:gdLst/>
              <a:ahLst/>
              <a:cxnLst/>
              <a:rect l="l" t="t" r="r" b="b"/>
              <a:pathLst>
                <a:path w="321309" h="321309">
                  <a:moveTo>
                    <a:pt x="160372" y="0"/>
                  </a:moveTo>
                  <a:lnTo>
                    <a:pt x="109681" y="8175"/>
                  </a:lnTo>
                  <a:lnTo>
                    <a:pt x="65657" y="30941"/>
                  </a:lnTo>
                  <a:lnTo>
                    <a:pt x="30941" y="65657"/>
                  </a:lnTo>
                  <a:lnTo>
                    <a:pt x="8175" y="109681"/>
                  </a:lnTo>
                  <a:lnTo>
                    <a:pt x="0" y="160372"/>
                  </a:lnTo>
                  <a:lnTo>
                    <a:pt x="8175" y="211062"/>
                  </a:lnTo>
                  <a:lnTo>
                    <a:pt x="30941" y="255086"/>
                  </a:lnTo>
                  <a:lnTo>
                    <a:pt x="65657" y="289802"/>
                  </a:lnTo>
                  <a:lnTo>
                    <a:pt x="109681" y="312568"/>
                  </a:lnTo>
                  <a:lnTo>
                    <a:pt x="160372" y="320744"/>
                  </a:lnTo>
                  <a:lnTo>
                    <a:pt x="211062" y="312568"/>
                  </a:lnTo>
                  <a:lnTo>
                    <a:pt x="255086" y="289802"/>
                  </a:lnTo>
                  <a:lnTo>
                    <a:pt x="289802" y="255086"/>
                  </a:lnTo>
                  <a:lnTo>
                    <a:pt x="312568" y="211062"/>
                  </a:lnTo>
                  <a:lnTo>
                    <a:pt x="320744" y="160372"/>
                  </a:lnTo>
                  <a:lnTo>
                    <a:pt x="312568" y="109681"/>
                  </a:lnTo>
                  <a:lnTo>
                    <a:pt x="289802" y="65657"/>
                  </a:lnTo>
                  <a:lnTo>
                    <a:pt x="255086" y="30941"/>
                  </a:lnTo>
                  <a:lnTo>
                    <a:pt x="211062" y="8175"/>
                  </a:lnTo>
                  <a:lnTo>
                    <a:pt x="160372" y="0"/>
                  </a:lnTo>
                  <a:close/>
                </a:path>
              </a:pathLst>
            </a:custGeom>
            <a:solidFill>
              <a:srgbClr val="D9F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308409" y="8877106"/>
              <a:ext cx="1050925" cy="959485"/>
            </a:xfrm>
            <a:custGeom>
              <a:avLst/>
              <a:gdLst/>
              <a:ahLst/>
              <a:cxnLst/>
              <a:rect l="l" t="t" r="r" b="b"/>
              <a:pathLst>
                <a:path w="1050925" h="959484">
                  <a:moveTo>
                    <a:pt x="1050334" y="0"/>
                  </a:moveTo>
                  <a:lnTo>
                    <a:pt x="330963" y="0"/>
                  </a:lnTo>
                  <a:lnTo>
                    <a:pt x="0" y="958976"/>
                  </a:lnTo>
                  <a:lnTo>
                    <a:pt x="473221" y="958976"/>
                  </a:lnTo>
                  <a:lnTo>
                    <a:pt x="520548" y="957062"/>
                  </a:lnTo>
                  <a:lnTo>
                    <a:pt x="566822" y="951421"/>
                  </a:lnTo>
                  <a:lnTo>
                    <a:pt x="611895" y="942201"/>
                  </a:lnTo>
                  <a:lnTo>
                    <a:pt x="655618" y="929549"/>
                  </a:lnTo>
                  <a:lnTo>
                    <a:pt x="697843" y="913616"/>
                  </a:lnTo>
                  <a:lnTo>
                    <a:pt x="738420" y="894549"/>
                  </a:lnTo>
                  <a:lnTo>
                    <a:pt x="777202" y="872497"/>
                  </a:lnTo>
                  <a:lnTo>
                    <a:pt x="814039" y="847609"/>
                  </a:lnTo>
                  <a:lnTo>
                    <a:pt x="848784" y="820032"/>
                  </a:lnTo>
                  <a:lnTo>
                    <a:pt x="881287" y="789917"/>
                  </a:lnTo>
                  <a:lnTo>
                    <a:pt x="911399" y="757410"/>
                  </a:lnTo>
                  <a:lnTo>
                    <a:pt x="938973" y="722661"/>
                  </a:lnTo>
                  <a:lnTo>
                    <a:pt x="963860" y="685818"/>
                  </a:lnTo>
                  <a:lnTo>
                    <a:pt x="985910" y="647029"/>
                  </a:lnTo>
                  <a:lnTo>
                    <a:pt x="1004976" y="606445"/>
                  </a:lnTo>
                  <a:lnTo>
                    <a:pt x="1020909" y="564211"/>
                  </a:lnTo>
                  <a:lnTo>
                    <a:pt x="1033559" y="520479"/>
                  </a:lnTo>
                  <a:lnTo>
                    <a:pt x="1042780" y="475395"/>
                  </a:lnTo>
                  <a:lnTo>
                    <a:pt x="1048421" y="429108"/>
                  </a:lnTo>
                  <a:lnTo>
                    <a:pt x="1050334" y="381768"/>
                  </a:lnTo>
                  <a:lnTo>
                    <a:pt x="1050334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329971" y="8877110"/>
              <a:ext cx="923925" cy="896619"/>
            </a:xfrm>
            <a:custGeom>
              <a:avLst/>
              <a:gdLst/>
              <a:ahLst/>
              <a:cxnLst/>
              <a:rect l="l" t="t" r="r" b="b"/>
              <a:pathLst>
                <a:path w="923925" h="896620">
                  <a:moveTo>
                    <a:pt x="923594" y="0"/>
                  </a:moveTo>
                  <a:lnTo>
                    <a:pt x="852340" y="0"/>
                  </a:lnTo>
                  <a:lnTo>
                    <a:pt x="852340" y="295331"/>
                  </a:lnTo>
                  <a:lnTo>
                    <a:pt x="850171" y="343485"/>
                  </a:lnTo>
                  <a:lnTo>
                    <a:pt x="843788" y="390442"/>
                  </a:lnTo>
                  <a:lnTo>
                    <a:pt x="833382" y="436014"/>
                  </a:lnTo>
                  <a:lnTo>
                    <a:pt x="819139" y="480012"/>
                  </a:lnTo>
                  <a:lnTo>
                    <a:pt x="801249" y="522248"/>
                  </a:lnTo>
                  <a:lnTo>
                    <a:pt x="779899" y="562532"/>
                  </a:lnTo>
                  <a:lnTo>
                    <a:pt x="755280" y="600678"/>
                  </a:lnTo>
                  <a:lnTo>
                    <a:pt x="727578" y="636495"/>
                  </a:lnTo>
                  <a:lnTo>
                    <a:pt x="696982" y="669796"/>
                  </a:lnTo>
                  <a:lnTo>
                    <a:pt x="663682" y="700392"/>
                  </a:lnTo>
                  <a:lnTo>
                    <a:pt x="627865" y="728094"/>
                  </a:lnTo>
                  <a:lnTo>
                    <a:pt x="589719" y="752715"/>
                  </a:lnTo>
                  <a:lnTo>
                    <a:pt x="549435" y="774064"/>
                  </a:lnTo>
                  <a:lnTo>
                    <a:pt x="507199" y="791955"/>
                  </a:lnTo>
                  <a:lnTo>
                    <a:pt x="463200" y="806199"/>
                  </a:lnTo>
                  <a:lnTo>
                    <a:pt x="417627" y="816606"/>
                  </a:lnTo>
                  <a:lnTo>
                    <a:pt x="370669" y="822988"/>
                  </a:lnTo>
                  <a:lnTo>
                    <a:pt x="322513" y="825158"/>
                  </a:lnTo>
                  <a:lnTo>
                    <a:pt x="24585" y="825158"/>
                  </a:lnTo>
                  <a:lnTo>
                    <a:pt x="0" y="896402"/>
                  </a:lnTo>
                  <a:lnTo>
                    <a:pt x="322513" y="896402"/>
                  </a:lnTo>
                  <a:lnTo>
                    <a:pt x="369418" y="894590"/>
                  </a:lnTo>
                  <a:lnTo>
                    <a:pt x="415348" y="889244"/>
                  </a:lnTo>
                  <a:lnTo>
                    <a:pt x="460168" y="880499"/>
                  </a:lnTo>
                  <a:lnTo>
                    <a:pt x="503743" y="868489"/>
                  </a:lnTo>
                  <a:lnTo>
                    <a:pt x="545939" y="853349"/>
                  </a:lnTo>
                  <a:lnTo>
                    <a:pt x="586620" y="835214"/>
                  </a:lnTo>
                  <a:lnTo>
                    <a:pt x="625654" y="814218"/>
                  </a:lnTo>
                  <a:lnTo>
                    <a:pt x="662903" y="790497"/>
                  </a:lnTo>
                  <a:lnTo>
                    <a:pt x="698235" y="764184"/>
                  </a:lnTo>
                  <a:lnTo>
                    <a:pt x="731514" y="735414"/>
                  </a:lnTo>
                  <a:lnTo>
                    <a:pt x="762606" y="704323"/>
                  </a:lnTo>
                  <a:lnTo>
                    <a:pt x="791376" y="671044"/>
                  </a:lnTo>
                  <a:lnTo>
                    <a:pt x="817689" y="635713"/>
                  </a:lnTo>
                  <a:lnTo>
                    <a:pt x="841411" y="598464"/>
                  </a:lnTo>
                  <a:lnTo>
                    <a:pt x="862407" y="559431"/>
                  </a:lnTo>
                  <a:lnTo>
                    <a:pt x="880542" y="518750"/>
                  </a:lnTo>
                  <a:lnTo>
                    <a:pt x="895682" y="476556"/>
                  </a:lnTo>
                  <a:lnTo>
                    <a:pt x="907691" y="432982"/>
                  </a:lnTo>
                  <a:lnTo>
                    <a:pt x="916437" y="388163"/>
                  </a:lnTo>
                  <a:lnTo>
                    <a:pt x="921783" y="342234"/>
                  </a:lnTo>
                  <a:lnTo>
                    <a:pt x="923594" y="295331"/>
                  </a:lnTo>
                  <a:lnTo>
                    <a:pt x="923594" y="0"/>
                  </a:lnTo>
                  <a:close/>
                </a:path>
              </a:pathLst>
            </a:custGeom>
            <a:solidFill>
              <a:srgbClr val="696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8339345" y="8446257"/>
              <a:ext cx="158115" cy="306070"/>
            </a:xfrm>
            <a:custGeom>
              <a:avLst/>
              <a:gdLst/>
              <a:ahLst/>
              <a:cxnLst/>
              <a:rect l="l" t="t" r="r" b="b"/>
              <a:pathLst>
                <a:path w="158115" h="306070">
                  <a:moveTo>
                    <a:pt x="157838" y="0"/>
                  </a:moveTo>
                  <a:lnTo>
                    <a:pt x="135315" y="0"/>
                  </a:lnTo>
                  <a:lnTo>
                    <a:pt x="92545" y="6898"/>
                  </a:lnTo>
                  <a:lnTo>
                    <a:pt x="55400" y="26108"/>
                  </a:lnTo>
                  <a:lnTo>
                    <a:pt x="26108" y="55400"/>
                  </a:lnTo>
                  <a:lnTo>
                    <a:pt x="6898" y="92545"/>
                  </a:lnTo>
                  <a:lnTo>
                    <a:pt x="0" y="135315"/>
                  </a:lnTo>
                  <a:lnTo>
                    <a:pt x="0" y="305781"/>
                  </a:lnTo>
                  <a:lnTo>
                    <a:pt x="157838" y="305781"/>
                  </a:lnTo>
                  <a:lnTo>
                    <a:pt x="157838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9845764" y="8433707"/>
              <a:ext cx="116205" cy="60960"/>
            </a:xfrm>
            <a:custGeom>
              <a:avLst/>
              <a:gdLst/>
              <a:ahLst/>
              <a:cxnLst/>
              <a:rect l="l" t="t" r="r" b="b"/>
              <a:pathLst>
                <a:path w="116204" h="60959">
                  <a:moveTo>
                    <a:pt x="116027" y="41071"/>
                  </a:moveTo>
                  <a:lnTo>
                    <a:pt x="0" y="41071"/>
                  </a:lnTo>
                  <a:lnTo>
                    <a:pt x="0" y="60718"/>
                  </a:lnTo>
                  <a:lnTo>
                    <a:pt x="116027" y="60718"/>
                  </a:lnTo>
                  <a:lnTo>
                    <a:pt x="116027" y="41071"/>
                  </a:lnTo>
                  <a:close/>
                </a:path>
                <a:path w="116204" h="60959">
                  <a:moveTo>
                    <a:pt x="116027" y="0"/>
                  </a:moveTo>
                  <a:lnTo>
                    <a:pt x="0" y="0"/>
                  </a:lnTo>
                  <a:lnTo>
                    <a:pt x="0" y="19659"/>
                  </a:lnTo>
                  <a:lnTo>
                    <a:pt x="116027" y="19659"/>
                  </a:lnTo>
                  <a:lnTo>
                    <a:pt x="116027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 descr=""/>
          <p:cNvGrpSpPr/>
          <p:nvPr/>
        </p:nvGrpSpPr>
        <p:grpSpPr>
          <a:xfrm>
            <a:off x="16752847" y="6607254"/>
            <a:ext cx="1785620" cy="1317625"/>
            <a:chOff x="16752847" y="6607254"/>
            <a:chExt cx="1785620" cy="1317625"/>
          </a:xfrm>
        </p:grpSpPr>
        <p:sp>
          <p:nvSpPr>
            <p:cNvPr id="39" name="object 39" descr=""/>
            <p:cNvSpPr/>
            <p:nvPr/>
          </p:nvSpPr>
          <p:spPr>
            <a:xfrm>
              <a:off x="17424718" y="6682286"/>
              <a:ext cx="992505" cy="903605"/>
            </a:xfrm>
            <a:custGeom>
              <a:avLst/>
              <a:gdLst/>
              <a:ahLst/>
              <a:cxnLst/>
              <a:rect l="l" t="t" r="r" b="b"/>
              <a:pathLst>
                <a:path w="992505" h="903604">
                  <a:moveTo>
                    <a:pt x="992451" y="0"/>
                  </a:moveTo>
                  <a:lnTo>
                    <a:pt x="318723" y="0"/>
                  </a:lnTo>
                  <a:lnTo>
                    <a:pt x="204328" y="448991"/>
                  </a:lnTo>
                  <a:lnTo>
                    <a:pt x="0" y="819933"/>
                  </a:lnTo>
                  <a:lnTo>
                    <a:pt x="6572" y="852485"/>
                  </a:lnTo>
                  <a:lnTo>
                    <a:pt x="24495" y="879068"/>
                  </a:lnTo>
                  <a:lnTo>
                    <a:pt x="51078" y="896991"/>
                  </a:lnTo>
                  <a:lnTo>
                    <a:pt x="83630" y="903564"/>
                  </a:lnTo>
                  <a:lnTo>
                    <a:pt x="992451" y="903564"/>
                  </a:lnTo>
                  <a:lnTo>
                    <a:pt x="992451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6873713" y="7131275"/>
              <a:ext cx="755650" cy="418465"/>
            </a:xfrm>
            <a:custGeom>
              <a:avLst/>
              <a:gdLst/>
              <a:ahLst/>
              <a:cxnLst/>
              <a:rect l="l" t="t" r="r" b="b"/>
              <a:pathLst>
                <a:path w="755650" h="418465">
                  <a:moveTo>
                    <a:pt x="755338" y="0"/>
                  </a:moveTo>
                  <a:lnTo>
                    <a:pt x="109033" y="0"/>
                  </a:lnTo>
                  <a:lnTo>
                    <a:pt x="66592" y="8568"/>
                  </a:lnTo>
                  <a:lnTo>
                    <a:pt x="31934" y="31934"/>
                  </a:lnTo>
                  <a:lnTo>
                    <a:pt x="8568" y="66592"/>
                  </a:lnTo>
                  <a:lnTo>
                    <a:pt x="0" y="109033"/>
                  </a:lnTo>
                  <a:lnTo>
                    <a:pt x="0" y="418343"/>
                  </a:lnTo>
                  <a:lnTo>
                    <a:pt x="755338" y="418343"/>
                  </a:lnTo>
                  <a:lnTo>
                    <a:pt x="755338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6873716" y="7214317"/>
              <a:ext cx="788670" cy="365760"/>
            </a:xfrm>
            <a:custGeom>
              <a:avLst/>
              <a:gdLst/>
              <a:ahLst/>
              <a:cxnLst/>
              <a:rect l="l" t="t" r="r" b="b"/>
              <a:pathLst>
                <a:path w="788669" h="365759">
                  <a:moveTo>
                    <a:pt x="189204" y="32588"/>
                  </a:moveTo>
                  <a:lnTo>
                    <a:pt x="84670" y="32588"/>
                  </a:lnTo>
                  <a:lnTo>
                    <a:pt x="84670" y="45085"/>
                  </a:lnTo>
                  <a:lnTo>
                    <a:pt x="189204" y="45085"/>
                  </a:lnTo>
                  <a:lnTo>
                    <a:pt x="189204" y="32588"/>
                  </a:lnTo>
                  <a:close/>
                </a:path>
                <a:path w="788669" h="365759">
                  <a:moveTo>
                    <a:pt x="189204" y="0"/>
                  </a:moveTo>
                  <a:lnTo>
                    <a:pt x="84670" y="0"/>
                  </a:lnTo>
                  <a:lnTo>
                    <a:pt x="84670" y="12509"/>
                  </a:lnTo>
                  <a:lnTo>
                    <a:pt x="189204" y="12509"/>
                  </a:lnTo>
                  <a:lnTo>
                    <a:pt x="189204" y="0"/>
                  </a:lnTo>
                  <a:close/>
                </a:path>
                <a:path w="788669" h="365759">
                  <a:moveTo>
                    <a:pt x="788073" y="252882"/>
                  </a:moveTo>
                  <a:lnTo>
                    <a:pt x="0" y="252882"/>
                  </a:lnTo>
                  <a:lnTo>
                    <a:pt x="0" y="365379"/>
                  </a:lnTo>
                  <a:lnTo>
                    <a:pt x="788073" y="365379"/>
                  </a:lnTo>
                  <a:lnTo>
                    <a:pt x="788073" y="252882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7024597" y="7091204"/>
              <a:ext cx="302895" cy="40640"/>
            </a:xfrm>
            <a:custGeom>
              <a:avLst/>
              <a:gdLst/>
              <a:ahLst/>
              <a:cxnLst/>
              <a:rect l="l" t="t" r="r" b="b"/>
              <a:pathLst>
                <a:path w="302894" h="40640">
                  <a:moveTo>
                    <a:pt x="283624" y="0"/>
                  </a:moveTo>
                  <a:lnTo>
                    <a:pt x="19077" y="0"/>
                  </a:lnTo>
                  <a:lnTo>
                    <a:pt x="11653" y="1499"/>
                  </a:lnTo>
                  <a:lnTo>
                    <a:pt x="5588" y="5590"/>
                  </a:lnTo>
                  <a:lnTo>
                    <a:pt x="1499" y="11657"/>
                  </a:lnTo>
                  <a:lnTo>
                    <a:pt x="0" y="19088"/>
                  </a:lnTo>
                  <a:lnTo>
                    <a:pt x="0" y="40072"/>
                  </a:lnTo>
                  <a:lnTo>
                    <a:pt x="302713" y="40072"/>
                  </a:lnTo>
                  <a:lnTo>
                    <a:pt x="302713" y="19088"/>
                  </a:lnTo>
                  <a:lnTo>
                    <a:pt x="301213" y="11657"/>
                  </a:lnTo>
                  <a:lnTo>
                    <a:pt x="297123" y="5590"/>
                  </a:lnTo>
                  <a:lnTo>
                    <a:pt x="291055" y="1499"/>
                  </a:lnTo>
                  <a:lnTo>
                    <a:pt x="283624" y="0"/>
                  </a:lnTo>
                  <a:close/>
                </a:path>
              </a:pathLst>
            </a:custGeom>
            <a:solidFill>
              <a:srgbClr val="696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6776510" y="6975798"/>
              <a:ext cx="1737995" cy="925194"/>
            </a:xfrm>
            <a:custGeom>
              <a:avLst/>
              <a:gdLst/>
              <a:ahLst/>
              <a:cxnLst/>
              <a:rect l="l" t="t" r="r" b="b"/>
              <a:pathLst>
                <a:path w="1737994" h="925195">
                  <a:moveTo>
                    <a:pt x="518121" y="0"/>
                  </a:moveTo>
                  <a:lnTo>
                    <a:pt x="479272" y="0"/>
                  </a:lnTo>
                  <a:lnTo>
                    <a:pt x="479272" y="155473"/>
                  </a:lnTo>
                  <a:lnTo>
                    <a:pt x="518121" y="155473"/>
                  </a:lnTo>
                  <a:lnTo>
                    <a:pt x="518121" y="0"/>
                  </a:lnTo>
                  <a:close/>
                </a:path>
                <a:path w="1737994" h="925195">
                  <a:moveTo>
                    <a:pt x="1737868" y="736917"/>
                  </a:moveTo>
                  <a:lnTo>
                    <a:pt x="1731149" y="686943"/>
                  </a:lnTo>
                  <a:lnTo>
                    <a:pt x="1712201" y="642035"/>
                  </a:lnTo>
                  <a:lnTo>
                    <a:pt x="1682800" y="603999"/>
                  </a:lnTo>
                  <a:lnTo>
                    <a:pt x="1644764" y="574598"/>
                  </a:lnTo>
                  <a:lnTo>
                    <a:pt x="1599857" y="555650"/>
                  </a:lnTo>
                  <a:lnTo>
                    <a:pt x="1549869" y="548932"/>
                  </a:lnTo>
                  <a:lnTo>
                    <a:pt x="187972" y="548932"/>
                  </a:lnTo>
                  <a:lnTo>
                    <a:pt x="138010" y="555650"/>
                  </a:lnTo>
                  <a:lnTo>
                    <a:pt x="93103" y="574598"/>
                  </a:lnTo>
                  <a:lnTo>
                    <a:pt x="55054" y="603999"/>
                  </a:lnTo>
                  <a:lnTo>
                    <a:pt x="25654" y="642035"/>
                  </a:lnTo>
                  <a:lnTo>
                    <a:pt x="6705" y="686943"/>
                  </a:lnTo>
                  <a:lnTo>
                    <a:pt x="0" y="736917"/>
                  </a:lnTo>
                  <a:lnTo>
                    <a:pt x="6705" y="786892"/>
                  </a:lnTo>
                  <a:lnTo>
                    <a:pt x="25654" y="831799"/>
                  </a:lnTo>
                  <a:lnTo>
                    <a:pt x="55054" y="869848"/>
                  </a:lnTo>
                  <a:lnTo>
                    <a:pt x="93103" y="899248"/>
                  </a:lnTo>
                  <a:lnTo>
                    <a:pt x="138010" y="918197"/>
                  </a:lnTo>
                  <a:lnTo>
                    <a:pt x="187972" y="924915"/>
                  </a:lnTo>
                  <a:lnTo>
                    <a:pt x="1549869" y="924915"/>
                  </a:lnTo>
                  <a:lnTo>
                    <a:pt x="1599857" y="918197"/>
                  </a:lnTo>
                  <a:lnTo>
                    <a:pt x="1644764" y="899248"/>
                  </a:lnTo>
                  <a:lnTo>
                    <a:pt x="1682800" y="869848"/>
                  </a:lnTo>
                  <a:lnTo>
                    <a:pt x="1712201" y="831799"/>
                  </a:lnTo>
                  <a:lnTo>
                    <a:pt x="1731149" y="786892"/>
                  </a:lnTo>
                  <a:lnTo>
                    <a:pt x="1737868" y="736917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6752847" y="7501057"/>
              <a:ext cx="1785620" cy="423545"/>
            </a:xfrm>
            <a:custGeom>
              <a:avLst/>
              <a:gdLst/>
              <a:ahLst/>
              <a:cxnLst/>
              <a:rect l="l" t="t" r="r" b="b"/>
              <a:pathLst>
                <a:path w="1785619" h="423545">
                  <a:moveTo>
                    <a:pt x="1573543" y="0"/>
                  </a:moveTo>
                  <a:lnTo>
                    <a:pt x="211648" y="0"/>
                  </a:lnTo>
                  <a:lnTo>
                    <a:pt x="163176" y="5599"/>
                  </a:lnTo>
                  <a:lnTo>
                    <a:pt x="118649" y="21545"/>
                  </a:lnTo>
                  <a:lnTo>
                    <a:pt x="79349" y="46557"/>
                  </a:lnTo>
                  <a:lnTo>
                    <a:pt x="46553" y="79353"/>
                  </a:lnTo>
                  <a:lnTo>
                    <a:pt x="21543" y="118654"/>
                  </a:lnTo>
                  <a:lnTo>
                    <a:pt x="5599" y="163179"/>
                  </a:lnTo>
                  <a:lnTo>
                    <a:pt x="0" y="211648"/>
                  </a:lnTo>
                  <a:lnTo>
                    <a:pt x="5599" y="260120"/>
                  </a:lnTo>
                  <a:lnTo>
                    <a:pt x="21543" y="304650"/>
                  </a:lnTo>
                  <a:lnTo>
                    <a:pt x="46553" y="343955"/>
                  </a:lnTo>
                  <a:lnTo>
                    <a:pt x="79349" y="376754"/>
                  </a:lnTo>
                  <a:lnTo>
                    <a:pt x="118649" y="401768"/>
                  </a:lnTo>
                  <a:lnTo>
                    <a:pt x="163176" y="417716"/>
                  </a:lnTo>
                  <a:lnTo>
                    <a:pt x="211648" y="423316"/>
                  </a:lnTo>
                  <a:lnTo>
                    <a:pt x="1573543" y="423316"/>
                  </a:lnTo>
                  <a:lnTo>
                    <a:pt x="1622016" y="417716"/>
                  </a:lnTo>
                  <a:lnTo>
                    <a:pt x="1666543" y="401768"/>
                  </a:lnTo>
                  <a:lnTo>
                    <a:pt x="1705846" y="376754"/>
                  </a:lnTo>
                  <a:lnTo>
                    <a:pt x="1706612" y="375988"/>
                  </a:lnTo>
                  <a:lnTo>
                    <a:pt x="211648" y="375988"/>
                  </a:lnTo>
                  <a:lnTo>
                    <a:pt x="168016" y="370108"/>
                  </a:lnTo>
                  <a:lnTo>
                    <a:pt x="128777" y="353520"/>
                  </a:lnTo>
                  <a:lnTo>
                    <a:pt x="95511" y="327802"/>
                  </a:lnTo>
                  <a:lnTo>
                    <a:pt x="69795" y="294532"/>
                  </a:lnTo>
                  <a:lnTo>
                    <a:pt x="53208" y="255288"/>
                  </a:lnTo>
                  <a:lnTo>
                    <a:pt x="47328" y="211648"/>
                  </a:lnTo>
                  <a:lnTo>
                    <a:pt x="53208" y="168016"/>
                  </a:lnTo>
                  <a:lnTo>
                    <a:pt x="69795" y="128777"/>
                  </a:lnTo>
                  <a:lnTo>
                    <a:pt x="95511" y="95511"/>
                  </a:lnTo>
                  <a:lnTo>
                    <a:pt x="128777" y="69795"/>
                  </a:lnTo>
                  <a:lnTo>
                    <a:pt x="168016" y="53208"/>
                  </a:lnTo>
                  <a:lnTo>
                    <a:pt x="211648" y="47328"/>
                  </a:lnTo>
                  <a:lnTo>
                    <a:pt x="1706617" y="47328"/>
                  </a:lnTo>
                  <a:lnTo>
                    <a:pt x="1705846" y="46557"/>
                  </a:lnTo>
                  <a:lnTo>
                    <a:pt x="1666543" y="21545"/>
                  </a:lnTo>
                  <a:lnTo>
                    <a:pt x="1622016" y="5599"/>
                  </a:lnTo>
                  <a:lnTo>
                    <a:pt x="1573543" y="0"/>
                  </a:lnTo>
                  <a:close/>
                </a:path>
                <a:path w="1785619" h="423545">
                  <a:moveTo>
                    <a:pt x="1706617" y="47328"/>
                  </a:moveTo>
                  <a:lnTo>
                    <a:pt x="1573543" y="47328"/>
                  </a:lnTo>
                  <a:lnTo>
                    <a:pt x="1617179" y="53208"/>
                  </a:lnTo>
                  <a:lnTo>
                    <a:pt x="1656421" y="69795"/>
                  </a:lnTo>
                  <a:lnTo>
                    <a:pt x="1689689" y="95511"/>
                  </a:lnTo>
                  <a:lnTo>
                    <a:pt x="1715406" y="128777"/>
                  </a:lnTo>
                  <a:lnTo>
                    <a:pt x="1731993" y="168016"/>
                  </a:lnTo>
                  <a:lnTo>
                    <a:pt x="1737873" y="211648"/>
                  </a:lnTo>
                  <a:lnTo>
                    <a:pt x="1731993" y="255288"/>
                  </a:lnTo>
                  <a:lnTo>
                    <a:pt x="1715406" y="294532"/>
                  </a:lnTo>
                  <a:lnTo>
                    <a:pt x="1689689" y="327802"/>
                  </a:lnTo>
                  <a:lnTo>
                    <a:pt x="1656421" y="353520"/>
                  </a:lnTo>
                  <a:lnTo>
                    <a:pt x="1617179" y="370108"/>
                  </a:lnTo>
                  <a:lnTo>
                    <a:pt x="1573543" y="375988"/>
                  </a:lnTo>
                  <a:lnTo>
                    <a:pt x="1706612" y="375988"/>
                  </a:lnTo>
                  <a:lnTo>
                    <a:pt x="1738644" y="343955"/>
                  </a:lnTo>
                  <a:lnTo>
                    <a:pt x="1763656" y="304650"/>
                  </a:lnTo>
                  <a:lnTo>
                    <a:pt x="1779602" y="260120"/>
                  </a:lnTo>
                  <a:lnTo>
                    <a:pt x="1785202" y="211648"/>
                  </a:lnTo>
                  <a:lnTo>
                    <a:pt x="1779602" y="163179"/>
                  </a:lnTo>
                  <a:lnTo>
                    <a:pt x="1763656" y="118654"/>
                  </a:lnTo>
                  <a:lnTo>
                    <a:pt x="1738644" y="79353"/>
                  </a:lnTo>
                  <a:lnTo>
                    <a:pt x="1706617" y="47328"/>
                  </a:lnTo>
                  <a:close/>
                </a:path>
              </a:pathLst>
            </a:custGeom>
            <a:solidFill>
              <a:srgbClr val="696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6862253" y="7600313"/>
              <a:ext cx="1566545" cy="225425"/>
            </a:xfrm>
            <a:custGeom>
              <a:avLst/>
              <a:gdLst/>
              <a:ahLst/>
              <a:cxnLst/>
              <a:rect l="l" t="t" r="r" b="b"/>
              <a:pathLst>
                <a:path w="1566544" h="225425">
                  <a:moveTo>
                    <a:pt x="1453976" y="0"/>
                  </a:moveTo>
                  <a:lnTo>
                    <a:pt x="112404" y="0"/>
                  </a:lnTo>
                  <a:lnTo>
                    <a:pt x="68655" y="8833"/>
                  </a:lnTo>
                  <a:lnTo>
                    <a:pt x="32925" y="32921"/>
                  </a:lnTo>
                  <a:lnTo>
                    <a:pt x="8834" y="68650"/>
                  </a:lnTo>
                  <a:lnTo>
                    <a:pt x="0" y="112404"/>
                  </a:lnTo>
                  <a:lnTo>
                    <a:pt x="8834" y="156152"/>
                  </a:lnTo>
                  <a:lnTo>
                    <a:pt x="32925" y="191878"/>
                  </a:lnTo>
                  <a:lnTo>
                    <a:pt x="68655" y="215966"/>
                  </a:lnTo>
                  <a:lnTo>
                    <a:pt x="112404" y="224799"/>
                  </a:lnTo>
                  <a:lnTo>
                    <a:pt x="1453976" y="224799"/>
                  </a:lnTo>
                  <a:lnTo>
                    <a:pt x="1497724" y="215966"/>
                  </a:lnTo>
                  <a:lnTo>
                    <a:pt x="1533450" y="191878"/>
                  </a:lnTo>
                  <a:lnTo>
                    <a:pt x="1557538" y="156152"/>
                  </a:lnTo>
                  <a:lnTo>
                    <a:pt x="1566371" y="112404"/>
                  </a:lnTo>
                  <a:lnTo>
                    <a:pt x="1557538" y="68650"/>
                  </a:lnTo>
                  <a:lnTo>
                    <a:pt x="1533450" y="32921"/>
                  </a:lnTo>
                  <a:lnTo>
                    <a:pt x="1497724" y="8833"/>
                  </a:lnTo>
                  <a:lnTo>
                    <a:pt x="1453976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7364520" y="6607257"/>
              <a:ext cx="1147445" cy="860425"/>
            </a:xfrm>
            <a:custGeom>
              <a:avLst/>
              <a:gdLst/>
              <a:ahLst/>
              <a:cxnLst/>
              <a:rect l="l" t="t" r="r" b="b"/>
              <a:pathLst>
                <a:path w="1147444" h="860425">
                  <a:moveTo>
                    <a:pt x="1052639" y="0"/>
                  </a:moveTo>
                  <a:lnTo>
                    <a:pt x="394906" y="0"/>
                  </a:lnTo>
                  <a:lnTo>
                    <a:pt x="378968" y="75031"/>
                  </a:lnTo>
                  <a:lnTo>
                    <a:pt x="1052639" y="75031"/>
                  </a:lnTo>
                  <a:lnTo>
                    <a:pt x="1052639" y="0"/>
                  </a:lnTo>
                  <a:close/>
                </a:path>
                <a:path w="1147444" h="860425">
                  <a:moveTo>
                    <a:pt x="1147191" y="736828"/>
                  </a:moveTo>
                  <a:lnTo>
                    <a:pt x="1142060" y="711403"/>
                  </a:lnTo>
                  <a:lnTo>
                    <a:pt x="1128064" y="690638"/>
                  </a:lnTo>
                  <a:lnTo>
                    <a:pt x="1107300" y="676643"/>
                  </a:lnTo>
                  <a:lnTo>
                    <a:pt x="1081874" y="671499"/>
                  </a:lnTo>
                  <a:lnTo>
                    <a:pt x="188455" y="671499"/>
                  </a:lnTo>
                  <a:lnTo>
                    <a:pt x="138353" y="678230"/>
                  </a:lnTo>
                  <a:lnTo>
                    <a:pt x="93345" y="697230"/>
                  </a:lnTo>
                  <a:lnTo>
                    <a:pt x="55206" y="726706"/>
                  </a:lnTo>
                  <a:lnTo>
                    <a:pt x="25730" y="764844"/>
                  </a:lnTo>
                  <a:lnTo>
                    <a:pt x="6731" y="809853"/>
                  </a:lnTo>
                  <a:lnTo>
                    <a:pt x="0" y="859955"/>
                  </a:lnTo>
                  <a:lnTo>
                    <a:pt x="1147191" y="859955"/>
                  </a:lnTo>
                  <a:lnTo>
                    <a:pt x="1147191" y="736828"/>
                  </a:lnTo>
                  <a:close/>
                </a:path>
              </a:pathLst>
            </a:custGeom>
            <a:solidFill>
              <a:srgbClr val="83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7629048" y="6682288"/>
              <a:ext cx="684530" cy="452120"/>
            </a:xfrm>
            <a:custGeom>
              <a:avLst/>
              <a:gdLst/>
              <a:ahLst/>
              <a:cxnLst/>
              <a:rect l="l" t="t" r="r" b="b"/>
              <a:pathLst>
                <a:path w="684530" h="452120">
                  <a:moveTo>
                    <a:pt x="298157" y="0"/>
                  </a:moveTo>
                  <a:lnTo>
                    <a:pt x="114439" y="0"/>
                  </a:lnTo>
                  <a:lnTo>
                    <a:pt x="0" y="448995"/>
                  </a:lnTo>
                  <a:lnTo>
                    <a:pt x="169430" y="448995"/>
                  </a:lnTo>
                  <a:lnTo>
                    <a:pt x="298157" y="0"/>
                  </a:lnTo>
                  <a:close/>
                </a:path>
                <a:path w="684530" h="452120">
                  <a:moveTo>
                    <a:pt x="684339" y="0"/>
                  </a:moveTo>
                  <a:lnTo>
                    <a:pt x="363194" y="0"/>
                  </a:lnTo>
                  <a:lnTo>
                    <a:pt x="233146" y="451777"/>
                  </a:lnTo>
                  <a:lnTo>
                    <a:pt x="390105" y="451777"/>
                  </a:lnTo>
                  <a:lnTo>
                    <a:pt x="437832" y="447929"/>
                  </a:lnTo>
                  <a:lnTo>
                    <a:pt x="483108" y="436778"/>
                  </a:lnTo>
                  <a:lnTo>
                    <a:pt x="525322" y="418934"/>
                  </a:lnTo>
                  <a:lnTo>
                    <a:pt x="563867" y="395008"/>
                  </a:lnTo>
                  <a:lnTo>
                    <a:pt x="598157" y="365607"/>
                  </a:lnTo>
                  <a:lnTo>
                    <a:pt x="627570" y="331317"/>
                  </a:lnTo>
                  <a:lnTo>
                    <a:pt x="651497" y="292773"/>
                  </a:lnTo>
                  <a:lnTo>
                    <a:pt x="669340" y="250558"/>
                  </a:lnTo>
                  <a:lnTo>
                    <a:pt x="680478" y="205282"/>
                  </a:lnTo>
                  <a:lnTo>
                    <a:pt x="684339" y="157543"/>
                  </a:lnTo>
                  <a:lnTo>
                    <a:pt x="684339" y="0"/>
                  </a:lnTo>
                  <a:close/>
                </a:path>
              </a:pathLst>
            </a:custGeom>
            <a:solidFill>
              <a:srgbClr val="696C6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" name="object 48" descr=""/>
          <p:cNvGrpSpPr/>
          <p:nvPr/>
        </p:nvGrpSpPr>
        <p:grpSpPr>
          <a:xfrm>
            <a:off x="16063867" y="7396304"/>
            <a:ext cx="1461770" cy="517525"/>
            <a:chOff x="16063867" y="7396304"/>
            <a:chExt cx="1461770" cy="517525"/>
          </a:xfrm>
        </p:grpSpPr>
        <p:sp>
          <p:nvSpPr>
            <p:cNvPr id="49" name="object 49" descr=""/>
            <p:cNvSpPr/>
            <p:nvPr/>
          </p:nvSpPr>
          <p:spPr>
            <a:xfrm>
              <a:off x="16063867" y="7396304"/>
              <a:ext cx="567055" cy="517525"/>
            </a:xfrm>
            <a:custGeom>
              <a:avLst/>
              <a:gdLst/>
              <a:ahLst/>
              <a:cxnLst/>
              <a:rect l="l" t="t" r="r" b="b"/>
              <a:pathLst>
                <a:path w="567055" h="517525">
                  <a:moveTo>
                    <a:pt x="566663" y="0"/>
                  </a:moveTo>
                  <a:lnTo>
                    <a:pt x="178580" y="0"/>
                  </a:lnTo>
                  <a:lnTo>
                    <a:pt x="0" y="517366"/>
                  </a:lnTo>
                  <a:lnTo>
                    <a:pt x="255290" y="517366"/>
                  </a:lnTo>
                  <a:lnTo>
                    <a:pt x="301302" y="513990"/>
                  </a:lnTo>
                  <a:lnTo>
                    <a:pt x="345218" y="504182"/>
                  </a:lnTo>
                  <a:lnTo>
                    <a:pt x="386556" y="488426"/>
                  </a:lnTo>
                  <a:lnTo>
                    <a:pt x="424835" y="467201"/>
                  </a:lnTo>
                  <a:lnTo>
                    <a:pt x="459572" y="440990"/>
                  </a:lnTo>
                  <a:lnTo>
                    <a:pt x="490287" y="410275"/>
                  </a:lnTo>
                  <a:lnTo>
                    <a:pt x="516498" y="375538"/>
                  </a:lnTo>
                  <a:lnTo>
                    <a:pt x="537723" y="337259"/>
                  </a:lnTo>
                  <a:lnTo>
                    <a:pt x="553479" y="295921"/>
                  </a:lnTo>
                  <a:lnTo>
                    <a:pt x="563287" y="252005"/>
                  </a:lnTo>
                  <a:lnTo>
                    <a:pt x="566663" y="205993"/>
                  </a:lnTo>
                  <a:lnTo>
                    <a:pt x="566663" y="0"/>
                  </a:lnTo>
                  <a:close/>
                </a:path>
              </a:pathLst>
            </a:custGeom>
            <a:solidFill>
              <a:srgbClr val="696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6471497" y="7679535"/>
              <a:ext cx="527050" cy="61594"/>
            </a:xfrm>
            <a:custGeom>
              <a:avLst/>
              <a:gdLst/>
              <a:ahLst/>
              <a:cxnLst/>
              <a:rect l="l" t="t" r="r" b="b"/>
              <a:pathLst>
                <a:path w="527050" h="61595">
                  <a:moveTo>
                    <a:pt x="526790" y="0"/>
                  </a:moveTo>
                  <a:lnTo>
                    <a:pt x="0" y="0"/>
                  </a:lnTo>
                  <a:lnTo>
                    <a:pt x="0" y="61045"/>
                  </a:lnTo>
                  <a:lnTo>
                    <a:pt x="526790" y="61045"/>
                  </a:lnTo>
                  <a:lnTo>
                    <a:pt x="526790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65021" y="7636210"/>
              <a:ext cx="180287" cy="153011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16687203" y="7654989"/>
              <a:ext cx="838835" cy="115570"/>
            </a:xfrm>
            <a:custGeom>
              <a:avLst/>
              <a:gdLst/>
              <a:ahLst/>
              <a:cxnLst/>
              <a:rect l="l" t="t" r="r" b="b"/>
              <a:pathLst>
                <a:path w="838834" h="115570">
                  <a:moveTo>
                    <a:pt x="780677" y="0"/>
                  </a:moveTo>
                  <a:lnTo>
                    <a:pt x="0" y="0"/>
                  </a:lnTo>
                  <a:lnTo>
                    <a:pt x="0" y="115451"/>
                  </a:lnTo>
                  <a:lnTo>
                    <a:pt x="780677" y="115451"/>
                  </a:lnTo>
                  <a:lnTo>
                    <a:pt x="803148" y="110915"/>
                  </a:lnTo>
                  <a:lnTo>
                    <a:pt x="821497" y="98545"/>
                  </a:lnTo>
                  <a:lnTo>
                    <a:pt x="833867" y="80196"/>
                  </a:lnTo>
                  <a:lnTo>
                    <a:pt x="838403" y="57725"/>
                  </a:lnTo>
                  <a:lnTo>
                    <a:pt x="833867" y="35255"/>
                  </a:lnTo>
                  <a:lnTo>
                    <a:pt x="821497" y="16906"/>
                  </a:lnTo>
                  <a:lnTo>
                    <a:pt x="803148" y="4536"/>
                  </a:lnTo>
                  <a:lnTo>
                    <a:pt x="780677" y="0"/>
                  </a:lnTo>
                  <a:close/>
                </a:path>
              </a:pathLst>
            </a:custGeom>
            <a:solidFill>
              <a:srgbClr val="83CF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/>
          <p:nvPr/>
        </p:nvSpPr>
        <p:spPr>
          <a:xfrm>
            <a:off x="4598485" y="3955387"/>
            <a:ext cx="2586990" cy="129539"/>
          </a:xfrm>
          <a:custGeom>
            <a:avLst/>
            <a:gdLst/>
            <a:ahLst/>
            <a:cxnLst/>
            <a:rect l="l" t="t" r="r" b="b"/>
            <a:pathLst>
              <a:path w="2586990" h="129539">
                <a:moveTo>
                  <a:pt x="2521986" y="0"/>
                </a:moveTo>
                <a:lnTo>
                  <a:pt x="64731" y="0"/>
                </a:lnTo>
                <a:lnTo>
                  <a:pt x="39535" y="5085"/>
                </a:lnTo>
                <a:lnTo>
                  <a:pt x="18960" y="18954"/>
                </a:lnTo>
                <a:lnTo>
                  <a:pt x="5087" y="39526"/>
                </a:lnTo>
                <a:lnTo>
                  <a:pt x="0" y="64720"/>
                </a:lnTo>
                <a:lnTo>
                  <a:pt x="5087" y="89915"/>
                </a:lnTo>
                <a:lnTo>
                  <a:pt x="18960" y="110491"/>
                </a:lnTo>
                <a:lnTo>
                  <a:pt x="39535" y="124364"/>
                </a:lnTo>
                <a:lnTo>
                  <a:pt x="64731" y="129451"/>
                </a:lnTo>
                <a:lnTo>
                  <a:pt x="2521986" y="129451"/>
                </a:lnTo>
                <a:lnTo>
                  <a:pt x="2547181" y="124364"/>
                </a:lnTo>
                <a:lnTo>
                  <a:pt x="2567756" y="110491"/>
                </a:lnTo>
                <a:lnTo>
                  <a:pt x="2581629" y="89915"/>
                </a:lnTo>
                <a:lnTo>
                  <a:pt x="2586717" y="64720"/>
                </a:lnTo>
                <a:lnTo>
                  <a:pt x="2581629" y="39526"/>
                </a:lnTo>
                <a:lnTo>
                  <a:pt x="2567756" y="18954"/>
                </a:lnTo>
                <a:lnTo>
                  <a:pt x="2547181" y="5085"/>
                </a:lnTo>
                <a:lnTo>
                  <a:pt x="2521986" y="0"/>
                </a:lnTo>
                <a:close/>
              </a:path>
            </a:pathLst>
          </a:custGeom>
          <a:solidFill>
            <a:srgbClr val="D9F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4678131" y="2789863"/>
            <a:ext cx="694055" cy="306070"/>
          </a:xfrm>
          <a:custGeom>
            <a:avLst/>
            <a:gdLst/>
            <a:ahLst/>
            <a:cxnLst/>
            <a:rect l="l" t="t" r="r" b="b"/>
            <a:pathLst>
              <a:path w="694054" h="306069">
                <a:moveTo>
                  <a:pt x="693685" y="0"/>
                </a:moveTo>
                <a:lnTo>
                  <a:pt x="0" y="0"/>
                </a:lnTo>
                <a:lnTo>
                  <a:pt x="4004" y="49628"/>
                </a:lnTo>
                <a:lnTo>
                  <a:pt x="15597" y="96707"/>
                </a:lnTo>
                <a:lnTo>
                  <a:pt x="34150" y="140607"/>
                </a:lnTo>
                <a:lnTo>
                  <a:pt x="59031" y="180696"/>
                </a:lnTo>
                <a:lnTo>
                  <a:pt x="89612" y="216346"/>
                </a:lnTo>
                <a:lnTo>
                  <a:pt x="125262" y="246927"/>
                </a:lnTo>
                <a:lnTo>
                  <a:pt x="165352" y="271809"/>
                </a:lnTo>
                <a:lnTo>
                  <a:pt x="209251" y="290361"/>
                </a:lnTo>
                <a:lnTo>
                  <a:pt x="256330" y="301954"/>
                </a:lnTo>
                <a:lnTo>
                  <a:pt x="305959" y="305959"/>
                </a:lnTo>
                <a:lnTo>
                  <a:pt x="693685" y="305959"/>
                </a:lnTo>
                <a:lnTo>
                  <a:pt x="693685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" name="object 55" descr=""/>
          <p:cNvGrpSpPr/>
          <p:nvPr/>
        </p:nvGrpSpPr>
        <p:grpSpPr>
          <a:xfrm>
            <a:off x="5762625" y="2990568"/>
            <a:ext cx="1436370" cy="640080"/>
            <a:chOff x="5762625" y="2990568"/>
            <a:chExt cx="1436370" cy="640080"/>
          </a:xfrm>
        </p:grpSpPr>
        <p:sp>
          <p:nvSpPr>
            <p:cNvPr id="56" name="object 56" descr=""/>
            <p:cNvSpPr/>
            <p:nvPr/>
          </p:nvSpPr>
          <p:spPr>
            <a:xfrm>
              <a:off x="6427783" y="2990568"/>
              <a:ext cx="744220" cy="640080"/>
            </a:xfrm>
            <a:custGeom>
              <a:avLst/>
              <a:gdLst/>
              <a:ahLst/>
              <a:cxnLst/>
              <a:rect l="l" t="t" r="r" b="b"/>
              <a:pathLst>
                <a:path w="744220" h="640079">
                  <a:moveTo>
                    <a:pt x="744134" y="0"/>
                  </a:moveTo>
                  <a:lnTo>
                    <a:pt x="0" y="0"/>
                  </a:lnTo>
                  <a:lnTo>
                    <a:pt x="0" y="639949"/>
                  </a:lnTo>
                  <a:lnTo>
                    <a:pt x="744134" y="639949"/>
                  </a:lnTo>
                  <a:lnTo>
                    <a:pt x="744134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5762625" y="2990571"/>
              <a:ext cx="1436370" cy="640080"/>
            </a:xfrm>
            <a:custGeom>
              <a:avLst/>
              <a:gdLst/>
              <a:ahLst/>
              <a:cxnLst/>
              <a:rect l="l" t="t" r="r" b="b"/>
              <a:pathLst>
                <a:path w="1436370" h="640079">
                  <a:moveTo>
                    <a:pt x="1289688" y="0"/>
                  </a:moveTo>
                  <a:lnTo>
                    <a:pt x="0" y="0"/>
                  </a:lnTo>
                  <a:lnTo>
                    <a:pt x="0" y="639949"/>
                  </a:lnTo>
                  <a:lnTo>
                    <a:pt x="1436333" y="639949"/>
                  </a:lnTo>
                  <a:lnTo>
                    <a:pt x="1289688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/>
          <p:nvPr/>
        </p:nvSpPr>
        <p:spPr>
          <a:xfrm>
            <a:off x="4801964" y="1997437"/>
            <a:ext cx="1643380" cy="821690"/>
          </a:xfrm>
          <a:custGeom>
            <a:avLst/>
            <a:gdLst/>
            <a:ahLst/>
            <a:cxnLst/>
            <a:rect l="l" t="t" r="r" b="b"/>
            <a:pathLst>
              <a:path w="1643379" h="821689">
                <a:moveTo>
                  <a:pt x="821535" y="0"/>
                </a:moveTo>
                <a:lnTo>
                  <a:pt x="773263" y="1394"/>
                </a:lnTo>
                <a:lnTo>
                  <a:pt x="725726" y="5527"/>
                </a:lnTo>
                <a:lnTo>
                  <a:pt x="679000" y="12320"/>
                </a:lnTo>
                <a:lnTo>
                  <a:pt x="633163" y="21697"/>
                </a:lnTo>
                <a:lnTo>
                  <a:pt x="588292" y="33581"/>
                </a:lnTo>
                <a:lnTo>
                  <a:pt x="544464" y="47895"/>
                </a:lnTo>
                <a:lnTo>
                  <a:pt x="501755" y="64561"/>
                </a:lnTo>
                <a:lnTo>
                  <a:pt x="460243" y="83503"/>
                </a:lnTo>
                <a:lnTo>
                  <a:pt x="420005" y="104643"/>
                </a:lnTo>
                <a:lnTo>
                  <a:pt x="381118" y="127905"/>
                </a:lnTo>
                <a:lnTo>
                  <a:pt x="343659" y="153211"/>
                </a:lnTo>
                <a:lnTo>
                  <a:pt x="307705" y="180485"/>
                </a:lnTo>
                <a:lnTo>
                  <a:pt x="273333" y="209649"/>
                </a:lnTo>
                <a:lnTo>
                  <a:pt x="240620" y="240626"/>
                </a:lnTo>
                <a:lnTo>
                  <a:pt x="209644" y="273339"/>
                </a:lnTo>
                <a:lnTo>
                  <a:pt x="180481" y="307711"/>
                </a:lnTo>
                <a:lnTo>
                  <a:pt x="153208" y="343666"/>
                </a:lnTo>
                <a:lnTo>
                  <a:pt x="127902" y="381125"/>
                </a:lnTo>
                <a:lnTo>
                  <a:pt x="104641" y="420013"/>
                </a:lnTo>
                <a:lnTo>
                  <a:pt x="83501" y="460251"/>
                </a:lnTo>
                <a:lnTo>
                  <a:pt x="64559" y="501764"/>
                </a:lnTo>
                <a:lnTo>
                  <a:pt x="47894" y="544473"/>
                </a:lnTo>
                <a:lnTo>
                  <a:pt x="33580" y="588302"/>
                </a:lnTo>
                <a:lnTo>
                  <a:pt x="21697" y="633173"/>
                </a:lnTo>
                <a:lnTo>
                  <a:pt x="12320" y="679010"/>
                </a:lnTo>
                <a:lnTo>
                  <a:pt x="5527" y="725736"/>
                </a:lnTo>
                <a:lnTo>
                  <a:pt x="1394" y="773273"/>
                </a:lnTo>
                <a:lnTo>
                  <a:pt x="0" y="821545"/>
                </a:lnTo>
                <a:lnTo>
                  <a:pt x="1643080" y="821545"/>
                </a:lnTo>
                <a:lnTo>
                  <a:pt x="1641686" y="773273"/>
                </a:lnTo>
                <a:lnTo>
                  <a:pt x="1637553" y="725736"/>
                </a:lnTo>
                <a:lnTo>
                  <a:pt x="1630760" y="679010"/>
                </a:lnTo>
                <a:lnTo>
                  <a:pt x="1621383" y="633173"/>
                </a:lnTo>
                <a:lnTo>
                  <a:pt x="1609499" y="588302"/>
                </a:lnTo>
                <a:lnTo>
                  <a:pt x="1595185" y="544473"/>
                </a:lnTo>
                <a:lnTo>
                  <a:pt x="1578519" y="501764"/>
                </a:lnTo>
                <a:lnTo>
                  <a:pt x="1559577" y="460251"/>
                </a:lnTo>
                <a:lnTo>
                  <a:pt x="1538437" y="420013"/>
                </a:lnTo>
                <a:lnTo>
                  <a:pt x="1515175" y="381125"/>
                </a:lnTo>
                <a:lnTo>
                  <a:pt x="1489869" y="343666"/>
                </a:lnTo>
                <a:lnTo>
                  <a:pt x="1462595" y="307711"/>
                </a:lnTo>
                <a:lnTo>
                  <a:pt x="1433431" y="273339"/>
                </a:lnTo>
                <a:lnTo>
                  <a:pt x="1402454" y="240626"/>
                </a:lnTo>
                <a:lnTo>
                  <a:pt x="1369741" y="209649"/>
                </a:lnTo>
                <a:lnTo>
                  <a:pt x="1335368" y="180485"/>
                </a:lnTo>
                <a:lnTo>
                  <a:pt x="1299414" y="153211"/>
                </a:lnTo>
                <a:lnTo>
                  <a:pt x="1261954" y="127905"/>
                </a:lnTo>
                <a:lnTo>
                  <a:pt x="1223067" y="104643"/>
                </a:lnTo>
                <a:lnTo>
                  <a:pt x="1182828" y="83503"/>
                </a:lnTo>
                <a:lnTo>
                  <a:pt x="1141316" y="64561"/>
                </a:lnTo>
                <a:lnTo>
                  <a:pt x="1098607" y="47895"/>
                </a:lnTo>
                <a:lnTo>
                  <a:pt x="1054778" y="33581"/>
                </a:lnTo>
                <a:lnTo>
                  <a:pt x="1009907" y="21697"/>
                </a:lnTo>
                <a:lnTo>
                  <a:pt x="964070" y="12320"/>
                </a:lnTo>
                <a:lnTo>
                  <a:pt x="917344" y="5527"/>
                </a:lnTo>
                <a:lnTo>
                  <a:pt x="869806" y="1394"/>
                </a:lnTo>
                <a:lnTo>
                  <a:pt x="821535" y="0"/>
                </a:lnTo>
                <a:close/>
              </a:path>
            </a:pathLst>
          </a:custGeom>
          <a:solidFill>
            <a:srgbClr val="696C6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9" name="object 59" descr=""/>
          <p:cNvGrpSpPr/>
          <p:nvPr/>
        </p:nvGrpSpPr>
        <p:grpSpPr>
          <a:xfrm>
            <a:off x="4437916" y="2475246"/>
            <a:ext cx="2792730" cy="1609725"/>
            <a:chOff x="4437916" y="2475246"/>
            <a:chExt cx="2792730" cy="1609725"/>
          </a:xfrm>
        </p:grpSpPr>
        <p:sp>
          <p:nvSpPr>
            <p:cNvPr id="60" name="object 60" descr=""/>
            <p:cNvSpPr/>
            <p:nvPr/>
          </p:nvSpPr>
          <p:spPr>
            <a:xfrm>
              <a:off x="5127726" y="2619355"/>
              <a:ext cx="1315085" cy="1011555"/>
            </a:xfrm>
            <a:custGeom>
              <a:avLst/>
              <a:gdLst/>
              <a:ahLst/>
              <a:cxnLst/>
              <a:rect l="l" t="t" r="r" b="b"/>
              <a:pathLst>
                <a:path w="1315085" h="1011554">
                  <a:moveTo>
                    <a:pt x="1314716" y="0"/>
                  </a:moveTo>
                  <a:lnTo>
                    <a:pt x="0" y="0"/>
                  </a:lnTo>
                  <a:lnTo>
                    <a:pt x="0" y="747369"/>
                  </a:lnTo>
                  <a:lnTo>
                    <a:pt x="0" y="1011174"/>
                  </a:lnTo>
                  <a:lnTo>
                    <a:pt x="1314716" y="1011174"/>
                  </a:lnTo>
                  <a:lnTo>
                    <a:pt x="1314716" y="747369"/>
                  </a:lnTo>
                  <a:lnTo>
                    <a:pt x="1314716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542834" y="2972393"/>
              <a:ext cx="463550" cy="287020"/>
            </a:xfrm>
            <a:custGeom>
              <a:avLst/>
              <a:gdLst/>
              <a:ahLst/>
              <a:cxnLst/>
              <a:rect l="l" t="t" r="r" b="b"/>
              <a:pathLst>
                <a:path w="463550" h="287020">
                  <a:moveTo>
                    <a:pt x="36354" y="0"/>
                  </a:moveTo>
                  <a:lnTo>
                    <a:pt x="0" y="0"/>
                  </a:lnTo>
                  <a:lnTo>
                    <a:pt x="0" y="217679"/>
                  </a:lnTo>
                  <a:lnTo>
                    <a:pt x="5443" y="244581"/>
                  </a:lnTo>
                  <a:lnTo>
                    <a:pt x="20282" y="266574"/>
                  </a:lnTo>
                  <a:lnTo>
                    <a:pt x="42274" y="281415"/>
                  </a:lnTo>
                  <a:lnTo>
                    <a:pt x="69181" y="286860"/>
                  </a:lnTo>
                  <a:lnTo>
                    <a:pt x="463315" y="286860"/>
                  </a:lnTo>
                  <a:lnTo>
                    <a:pt x="463315" y="250505"/>
                  </a:lnTo>
                  <a:lnTo>
                    <a:pt x="69181" y="250505"/>
                  </a:lnTo>
                  <a:lnTo>
                    <a:pt x="56414" y="247922"/>
                  </a:lnTo>
                  <a:lnTo>
                    <a:pt x="45978" y="240881"/>
                  </a:lnTo>
                  <a:lnTo>
                    <a:pt x="38938" y="230446"/>
                  </a:lnTo>
                  <a:lnTo>
                    <a:pt x="36354" y="217679"/>
                  </a:lnTo>
                  <a:lnTo>
                    <a:pt x="36354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668360" y="3176211"/>
              <a:ext cx="908685" cy="908685"/>
            </a:xfrm>
            <a:custGeom>
              <a:avLst/>
              <a:gdLst/>
              <a:ahLst/>
              <a:cxnLst/>
              <a:rect l="l" t="t" r="r" b="b"/>
              <a:pathLst>
                <a:path w="908685" h="908685">
                  <a:moveTo>
                    <a:pt x="454321" y="0"/>
                  </a:moveTo>
                  <a:lnTo>
                    <a:pt x="407869" y="2345"/>
                  </a:lnTo>
                  <a:lnTo>
                    <a:pt x="362759" y="9229"/>
                  </a:lnTo>
                  <a:lnTo>
                    <a:pt x="319220" y="20424"/>
                  </a:lnTo>
                  <a:lnTo>
                    <a:pt x="277479" y="35701"/>
                  </a:lnTo>
                  <a:lnTo>
                    <a:pt x="237765" y="54831"/>
                  </a:lnTo>
                  <a:lnTo>
                    <a:pt x="200306" y="77587"/>
                  </a:lnTo>
                  <a:lnTo>
                    <a:pt x="165331" y="103740"/>
                  </a:lnTo>
                  <a:lnTo>
                    <a:pt x="133067" y="133062"/>
                  </a:lnTo>
                  <a:lnTo>
                    <a:pt x="103745" y="165324"/>
                  </a:lnTo>
                  <a:lnTo>
                    <a:pt x="77591" y="200299"/>
                  </a:lnTo>
                  <a:lnTo>
                    <a:pt x="54834" y="237757"/>
                  </a:lnTo>
                  <a:lnTo>
                    <a:pt x="35702" y="277470"/>
                  </a:lnTo>
                  <a:lnTo>
                    <a:pt x="20425" y="319210"/>
                  </a:lnTo>
                  <a:lnTo>
                    <a:pt x="9230" y="362749"/>
                  </a:lnTo>
                  <a:lnTo>
                    <a:pt x="2345" y="407859"/>
                  </a:lnTo>
                  <a:lnTo>
                    <a:pt x="0" y="454310"/>
                  </a:lnTo>
                  <a:lnTo>
                    <a:pt x="2345" y="500762"/>
                  </a:lnTo>
                  <a:lnTo>
                    <a:pt x="9230" y="545872"/>
                  </a:lnTo>
                  <a:lnTo>
                    <a:pt x="20425" y="589411"/>
                  </a:lnTo>
                  <a:lnTo>
                    <a:pt x="35702" y="631152"/>
                  </a:lnTo>
                  <a:lnTo>
                    <a:pt x="54834" y="670866"/>
                  </a:lnTo>
                  <a:lnTo>
                    <a:pt x="77591" y="708325"/>
                  </a:lnTo>
                  <a:lnTo>
                    <a:pt x="103745" y="743300"/>
                  </a:lnTo>
                  <a:lnTo>
                    <a:pt x="133067" y="775564"/>
                  </a:lnTo>
                  <a:lnTo>
                    <a:pt x="165331" y="804886"/>
                  </a:lnTo>
                  <a:lnTo>
                    <a:pt x="200306" y="831040"/>
                  </a:lnTo>
                  <a:lnTo>
                    <a:pt x="237765" y="853797"/>
                  </a:lnTo>
                  <a:lnTo>
                    <a:pt x="277479" y="872929"/>
                  </a:lnTo>
                  <a:lnTo>
                    <a:pt x="319220" y="888206"/>
                  </a:lnTo>
                  <a:lnTo>
                    <a:pt x="362759" y="899401"/>
                  </a:lnTo>
                  <a:lnTo>
                    <a:pt x="407869" y="906286"/>
                  </a:lnTo>
                  <a:lnTo>
                    <a:pt x="454321" y="908632"/>
                  </a:lnTo>
                  <a:lnTo>
                    <a:pt x="500770" y="906286"/>
                  </a:lnTo>
                  <a:lnTo>
                    <a:pt x="545879" y="899401"/>
                  </a:lnTo>
                  <a:lnTo>
                    <a:pt x="589417" y="888206"/>
                  </a:lnTo>
                  <a:lnTo>
                    <a:pt x="631157" y="872929"/>
                  </a:lnTo>
                  <a:lnTo>
                    <a:pt x="670870" y="853797"/>
                  </a:lnTo>
                  <a:lnTo>
                    <a:pt x="708328" y="831040"/>
                  </a:lnTo>
                  <a:lnTo>
                    <a:pt x="743302" y="804886"/>
                  </a:lnTo>
                  <a:lnTo>
                    <a:pt x="775565" y="775564"/>
                  </a:lnTo>
                  <a:lnTo>
                    <a:pt x="804887" y="743300"/>
                  </a:lnTo>
                  <a:lnTo>
                    <a:pt x="831041" y="708325"/>
                  </a:lnTo>
                  <a:lnTo>
                    <a:pt x="853798" y="670866"/>
                  </a:lnTo>
                  <a:lnTo>
                    <a:pt x="872929" y="631152"/>
                  </a:lnTo>
                  <a:lnTo>
                    <a:pt x="888206" y="589411"/>
                  </a:lnTo>
                  <a:lnTo>
                    <a:pt x="899401" y="545872"/>
                  </a:lnTo>
                  <a:lnTo>
                    <a:pt x="906286" y="500762"/>
                  </a:lnTo>
                  <a:lnTo>
                    <a:pt x="908632" y="454310"/>
                  </a:lnTo>
                  <a:lnTo>
                    <a:pt x="906286" y="407859"/>
                  </a:lnTo>
                  <a:lnTo>
                    <a:pt x="899401" y="362749"/>
                  </a:lnTo>
                  <a:lnTo>
                    <a:pt x="888206" y="319210"/>
                  </a:lnTo>
                  <a:lnTo>
                    <a:pt x="872929" y="277470"/>
                  </a:lnTo>
                  <a:lnTo>
                    <a:pt x="853798" y="237757"/>
                  </a:lnTo>
                  <a:lnTo>
                    <a:pt x="831041" y="200299"/>
                  </a:lnTo>
                  <a:lnTo>
                    <a:pt x="804887" y="165324"/>
                  </a:lnTo>
                  <a:lnTo>
                    <a:pt x="775565" y="133062"/>
                  </a:lnTo>
                  <a:lnTo>
                    <a:pt x="743302" y="103740"/>
                  </a:lnTo>
                  <a:lnTo>
                    <a:pt x="708328" y="77587"/>
                  </a:lnTo>
                  <a:lnTo>
                    <a:pt x="670870" y="54831"/>
                  </a:lnTo>
                  <a:lnTo>
                    <a:pt x="631157" y="35701"/>
                  </a:lnTo>
                  <a:lnTo>
                    <a:pt x="589417" y="20424"/>
                  </a:lnTo>
                  <a:lnTo>
                    <a:pt x="545879" y="9229"/>
                  </a:lnTo>
                  <a:lnTo>
                    <a:pt x="500770" y="2345"/>
                  </a:lnTo>
                  <a:lnTo>
                    <a:pt x="454321" y="0"/>
                  </a:lnTo>
                  <a:close/>
                </a:path>
              </a:pathLst>
            </a:custGeom>
            <a:solidFill>
              <a:srgbClr val="696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712328" y="3220168"/>
              <a:ext cx="821055" cy="821055"/>
            </a:xfrm>
            <a:custGeom>
              <a:avLst/>
              <a:gdLst/>
              <a:ahLst/>
              <a:cxnLst/>
              <a:rect l="l" t="t" r="r" b="b"/>
              <a:pathLst>
                <a:path w="821054" h="821054">
                  <a:moveTo>
                    <a:pt x="410343" y="0"/>
                  </a:moveTo>
                  <a:lnTo>
                    <a:pt x="362489" y="2760"/>
                  </a:lnTo>
                  <a:lnTo>
                    <a:pt x="316257" y="10837"/>
                  </a:lnTo>
                  <a:lnTo>
                    <a:pt x="271953" y="23923"/>
                  </a:lnTo>
                  <a:lnTo>
                    <a:pt x="229887" y="41708"/>
                  </a:lnTo>
                  <a:lnTo>
                    <a:pt x="190365" y="63887"/>
                  </a:lnTo>
                  <a:lnTo>
                    <a:pt x="153696" y="90150"/>
                  </a:lnTo>
                  <a:lnTo>
                    <a:pt x="120188" y="120190"/>
                  </a:lnTo>
                  <a:lnTo>
                    <a:pt x="90149" y="153698"/>
                  </a:lnTo>
                  <a:lnTo>
                    <a:pt x="63886" y="190368"/>
                  </a:lnTo>
                  <a:lnTo>
                    <a:pt x="41708" y="229890"/>
                  </a:lnTo>
                  <a:lnTo>
                    <a:pt x="23923" y="271958"/>
                  </a:lnTo>
                  <a:lnTo>
                    <a:pt x="10837" y="316263"/>
                  </a:lnTo>
                  <a:lnTo>
                    <a:pt x="2760" y="362498"/>
                  </a:lnTo>
                  <a:lnTo>
                    <a:pt x="0" y="410353"/>
                  </a:lnTo>
                  <a:lnTo>
                    <a:pt x="2760" y="458209"/>
                  </a:lnTo>
                  <a:lnTo>
                    <a:pt x="10837" y="504444"/>
                  </a:lnTo>
                  <a:lnTo>
                    <a:pt x="23923" y="548749"/>
                  </a:lnTo>
                  <a:lnTo>
                    <a:pt x="41708" y="590817"/>
                  </a:lnTo>
                  <a:lnTo>
                    <a:pt x="63886" y="630339"/>
                  </a:lnTo>
                  <a:lnTo>
                    <a:pt x="90149" y="667009"/>
                  </a:lnTo>
                  <a:lnTo>
                    <a:pt x="120188" y="700517"/>
                  </a:lnTo>
                  <a:lnTo>
                    <a:pt x="153696" y="730557"/>
                  </a:lnTo>
                  <a:lnTo>
                    <a:pt x="190365" y="756820"/>
                  </a:lnTo>
                  <a:lnTo>
                    <a:pt x="229887" y="778999"/>
                  </a:lnTo>
                  <a:lnTo>
                    <a:pt x="271953" y="796784"/>
                  </a:lnTo>
                  <a:lnTo>
                    <a:pt x="316257" y="809870"/>
                  </a:lnTo>
                  <a:lnTo>
                    <a:pt x="362489" y="817947"/>
                  </a:lnTo>
                  <a:lnTo>
                    <a:pt x="410343" y="820707"/>
                  </a:lnTo>
                  <a:lnTo>
                    <a:pt x="458199" y="817947"/>
                  </a:lnTo>
                  <a:lnTo>
                    <a:pt x="504433" y="809870"/>
                  </a:lnTo>
                  <a:lnTo>
                    <a:pt x="548738" y="796784"/>
                  </a:lnTo>
                  <a:lnTo>
                    <a:pt x="590806" y="778999"/>
                  </a:lnTo>
                  <a:lnTo>
                    <a:pt x="630329" y="756820"/>
                  </a:lnTo>
                  <a:lnTo>
                    <a:pt x="666998" y="730557"/>
                  </a:lnTo>
                  <a:lnTo>
                    <a:pt x="700507" y="700517"/>
                  </a:lnTo>
                  <a:lnTo>
                    <a:pt x="730547" y="667009"/>
                  </a:lnTo>
                  <a:lnTo>
                    <a:pt x="756810" y="630339"/>
                  </a:lnTo>
                  <a:lnTo>
                    <a:pt x="778988" y="590817"/>
                  </a:lnTo>
                  <a:lnTo>
                    <a:pt x="796774" y="548749"/>
                  </a:lnTo>
                  <a:lnTo>
                    <a:pt x="809859" y="504444"/>
                  </a:lnTo>
                  <a:lnTo>
                    <a:pt x="817936" y="458209"/>
                  </a:lnTo>
                  <a:lnTo>
                    <a:pt x="820697" y="410353"/>
                  </a:lnTo>
                  <a:lnTo>
                    <a:pt x="817936" y="362498"/>
                  </a:lnTo>
                  <a:lnTo>
                    <a:pt x="809859" y="316263"/>
                  </a:lnTo>
                  <a:lnTo>
                    <a:pt x="796774" y="271958"/>
                  </a:lnTo>
                  <a:lnTo>
                    <a:pt x="778988" y="229890"/>
                  </a:lnTo>
                  <a:lnTo>
                    <a:pt x="756810" y="190368"/>
                  </a:lnTo>
                  <a:lnTo>
                    <a:pt x="730547" y="153698"/>
                  </a:lnTo>
                  <a:lnTo>
                    <a:pt x="700507" y="120190"/>
                  </a:lnTo>
                  <a:lnTo>
                    <a:pt x="666998" y="90150"/>
                  </a:lnTo>
                  <a:lnTo>
                    <a:pt x="630329" y="63887"/>
                  </a:lnTo>
                  <a:lnTo>
                    <a:pt x="590806" y="41708"/>
                  </a:lnTo>
                  <a:lnTo>
                    <a:pt x="548738" y="23923"/>
                  </a:lnTo>
                  <a:lnTo>
                    <a:pt x="504433" y="10837"/>
                  </a:lnTo>
                  <a:lnTo>
                    <a:pt x="458199" y="2760"/>
                  </a:lnTo>
                  <a:lnTo>
                    <a:pt x="410343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902845" y="3410696"/>
              <a:ext cx="440055" cy="440055"/>
            </a:xfrm>
            <a:custGeom>
              <a:avLst/>
              <a:gdLst/>
              <a:ahLst/>
              <a:cxnLst/>
              <a:rect l="l" t="t" r="r" b="b"/>
              <a:pathLst>
                <a:path w="440054" h="440054">
                  <a:moveTo>
                    <a:pt x="219836" y="0"/>
                  </a:moveTo>
                  <a:lnTo>
                    <a:pt x="175532" y="4465"/>
                  </a:lnTo>
                  <a:lnTo>
                    <a:pt x="134267" y="17274"/>
                  </a:lnTo>
                  <a:lnTo>
                    <a:pt x="96924" y="37541"/>
                  </a:lnTo>
                  <a:lnTo>
                    <a:pt x="64389" y="64384"/>
                  </a:lnTo>
                  <a:lnTo>
                    <a:pt x="37545" y="96917"/>
                  </a:lnTo>
                  <a:lnTo>
                    <a:pt x="17276" y="134258"/>
                  </a:lnTo>
                  <a:lnTo>
                    <a:pt x="4466" y="175522"/>
                  </a:lnTo>
                  <a:lnTo>
                    <a:pt x="0" y="219825"/>
                  </a:lnTo>
                  <a:lnTo>
                    <a:pt x="4466" y="264129"/>
                  </a:lnTo>
                  <a:lnTo>
                    <a:pt x="17276" y="305394"/>
                  </a:lnTo>
                  <a:lnTo>
                    <a:pt x="37545" y="342737"/>
                  </a:lnTo>
                  <a:lnTo>
                    <a:pt x="64389" y="375272"/>
                  </a:lnTo>
                  <a:lnTo>
                    <a:pt x="96924" y="402116"/>
                  </a:lnTo>
                  <a:lnTo>
                    <a:pt x="134267" y="422385"/>
                  </a:lnTo>
                  <a:lnTo>
                    <a:pt x="175532" y="435195"/>
                  </a:lnTo>
                  <a:lnTo>
                    <a:pt x="219836" y="439662"/>
                  </a:lnTo>
                  <a:lnTo>
                    <a:pt x="264136" y="435195"/>
                  </a:lnTo>
                  <a:lnTo>
                    <a:pt x="305399" y="422385"/>
                  </a:lnTo>
                  <a:lnTo>
                    <a:pt x="342739" y="402116"/>
                  </a:lnTo>
                  <a:lnTo>
                    <a:pt x="375273" y="375272"/>
                  </a:lnTo>
                  <a:lnTo>
                    <a:pt x="402117" y="342737"/>
                  </a:lnTo>
                  <a:lnTo>
                    <a:pt x="422386" y="305394"/>
                  </a:lnTo>
                  <a:lnTo>
                    <a:pt x="435195" y="264129"/>
                  </a:lnTo>
                  <a:lnTo>
                    <a:pt x="439662" y="219825"/>
                  </a:lnTo>
                  <a:lnTo>
                    <a:pt x="435195" y="175522"/>
                  </a:lnTo>
                  <a:lnTo>
                    <a:pt x="422386" y="134258"/>
                  </a:lnTo>
                  <a:lnTo>
                    <a:pt x="402117" y="96917"/>
                  </a:lnTo>
                  <a:lnTo>
                    <a:pt x="375273" y="64384"/>
                  </a:lnTo>
                  <a:lnTo>
                    <a:pt x="342739" y="37541"/>
                  </a:lnTo>
                  <a:lnTo>
                    <a:pt x="305399" y="17274"/>
                  </a:lnTo>
                  <a:lnTo>
                    <a:pt x="264136" y="4465"/>
                  </a:lnTo>
                  <a:lnTo>
                    <a:pt x="21983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6076117" y="3176211"/>
              <a:ext cx="908685" cy="908685"/>
            </a:xfrm>
            <a:custGeom>
              <a:avLst/>
              <a:gdLst/>
              <a:ahLst/>
              <a:cxnLst/>
              <a:rect l="l" t="t" r="r" b="b"/>
              <a:pathLst>
                <a:path w="908684" h="908685">
                  <a:moveTo>
                    <a:pt x="454321" y="0"/>
                  </a:moveTo>
                  <a:lnTo>
                    <a:pt x="407869" y="2345"/>
                  </a:lnTo>
                  <a:lnTo>
                    <a:pt x="362759" y="9229"/>
                  </a:lnTo>
                  <a:lnTo>
                    <a:pt x="319220" y="20424"/>
                  </a:lnTo>
                  <a:lnTo>
                    <a:pt x="277479" y="35701"/>
                  </a:lnTo>
                  <a:lnTo>
                    <a:pt x="237765" y="54831"/>
                  </a:lnTo>
                  <a:lnTo>
                    <a:pt x="200306" y="77587"/>
                  </a:lnTo>
                  <a:lnTo>
                    <a:pt x="165331" y="103740"/>
                  </a:lnTo>
                  <a:lnTo>
                    <a:pt x="133067" y="133062"/>
                  </a:lnTo>
                  <a:lnTo>
                    <a:pt x="103745" y="165324"/>
                  </a:lnTo>
                  <a:lnTo>
                    <a:pt x="77591" y="200299"/>
                  </a:lnTo>
                  <a:lnTo>
                    <a:pt x="54834" y="237757"/>
                  </a:lnTo>
                  <a:lnTo>
                    <a:pt x="35702" y="277470"/>
                  </a:lnTo>
                  <a:lnTo>
                    <a:pt x="20425" y="319210"/>
                  </a:lnTo>
                  <a:lnTo>
                    <a:pt x="9230" y="362749"/>
                  </a:lnTo>
                  <a:lnTo>
                    <a:pt x="2345" y="407859"/>
                  </a:lnTo>
                  <a:lnTo>
                    <a:pt x="0" y="454310"/>
                  </a:lnTo>
                  <a:lnTo>
                    <a:pt x="2345" y="500762"/>
                  </a:lnTo>
                  <a:lnTo>
                    <a:pt x="9230" y="545872"/>
                  </a:lnTo>
                  <a:lnTo>
                    <a:pt x="20425" y="589411"/>
                  </a:lnTo>
                  <a:lnTo>
                    <a:pt x="35702" y="631152"/>
                  </a:lnTo>
                  <a:lnTo>
                    <a:pt x="54834" y="670866"/>
                  </a:lnTo>
                  <a:lnTo>
                    <a:pt x="77591" y="708325"/>
                  </a:lnTo>
                  <a:lnTo>
                    <a:pt x="103745" y="743300"/>
                  </a:lnTo>
                  <a:lnTo>
                    <a:pt x="133067" y="775564"/>
                  </a:lnTo>
                  <a:lnTo>
                    <a:pt x="165331" y="804886"/>
                  </a:lnTo>
                  <a:lnTo>
                    <a:pt x="200306" y="831040"/>
                  </a:lnTo>
                  <a:lnTo>
                    <a:pt x="237765" y="853797"/>
                  </a:lnTo>
                  <a:lnTo>
                    <a:pt x="277479" y="872929"/>
                  </a:lnTo>
                  <a:lnTo>
                    <a:pt x="319220" y="888206"/>
                  </a:lnTo>
                  <a:lnTo>
                    <a:pt x="362759" y="899401"/>
                  </a:lnTo>
                  <a:lnTo>
                    <a:pt x="407869" y="906286"/>
                  </a:lnTo>
                  <a:lnTo>
                    <a:pt x="454321" y="908632"/>
                  </a:lnTo>
                  <a:lnTo>
                    <a:pt x="500770" y="906286"/>
                  </a:lnTo>
                  <a:lnTo>
                    <a:pt x="545879" y="899401"/>
                  </a:lnTo>
                  <a:lnTo>
                    <a:pt x="589417" y="888206"/>
                  </a:lnTo>
                  <a:lnTo>
                    <a:pt x="631157" y="872929"/>
                  </a:lnTo>
                  <a:lnTo>
                    <a:pt x="670870" y="853797"/>
                  </a:lnTo>
                  <a:lnTo>
                    <a:pt x="708328" y="831040"/>
                  </a:lnTo>
                  <a:lnTo>
                    <a:pt x="743302" y="804886"/>
                  </a:lnTo>
                  <a:lnTo>
                    <a:pt x="775565" y="775564"/>
                  </a:lnTo>
                  <a:lnTo>
                    <a:pt x="804887" y="743300"/>
                  </a:lnTo>
                  <a:lnTo>
                    <a:pt x="831041" y="708325"/>
                  </a:lnTo>
                  <a:lnTo>
                    <a:pt x="853798" y="670866"/>
                  </a:lnTo>
                  <a:lnTo>
                    <a:pt x="872929" y="631152"/>
                  </a:lnTo>
                  <a:lnTo>
                    <a:pt x="888206" y="589411"/>
                  </a:lnTo>
                  <a:lnTo>
                    <a:pt x="899401" y="545872"/>
                  </a:lnTo>
                  <a:lnTo>
                    <a:pt x="906286" y="500762"/>
                  </a:lnTo>
                  <a:lnTo>
                    <a:pt x="908632" y="454310"/>
                  </a:lnTo>
                  <a:lnTo>
                    <a:pt x="906286" y="407859"/>
                  </a:lnTo>
                  <a:lnTo>
                    <a:pt x="899401" y="362749"/>
                  </a:lnTo>
                  <a:lnTo>
                    <a:pt x="888206" y="319210"/>
                  </a:lnTo>
                  <a:lnTo>
                    <a:pt x="872929" y="277470"/>
                  </a:lnTo>
                  <a:lnTo>
                    <a:pt x="853798" y="237757"/>
                  </a:lnTo>
                  <a:lnTo>
                    <a:pt x="831041" y="200299"/>
                  </a:lnTo>
                  <a:lnTo>
                    <a:pt x="804887" y="165324"/>
                  </a:lnTo>
                  <a:lnTo>
                    <a:pt x="775565" y="133062"/>
                  </a:lnTo>
                  <a:lnTo>
                    <a:pt x="743302" y="103740"/>
                  </a:lnTo>
                  <a:lnTo>
                    <a:pt x="708328" y="77587"/>
                  </a:lnTo>
                  <a:lnTo>
                    <a:pt x="670870" y="54831"/>
                  </a:lnTo>
                  <a:lnTo>
                    <a:pt x="631157" y="35701"/>
                  </a:lnTo>
                  <a:lnTo>
                    <a:pt x="589417" y="20424"/>
                  </a:lnTo>
                  <a:lnTo>
                    <a:pt x="545879" y="9229"/>
                  </a:lnTo>
                  <a:lnTo>
                    <a:pt x="500770" y="2345"/>
                  </a:lnTo>
                  <a:lnTo>
                    <a:pt x="454321" y="0"/>
                  </a:lnTo>
                  <a:close/>
                </a:path>
              </a:pathLst>
            </a:custGeom>
            <a:solidFill>
              <a:srgbClr val="696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6120086" y="3220168"/>
              <a:ext cx="821055" cy="821055"/>
            </a:xfrm>
            <a:custGeom>
              <a:avLst/>
              <a:gdLst/>
              <a:ahLst/>
              <a:cxnLst/>
              <a:rect l="l" t="t" r="r" b="b"/>
              <a:pathLst>
                <a:path w="821054" h="821054">
                  <a:moveTo>
                    <a:pt x="410343" y="0"/>
                  </a:moveTo>
                  <a:lnTo>
                    <a:pt x="362489" y="2760"/>
                  </a:lnTo>
                  <a:lnTo>
                    <a:pt x="316257" y="10837"/>
                  </a:lnTo>
                  <a:lnTo>
                    <a:pt x="271953" y="23923"/>
                  </a:lnTo>
                  <a:lnTo>
                    <a:pt x="229887" y="41708"/>
                  </a:lnTo>
                  <a:lnTo>
                    <a:pt x="190365" y="63887"/>
                  </a:lnTo>
                  <a:lnTo>
                    <a:pt x="153696" y="90150"/>
                  </a:lnTo>
                  <a:lnTo>
                    <a:pt x="120188" y="120190"/>
                  </a:lnTo>
                  <a:lnTo>
                    <a:pt x="90149" y="153698"/>
                  </a:lnTo>
                  <a:lnTo>
                    <a:pt x="63886" y="190368"/>
                  </a:lnTo>
                  <a:lnTo>
                    <a:pt x="41708" y="229890"/>
                  </a:lnTo>
                  <a:lnTo>
                    <a:pt x="23923" y="271958"/>
                  </a:lnTo>
                  <a:lnTo>
                    <a:pt x="10837" y="316263"/>
                  </a:lnTo>
                  <a:lnTo>
                    <a:pt x="2760" y="362498"/>
                  </a:lnTo>
                  <a:lnTo>
                    <a:pt x="0" y="410353"/>
                  </a:lnTo>
                  <a:lnTo>
                    <a:pt x="2760" y="458209"/>
                  </a:lnTo>
                  <a:lnTo>
                    <a:pt x="10837" y="504444"/>
                  </a:lnTo>
                  <a:lnTo>
                    <a:pt x="23923" y="548749"/>
                  </a:lnTo>
                  <a:lnTo>
                    <a:pt x="41708" y="590817"/>
                  </a:lnTo>
                  <a:lnTo>
                    <a:pt x="63886" y="630339"/>
                  </a:lnTo>
                  <a:lnTo>
                    <a:pt x="90149" y="667009"/>
                  </a:lnTo>
                  <a:lnTo>
                    <a:pt x="120188" y="700517"/>
                  </a:lnTo>
                  <a:lnTo>
                    <a:pt x="153696" y="730557"/>
                  </a:lnTo>
                  <a:lnTo>
                    <a:pt x="190365" y="756820"/>
                  </a:lnTo>
                  <a:lnTo>
                    <a:pt x="229887" y="778999"/>
                  </a:lnTo>
                  <a:lnTo>
                    <a:pt x="271953" y="796784"/>
                  </a:lnTo>
                  <a:lnTo>
                    <a:pt x="316257" y="809870"/>
                  </a:lnTo>
                  <a:lnTo>
                    <a:pt x="362489" y="817947"/>
                  </a:lnTo>
                  <a:lnTo>
                    <a:pt x="410343" y="820707"/>
                  </a:lnTo>
                  <a:lnTo>
                    <a:pt x="458199" y="817947"/>
                  </a:lnTo>
                  <a:lnTo>
                    <a:pt x="504433" y="809870"/>
                  </a:lnTo>
                  <a:lnTo>
                    <a:pt x="548738" y="796784"/>
                  </a:lnTo>
                  <a:lnTo>
                    <a:pt x="590806" y="778999"/>
                  </a:lnTo>
                  <a:lnTo>
                    <a:pt x="630329" y="756820"/>
                  </a:lnTo>
                  <a:lnTo>
                    <a:pt x="666998" y="730557"/>
                  </a:lnTo>
                  <a:lnTo>
                    <a:pt x="700507" y="700517"/>
                  </a:lnTo>
                  <a:lnTo>
                    <a:pt x="730547" y="667009"/>
                  </a:lnTo>
                  <a:lnTo>
                    <a:pt x="756810" y="630339"/>
                  </a:lnTo>
                  <a:lnTo>
                    <a:pt x="778988" y="590817"/>
                  </a:lnTo>
                  <a:lnTo>
                    <a:pt x="796774" y="548749"/>
                  </a:lnTo>
                  <a:lnTo>
                    <a:pt x="809859" y="504444"/>
                  </a:lnTo>
                  <a:lnTo>
                    <a:pt x="817936" y="458209"/>
                  </a:lnTo>
                  <a:lnTo>
                    <a:pt x="820697" y="410353"/>
                  </a:lnTo>
                  <a:lnTo>
                    <a:pt x="817936" y="362498"/>
                  </a:lnTo>
                  <a:lnTo>
                    <a:pt x="809859" y="316263"/>
                  </a:lnTo>
                  <a:lnTo>
                    <a:pt x="796774" y="271958"/>
                  </a:lnTo>
                  <a:lnTo>
                    <a:pt x="778988" y="229890"/>
                  </a:lnTo>
                  <a:lnTo>
                    <a:pt x="756810" y="190368"/>
                  </a:lnTo>
                  <a:lnTo>
                    <a:pt x="730547" y="153698"/>
                  </a:lnTo>
                  <a:lnTo>
                    <a:pt x="700507" y="120190"/>
                  </a:lnTo>
                  <a:lnTo>
                    <a:pt x="666998" y="90150"/>
                  </a:lnTo>
                  <a:lnTo>
                    <a:pt x="630329" y="63887"/>
                  </a:lnTo>
                  <a:lnTo>
                    <a:pt x="590806" y="41708"/>
                  </a:lnTo>
                  <a:lnTo>
                    <a:pt x="548738" y="23923"/>
                  </a:lnTo>
                  <a:lnTo>
                    <a:pt x="504433" y="10837"/>
                  </a:lnTo>
                  <a:lnTo>
                    <a:pt x="458199" y="2760"/>
                  </a:lnTo>
                  <a:lnTo>
                    <a:pt x="410343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6310602" y="3410696"/>
              <a:ext cx="440055" cy="440055"/>
            </a:xfrm>
            <a:custGeom>
              <a:avLst/>
              <a:gdLst/>
              <a:ahLst/>
              <a:cxnLst/>
              <a:rect l="l" t="t" r="r" b="b"/>
              <a:pathLst>
                <a:path w="440054" h="440054">
                  <a:moveTo>
                    <a:pt x="219825" y="0"/>
                  </a:moveTo>
                  <a:lnTo>
                    <a:pt x="175525" y="4465"/>
                  </a:lnTo>
                  <a:lnTo>
                    <a:pt x="134262" y="17274"/>
                  </a:lnTo>
                  <a:lnTo>
                    <a:pt x="96922" y="37541"/>
                  </a:lnTo>
                  <a:lnTo>
                    <a:pt x="64388" y="64384"/>
                  </a:lnTo>
                  <a:lnTo>
                    <a:pt x="37544" y="96917"/>
                  </a:lnTo>
                  <a:lnTo>
                    <a:pt x="17275" y="134258"/>
                  </a:lnTo>
                  <a:lnTo>
                    <a:pt x="4466" y="175522"/>
                  </a:lnTo>
                  <a:lnTo>
                    <a:pt x="0" y="219825"/>
                  </a:lnTo>
                  <a:lnTo>
                    <a:pt x="4466" y="264129"/>
                  </a:lnTo>
                  <a:lnTo>
                    <a:pt x="17275" y="305394"/>
                  </a:lnTo>
                  <a:lnTo>
                    <a:pt x="37544" y="342737"/>
                  </a:lnTo>
                  <a:lnTo>
                    <a:pt x="64388" y="375272"/>
                  </a:lnTo>
                  <a:lnTo>
                    <a:pt x="96922" y="402116"/>
                  </a:lnTo>
                  <a:lnTo>
                    <a:pt x="134262" y="422385"/>
                  </a:lnTo>
                  <a:lnTo>
                    <a:pt x="175525" y="435195"/>
                  </a:lnTo>
                  <a:lnTo>
                    <a:pt x="219825" y="439662"/>
                  </a:lnTo>
                  <a:lnTo>
                    <a:pt x="264129" y="435195"/>
                  </a:lnTo>
                  <a:lnTo>
                    <a:pt x="305394" y="422385"/>
                  </a:lnTo>
                  <a:lnTo>
                    <a:pt x="342737" y="402116"/>
                  </a:lnTo>
                  <a:lnTo>
                    <a:pt x="375272" y="375272"/>
                  </a:lnTo>
                  <a:lnTo>
                    <a:pt x="402116" y="342737"/>
                  </a:lnTo>
                  <a:lnTo>
                    <a:pt x="422385" y="305394"/>
                  </a:lnTo>
                  <a:lnTo>
                    <a:pt x="435195" y="264129"/>
                  </a:lnTo>
                  <a:lnTo>
                    <a:pt x="439662" y="219825"/>
                  </a:lnTo>
                  <a:lnTo>
                    <a:pt x="435195" y="175522"/>
                  </a:lnTo>
                  <a:lnTo>
                    <a:pt x="422385" y="134258"/>
                  </a:lnTo>
                  <a:lnTo>
                    <a:pt x="402116" y="96917"/>
                  </a:lnTo>
                  <a:lnTo>
                    <a:pt x="375272" y="64384"/>
                  </a:lnTo>
                  <a:lnTo>
                    <a:pt x="342737" y="37541"/>
                  </a:lnTo>
                  <a:lnTo>
                    <a:pt x="305394" y="17274"/>
                  </a:lnTo>
                  <a:lnTo>
                    <a:pt x="264129" y="4465"/>
                  </a:lnTo>
                  <a:lnTo>
                    <a:pt x="21982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4976114" y="3483971"/>
              <a:ext cx="1701164" cy="293370"/>
            </a:xfrm>
            <a:custGeom>
              <a:avLst/>
              <a:gdLst/>
              <a:ahLst/>
              <a:cxnLst/>
              <a:rect l="l" t="t" r="r" b="b"/>
              <a:pathLst>
                <a:path w="1701165" h="293370">
                  <a:moveTo>
                    <a:pt x="293116" y="146558"/>
                  </a:moveTo>
                  <a:lnTo>
                    <a:pt x="285635" y="100228"/>
                  </a:lnTo>
                  <a:lnTo>
                    <a:pt x="264833" y="60007"/>
                  </a:lnTo>
                  <a:lnTo>
                    <a:pt x="233108" y="28282"/>
                  </a:lnTo>
                  <a:lnTo>
                    <a:pt x="192887" y="7480"/>
                  </a:lnTo>
                  <a:lnTo>
                    <a:pt x="146558" y="0"/>
                  </a:lnTo>
                  <a:lnTo>
                    <a:pt x="100241" y="7480"/>
                  </a:lnTo>
                  <a:lnTo>
                    <a:pt x="60007" y="28282"/>
                  </a:lnTo>
                  <a:lnTo>
                    <a:pt x="28282" y="60007"/>
                  </a:lnTo>
                  <a:lnTo>
                    <a:pt x="7467" y="100228"/>
                  </a:lnTo>
                  <a:lnTo>
                    <a:pt x="0" y="146558"/>
                  </a:lnTo>
                  <a:lnTo>
                    <a:pt x="7467" y="192874"/>
                  </a:lnTo>
                  <a:lnTo>
                    <a:pt x="28282" y="233108"/>
                  </a:lnTo>
                  <a:lnTo>
                    <a:pt x="60007" y="264833"/>
                  </a:lnTo>
                  <a:lnTo>
                    <a:pt x="100241" y="285635"/>
                  </a:lnTo>
                  <a:lnTo>
                    <a:pt x="146558" y="293103"/>
                  </a:lnTo>
                  <a:lnTo>
                    <a:pt x="192887" y="285635"/>
                  </a:lnTo>
                  <a:lnTo>
                    <a:pt x="233108" y="264833"/>
                  </a:lnTo>
                  <a:lnTo>
                    <a:pt x="264833" y="233108"/>
                  </a:lnTo>
                  <a:lnTo>
                    <a:pt x="285635" y="192874"/>
                  </a:lnTo>
                  <a:lnTo>
                    <a:pt x="293116" y="146558"/>
                  </a:lnTo>
                  <a:close/>
                </a:path>
                <a:path w="1701165" h="293370">
                  <a:moveTo>
                    <a:pt x="1700872" y="146558"/>
                  </a:moveTo>
                  <a:lnTo>
                    <a:pt x="1693392" y="100228"/>
                  </a:lnTo>
                  <a:lnTo>
                    <a:pt x="1672590" y="60007"/>
                  </a:lnTo>
                  <a:lnTo>
                    <a:pt x="1640865" y="28282"/>
                  </a:lnTo>
                  <a:lnTo>
                    <a:pt x="1600644" y="7480"/>
                  </a:lnTo>
                  <a:lnTo>
                    <a:pt x="1554314" y="0"/>
                  </a:lnTo>
                  <a:lnTo>
                    <a:pt x="1507998" y="7480"/>
                  </a:lnTo>
                  <a:lnTo>
                    <a:pt x="1467764" y="28282"/>
                  </a:lnTo>
                  <a:lnTo>
                    <a:pt x="1436039" y="60007"/>
                  </a:lnTo>
                  <a:lnTo>
                    <a:pt x="1415224" y="100228"/>
                  </a:lnTo>
                  <a:lnTo>
                    <a:pt x="1407756" y="146558"/>
                  </a:lnTo>
                  <a:lnTo>
                    <a:pt x="1415224" y="192874"/>
                  </a:lnTo>
                  <a:lnTo>
                    <a:pt x="1436039" y="233108"/>
                  </a:lnTo>
                  <a:lnTo>
                    <a:pt x="1467764" y="264833"/>
                  </a:lnTo>
                  <a:lnTo>
                    <a:pt x="1507998" y="285635"/>
                  </a:lnTo>
                  <a:lnTo>
                    <a:pt x="1554314" y="293103"/>
                  </a:lnTo>
                  <a:lnTo>
                    <a:pt x="1600644" y="285635"/>
                  </a:lnTo>
                  <a:lnTo>
                    <a:pt x="1640865" y="264833"/>
                  </a:lnTo>
                  <a:lnTo>
                    <a:pt x="1672590" y="233108"/>
                  </a:lnTo>
                  <a:lnTo>
                    <a:pt x="1693392" y="192874"/>
                  </a:lnTo>
                  <a:lnTo>
                    <a:pt x="1700872" y="146558"/>
                  </a:lnTo>
                  <a:close/>
                </a:path>
              </a:pathLst>
            </a:custGeom>
            <a:solidFill>
              <a:srgbClr val="D9F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638445" y="3366724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5" h="366395">
                  <a:moveTo>
                    <a:pt x="366386" y="0"/>
                  </a:moveTo>
                  <a:lnTo>
                    <a:pt x="0" y="0"/>
                  </a:lnTo>
                  <a:lnTo>
                    <a:pt x="0" y="366386"/>
                  </a:lnTo>
                  <a:lnTo>
                    <a:pt x="366386" y="366386"/>
                  </a:lnTo>
                  <a:lnTo>
                    <a:pt x="366386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5638444" y="3399338"/>
              <a:ext cx="366395" cy="299085"/>
            </a:xfrm>
            <a:custGeom>
              <a:avLst/>
              <a:gdLst/>
              <a:ahLst/>
              <a:cxnLst/>
              <a:rect l="l" t="t" r="r" b="b"/>
              <a:pathLst>
                <a:path w="366395" h="299085">
                  <a:moveTo>
                    <a:pt x="366382" y="275971"/>
                  </a:moveTo>
                  <a:lnTo>
                    <a:pt x="0" y="275971"/>
                  </a:lnTo>
                  <a:lnTo>
                    <a:pt x="0" y="298691"/>
                  </a:lnTo>
                  <a:lnTo>
                    <a:pt x="366382" y="298691"/>
                  </a:lnTo>
                  <a:lnTo>
                    <a:pt x="366382" y="275971"/>
                  </a:lnTo>
                  <a:close/>
                </a:path>
                <a:path w="366395" h="299085">
                  <a:moveTo>
                    <a:pt x="366382" y="0"/>
                  </a:moveTo>
                  <a:lnTo>
                    <a:pt x="0" y="0"/>
                  </a:lnTo>
                  <a:lnTo>
                    <a:pt x="0" y="22720"/>
                  </a:lnTo>
                  <a:lnTo>
                    <a:pt x="366382" y="22720"/>
                  </a:lnTo>
                  <a:lnTo>
                    <a:pt x="366382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4437913" y="2475248"/>
              <a:ext cx="2792730" cy="1155700"/>
            </a:xfrm>
            <a:custGeom>
              <a:avLst/>
              <a:gdLst/>
              <a:ahLst/>
              <a:cxnLst/>
              <a:rect l="l" t="t" r="r" b="b"/>
              <a:pathLst>
                <a:path w="2792729" h="1155700">
                  <a:moveTo>
                    <a:pt x="2546832" y="54965"/>
                  </a:moveTo>
                  <a:lnTo>
                    <a:pt x="2542514" y="33566"/>
                  </a:lnTo>
                  <a:lnTo>
                    <a:pt x="2530741" y="16103"/>
                  </a:lnTo>
                  <a:lnTo>
                    <a:pt x="2513266" y="4318"/>
                  </a:lnTo>
                  <a:lnTo>
                    <a:pt x="2491867" y="0"/>
                  </a:lnTo>
                  <a:lnTo>
                    <a:pt x="1566913" y="0"/>
                  </a:lnTo>
                  <a:lnTo>
                    <a:pt x="379183" y="0"/>
                  </a:lnTo>
                  <a:lnTo>
                    <a:pt x="340131" y="6489"/>
                  </a:lnTo>
                  <a:lnTo>
                    <a:pt x="305269" y="25247"/>
                  </a:lnTo>
                  <a:lnTo>
                    <a:pt x="16027" y="248970"/>
                  </a:lnTo>
                  <a:lnTo>
                    <a:pt x="0" y="290995"/>
                  </a:lnTo>
                  <a:lnTo>
                    <a:pt x="9753" y="311442"/>
                  </a:lnTo>
                  <a:lnTo>
                    <a:pt x="30060" y="324459"/>
                  </a:lnTo>
                  <a:lnTo>
                    <a:pt x="1566913" y="784009"/>
                  </a:lnTo>
                  <a:lnTo>
                    <a:pt x="1566913" y="476250"/>
                  </a:lnTo>
                  <a:lnTo>
                    <a:pt x="2092515" y="109918"/>
                  </a:lnTo>
                  <a:lnTo>
                    <a:pt x="2491867" y="109918"/>
                  </a:lnTo>
                  <a:lnTo>
                    <a:pt x="2513266" y="105600"/>
                  </a:lnTo>
                  <a:lnTo>
                    <a:pt x="2530741" y="93814"/>
                  </a:lnTo>
                  <a:lnTo>
                    <a:pt x="2542514" y="76352"/>
                  </a:lnTo>
                  <a:lnTo>
                    <a:pt x="2546832" y="54965"/>
                  </a:lnTo>
                  <a:close/>
                </a:path>
                <a:path w="2792729" h="1155700">
                  <a:moveTo>
                    <a:pt x="2792730" y="1155280"/>
                  </a:moveTo>
                  <a:lnTo>
                    <a:pt x="2646083" y="515327"/>
                  </a:lnTo>
                  <a:lnTo>
                    <a:pt x="2614345" y="515327"/>
                  </a:lnTo>
                  <a:lnTo>
                    <a:pt x="2541066" y="515327"/>
                  </a:lnTo>
                  <a:lnTo>
                    <a:pt x="1715465" y="515327"/>
                  </a:lnTo>
                  <a:lnTo>
                    <a:pt x="1715465" y="620356"/>
                  </a:lnTo>
                  <a:lnTo>
                    <a:pt x="2565133" y="620356"/>
                  </a:lnTo>
                  <a:lnTo>
                    <a:pt x="2687713" y="1155280"/>
                  </a:lnTo>
                  <a:lnTo>
                    <a:pt x="2792730" y="1155280"/>
                  </a:lnTo>
                  <a:close/>
                </a:path>
              </a:pathLst>
            </a:custGeom>
            <a:solidFill>
              <a:srgbClr val="83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6442454" y="2647393"/>
              <a:ext cx="512445" cy="343535"/>
            </a:xfrm>
            <a:custGeom>
              <a:avLst/>
              <a:gdLst/>
              <a:ahLst/>
              <a:cxnLst/>
              <a:rect l="l" t="t" r="r" b="b"/>
              <a:pathLst>
                <a:path w="512445" h="343535">
                  <a:moveTo>
                    <a:pt x="306870" y="0"/>
                  </a:moveTo>
                  <a:lnTo>
                    <a:pt x="0" y="0"/>
                  </a:lnTo>
                  <a:lnTo>
                    <a:pt x="0" y="343183"/>
                  </a:lnTo>
                  <a:lnTo>
                    <a:pt x="512172" y="343183"/>
                  </a:lnTo>
                  <a:lnTo>
                    <a:pt x="306870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6442443" y="2724333"/>
              <a:ext cx="367030" cy="266700"/>
            </a:xfrm>
            <a:custGeom>
              <a:avLst/>
              <a:gdLst/>
              <a:ahLst/>
              <a:cxnLst/>
              <a:rect l="l" t="t" r="r" b="b"/>
              <a:pathLst>
                <a:path w="367029" h="266700">
                  <a:moveTo>
                    <a:pt x="366458" y="158762"/>
                  </a:moveTo>
                  <a:lnTo>
                    <a:pt x="263829" y="0"/>
                  </a:lnTo>
                  <a:lnTo>
                    <a:pt x="0" y="0"/>
                  </a:lnTo>
                  <a:lnTo>
                    <a:pt x="0" y="158775"/>
                  </a:lnTo>
                  <a:lnTo>
                    <a:pt x="345503" y="158775"/>
                  </a:lnTo>
                  <a:lnTo>
                    <a:pt x="345503" y="266242"/>
                  </a:lnTo>
                  <a:lnTo>
                    <a:pt x="366458" y="266242"/>
                  </a:lnTo>
                  <a:lnTo>
                    <a:pt x="366458" y="158775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4505144" y="2585161"/>
              <a:ext cx="2025650" cy="674370"/>
            </a:xfrm>
            <a:custGeom>
              <a:avLst/>
              <a:gdLst/>
              <a:ahLst/>
              <a:cxnLst/>
              <a:rect l="l" t="t" r="r" b="b"/>
              <a:pathLst>
                <a:path w="2025650" h="674370">
                  <a:moveTo>
                    <a:pt x="2025289" y="0"/>
                  </a:moveTo>
                  <a:lnTo>
                    <a:pt x="288996" y="0"/>
                  </a:lnTo>
                  <a:lnTo>
                    <a:pt x="0" y="225658"/>
                  </a:lnTo>
                  <a:lnTo>
                    <a:pt x="1499692" y="674094"/>
                  </a:lnTo>
                  <a:lnTo>
                    <a:pt x="1499692" y="366334"/>
                  </a:lnTo>
                  <a:lnTo>
                    <a:pt x="2025289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4862728" y="2529820"/>
              <a:ext cx="1226185" cy="729615"/>
            </a:xfrm>
            <a:custGeom>
              <a:avLst/>
              <a:gdLst/>
              <a:ahLst/>
              <a:cxnLst/>
              <a:rect l="l" t="t" r="r" b="b"/>
              <a:pathLst>
                <a:path w="1226185" h="729614">
                  <a:moveTo>
                    <a:pt x="84124" y="55295"/>
                  </a:moveTo>
                  <a:lnTo>
                    <a:pt x="0" y="55295"/>
                  </a:lnTo>
                  <a:lnTo>
                    <a:pt x="0" y="387972"/>
                  </a:lnTo>
                  <a:lnTo>
                    <a:pt x="84124" y="413029"/>
                  </a:lnTo>
                  <a:lnTo>
                    <a:pt x="84124" y="55295"/>
                  </a:lnTo>
                  <a:close/>
                </a:path>
                <a:path w="1226185" h="729614">
                  <a:moveTo>
                    <a:pt x="374738" y="55295"/>
                  </a:moveTo>
                  <a:lnTo>
                    <a:pt x="290614" y="55295"/>
                  </a:lnTo>
                  <a:lnTo>
                    <a:pt x="290614" y="474865"/>
                  </a:lnTo>
                  <a:lnTo>
                    <a:pt x="374738" y="499935"/>
                  </a:lnTo>
                  <a:lnTo>
                    <a:pt x="374738" y="55295"/>
                  </a:lnTo>
                  <a:close/>
                </a:path>
                <a:path w="1226185" h="729614">
                  <a:moveTo>
                    <a:pt x="650697" y="55295"/>
                  </a:moveTo>
                  <a:lnTo>
                    <a:pt x="566724" y="55295"/>
                  </a:lnTo>
                  <a:lnTo>
                    <a:pt x="566724" y="557377"/>
                  </a:lnTo>
                  <a:lnTo>
                    <a:pt x="650697" y="582447"/>
                  </a:lnTo>
                  <a:lnTo>
                    <a:pt x="650697" y="55295"/>
                  </a:lnTo>
                  <a:close/>
                </a:path>
                <a:path w="1226185" h="729614">
                  <a:moveTo>
                    <a:pt x="941463" y="55295"/>
                  </a:moveTo>
                  <a:lnTo>
                    <a:pt x="857338" y="55295"/>
                  </a:lnTo>
                  <a:lnTo>
                    <a:pt x="857338" y="644296"/>
                  </a:lnTo>
                  <a:lnTo>
                    <a:pt x="941463" y="669493"/>
                  </a:lnTo>
                  <a:lnTo>
                    <a:pt x="941463" y="55295"/>
                  </a:lnTo>
                  <a:close/>
                </a:path>
                <a:path w="1226185" h="729614">
                  <a:moveTo>
                    <a:pt x="1226185" y="0"/>
                  </a:moveTo>
                  <a:lnTo>
                    <a:pt x="1142098" y="0"/>
                  </a:lnTo>
                  <a:lnTo>
                    <a:pt x="1142098" y="729437"/>
                  </a:lnTo>
                  <a:lnTo>
                    <a:pt x="1226185" y="729437"/>
                  </a:lnTo>
                  <a:lnTo>
                    <a:pt x="1226185" y="0"/>
                  </a:lnTo>
                  <a:close/>
                </a:path>
              </a:pathLst>
            </a:custGeom>
            <a:solidFill>
              <a:srgbClr val="83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4505127" y="2585177"/>
              <a:ext cx="2025650" cy="240029"/>
            </a:xfrm>
            <a:custGeom>
              <a:avLst/>
              <a:gdLst/>
              <a:ahLst/>
              <a:cxnLst/>
              <a:rect l="l" t="t" r="r" b="b"/>
              <a:pathLst>
                <a:path w="2025650" h="240030">
                  <a:moveTo>
                    <a:pt x="2025310" y="0"/>
                  </a:moveTo>
                  <a:lnTo>
                    <a:pt x="289059" y="0"/>
                  </a:lnTo>
                  <a:lnTo>
                    <a:pt x="0" y="225605"/>
                  </a:lnTo>
                  <a:lnTo>
                    <a:pt x="46815" y="239605"/>
                  </a:lnTo>
                  <a:lnTo>
                    <a:pt x="307236" y="36354"/>
                  </a:lnTo>
                  <a:lnTo>
                    <a:pt x="1973133" y="36354"/>
                  </a:lnTo>
                  <a:lnTo>
                    <a:pt x="2025310" y="0"/>
                  </a:lnTo>
                  <a:close/>
                </a:path>
              </a:pathLst>
            </a:custGeom>
            <a:solidFill>
              <a:srgbClr val="696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7171917" y="3012557"/>
              <a:ext cx="33655" cy="133350"/>
            </a:xfrm>
            <a:custGeom>
              <a:avLst/>
              <a:gdLst/>
              <a:ahLst/>
              <a:cxnLst/>
              <a:rect l="l" t="t" r="r" b="b"/>
              <a:pathLst>
                <a:path w="33654" h="133350">
                  <a:moveTo>
                    <a:pt x="33140" y="0"/>
                  </a:moveTo>
                  <a:lnTo>
                    <a:pt x="0" y="0"/>
                  </a:lnTo>
                  <a:lnTo>
                    <a:pt x="0" y="133116"/>
                  </a:lnTo>
                  <a:lnTo>
                    <a:pt x="33140" y="133116"/>
                  </a:lnTo>
                  <a:lnTo>
                    <a:pt x="33140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 descr=""/>
          <p:cNvSpPr/>
          <p:nvPr/>
        </p:nvSpPr>
        <p:spPr>
          <a:xfrm>
            <a:off x="15113812" y="5430138"/>
            <a:ext cx="127635" cy="83185"/>
          </a:xfrm>
          <a:custGeom>
            <a:avLst/>
            <a:gdLst/>
            <a:ahLst/>
            <a:cxnLst/>
            <a:rect l="l" t="t" r="r" b="b"/>
            <a:pathLst>
              <a:path w="127634" h="83185">
                <a:moveTo>
                  <a:pt x="127022" y="0"/>
                </a:moveTo>
                <a:lnTo>
                  <a:pt x="0" y="0"/>
                </a:lnTo>
                <a:lnTo>
                  <a:pt x="0" y="83044"/>
                </a:lnTo>
                <a:lnTo>
                  <a:pt x="127022" y="83044"/>
                </a:lnTo>
                <a:lnTo>
                  <a:pt x="127022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9" name="object 79" descr=""/>
          <p:cNvGrpSpPr/>
          <p:nvPr/>
        </p:nvGrpSpPr>
        <p:grpSpPr>
          <a:xfrm>
            <a:off x="14155669" y="5477460"/>
            <a:ext cx="2043430" cy="557530"/>
            <a:chOff x="14155669" y="5477460"/>
            <a:chExt cx="2043430" cy="557530"/>
          </a:xfrm>
        </p:grpSpPr>
        <p:sp>
          <p:nvSpPr>
            <p:cNvPr id="80" name="object 80" descr=""/>
            <p:cNvSpPr/>
            <p:nvPr/>
          </p:nvSpPr>
          <p:spPr>
            <a:xfrm>
              <a:off x="15612771" y="5568773"/>
              <a:ext cx="521970" cy="377190"/>
            </a:xfrm>
            <a:custGeom>
              <a:avLst/>
              <a:gdLst/>
              <a:ahLst/>
              <a:cxnLst/>
              <a:rect l="l" t="t" r="r" b="b"/>
              <a:pathLst>
                <a:path w="521969" h="377189">
                  <a:moveTo>
                    <a:pt x="521701" y="0"/>
                  </a:moveTo>
                  <a:lnTo>
                    <a:pt x="0" y="0"/>
                  </a:lnTo>
                  <a:lnTo>
                    <a:pt x="0" y="376857"/>
                  </a:lnTo>
                  <a:lnTo>
                    <a:pt x="521701" y="376857"/>
                  </a:lnTo>
                  <a:lnTo>
                    <a:pt x="521701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5749950" y="5596770"/>
              <a:ext cx="327025" cy="24765"/>
            </a:xfrm>
            <a:custGeom>
              <a:avLst/>
              <a:gdLst/>
              <a:ahLst/>
              <a:cxnLst/>
              <a:rect l="l" t="t" r="r" b="b"/>
              <a:pathLst>
                <a:path w="327025" h="24764">
                  <a:moveTo>
                    <a:pt x="320984" y="0"/>
                  </a:moveTo>
                  <a:lnTo>
                    <a:pt x="5486" y="0"/>
                  </a:lnTo>
                  <a:lnTo>
                    <a:pt x="0" y="5486"/>
                  </a:lnTo>
                  <a:lnTo>
                    <a:pt x="0" y="19036"/>
                  </a:lnTo>
                  <a:lnTo>
                    <a:pt x="5486" y="24522"/>
                  </a:lnTo>
                  <a:lnTo>
                    <a:pt x="314210" y="24522"/>
                  </a:lnTo>
                  <a:lnTo>
                    <a:pt x="320984" y="24522"/>
                  </a:lnTo>
                  <a:lnTo>
                    <a:pt x="326471" y="19036"/>
                  </a:lnTo>
                  <a:lnTo>
                    <a:pt x="326471" y="5486"/>
                  </a:lnTo>
                  <a:lnTo>
                    <a:pt x="32098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4741869" y="5477460"/>
              <a:ext cx="871219" cy="557530"/>
            </a:xfrm>
            <a:custGeom>
              <a:avLst/>
              <a:gdLst/>
              <a:ahLst/>
              <a:cxnLst/>
              <a:rect l="l" t="t" r="r" b="b"/>
              <a:pathLst>
                <a:path w="871219" h="557529">
                  <a:moveTo>
                    <a:pt x="435452" y="0"/>
                  </a:moveTo>
                  <a:lnTo>
                    <a:pt x="387502" y="4112"/>
                  </a:lnTo>
                  <a:lnTo>
                    <a:pt x="342217" y="15988"/>
                  </a:lnTo>
                  <a:lnTo>
                    <a:pt x="300286" y="34941"/>
                  </a:lnTo>
                  <a:lnTo>
                    <a:pt x="262397" y="60280"/>
                  </a:lnTo>
                  <a:lnTo>
                    <a:pt x="229239" y="91316"/>
                  </a:lnTo>
                  <a:lnTo>
                    <a:pt x="0" y="91316"/>
                  </a:lnTo>
                  <a:lnTo>
                    <a:pt x="0" y="465619"/>
                  </a:lnTo>
                  <a:lnTo>
                    <a:pt x="229218" y="465619"/>
                  </a:lnTo>
                  <a:lnTo>
                    <a:pt x="262378" y="496667"/>
                  </a:lnTo>
                  <a:lnTo>
                    <a:pt x="300270" y="522014"/>
                  </a:lnTo>
                  <a:lnTo>
                    <a:pt x="342205" y="540973"/>
                  </a:lnTo>
                  <a:lnTo>
                    <a:pt x="387496" y="552854"/>
                  </a:lnTo>
                  <a:lnTo>
                    <a:pt x="435452" y="556967"/>
                  </a:lnTo>
                  <a:lnTo>
                    <a:pt x="483404" y="552854"/>
                  </a:lnTo>
                  <a:lnTo>
                    <a:pt x="528692" y="540973"/>
                  </a:lnTo>
                  <a:lnTo>
                    <a:pt x="570627" y="522014"/>
                  </a:lnTo>
                  <a:lnTo>
                    <a:pt x="608522" y="496667"/>
                  </a:lnTo>
                  <a:lnTo>
                    <a:pt x="641687" y="465619"/>
                  </a:lnTo>
                  <a:lnTo>
                    <a:pt x="870894" y="465619"/>
                  </a:lnTo>
                  <a:lnTo>
                    <a:pt x="870894" y="91316"/>
                  </a:lnTo>
                  <a:lnTo>
                    <a:pt x="641666" y="91316"/>
                  </a:lnTo>
                  <a:lnTo>
                    <a:pt x="608502" y="60280"/>
                  </a:lnTo>
                  <a:lnTo>
                    <a:pt x="570611" y="34941"/>
                  </a:lnTo>
                  <a:lnTo>
                    <a:pt x="528680" y="15988"/>
                  </a:lnTo>
                  <a:lnTo>
                    <a:pt x="483398" y="4112"/>
                  </a:lnTo>
                  <a:lnTo>
                    <a:pt x="435452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4800544" y="5536024"/>
              <a:ext cx="359410" cy="116205"/>
            </a:xfrm>
            <a:custGeom>
              <a:avLst/>
              <a:gdLst/>
              <a:ahLst/>
              <a:cxnLst/>
              <a:rect l="l" t="t" r="r" b="b"/>
              <a:pathLst>
                <a:path w="359409" h="116204">
                  <a:moveTo>
                    <a:pt x="348408" y="0"/>
                  </a:moveTo>
                  <a:lnTo>
                    <a:pt x="297300" y="13744"/>
                  </a:lnTo>
                  <a:lnTo>
                    <a:pt x="256708" y="32266"/>
                  </a:lnTo>
                  <a:lnTo>
                    <a:pt x="219427" y="56842"/>
                  </a:lnTo>
                  <a:lnTo>
                    <a:pt x="185962" y="87191"/>
                  </a:lnTo>
                  <a:lnTo>
                    <a:pt x="6366" y="87191"/>
                  </a:lnTo>
                  <a:lnTo>
                    <a:pt x="0" y="93567"/>
                  </a:lnTo>
                  <a:lnTo>
                    <a:pt x="0" y="109295"/>
                  </a:lnTo>
                  <a:lnTo>
                    <a:pt x="6366" y="115671"/>
                  </a:lnTo>
                  <a:lnTo>
                    <a:pt x="198475" y="115671"/>
                  </a:lnTo>
                  <a:lnTo>
                    <a:pt x="202716" y="111001"/>
                  </a:lnTo>
                  <a:lnTo>
                    <a:pt x="233509" y="82016"/>
                  </a:lnTo>
                  <a:lnTo>
                    <a:pt x="268036" y="58578"/>
                  </a:lnTo>
                  <a:lnTo>
                    <a:pt x="305795" y="40972"/>
                  </a:lnTo>
                  <a:lnTo>
                    <a:pt x="346282" y="29486"/>
                  </a:lnTo>
                  <a:lnTo>
                    <a:pt x="353999" y="27946"/>
                  </a:lnTo>
                  <a:lnTo>
                    <a:pt x="359004" y="20439"/>
                  </a:lnTo>
                  <a:lnTo>
                    <a:pt x="355915" y="5015"/>
                  </a:lnTo>
                  <a:lnTo>
                    <a:pt x="34840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4220164" y="5568877"/>
              <a:ext cx="522605" cy="375920"/>
            </a:xfrm>
            <a:custGeom>
              <a:avLst/>
              <a:gdLst/>
              <a:ahLst/>
              <a:cxnLst/>
              <a:rect l="l" t="t" r="r" b="b"/>
              <a:pathLst>
                <a:path w="522605" h="375920">
                  <a:moveTo>
                    <a:pt x="522036" y="0"/>
                  </a:moveTo>
                  <a:lnTo>
                    <a:pt x="0" y="0"/>
                  </a:lnTo>
                  <a:lnTo>
                    <a:pt x="0" y="375485"/>
                  </a:lnTo>
                  <a:lnTo>
                    <a:pt x="522036" y="375485"/>
                  </a:lnTo>
                  <a:lnTo>
                    <a:pt x="522036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4283066" y="5615849"/>
              <a:ext cx="327025" cy="24765"/>
            </a:xfrm>
            <a:custGeom>
              <a:avLst/>
              <a:gdLst/>
              <a:ahLst/>
              <a:cxnLst/>
              <a:rect l="l" t="t" r="r" b="b"/>
              <a:pathLst>
                <a:path w="327025" h="24764">
                  <a:moveTo>
                    <a:pt x="320995" y="0"/>
                  </a:moveTo>
                  <a:lnTo>
                    <a:pt x="5497" y="0"/>
                  </a:lnTo>
                  <a:lnTo>
                    <a:pt x="0" y="5486"/>
                  </a:lnTo>
                  <a:lnTo>
                    <a:pt x="0" y="19036"/>
                  </a:lnTo>
                  <a:lnTo>
                    <a:pt x="5497" y="24522"/>
                  </a:lnTo>
                  <a:lnTo>
                    <a:pt x="314220" y="24522"/>
                  </a:lnTo>
                  <a:lnTo>
                    <a:pt x="320995" y="24522"/>
                  </a:lnTo>
                  <a:lnTo>
                    <a:pt x="326482" y="19036"/>
                  </a:lnTo>
                  <a:lnTo>
                    <a:pt x="326482" y="5486"/>
                  </a:lnTo>
                  <a:lnTo>
                    <a:pt x="32099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4155662" y="5532786"/>
              <a:ext cx="2043430" cy="447675"/>
            </a:xfrm>
            <a:custGeom>
              <a:avLst/>
              <a:gdLst/>
              <a:ahLst/>
              <a:cxnLst/>
              <a:rect l="l" t="t" r="r" b="b"/>
              <a:pathLst>
                <a:path w="2043430" h="447675">
                  <a:moveTo>
                    <a:pt x="64503" y="21196"/>
                  </a:moveTo>
                  <a:lnTo>
                    <a:pt x="62839" y="12941"/>
                  </a:lnTo>
                  <a:lnTo>
                    <a:pt x="58293" y="6210"/>
                  </a:lnTo>
                  <a:lnTo>
                    <a:pt x="51562" y="1663"/>
                  </a:lnTo>
                  <a:lnTo>
                    <a:pt x="43307" y="0"/>
                  </a:lnTo>
                  <a:lnTo>
                    <a:pt x="21196" y="0"/>
                  </a:lnTo>
                  <a:lnTo>
                    <a:pt x="12941" y="1663"/>
                  </a:lnTo>
                  <a:lnTo>
                    <a:pt x="6210" y="6210"/>
                  </a:lnTo>
                  <a:lnTo>
                    <a:pt x="1663" y="12941"/>
                  </a:lnTo>
                  <a:lnTo>
                    <a:pt x="0" y="21196"/>
                  </a:lnTo>
                  <a:lnTo>
                    <a:pt x="0" y="425119"/>
                  </a:lnTo>
                  <a:lnTo>
                    <a:pt x="1663" y="433374"/>
                  </a:lnTo>
                  <a:lnTo>
                    <a:pt x="6210" y="440105"/>
                  </a:lnTo>
                  <a:lnTo>
                    <a:pt x="12941" y="444652"/>
                  </a:lnTo>
                  <a:lnTo>
                    <a:pt x="21196" y="446316"/>
                  </a:lnTo>
                  <a:lnTo>
                    <a:pt x="43307" y="446316"/>
                  </a:lnTo>
                  <a:lnTo>
                    <a:pt x="51562" y="444652"/>
                  </a:lnTo>
                  <a:lnTo>
                    <a:pt x="58293" y="440105"/>
                  </a:lnTo>
                  <a:lnTo>
                    <a:pt x="62839" y="433374"/>
                  </a:lnTo>
                  <a:lnTo>
                    <a:pt x="64503" y="425132"/>
                  </a:lnTo>
                  <a:lnTo>
                    <a:pt x="64503" y="21196"/>
                  </a:lnTo>
                  <a:close/>
                </a:path>
                <a:path w="2043430" h="447675">
                  <a:moveTo>
                    <a:pt x="586206" y="21196"/>
                  </a:moveTo>
                  <a:lnTo>
                    <a:pt x="584542" y="12941"/>
                  </a:lnTo>
                  <a:lnTo>
                    <a:pt x="579996" y="6210"/>
                  </a:lnTo>
                  <a:lnTo>
                    <a:pt x="573265" y="1663"/>
                  </a:lnTo>
                  <a:lnTo>
                    <a:pt x="565010" y="0"/>
                  </a:lnTo>
                  <a:lnTo>
                    <a:pt x="542899" y="0"/>
                  </a:lnTo>
                  <a:lnTo>
                    <a:pt x="534644" y="1663"/>
                  </a:lnTo>
                  <a:lnTo>
                    <a:pt x="527913" y="6210"/>
                  </a:lnTo>
                  <a:lnTo>
                    <a:pt x="523367" y="12941"/>
                  </a:lnTo>
                  <a:lnTo>
                    <a:pt x="521703" y="21196"/>
                  </a:lnTo>
                  <a:lnTo>
                    <a:pt x="521703" y="425119"/>
                  </a:lnTo>
                  <a:lnTo>
                    <a:pt x="523367" y="433374"/>
                  </a:lnTo>
                  <a:lnTo>
                    <a:pt x="527913" y="440105"/>
                  </a:lnTo>
                  <a:lnTo>
                    <a:pt x="534644" y="444652"/>
                  </a:lnTo>
                  <a:lnTo>
                    <a:pt x="542899" y="446316"/>
                  </a:lnTo>
                  <a:lnTo>
                    <a:pt x="565010" y="446316"/>
                  </a:lnTo>
                  <a:lnTo>
                    <a:pt x="573265" y="444652"/>
                  </a:lnTo>
                  <a:lnTo>
                    <a:pt x="579996" y="440105"/>
                  </a:lnTo>
                  <a:lnTo>
                    <a:pt x="584542" y="433374"/>
                  </a:lnTo>
                  <a:lnTo>
                    <a:pt x="586206" y="425119"/>
                  </a:lnTo>
                  <a:lnTo>
                    <a:pt x="586206" y="21196"/>
                  </a:lnTo>
                  <a:close/>
                </a:path>
                <a:path w="2043430" h="447675">
                  <a:moveTo>
                    <a:pt x="1521599" y="21196"/>
                  </a:moveTo>
                  <a:lnTo>
                    <a:pt x="1519936" y="12941"/>
                  </a:lnTo>
                  <a:lnTo>
                    <a:pt x="1515389" y="6210"/>
                  </a:lnTo>
                  <a:lnTo>
                    <a:pt x="1508658" y="1663"/>
                  </a:lnTo>
                  <a:lnTo>
                    <a:pt x="1500403" y="0"/>
                  </a:lnTo>
                  <a:lnTo>
                    <a:pt x="1478292" y="0"/>
                  </a:lnTo>
                  <a:lnTo>
                    <a:pt x="1470037" y="1663"/>
                  </a:lnTo>
                  <a:lnTo>
                    <a:pt x="1463306" y="6210"/>
                  </a:lnTo>
                  <a:lnTo>
                    <a:pt x="1458760" y="12941"/>
                  </a:lnTo>
                  <a:lnTo>
                    <a:pt x="1457096" y="21196"/>
                  </a:lnTo>
                  <a:lnTo>
                    <a:pt x="1457096" y="425119"/>
                  </a:lnTo>
                  <a:lnTo>
                    <a:pt x="1458760" y="433374"/>
                  </a:lnTo>
                  <a:lnTo>
                    <a:pt x="1463306" y="440105"/>
                  </a:lnTo>
                  <a:lnTo>
                    <a:pt x="1470037" y="444652"/>
                  </a:lnTo>
                  <a:lnTo>
                    <a:pt x="1478292" y="446316"/>
                  </a:lnTo>
                  <a:lnTo>
                    <a:pt x="1500403" y="446316"/>
                  </a:lnTo>
                  <a:lnTo>
                    <a:pt x="1508658" y="444652"/>
                  </a:lnTo>
                  <a:lnTo>
                    <a:pt x="1515389" y="440105"/>
                  </a:lnTo>
                  <a:lnTo>
                    <a:pt x="1519936" y="433374"/>
                  </a:lnTo>
                  <a:lnTo>
                    <a:pt x="1521599" y="425119"/>
                  </a:lnTo>
                  <a:lnTo>
                    <a:pt x="1521599" y="21196"/>
                  </a:lnTo>
                  <a:close/>
                </a:path>
                <a:path w="2043430" h="447675">
                  <a:moveTo>
                    <a:pt x="2043303" y="22453"/>
                  </a:moveTo>
                  <a:lnTo>
                    <a:pt x="2041639" y="14211"/>
                  </a:lnTo>
                  <a:lnTo>
                    <a:pt x="2037092" y="7467"/>
                  </a:lnTo>
                  <a:lnTo>
                    <a:pt x="2030361" y="2933"/>
                  </a:lnTo>
                  <a:lnTo>
                    <a:pt x="2022106" y="1270"/>
                  </a:lnTo>
                  <a:lnTo>
                    <a:pt x="1999996" y="1270"/>
                  </a:lnTo>
                  <a:lnTo>
                    <a:pt x="1991741" y="2933"/>
                  </a:lnTo>
                  <a:lnTo>
                    <a:pt x="1985010" y="7467"/>
                  </a:lnTo>
                  <a:lnTo>
                    <a:pt x="1980463" y="14211"/>
                  </a:lnTo>
                  <a:lnTo>
                    <a:pt x="1978799" y="22453"/>
                  </a:lnTo>
                  <a:lnTo>
                    <a:pt x="1978799" y="426389"/>
                  </a:lnTo>
                  <a:lnTo>
                    <a:pt x="1980463" y="434632"/>
                  </a:lnTo>
                  <a:lnTo>
                    <a:pt x="1985010" y="441375"/>
                  </a:lnTo>
                  <a:lnTo>
                    <a:pt x="1991741" y="445909"/>
                  </a:lnTo>
                  <a:lnTo>
                    <a:pt x="1999996" y="447573"/>
                  </a:lnTo>
                  <a:lnTo>
                    <a:pt x="2022106" y="447573"/>
                  </a:lnTo>
                  <a:lnTo>
                    <a:pt x="2030361" y="445909"/>
                  </a:lnTo>
                  <a:lnTo>
                    <a:pt x="2037092" y="441375"/>
                  </a:lnTo>
                  <a:lnTo>
                    <a:pt x="2041639" y="434632"/>
                  </a:lnTo>
                  <a:lnTo>
                    <a:pt x="2043303" y="426389"/>
                  </a:lnTo>
                  <a:lnTo>
                    <a:pt x="2043303" y="22453"/>
                  </a:lnTo>
                  <a:close/>
                </a:path>
              </a:pathLst>
            </a:custGeom>
            <a:solidFill>
              <a:srgbClr val="A9ABA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7" name="object 87" descr=""/>
          <p:cNvGrpSpPr/>
          <p:nvPr/>
        </p:nvGrpSpPr>
        <p:grpSpPr>
          <a:xfrm>
            <a:off x="14886443" y="5305207"/>
            <a:ext cx="582295" cy="125095"/>
            <a:chOff x="14886443" y="5305207"/>
            <a:chExt cx="582295" cy="125095"/>
          </a:xfrm>
        </p:grpSpPr>
        <p:sp>
          <p:nvSpPr>
            <p:cNvPr id="88" name="object 88" descr=""/>
            <p:cNvSpPr/>
            <p:nvPr/>
          </p:nvSpPr>
          <p:spPr>
            <a:xfrm>
              <a:off x="15145423" y="5362527"/>
              <a:ext cx="64135" cy="67945"/>
            </a:xfrm>
            <a:custGeom>
              <a:avLst/>
              <a:gdLst/>
              <a:ahLst/>
              <a:cxnLst/>
              <a:rect l="l" t="t" r="r" b="b"/>
              <a:pathLst>
                <a:path w="64134" h="67945">
                  <a:moveTo>
                    <a:pt x="63788" y="0"/>
                  </a:moveTo>
                  <a:lnTo>
                    <a:pt x="0" y="0"/>
                  </a:lnTo>
                  <a:lnTo>
                    <a:pt x="0" y="67620"/>
                  </a:lnTo>
                  <a:lnTo>
                    <a:pt x="63788" y="67620"/>
                  </a:lnTo>
                  <a:lnTo>
                    <a:pt x="63788" y="0"/>
                  </a:lnTo>
                  <a:close/>
                </a:path>
              </a:pathLst>
            </a:custGeom>
            <a:solidFill>
              <a:srgbClr val="696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4886443" y="5305207"/>
              <a:ext cx="582295" cy="57785"/>
            </a:xfrm>
            <a:custGeom>
              <a:avLst/>
              <a:gdLst/>
              <a:ahLst/>
              <a:cxnLst/>
              <a:rect l="l" t="t" r="r" b="b"/>
              <a:pathLst>
                <a:path w="582294" h="57785">
                  <a:moveTo>
                    <a:pt x="553093" y="0"/>
                  </a:moveTo>
                  <a:lnTo>
                    <a:pt x="28658" y="0"/>
                  </a:lnTo>
                  <a:lnTo>
                    <a:pt x="17501" y="2253"/>
                  </a:lnTo>
                  <a:lnTo>
                    <a:pt x="8392" y="8396"/>
                  </a:lnTo>
                  <a:lnTo>
                    <a:pt x="2251" y="17506"/>
                  </a:lnTo>
                  <a:lnTo>
                    <a:pt x="0" y="28658"/>
                  </a:lnTo>
                  <a:lnTo>
                    <a:pt x="2251" y="39815"/>
                  </a:lnTo>
                  <a:lnTo>
                    <a:pt x="8392" y="48925"/>
                  </a:lnTo>
                  <a:lnTo>
                    <a:pt x="17501" y="55066"/>
                  </a:lnTo>
                  <a:lnTo>
                    <a:pt x="28658" y="57317"/>
                  </a:lnTo>
                  <a:lnTo>
                    <a:pt x="553093" y="57317"/>
                  </a:lnTo>
                  <a:lnTo>
                    <a:pt x="564245" y="55066"/>
                  </a:lnTo>
                  <a:lnTo>
                    <a:pt x="573355" y="48925"/>
                  </a:lnTo>
                  <a:lnTo>
                    <a:pt x="579498" y="39815"/>
                  </a:lnTo>
                  <a:lnTo>
                    <a:pt x="581751" y="28658"/>
                  </a:lnTo>
                  <a:lnTo>
                    <a:pt x="579498" y="17506"/>
                  </a:lnTo>
                  <a:lnTo>
                    <a:pt x="573355" y="8396"/>
                  </a:lnTo>
                  <a:lnTo>
                    <a:pt x="564245" y="2253"/>
                  </a:lnTo>
                  <a:lnTo>
                    <a:pt x="553093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 descr=""/>
          <p:cNvGrpSpPr/>
          <p:nvPr/>
        </p:nvGrpSpPr>
        <p:grpSpPr>
          <a:xfrm>
            <a:off x="12121432" y="8825891"/>
            <a:ext cx="939165" cy="1066165"/>
            <a:chOff x="12121432" y="8825891"/>
            <a:chExt cx="939165" cy="1066165"/>
          </a:xfrm>
        </p:grpSpPr>
        <p:sp>
          <p:nvSpPr>
            <p:cNvPr id="91" name="object 91" descr=""/>
            <p:cNvSpPr/>
            <p:nvPr/>
          </p:nvSpPr>
          <p:spPr>
            <a:xfrm>
              <a:off x="12121426" y="8825896"/>
              <a:ext cx="939165" cy="1066165"/>
            </a:xfrm>
            <a:custGeom>
              <a:avLst/>
              <a:gdLst/>
              <a:ahLst/>
              <a:cxnLst/>
              <a:rect l="l" t="t" r="r" b="b"/>
              <a:pathLst>
                <a:path w="939165" h="1066165">
                  <a:moveTo>
                    <a:pt x="739279" y="987171"/>
                  </a:moveTo>
                  <a:lnTo>
                    <a:pt x="555002" y="0"/>
                  </a:lnTo>
                  <a:lnTo>
                    <a:pt x="370738" y="0"/>
                  </a:lnTo>
                  <a:lnTo>
                    <a:pt x="199631" y="987171"/>
                  </a:lnTo>
                  <a:lnTo>
                    <a:pt x="739279" y="987171"/>
                  </a:lnTo>
                  <a:close/>
                </a:path>
                <a:path w="939165" h="1066165">
                  <a:moveTo>
                    <a:pt x="938911" y="987183"/>
                  </a:moveTo>
                  <a:lnTo>
                    <a:pt x="0" y="987183"/>
                  </a:lnTo>
                  <a:lnTo>
                    <a:pt x="0" y="1066152"/>
                  </a:lnTo>
                  <a:lnTo>
                    <a:pt x="938911" y="1066152"/>
                  </a:lnTo>
                  <a:lnTo>
                    <a:pt x="938911" y="987183"/>
                  </a:lnTo>
                  <a:close/>
                </a:path>
              </a:pathLst>
            </a:custGeom>
            <a:solidFill>
              <a:srgbClr val="C3E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2403582" y="8927915"/>
              <a:ext cx="368300" cy="409575"/>
            </a:xfrm>
            <a:custGeom>
              <a:avLst/>
              <a:gdLst/>
              <a:ahLst/>
              <a:cxnLst/>
              <a:rect l="l" t="t" r="r" b="b"/>
              <a:pathLst>
                <a:path w="368300" h="409575">
                  <a:moveTo>
                    <a:pt x="318262" y="141490"/>
                  </a:moveTo>
                  <a:lnTo>
                    <a:pt x="291934" y="0"/>
                  </a:lnTo>
                  <a:lnTo>
                    <a:pt x="70942" y="0"/>
                  </a:lnTo>
                  <a:lnTo>
                    <a:pt x="46329" y="141490"/>
                  </a:lnTo>
                  <a:lnTo>
                    <a:pt x="318262" y="141490"/>
                  </a:lnTo>
                  <a:close/>
                </a:path>
                <a:path w="368300" h="409575">
                  <a:moveTo>
                    <a:pt x="368274" y="409079"/>
                  </a:moveTo>
                  <a:lnTo>
                    <a:pt x="341820" y="267589"/>
                  </a:lnTo>
                  <a:lnTo>
                    <a:pt x="24485" y="267589"/>
                  </a:lnTo>
                  <a:lnTo>
                    <a:pt x="0" y="409079"/>
                  </a:lnTo>
                  <a:lnTo>
                    <a:pt x="368274" y="40907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2585885" y="8825895"/>
              <a:ext cx="274955" cy="987425"/>
            </a:xfrm>
            <a:custGeom>
              <a:avLst/>
              <a:gdLst/>
              <a:ahLst/>
              <a:cxnLst/>
              <a:rect l="l" t="t" r="r" b="b"/>
              <a:pathLst>
                <a:path w="274954" h="987425">
                  <a:moveTo>
                    <a:pt x="90552" y="0"/>
                  </a:moveTo>
                  <a:lnTo>
                    <a:pt x="0" y="0"/>
                  </a:lnTo>
                  <a:lnTo>
                    <a:pt x="0" y="987174"/>
                  </a:lnTo>
                  <a:lnTo>
                    <a:pt x="274829" y="987174"/>
                  </a:lnTo>
                  <a:lnTo>
                    <a:pt x="90552" y="0"/>
                  </a:lnTo>
                  <a:close/>
                </a:path>
              </a:pathLst>
            </a:custGeom>
            <a:solidFill>
              <a:srgbClr val="929496">
                <a:alpha val="31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 descr=""/>
          <p:cNvSpPr/>
          <p:nvPr/>
        </p:nvSpPr>
        <p:spPr>
          <a:xfrm>
            <a:off x="4628361" y="5398285"/>
            <a:ext cx="68580" cy="549275"/>
          </a:xfrm>
          <a:custGeom>
            <a:avLst/>
            <a:gdLst/>
            <a:ahLst/>
            <a:cxnLst/>
            <a:rect l="l" t="t" r="r" b="b"/>
            <a:pathLst>
              <a:path w="68579" h="549275">
                <a:moveTo>
                  <a:pt x="0" y="548967"/>
                </a:moveTo>
                <a:lnTo>
                  <a:pt x="68175" y="548967"/>
                </a:lnTo>
                <a:lnTo>
                  <a:pt x="68175" y="0"/>
                </a:lnTo>
                <a:lnTo>
                  <a:pt x="0" y="0"/>
                </a:lnTo>
                <a:lnTo>
                  <a:pt x="0" y="548967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/>
          <p:nvPr/>
        </p:nvSpPr>
        <p:spPr>
          <a:xfrm>
            <a:off x="4628361" y="4819476"/>
            <a:ext cx="68580" cy="108585"/>
          </a:xfrm>
          <a:custGeom>
            <a:avLst/>
            <a:gdLst/>
            <a:ahLst/>
            <a:cxnLst/>
            <a:rect l="l" t="t" r="r" b="b"/>
            <a:pathLst>
              <a:path w="68579" h="108585">
                <a:moveTo>
                  <a:pt x="0" y="108122"/>
                </a:moveTo>
                <a:lnTo>
                  <a:pt x="68175" y="108122"/>
                </a:lnTo>
                <a:lnTo>
                  <a:pt x="68175" y="0"/>
                </a:lnTo>
                <a:lnTo>
                  <a:pt x="0" y="0"/>
                </a:lnTo>
                <a:lnTo>
                  <a:pt x="0" y="108122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/>
          <p:nvPr/>
        </p:nvSpPr>
        <p:spPr>
          <a:xfrm>
            <a:off x="5823675" y="5398285"/>
            <a:ext cx="68580" cy="549275"/>
          </a:xfrm>
          <a:custGeom>
            <a:avLst/>
            <a:gdLst/>
            <a:ahLst/>
            <a:cxnLst/>
            <a:rect l="l" t="t" r="r" b="b"/>
            <a:pathLst>
              <a:path w="68579" h="549275">
                <a:moveTo>
                  <a:pt x="0" y="548967"/>
                </a:moveTo>
                <a:lnTo>
                  <a:pt x="68175" y="548967"/>
                </a:lnTo>
                <a:lnTo>
                  <a:pt x="68175" y="0"/>
                </a:lnTo>
                <a:lnTo>
                  <a:pt x="0" y="0"/>
                </a:lnTo>
                <a:lnTo>
                  <a:pt x="0" y="548967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7" name="object 97" descr=""/>
          <p:cNvGrpSpPr/>
          <p:nvPr/>
        </p:nvGrpSpPr>
        <p:grpSpPr>
          <a:xfrm>
            <a:off x="4501852" y="4819476"/>
            <a:ext cx="1513840" cy="579120"/>
            <a:chOff x="4501852" y="4819476"/>
            <a:chExt cx="1513840" cy="579120"/>
          </a:xfrm>
        </p:grpSpPr>
        <p:sp>
          <p:nvSpPr>
            <p:cNvPr id="98" name="object 98" descr=""/>
            <p:cNvSpPr/>
            <p:nvPr/>
          </p:nvSpPr>
          <p:spPr>
            <a:xfrm>
              <a:off x="5823675" y="4819476"/>
              <a:ext cx="68580" cy="108585"/>
            </a:xfrm>
            <a:custGeom>
              <a:avLst/>
              <a:gdLst/>
              <a:ahLst/>
              <a:cxnLst/>
              <a:rect l="l" t="t" r="r" b="b"/>
              <a:pathLst>
                <a:path w="68579" h="108585">
                  <a:moveTo>
                    <a:pt x="0" y="108122"/>
                  </a:moveTo>
                  <a:lnTo>
                    <a:pt x="68175" y="108122"/>
                  </a:lnTo>
                  <a:lnTo>
                    <a:pt x="68175" y="0"/>
                  </a:lnTo>
                  <a:lnTo>
                    <a:pt x="0" y="0"/>
                  </a:lnTo>
                  <a:lnTo>
                    <a:pt x="0" y="108122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4501852" y="4927598"/>
              <a:ext cx="1513840" cy="471170"/>
            </a:xfrm>
            <a:custGeom>
              <a:avLst/>
              <a:gdLst/>
              <a:ahLst/>
              <a:cxnLst/>
              <a:rect l="l" t="t" r="r" b="b"/>
              <a:pathLst>
                <a:path w="1513839" h="471170">
                  <a:moveTo>
                    <a:pt x="1513388" y="0"/>
                  </a:moveTo>
                  <a:lnTo>
                    <a:pt x="0" y="0"/>
                  </a:lnTo>
                  <a:lnTo>
                    <a:pt x="0" y="470687"/>
                  </a:lnTo>
                  <a:lnTo>
                    <a:pt x="1513388" y="470687"/>
                  </a:lnTo>
                  <a:lnTo>
                    <a:pt x="151338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 descr=""/>
          <p:cNvSpPr/>
          <p:nvPr/>
        </p:nvSpPr>
        <p:spPr>
          <a:xfrm>
            <a:off x="4628361" y="5595316"/>
            <a:ext cx="1263650" cy="63500"/>
          </a:xfrm>
          <a:custGeom>
            <a:avLst/>
            <a:gdLst/>
            <a:ahLst/>
            <a:cxnLst/>
            <a:rect l="l" t="t" r="r" b="b"/>
            <a:pathLst>
              <a:path w="1263650" h="63500">
                <a:moveTo>
                  <a:pt x="1263490" y="0"/>
                </a:moveTo>
                <a:lnTo>
                  <a:pt x="0" y="0"/>
                </a:lnTo>
                <a:lnTo>
                  <a:pt x="0" y="63464"/>
                </a:lnTo>
                <a:lnTo>
                  <a:pt x="1263490" y="63464"/>
                </a:lnTo>
                <a:lnTo>
                  <a:pt x="1263490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4595786" y="5901171"/>
            <a:ext cx="133350" cy="46355"/>
          </a:xfrm>
          <a:custGeom>
            <a:avLst/>
            <a:gdLst/>
            <a:ahLst/>
            <a:cxnLst/>
            <a:rect l="l" t="t" r="r" b="b"/>
            <a:pathLst>
              <a:path w="133350" h="46354">
                <a:moveTo>
                  <a:pt x="133315" y="0"/>
                </a:moveTo>
                <a:lnTo>
                  <a:pt x="0" y="0"/>
                </a:lnTo>
                <a:lnTo>
                  <a:pt x="0" y="46061"/>
                </a:lnTo>
                <a:lnTo>
                  <a:pt x="133315" y="46061"/>
                </a:lnTo>
                <a:lnTo>
                  <a:pt x="133315" y="0"/>
                </a:lnTo>
                <a:close/>
              </a:path>
            </a:pathLst>
          </a:custGeom>
          <a:solidFill>
            <a:srgbClr val="9B9E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5791111" y="5901171"/>
            <a:ext cx="133350" cy="46355"/>
          </a:xfrm>
          <a:custGeom>
            <a:avLst/>
            <a:gdLst/>
            <a:ahLst/>
            <a:cxnLst/>
            <a:rect l="l" t="t" r="r" b="b"/>
            <a:pathLst>
              <a:path w="133350" h="46354">
                <a:moveTo>
                  <a:pt x="133315" y="0"/>
                </a:moveTo>
                <a:lnTo>
                  <a:pt x="0" y="0"/>
                </a:lnTo>
                <a:lnTo>
                  <a:pt x="0" y="46061"/>
                </a:lnTo>
                <a:lnTo>
                  <a:pt x="133315" y="46061"/>
                </a:lnTo>
                <a:lnTo>
                  <a:pt x="133315" y="0"/>
                </a:lnTo>
                <a:close/>
              </a:path>
            </a:pathLst>
          </a:custGeom>
          <a:solidFill>
            <a:srgbClr val="9B9E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 descr=""/>
          <p:cNvSpPr/>
          <p:nvPr/>
        </p:nvSpPr>
        <p:spPr>
          <a:xfrm>
            <a:off x="4501858" y="4927567"/>
            <a:ext cx="1513840" cy="471170"/>
          </a:xfrm>
          <a:custGeom>
            <a:avLst/>
            <a:gdLst/>
            <a:ahLst/>
            <a:cxnLst/>
            <a:rect l="l" t="t" r="r" b="b"/>
            <a:pathLst>
              <a:path w="1513839" h="471170">
                <a:moveTo>
                  <a:pt x="373583" y="0"/>
                </a:moveTo>
                <a:lnTo>
                  <a:pt x="181343" y="0"/>
                </a:lnTo>
                <a:lnTo>
                  <a:pt x="0" y="181343"/>
                </a:lnTo>
                <a:lnTo>
                  <a:pt x="0" y="373583"/>
                </a:lnTo>
                <a:lnTo>
                  <a:pt x="373583" y="0"/>
                </a:lnTo>
                <a:close/>
              </a:path>
              <a:path w="1513839" h="471170">
                <a:moveTo>
                  <a:pt x="735825" y="0"/>
                </a:moveTo>
                <a:lnTo>
                  <a:pt x="543483" y="0"/>
                </a:lnTo>
                <a:lnTo>
                  <a:pt x="72720" y="470763"/>
                </a:lnTo>
                <a:lnTo>
                  <a:pt x="265061" y="470763"/>
                </a:lnTo>
                <a:lnTo>
                  <a:pt x="735825" y="0"/>
                </a:lnTo>
                <a:close/>
              </a:path>
              <a:path w="1513839" h="471170">
                <a:moveTo>
                  <a:pt x="1097953" y="0"/>
                </a:moveTo>
                <a:lnTo>
                  <a:pt x="905624" y="0"/>
                </a:lnTo>
                <a:lnTo>
                  <a:pt x="434860" y="470763"/>
                </a:lnTo>
                <a:lnTo>
                  <a:pt x="627202" y="470763"/>
                </a:lnTo>
                <a:lnTo>
                  <a:pt x="1097953" y="0"/>
                </a:lnTo>
                <a:close/>
              </a:path>
              <a:path w="1513839" h="471170">
                <a:moveTo>
                  <a:pt x="1460093" y="0"/>
                </a:moveTo>
                <a:lnTo>
                  <a:pt x="1267853" y="0"/>
                </a:lnTo>
                <a:lnTo>
                  <a:pt x="797077" y="470763"/>
                </a:lnTo>
                <a:lnTo>
                  <a:pt x="989342" y="470763"/>
                </a:lnTo>
                <a:lnTo>
                  <a:pt x="1460093" y="0"/>
                </a:lnTo>
                <a:close/>
              </a:path>
              <a:path w="1513839" h="471170">
                <a:moveTo>
                  <a:pt x="1513370" y="116624"/>
                </a:moveTo>
                <a:lnTo>
                  <a:pt x="1159230" y="470750"/>
                </a:lnTo>
                <a:lnTo>
                  <a:pt x="1351572" y="470750"/>
                </a:lnTo>
                <a:lnTo>
                  <a:pt x="1513370" y="308952"/>
                </a:lnTo>
                <a:lnTo>
                  <a:pt x="1513370" y="116624"/>
                </a:lnTo>
                <a:close/>
              </a:path>
            </a:pathLst>
          </a:custGeom>
          <a:solidFill>
            <a:srgbClr val="C3E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 descr=""/>
          <p:cNvSpPr/>
          <p:nvPr/>
        </p:nvSpPr>
        <p:spPr>
          <a:xfrm>
            <a:off x="13551848" y="9462716"/>
            <a:ext cx="47625" cy="387985"/>
          </a:xfrm>
          <a:custGeom>
            <a:avLst/>
            <a:gdLst/>
            <a:ahLst/>
            <a:cxnLst/>
            <a:rect l="l" t="t" r="r" b="b"/>
            <a:pathLst>
              <a:path w="47625" h="387984">
                <a:moveTo>
                  <a:pt x="0" y="387380"/>
                </a:moveTo>
                <a:lnTo>
                  <a:pt x="47590" y="387380"/>
                </a:lnTo>
                <a:lnTo>
                  <a:pt x="47590" y="0"/>
                </a:lnTo>
                <a:lnTo>
                  <a:pt x="0" y="0"/>
                </a:lnTo>
                <a:lnTo>
                  <a:pt x="0" y="38738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 descr=""/>
          <p:cNvSpPr/>
          <p:nvPr/>
        </p:nvSpPr>
        <p:spPr>
          <a:xfrm>
            <a:off x="13551848" y="9123240"/>
            <a:ext cx="47625" cy="113030"/>
          </a:xfrm>
          <a:custGeom>
            <a:avLst/>
            <a:gdLst/>
            <a:ahLst/>
            <a:cxnLst/>
            <a:rect l="l" t="t" r="r" b="b"/>
            <a:pathLst>
              <a:path w="47625" h="113029">
                <a:moveTo>
                  <a:pt x="0" y="112562"/>
                </a:moveTo>
                <a:lnTo>
                  <a:pt x="47590" y="112562"/>
                </a:lnTo>
                <a:lnTo>
                  <a:pt x="47590" y="0"/>
                </a:lnTo>
                <a:lnTo>
                  <a:pt x="0" y="0"/>
                </a:lnTo>
                <a:lnTo>
                  <a:pt x="0" y="112562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/>
          <p:nvPr/>
        </p:nvSpPr>
        <p:spPr>
          <a:xfrm>
            <a:off x="13529116" y="9817920"/>
            <a:ext cx="93345" cy="32384"/>
          </a:xfrm>
          <a:custGeom>
            <a:avLst/>
            <a:gdLst/>
            <a:ahLst/>
            <a:cxnLst/>
            <a:rect l="l" t="t" r="r" b="b"/>
            <a:pathLst>
              <a:path w="93344" h="32384">
                <a:moveTo>
                  <a:pt x="93065" y="0"/>
                </a:moveTo>
                <a:lnTo>
                  <a:pt x="0" y="0"/>
                </a:lnTo>
                <a:lnTo>
                  <a:pt x="0" y="32156"/>
                </a:lnTo>
                <a:lnTo>
                  <a:pt x="93065" y="32156"/>
                </a:lnTo>
                <a:lnTo>
                  <a:pt x="93065" y="0"/>
                </a:lnTo>
                <a:close/>
              </a:path>
            </a:pathLst>
          </a:custGeom>
          <a:solidFill>
            <a:srgbClr val="9B9E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 descr=""/>
          <p:cNvSpPr/>
          <p:nvPr/>
        </p:nvSpPr>
        <p:spPr>
          <a:xfrm>
            <a:off x="14966737" y="9462716"/>
            <a:ext cx="47625" cy="387985"/>
          </a:xfrm>
          <a:custGeom>
            <a:avLst/>
            <a:gdLst/>
            <a:ahLst/>
            <a:cxnLst/>
            <a:rect l="l" t="t" r="r" b="b"/>
            <a:pathLst>
              <a:path w="47625" h="387984">
                <a:moveTo>
                  <a:pt x="0" y="387380"/>
                </a:moveTo>
                <a:lnTo>
                  <a:pt x="47590" y="387380"/>
                </a:lnTo>
                <a:lnTo>
                  <a:pt x="47590" y="0"/>
                </a:lnTo>
                <a:lnTo>
                  <a:pt x="0" y="0"/>
                </a:lnTo>
                <a:lnTo>
                  <a:pt x="0" y="38738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 descr=""/>
          <p:cNvSpPr/>
          <p:nvPr/>
        </p:nvSpPr>
        <p:spPr>
          <a:xfrm>
            <a:off x="14966737" y="9123240"/>
            <a:ext cx="47625" cy="113030"/>
          </a:xfrm>
          <a:custGeom>
            <a:avLst/>
            <a:gdLst/>
            <a:ahLst/>
            <a:cxnLst/>
            <a:rect l="l" t="t" r="r" b="b"/>
            <a:pathLst>
              <a:path w="47625" h="113029">
                <a:moveTo>
                  <a:pt x="0" y="112562"/>
                </a:moveTo>
                <a:lnTo>
                  <a:pt x="47590" y="112562"/>
                </a:lnTo>
                <a:lnTo>
                  <a:pt x="47590" y="0"/>
                </a:lnTo>
                <a:lnTo>
                  <a:pt x="0" y="0"/>
                </a:lnTo>
                <a:lnTo>
                  <a:pt x="0" y="112562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 descr=""/>
          <p:cNvSpPr/>
          <p:nvPr/>
        </p:nvSpPr>
        <p:spPr>
          <a:xfrm>
            <a:off x="14943994" y="9817920"/>
            <a:ext cx="93345" cy="32384"/>
          </a:xfrm>
          <a:custGeom>
            <a:avLst/>
            <a:gdLst/>
            <a:ahLst/>
            <a:cxnLst/>
            <a:rect l="l" t="t" r="r" b="b"/>
            <a:pathLst>
              <a:path w="93344" h="32384">
                <a:moveTo>
                  <a:pt x="93065" y="0"/>
                </a:moveTo>
                <a:lnTo>
                  <a:pt x="0" y="0"/>
                </a:lnTo>
                <a:lnTo>
                  <a:pt x="0" y="32156"/>
                </a:lnTo>
                <a:lnTo>
                  <a:pt x="93065" y="32156"/>
                </a:lnTo>
                <a:lnTo>
                  <a:pt x="93065" y="0"/>
                </a:lnTo>
                <a:close/>
              </a:path>
            </a:pathLst>
          </a:custGeom>
          <a:solidFill>
            <a:srgbClr val="9B9EA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0" name="object 110" descr=""/>
          <p:cNvGrpSpPr/>
          <p:nvPr/>
        </p:nvGrpSpPr>
        <p:grpSpPr>
          <a:xfrm>
            <a:off x="13409424" y="9235802"/>
            <a:ext cx="1747520" cy="227329"/>
            <a:chOff x="13409424" y="9235802"/>
            <a:chExt cx="1747520" cy="227329"/>
          </a:xfrm>
        </p:grpSpPr>
        <p:sp>
          <p:nvSpPr>
            <p:cNvPr id="111" name="object 111" descr=""/>
            <p:cNvSpPr/>
            <p:nvPr/>
          </p:nvSpPr>
          <p:spPr>
            <a:xfrm>
              <a:off x="13409424" y="9235802"/>
              <a:ext cx="1747520" cy="227329"/>
            </a:xfrm>
            <a:custGeom>
              <a:avLst/>
              <a:gdLst/>
              <a:ahLst/>
              <a:cxnLst/>
              <a:rect l="l" t="t" r="r" b="b"/>
              <a:pathLst>
                <a:path w="1747519" h="227329">
                  <a:moveTo>
                    <a:pt x="1747161" y="0"/>
                  </a:moveTo>
                  <a:lnTo>
                    <a:pt x="0" y="0"/>
                  </a:lnTo>
                  <a:lnTo>
                    <a:pt x="0" y="226914"/>
                  </a:lnTo>
                  <a:lnTo>
                    <a:pt x="1747161" y="226914"/>
                  </a:lnTo>
                  <a:lnTo>
                    <a:pt x="174716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3409423" y="9235814"/>
              <a:ext cx="1747520" cy="227329"/>
            </a:xfrm>
            <a:custGeom>
              <a:avLst/>
              <a:gdLst/>
              <a:ahLst/>
              <a:cxnLst/>
              <a:rect l="l" t="t" r="r" b="b"/>
              <a:pathLst>
                <a:path w="1747519" h="227329">
                  <a:moveTo>
                    <a:pt x="332435" y="0"/>
                  </a:moveTo>
                  <a:lnTo>
                    <a:pt x="174688" y="0"/>
                  </a:lnTo>
                  <a:lnTo>
                    <a:pt x="0" y="174625"/>
                  </a:lnTo>
                  <a:lnTo>
                    <a:pt x="0" y="226910"/>
                  </a:lnTo>
                  <a:lnTo>
                    <a:pt x="105524" y="226910"/>
                  </a:lnTo>
                  <a:lnTo>
                    <a:pt x="332435" y="0"/>
                  </a:lnTo>
                  <a:close/>
                </a:path>
                <a:path w="1747519" h="227329">
                  <a:moveTo>
                    <a:pt x="629653" y="0"/>
                  </a:moveTo>
                  <a:lnTo>
                    <a:pt x="471919" y="0"/>
                  </a:lnTo>
                  <a:lnTo>
                    <a:pt x="244995" y="226910"/>
                  </a:lnTo>
                  <a:lnTo>
                    <a:pt x="402742" y="226910"/>
                  </a:lnTo>
                  <a:lnTo>
                    <a:pt x="629653" y="0"/>
                  </a:lnTo>
                  <a:close/>
                </a:path>
                <a:path w="1747519" h="227329">
                  <a:moveTo>
                    <a:pt x="926947" y="0"/>
                  </a:moveTo>
                  <a:lnTo>
                    <a:pt x="769124" y="0"/>
                  </a:lnTo>
                  <a:lnTo>
                    <a:pt x="542226" y="226910"/>
                  </a:lnTo>
                  <a:lnTo>
                    <a:pt x="700036" y="226910"/>
                  </a:lnTo>
                  <a:lnTo>
                    <a:pt x="926947" y="0"/>
                  </a:lnTo>
                  <a:close/>
                </a:path>
                <a:path w="1747519" h="227329">
                  <a:moveTo>
                    <a:pt x="1224165" y="0"/>
                  </a:moveTo>
                  <a:lnTo>
                    <a:pt x="1066419" y="0"/>
                  </a:lnTo>
                  <a:lnTo>
                    <a:pt x="839431" y="226910"/>
                  </a:lnTo>
                  <a:lnTo>
                    <a:pt x="997254" y="226910"/>
                  </a:lnTo>
                  <a:lnTo>
                    <a:pt x="1224165" y="0"/>
                  </a:lnTo>
                  <a:close/>
                </a:path>
                <a:path w="1747519" h="227329">
                  <a:moveTo>
                    <a:pt x="1521447" y="0"/>
                  </a:moveTo>
                  <a:lnTo>
                    <a:pt x="1363649" y="0"/>
                  </a:lnTo>
                  <a:lnTo>
                    <a:pt x="1136726" y="226910"/>
                  </a:lnTo>
                  <a:lnTo>
                    <a:pt x="1294472" y="226910"/>
                  </a:lnTo>
                  <a:lnTo>
                    <a:pt x="1521447" y="0"/>
                  </a:lnTo>
                  <a:close/>
                </a:path>
                <a:path w="1747519" h="227329">
                  <a:moveTo>
                    <a:pt x="1747164" y="0"/>
                  </a:moveTo>
                  <a:lnTo>
                    <a:pt x="1660855" y="0"/>
                  </a:lnTo>
                  <a:lnTo>
                    <a:pt x="1433944" y="226910"/>
                  </a:lnTo>
                  <a:lnTo>
                    <a:pt x="1591767" y="226910"/>
                  </a:lnTo>
                  <a:lnTo>
                    <a:pt x="1747164" y="71513"/>
                  </a:lnTo>
                  <a:lnTo>
                    <a:pt x="1747164" y="0"/>
                  </a:lnTo>
                  <a:close/>
                </a:path>
              </a:pathLst>
            </a:custGeom>
            <a:solidFill>
              <a:srgbClr val="C3EAF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3" name="object 113" descr=""/>
          <p:cNvGrpSpPr/>
          <p:nvPr/>
        </p:nvGrpSpPr>
        <p:grpSpPr>
          <a:xfrm>
            <a:off x="13409424" y="8896322"/>
            <a:ext cx="1747520" cy="227329"/>
            <a:chOff x="13409424" y="8896322"/>
            <a:chExt cx="1747520" cy="227329"/>
          </a:xfrm>
        </p:grpSpPr>
        <p:sp>
          <p:nvSpPr>
            <p:cNvPr id="114" name="object 114" descr=""/>
            <p:cNvSpPr/>
            <p:nvPr/>
          </p:nvSpPr>
          <p:spPr>
            <a:xfrm>
              <a:off x="13409424" y="8896326"/>
              <a:ext cx="1747520" cy="227329"/>
            </a:xfrm>
            <a:custGeom>
              <a:avLst/>
              <a:gdLst/>
              <a:ahLst/>
              <a:cxnLst/>
              <a:rect l="l" t="t" r="r" b="b"/>
              <a:pathLst>
                <a:path w="1747519" h="227329">
                  <a:moveTo>
                    <a:pt x="1747161" y="0"/>
                  </a:moveTo>
                  <a:lnTo>
                    <a:pt x="0" y="0"/>
                  </a:lnTo>
                  <a:lnTo>
                    <a:pt x="0" y="226914"/>
                  </a:lnTo>
                  <a:lnTo>
                    <a:pt x="1747161" y="226914"/>
                  </a:lnTo>
                  <a:lnTo>
                    <a:pt x="174716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3409423" y="8896331"/>
              <a:ext cx="1747520" cy="227329"/>
            </a:xfrm>
            <a:custGeom>
              <a:avLst/>
              <a:gdLst/>
              <a:ahLst/>
              <a:cxnLst/>
              <a:rect l="l" t="t" r="r" b="b"/>
              <a:pathLst>
                <a:path w="1747519" h="227329">
                  <a:moveTo>
                    <a:pt x="332435" y="0"/>
                  </a:moveTo>
                  <a:lnTo>
                    <a:pt x="174688" y="0"/>
                  </a:lnTo>
                  <a:lnTo>
                    <a:pt x="0" y="174625"/>
                  </a:lnTo>
                  <a:lnTo>
                    <a:pt x="0" y="226910"/>
                  </a:lnTo>
                  <a:lnTo>
                    <a:pt x="105524" y="226910"/>
                  </a:lnTo>
                  <a:lnTo>
                    <a:pt x="332435" y="0"/>
                  </a:lnTo>
                  <a:close/>
                </a:path>
                <a:path w="1747519" h="227329">
                  <a:moveTo>
                    <a:pt x="629653" y="0"/>
                  </a:moveTo>
                  <a:lnTo>
                    <a:pt x="471919" y="0"/>
                  </a:lnTo>
                  <a:lnTo>
                    <a:pt x="244995" y="226910"/>
                  </a:lnTo>
                  <a:lnTo>
                    <a:pt x="402742" y="226910"/>
                  </a:lnTo>
                  <a:lnTo>
                    <a:pt x="629653" y="0"/>
                  </a:lnTo>
                  <a:close/>
                </a:path>
                <a:path w="1747519" h="227329">
                  <a:moveTo>
                    <a:pt x="926947" y="0"/>
                  </a:moveTo>
                  <a:lnTo>
                    <a:pt x="769124" y="0"/>
                  </a:lnTo>
                  <a:lnTo>
                    <a:pt x="542226" y="226910"/>
                  </a:lnTo>
                  <a:lnTo>
                    <a:pt x="700036" y="226910"/>
                  </a:lnTo>
                  <a:lnTo>
                    <a:pt x="926947" y="0"/>
                  </a:lnTo>
                  <a:close/>
                </a:path>
                <a:path w="1747519" h="227329">
                  <a:moveTo>
                    <a:pt x="1224165" y="0"/>
                  </a:moveTo>
                  <a:lnTo>
                    <a:pt x="1066419" y="0"/>
                  </a:lnTo>
                  <a:lnTo>
                    <a:pt x="839431" y="226910"/>
                  </a:lnTo>
                  <a:lnTo>
                    <a:pt x="997254" y="226910"/>
                  </a:lnTo>
                  <a:lnTo>
                    <a:pt x="1224165" y="0"/>
                  </a:lnTo>
                  <a:close/>
                </a:path>
                <a:path w="1747519" h="227329">
                  <a:moveTo>
                    <a:pt x="1521447" y="0"/>
                  </a:moveTo>
                  <a:lnTo>
                    <a:pt x="1363649" y="0"/>
                  </a:lnTo>
                  <a:lnTo>
                    <a:pt x="1136726" y="226910"/>
                  </a:lnTo>
                  <a:lnTo>
                    <a:pt x="1294472" y="226910"/>
                  </a:lnTo>
                  <a:lnTo>
                    <a:pt x="1521447" y="0"/>
                  </a:lnTo>
                  <a:close/>
                </a:path>
                <a:path w="1747519" h="227329">
                  <a:moveTo>
                    <a:pt x="1747164" y="0"/>
                  </a:moveTo>
                  <a:lnTo>
                    <a:pt x="1660855" y="0"/>
                  </a:lnTo>
                  <a:lnTo>
                    <a:pt x="1433944" y="226910"/>
                  </a:lnTo>
                  <a:lnTo>
                    <a:pt x="1591767" y="226910"/>
                  </a:lnTo>
                  <a:lnTo>
                    <a:pt x="1747164" y="71513"/>
                  </a:lnTo>
                  <a:lnTo>
                    <a:pt x="1747164" y="0"/>
                  </a:lnTo>
                  <a:close/>
                </a:path>
              </a:pathLst>
            </a:custGeom>
            <a:solidFill>
              <a:srgbClr val="C3EA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6" name="object 116" descr=""/>
          <p:cNvSpPr/>
          <p:nvPr/>
        </p:nvSpPr>
        <p:spPr>
          <a:xfrm>
            <a:off x="6324655" y="5802462"/>
            <a:ext cx="414655" cy="154305"/>
          </a:xfrm>
          <a:custGeom>
            <a:avLst/>
            <a:gdLst/>
            <a:ahLst/>
            <a:cxnLst/>
            <a:rect l="l" t="t" r="r" b="b"/>
            <a:pathLst>
              <a:path w="414654" h="154304">
                <a:moveTo>
                  <a:pt x="414605" y="0"/>
                </a:moveTo>
                <a:lnTo>
                  <a:pt x="0" y="0"/>
                </a:lnTo>
                <a:lnTo>
                  <a:pt x="0" y="154298"/>
                </a:lnTo>
                <a:lnTo>
                  <a:pt x="414605" y="154298"/>
                </a:lnTo>
                <a:lnTo>
                  <a:pt x="414605" y="0"/>
                </a:lnTo>
                <a:close/>
              </a:path>
            </a:pathLst>
          </a:custGeom>
          <a:solidFill>
            <a:srgbClr val="A9ABAD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17" name="object 117" descr=""/>
          <p:cNvGraphicFramePr>
            <a:graphicFrameLocks noGrp="1"/>
          </p:cNvGraphicFramePr>
          <p:nvPr/>
        </p:nvGraphicFramePr>
        <p:xfrm>
          <a:off x="6531957" y="4862783"/>
          <a:ext cx="1300480" cy="1079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615"/>
                <a:gridCol w="207644"/>
                <a:gridCol w="235584"/>
                <a:gridCol w="207644"/>
                <a:gridCol w="235584"/>
                <a:gridCol w="193675"/>
              </a:tblGrid>
              <a:tr h="18224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BABBBD"/>
                      </a:solidFill>
                      <a:prstDash val="solid"/>
                    </a:lnR>
                    <a:lnT w="28575">
                      <a:solidFill>
                        <a:srgbClr val="BABBBD"/>
                      </a:solidFill>
                      <a:prstDash val="solid"/>
                    </a:lnT>
                    <a:lnB w="28575">
                      <a:solidFill>
                        <a:srgbClr val="BABBBD"/>
                      </a:solidFill>
                      <a:prstDash val="solid"/>
                    </a:lnB>
                    <a:solidFill>
                      <a:srgbClr val="A9ABA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BABBBD"/>
                      </a:solidFill>
                      <a:prstDash val="solid"/>
                    </a:lnL>
                    <a:lnR w="28575">
                      <a:solidFill>
                        <a:srgbClr val="BABBBD"/>
                      </a:solidFill>
                      <a:prstDash val="solid"/>
                    </a:lnR>
                    <a:lnT w="28575">
                      <a:solidFill>
                        <a:srgbClr val="BABBBD"/>
                      </a:solidFill>
                      <a:prstDash val="solid"/>
                    </a:lnT>
                    <a:lnB w="28575">
                      <a:solidFill>
                        <a:srgbClr val="BABBBD"/>
                      </a:solidFill>
                      <a:prstDash val="solid"/>
                    </a:lnB>
                    <a:solidFill>
                      <a:srgbClr val="A9ABA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BABBBD"/>
                      </a:solidFill>
                      <a:prstDash val="solid"/>
                    </a:lnL>
                    <a:lnT w="28575">
                      <a:solidFill>
                        <a:srgbClr val="BABBBD"/>
                      </a:solidFill>
                      <a:prstDash val="solid"/>
                    </a:lnT>
                    <a:lnB w="28575">
                      <a:solidFill>
                        <a:srgbClr val="BABBBD"/>
                      </a:solidFill>
                      <a:prstDash val="solid"/>
                    </a:lnB>
                    <a:solidFill>
                      <a:srgbClr val="A9ABA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2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BABBBD"/>
                      </a:solidFill>
                      <a:prstDash val="solid"/>
                    </a:lnR>
                    <a:lnT w="28575">
                      <a:solidFill>
                        <a:srgbClr val="BABBBD"/>
                      </a:solidFill>
                      <a:prstDash val="solid"/>
                    </a:lnT>
                    <a:lnB w="28575">
                      <a:solidFill>
                        <a:srgbClr val="BABBBD"/>
                      </a:solidFill>
                      <a:prstDash val="solid"/>
                    </a:lnB>
                    <a:solidFill>
                      <a:srgbClr val="A9ABAD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BABBBD"/>
                      </a:solidFill>
                      <a:prstDash val="solid"/>
                    </a:lnL>
                    <a:lnR w="28575">
                      <a:solidFill>
                        <a:srgbClr val="BABBBD"/>
                      </a:solidFill>
                      <a:prstDash val="solid"/>
                    </a:lnR>
                    <a:lnT w="28575">
                      <a:solidFill>
                        <a:srgbClr val="BABBBD"/>
                      </a:solidFill>
                      <a:prstDash val="solid"/>
                    </a:lnT>
                    <a:lnB w="28575">
                      <a:solidFill>
                        <a:srgbClr val="BABBBD"/>
                      </a:solidFill>
                      <a:prstDash val="solid"/>
                    </a:lnB>
                    <a:solidFill>
                      <a:srgbClr val="A9ABA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BABBBD"/>
                      </a:solidFill>
                      <a:prstDash val="solid"/>
                    </a:lnL>
                    <a:lnR w="28575">
                      <a:solidFill>
                        <a:srgbClr val="BABBBD"/>
                      </a:solidFill>
                      <a:prstDash val="solid"/>
                    </a:lnR>
                    <a:lnT w="28575">
                      <a:solidFill>
                        <a:srgbClr val="BABBBD"/>
                      </a:solidFill>
                      <a:prstDash val="solid"/>
                    </a:lnT>
                    <a:lnB w="28575">
                      <a:solidFill>
                        <a:srgbClr val="BABBBD"/>
                      </a:solidFill>
                      <a:prstDash val="solid"/>
                    </a:lnB>
                    <a:solidFill>
                      <a:srgbClr val="A9ABA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BABBBD"/>
                      </a:solidFill>
                      <a:prstDash val="solid"/>
                    </a:lnL>
                    <a:lnT w="28575">
                      <a:solidFill>
                        <a:srgbClr val="BABBBD"/>
                      </a:solidFill>
                      <a:prstDash val="solid"/>
                    </a:lnT>
                    <a:lnB w="28575">
                      <a:solidFill>
                        <a:srgbClr val="BABBBD"/>
                      </a:solidFill>
                      <a:prstDash val="solid"/>
                    </a:lnB>
                    <a:solidFill>
                      <a:srgbClr val="A9ABAD"/>
                    </a:solidFill>
                  </a:tcPr>
                </a:tc>
              </a:tr>
              <a:tr h="18224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BABBBD"/>
                      </a:solidFill>
                      <a:prstDash val="solid"/>
                    </a:lnR>
                    <a:lnT w="28575">
                      <a:solidFill>
                        <a:srgbClr val="BABBBD"/>
                      </a:solidFill>
                      <a:prstDash val="solid"/>
                    </a:lnT>
                    <a:lnB w="28575">
                      <a:solidFill>
                        <a:srgbClr val="BABBBD"/>
                      </a:solidFill>
                      <a:prstDash val="solid"/>
                    </a:lnB>
                    <a:solidFill>
                      <a:srgbClr val="A9ABA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BABBBD"/>
                      </a:solidFill>
                      <a:prstDash val="solid"/>
                    </a:lnL>
                    <a:lnR w="28575">
                      <a:solidFill>
                        <a:srgbClr val="BABBBD"/>
                      </a:solidFill>
                      <a:prstDash val="solid"/>
                    </a:lnR>
                    <a:lnT w="28575">
                      <a:solidFill>
                        <a:srgbClr val="BABBBD"/>
                      </a:solidFill>
                      <a:prstDash val="solid"/>
                    </a:lnT>
                    <a:lnB w="28575">
                      <a:solidFill>
                        <a:srgbClr val="BABBBD"/>
                      </a:solidFill>
                      <a:prstDash val="solid"/>
                    </a:lnB>
                    <a:solidFill>
                      <a:srgbClr val="A9ABA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BABBBD"/>
                      </a:solidFill>
                      <a:prstDash val="solid"/>
                    </a:lnL>
                    <a:lnT w="28575">
                      <a:solidFill>
                        <a:srgbClr val="BABBBD"/>
                      </a:solidFill>
                      <a:prstDash val="solid"/>
                    </a:lnT>
                    <a:lnB w="28575">
                      <a:solidFill>
                        <a:srgbClr val="BABBBD"/>
                      </a:solidFill>
                      <a:prstDash val="solid"/>
                    </a:lnB>
                    <a:solidFill>
                      <a:srgbClr val="A9ABA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2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BABBBD"/>
                      </a:solidFill>
                      <a:prstDash val="solid"/>
                    </a:lnR>
                    <a:lnT w="28575">
                      <a:solidFill>
                        <a:srgbClr val="BABBBD"/>
                      </a:solidFill>
                      <a:prstDash val="solid"/>
                    </a:lnT>
                    <a:lnB w="28575">
                      <a:solidFill>
                        <a:srgbClr val="BABBBD"/>
                      </a:solidFill>
                      <a:prstDash val="solid"/>
                    </a:lnB>
                    <a:solidFill>
                      <a:srgbClr val="A9ABAD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BABBBD"/>
                      </a:solidFill>
                      <a:prstDash val="solid"/>
                    </a:lnL>
                    <a:lnR w="28575">
                      <a:solidFill>
                        <a:srgbClr val="BABBBD"/>
                      </a:solidFill>
                      <a:prstDash val="solid"/>
                    </a:lnR>
                    <a:lnT w="28575">
                      <a:solidFill>
                        <a:srgbClr val="BABBBD"/>
                      </a:solidFill>
                      <a:prstDash val="solid"/>
                    </a:lnT>
                    <a:lnB w="28575">
                      <a:solidFill>
                        <a:srgbClr val="BABBBD"/>
                      </a:solidFill>
                      <a:prstDash val="solid"/>
                    </a:lnB>
                    <a:solidFill>
                      <a:srgbClr val="A9ABA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BABBBD"/>
                      </a:solidFill>
                      <a:prstDash val="solid"/>
                    </a:lnL>
                    <a:lnR w="28575">
                      <a:solidFill>
                        <a:srgbClr val="BABBBD"/>
                      </a:solidFill>
                      <a:prstDash val="solid"/>
                    </a:lnR>
                    <a:lnT w="28575">
                      <a:solidFill>
                        <a:srgbClr val="BABBBD"/>
                      </a:solidFill>
                      <a:prstDash val="solid"/>
                    </a:lnT>
                    <a:lnB w="28575">
                      <a:solidFill>
                        <a:srgbClr val="BABBBD"/>
                      </a:solidFill>
                      <a:prstDash val="solid"/>
                    </a:lnB>
                    <a:solidFill>
                      <a:srgbClr val="A9ABA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BABBBD"/>
                      </a:solidFill>
                      <a:prstDash val="solid"/>
                    </a:lnL>
                    <a:lnT w="28575">
                      <a:solidFill>
                        <a:srgbClr val="BABBBD"/>
                      </a:solidFill>
                      <a:prstDash val="solid"/>
                    </a:lnT>
                    <a:lnB w="28575">
                      <a:solidFill>
                        <a:srgbClr val="BABBBD"/>
                      </a:solidFill>
                      <a:prstDash val="solid"/>
                    </a:lnB>
                    <a:solidFill>
                      <a:srgbClr val="A9ABAD"/>
                    </a:solidFill>
                  </a:tcPr>
                </a:tc>
              </a:tr>
              <a:tr h="18224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BABBBD"/>
                      </a:solidFill>
                      <a:prstDash val="solid"/>
                    </a:lnR>
                    <a:lnT w="28575">
                      <a:solidFill>
                        <a:srgbClr val="BABBBD"/>
                      </a:solidFill>
                      <a:prstDash val="solid"/>
                    </a:lnT>
                    <a:lnB w="28575">
                      <a:solidFill>
                        <a:srgbClr val="BABBBD"/>
                      </a:solidFill>
                      <a:prstDash val="solid"/>
                    </a:lnB>
                    <a:solidFill>
                      <a:srgbClr val="A9ABA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BABBBD"/>
                      </a:solidFill>
                      <a:prstDash val="solid"/>
                    </a:lnL>
                    <a:lnR w="28575">
                      <a:solidFill>
                        <a:srgbClr val="BABBBD"/>
                      </a:solidFill>
                      <a:prstDash val="solid"/>
                    </a:lnR>
                    <a:lnT w="28575">
                      <a:solidFill>
                        <a:srgbClr val="BABBBD"/>
                      </a:solidFill>
                      <a:prstDash val="solid"/>
                    </a:lnT>
                    <a:lnB w="28575">
                      <a:solidFill>
                        <a:srgbClr val="BABBBD"/>
                      </a:solidFill>
                      <a:prstDash val="solid"/>
                    </a:lnB>
                    <a:solidFill>
                      <a:srgbClr val="A9ABA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BABBBD"/>
                      </a:solidFill>
                      <a:prstDash val="solid"/>
                    </a:lnL>
                    <a:lnT w="28575">
                      <a:solidFill>
                        <a:srgbClr val="BABBBD"/>
                      </a:solidFill>
                      <a:prstDash val="solid"/>
                    </a:lnT>
                    <a:lnB w="28575">
                      <a:solidFill>
                        <a:srgbClr val="BABBBD"/>
                      </a:solidFill>
                      <a:prstDash val="solid"/>
                    </a:lnB>
                    <a:solidFill>
                      <a:srgbClr val="A9ABA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8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BABBBD"/>
                      </a:solidFill>
                      <a:prstDash val="solid"/>
                    </a:lnR>
                    <a:lnT w="28575">
                      <a:solidFill>
                        <a:srgbClr val="BABBBD"/>
                      </a:solidFill>
                      <a:prstDash val="solid"/>
                    </a:lnT>
                    <a:solidFill>
                      <a:srgbClr val="A9ABAD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BABBBD"/>
                      </a:solidFill>
                      <a:prstDash val="solid"/>
                    </a:lnL>
                    <a:lnR w="28575">
                      <a:solidFill>
                        <a:srgbClr val="BABBBD"/>
                      </a:solidFill>
                      <a:prstDash val="solid"/>
                    </a:lnR>
                    <a:lnT w="28575">
                      <a:solidFill>
                        <a:srgbClr val="BABBBD"/>
                      </a:solidFill>
                      <a:prstDash val="solid"/>
                    </a:lnT>
                    <a:solidFill>
                      <a:srgbClr val="A9ABA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BABBBD"/>
                      </a:solidFill>
                      <a:prstDash val="solid"/>
                    </a:lnL>
                    <a:lnR w="28575">
                      <a:solidFill>
                        <a:srgbClr val="BABBBD"/>
                      </a:solidFill>
                      <a:prstDash val="solid"/>
                    </a:lnR>
                    <a:lnT w="28575">
                      <a:solidFill>
                        <a:srgbClr val="BABBBD"/>
                      </a:solidFill>
                      <a:prstDash val="solid"/>
                    </a:lnT>
                    <a:solidFill>
                      <a:srgbClr val="A9ABA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BABBBD"/>
                      </a:solidFill>
                      <a:prstDash val="solid"/>
                    </a:lnL>
                    <a:lnT w="28575">
                      <a:solidFill>
                        <a:srgbClr val="BABBBD"/>
                      </a:solidFill>
                      <a:prstDash val="solid"/>
                    </a:lnT>
                    <a:solidFill>
                      <a:srgbClr val="A9ABAD"/>
                    </a:solidFill>
                  </a:tcPr>
                </a:tc>
              </a:tr>
            </a:tbl>
          </a:graphicData>
        </a:graphic>
      </p:graphicFrame>
      <p:sp>
        <p:nvSpPr>
          <p:cNvPr id="118" name="object 118" descr=""/>
          <p:cNvSpPr/>
          <p:nvPr/>
        </p:nvSpPr>
        <p:spPr>
          <a:xfrm>
            <a:off x="7652552" y="5802462"/>
            <a:ext cx="412115" cy="154305"/>
          </a:xfrm>
          <a:custGeom>
            <a:avLst/>
            <a:gdLst/>
            <a:ahLst/>
            <a:cxnLst/>
            <a:rect l="l" t="t" r="r" b="b"/>
            <a:pathLst>
              <a:path w="412115" h="154304">
                <a:moveTo>
                  <a:pt x="411830" y="0"/>
                </a:moveTo>
                <a:lnTo>
                  <a:pt x="0" y="0"/>
                </a:lnTo>
                <a:lnTo>
                  <a:pt x="0" y="154298"/>
                </a:lnTo>
                <a:lnTo>
                  <a:pt x="411830" y="154298"/>
                </a:lnTo>
                <a:lnTo>
                  <a:pt x="411830" y="0"/>
                </a:lnTo>
                <a:close/>
              </a:path>
            </a:pathLst>
          </a:custGeom>
          <a:solidFill>
            <a:srgbClr val="A9AB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 descr=""/>
          <p:cNvSpPr/>
          <p:nvPr/>
        </p:nvSpPr>
        <p:spPr>
          <a:xfrm>
            <a:off x="6324655" y="5437813"/>
            <a:ext cx="414655" cy="154305"/>
          </a:xfrm>
          <a:custGeom>
            <a:avLst/>
            <a:gdLst/>
            <a:ahLst/>
            <a:cxnLst/>
            <a:rect l="l" t="t" r="r" b="b"/>
            <a:pathLst>
              <a:path w="414654" h="154304">
                <a:moveTo>
                  <a:pt x="414605" y="0"/>
                </a:moveTo>
                <a:lnTo>
                  <a:pt x="0" y="0"/>
                </a:lnTo>
                <a:lnTo>
                  <a:pt x="0" y="154298"/>
                </a:lnTo>
                <a:lnTo>
                  <a:pt x="414605" y="154298"/>
                </a:lnTo>
                <a:lnTo>
                  <a:pt x="414605" y="0"/>
                </a:lnTo>
                <a:close/>
              </a:path>
            </a:pathLst>
          </a:custGeom>
          <a:solidFill>
            <a:srgbClr val="A9AB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 descr=""/>
          <p:cNvSpPr/>
          <p:nvPr/>
        </p:nvSpPr>
        <p:spPr>
          <a:xfrm>
            <a:off x="7652552" y="5437813"/>
            <a:ext cx="412115" cy="154305"/>
          </a:xfrm>
          <a:custGeom>
            <a:avLst/>
            <a:gdLst/>
            <a:ahLst/>
            <a:cxnLst/>
            <a:rect l="l" t="t" r="r" b="b"/>
            <a:pathLst>
              <a:path w="412115" h="154304">
                <a:moveTo>
                  <a:pt x="411830" y="0"/>
                </a:moveTo>
                <a:lnTo>
                  <a:pt x="0" y="0"/>
                </a:lnTo>
                <a:lnTo>
                  <a:pt x="0" y="154298"/>
                </a:lnTo>
                <a:lnTo>
                  <a:pt x="411830" y="154298"/>
                </a:lnTo>
                <a:lnTo>
                  <a:pt x="411830" y="0"/>
                </a:lnTo>
                <a:close/>
              </a:path>
            </a:pathLst>
          </a:custGeom>
          <a:solidFill>
            <a:srgbClr val="A9AB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 descr=""/>
          <p:cNvSpPr/>
          <p:nvPr/>
        </p:nvSpPr>
        <p:spPr>
          <a:xfrm>
            <a:off x="6324655" y="5073154"/>
            <a:ext cx="414655" cy="154305"/>
          </a:xfrm>
          <a:custGeom>
            <a:avLst/>
            <a:gdLst/>
            <a:ahLst/>
            <a:cxnLst/>
            <a:rect l="l" t="t" r="r" b="b"/>
            <a:pathLst>
              <a:path w="414654" h="154304">
                <a:moveTo>
                  <a:pt x="414605" y="0"/>
                </a:moveTo>
                <a:lnTo>
                  <a:pt x="0" y="0"/>
                </a:lnTo>
                <a:lnTo>
                  <a:pt x="0" y="154298"/>
                </a:lnTo>
                <a:lnTo>
                  <a:pt x="414605" y="154298"/>
                </a:lnTo>
                <a:lnTo>
                  <a:pt x="414605" y="0"/>
                </a:lnTo>
                <a:close/>
              </a:path>
            </a:pathLst>
          </a:custGeom>
          <a:solidFill>
            <a:srgbClr val="A9AB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 descr=""/>
          <p:cNvSpPr/>
          <p:nvPr/>
        </p:nvSpPr>
        <p:spPr>
          <a:xfrm>
            <a:off x="7652552" y="5073154"/>
            <a:ext cx="412115" cy="154305"/>
          </a:xfrm>
          <a:custGeom>
            <a:avLst/>
            <a:gdLst/>
            <a:ahLst/>
            <a:cxnLst/>
            <a:rect l="l" t="t" r="r" b="b"/>
            <a:pathLst>
              <a:path w="412115" h="154304">
                <a:moveTo>
                  <a:pt x="411830" y="0"/>
                </a:moveTo>
                <a:lnTo>
                  <a:pt x="0" y="0"/>
                </a:lnTo>
                <a:lnTo>
                  <a:pt x="0" y="154298"/>
                </a:lnTo>
                <a:lnTo>
                  <a:pt x="411830" y="154298"/>
                </a:lnTo>
                <a:lnTo>
                  <a:pt x="411830" y="0"/>
                </a:lnTo>
                <a:close/>
              </a:path>
            </a:pathLst>
          </a:custGeom>
          <a:solidFill>
            <a:srgbClr val="A9ABA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3" name="object 123" descr=""/>
          <p:cNvGrpSpPr/>
          <p:nvPr/>
        </p:nvGrpSpPr>
        <p:grpSpPr>
          <a:xfrm>
            <a:off x="10857554" y="8323736"/>
            <a:ext cx="93345" cy="29209"/>
            <a:chOff x="10857554" y="8323736"/>
            <a:chExt cx="93345" cy="29209"/>
          </a:xfrm>
        </p:grpSpPr>
        <p:sp>
          <p:nvSpPr>
            <p:cNvPr id="124" name="object 124" descr=""/>
            <p:cNvSpPr/>
            <p:nvPr/>
          </p:nvSpPr>
          <p:spPr>
            <a:xfrm>
              <a:off x="10857554" y="8323736"/>
              <a:ext cx="93345" cy="29209"/>
            </a:xfrm>
            <a:custGeom>
              <a:avLst/>
              <a:gdLst/>
              <a:ahLst/>
              <a:cxnLst/>
              <a:rect l="l" t="t" r="r" b="b"/>
              <a:pathLst>
                <a:path w="93345" h="29209">
                  <a:moveTo>
                    <a:pt x="92782" y="0"/>
                  </a:moveTo>
                  <a:lnTo>
                    <a:pt x="0" y="0"/>
                  </a:lnTo>
                  <a:lnTo>
                    <a:pt x="0" y="28815"/>
                  </a:lnTo>
                  <a:lnTo>
                    <a:pt x="92782" y="28815"/>
                  </a:lnTo>
                  <a:lnTo>
                    <a:pt x="92782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0873118" y="8323738"/>
              <a:ext cx="59055" cy="29209"/>
            </a:xfrm>
            <a:custGeom>
              <a:avLst/>
              <a:gdLst/>
              <a:ahLst/>
              <a:cxnLst/>
              <a:rect l="l" t="t" r="r" b="b"/>
              <a:pathLst>
                <a:path w="59054" h="29209">
                  <a:moveTo>
                    <a:pt x="5981" y="0"/>
                  </a:moveTo>
                  <a:lnTo>
                    <a:pt x="0" y="0"/>
                  </a:lnTo>
                  <a:lnTo>
                    <a:pt x="0" y="28816"/>
                  </a:lnTo>
                  <a:lnTo>
                    <a:pt x="5981" y="28816"/>
                  </a:lnTo>
                  <a:lnTo>
                    <a:pt x="5981" y="0"/>
                  </a:lnTo>
                  <a:close/>
                </a:path>
                <a:path w="59054" h="29209">
                  <a:moveTo>
                    <a:pt x="58991" y="0"/>
                  </a:moveTo>
                  <a:lnTo>
                    <a:pt x="53009" y="0"/>
                  </a:lnTo>
                  <a:lnTo>
                    <a:pt x="53009" y="28816"/>
                  </a:lnTo>
                  <a:lnTo>
                    <a:pt x="58991" y="28816"/>
                  </a:lnTo>
                  <a:lnTo>
                    <a:pt x="58991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6" name="object 126" descr=""/>
          <p:cNvGrpSpPr/>
          <p:nvPr/>
        </p:nvGrpSpPr>
        <p:grpSpPr>
          <a:xfrm>
            <a:off x="10804466" y="8006081"/>
            <a:ext cx="196215" cy="1835785"/>
            <a:chOff x="10804466" y="8006081"/>
            <a:chExt cx="196215" cy="1835785"/>
          </a:xfrm>
        </p:grpSpPr>
        <p:sp>
          <p:nvSpPr>
            <p:cNvPr id="127" name="object 127" descr=""/>
            <p:cNvSpPr/>
            <p:nvPr/>
          </p:nvSpPr>
          <p:spPr>
            <a:xfrm>
              <a:off x="10971372" y="8873447"/>
              <a:ext cx="29209" cy="104139"/>
            </a:xfrm>
            <a:custGeom>
              <a:avLst/>
              <a:gdLst/>
              <a:ahLst/>
              <a:cxnLst/>
              <a:rect l="l" t="t" r="r" b="b"/>
              <a:pathLst>
                <a:path w="29209" h="104140">
                  <a:moveTo>
                    <a:pt x="28815" y="0"/>
                  </a:moveTo>
                  <a:lnTo>
                    <a:pt x="0" y="0"/>
                  </a:lnTo>
                  <a:lnTo>
                    <a:pt x="0" y="103661"/>
                  </a:lnTo>
                  <a:lnTo>
                    <a:pt x="28815" y="103661"/>
                  </a:lnTo>
                  <a:lnTo>
                    <a:pt x="2881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0971365" y="8897740"/>
              <a:ext cx="29209" cy="55244"/>
            </a:xfrm>
            <a:custGeom>
              <a:avLst/>
              <a:gdLst/>
              <a:ahLst/>
              <a:cxnLst/>
              <a:rect l="l" t="t" r="r" b="b"/>
              <a:pathLst>
                <a:path w="29209" h="55245">
                  <a:moveTo>
                    <a:pt x="28816" y="48653"/>
                  </a:moveTo>
                  <a:lnTo>
                    <a:pt x="0" y="48653"/>
                  </a:lnTo>
                  <a:lnTo>
                    <a:pt x="0" y="54635"/>
                  </a:lnTo>
                  <a:lnTo>
                    <a:pt x="28816" y="54635"/>
                  </a:lnTo>
                  <a:lnTo>
                    <a:pt x="28816" y="48653"/>
                  </a:lnTo>
                  <a:close/>
                </a:path>
                <a:path w="29209" h="55245">
                  <a:moveTo>
                    <a:pt x="28816" y="0"/>
                  </a:moveTo>
                  <a:lnTo>
                    <a:pt x="0" y="0"/>
                  </a:lnTo>
                  <a:lnTo>
                    <a:pt x="0" y="5969"/>
                  </a:lnTo>
                  <a:lnTo>
                    <a:pt x="28816" y="5969"/>
                  </a:lnTo>
                  <a:lnTo>
                    <a:pt x="28816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0804470" y="8043253"/>
              <a:ext cx="196215" cy="1761489"/>
            </a:xfrm>
            <a:custGeom>
              <a:avLst/>
              <a:gdLst/>
              <a:ahLst/>
              <a:cxnLst/>
              <a:rect l="l" t="t" r="r" b="b"/>
              <a:pathLst>
                <a:path w="196215" h="1761490">
                  <a:moveTo>
                    <a:pt x="195721" y="0"/>
                  </a:moveTo>
                  <a:lnTo>
                    <a:pt x="0" y="0"/>
                  </a:lnTo>
                  <a:lnTo>
                    <a:pt x="0" y="1760951"/>
                  </a:lnTo>
                  <a:lnTo>
                    <a:pt x="195721" y="1760951"/>
                  </a:lnTo>
                  <a:lnTo>
                    <a:pt x="195721" y="1506404"/>
                  </a:lnTo>
                  <a:lnTo>
                    <a:pt x="99473" y="1506404"/>
                  </a:lnTo>
                  <a:lnTo>
                    <a:pt x="83782" y="1503229"/>
                  </a:lnTo>
                  <a:lnTo>
                    <a:pt x="70957" y="1494577"/>
                  </a:lnTo>
                  <a:lnTo>
                    <a:pt x="62303" y="1481755"/>
                  </a:lnTo>
                  <a:lnTo>
                    <a:pt x="59129" y="1466070"/>
                  </a:lnTo>
                  <a:lnTo>
                    <a:pt x="62303" y="1450379"/>
                  </a:lnTo>
                  <a:lnTo>
                    <a:pt x="70957" y="1437554"/>
                  </a:lnTo>
                  <a:lnTo>
                    <a:pt x="83782" y="1428901"/>
                  </a:lnTo>
                  <a:lnTo>
                    <a:pt x="99473" y="1425726"/>
                  </a:lnTo>
                  <a:lnTo>
                    <a:pt x="195721" y="1425726"/>
                  </a:lnTo>
                  <a:lnTo>
                    <a:pt x="195721" y="930757"/>
                  </a:lnTo>
                  <a:lnTo>
                    <a:pt x="168078" y="930757"/>
                  </a:lnTo>
                  <a:lnTo>
                    <a:pt x="159217" y="928964"/>
                  </a:lnTo>
                  <a:lnTo>
                    <a:pt x="151974" y="924077"/>
                  </a:lnTo>
                  <a:lnTo>
                    <a:pt x="147087" y="916837"/>
                  </a:lnTo>
                  <a:lnTo>
                    <a:pt x="145294" y="907982"/>
                  </a:lnTo>
                  <a:lnTo>
                    <a:pt x="145294" y="852989"/>
                  </a:lnTo>
                  <a:lnTo>
                    <a:pt x="147087" y="844122"/>
                  </a:lnTo>
                  <a:lnTo>
                    <a:pt x="151974" y="836876"/>
                  </a:lnTo>
                  <a:lnTo>
                    <a:pt x="159217" y="831987"/>
                  </a:lnTo>
                  <a:lnTo>
                    <a:pt x="168078" y="830194"/>
                  </a:lnTo>
                  <a:lnTo>
                    <a:pt x="195721" y="830194"/>
                  </a:lnTo>
                  <a:lnTo>
                    <a:pt x="195721" y="335225"/>
                  </a:lnTo>
                  <a:lnTo>
                    <a:pt x="99473" y="335225"/>
                  </a:lnTo>
                  <a:lnTo>
                    <a:pt x="62303" y="310576"/>
                  </a:lnTo>
                  <a:lnTo>
                    <a:pt x="59129" y="294891"/>
                  </a:lnTo>
                  <a:lnTo>
                    <a:pt x="62303" y="279200"/>
                  </a:lnTo>
                  <a:lnTo>
                    <a:pt x="70957" y="266375"/>
                  </a:lnTo>
                  <a:lnTo>
                    <a:pt x="83782" y="257722"/>
                  </a:lnTo>
                  <a:lnTo>
                    <a:pt x="99473" y="254547"/>
                  </a:lnTo>
                  <a:lnTo>
                    <a:pt x="195721" y="254547"/>
                  </a:lnTo>
                  <a:lnTo>
                    <a:pt x="195721" y="156906"/>
                  </a:lnTo>
                  <a:lnTo>
                    <a:pt x="70877" y="156906"/>
                  </a:lnTo>
                  <a:lnTo>
                    <a:pt x="66071" y="152100"/>
                  </a:lnTo>
                  <a:lnTo>
                    <a:pt x="66071" y="131420"/>
                  </a:lnTo>
                  <a:lnTo>
                    <a:pt x="70877" y="126613"/>
                  </a:lnTo>
                  <a:lnTo>
                    <a:pt x="195721" y="126613"/>
                  </a:lnTo>
                  <a:lnTo>
                    <a:pt x="195721" y="0"/>
                  </a:lnTo>
                  <a:close/>
                </a:path>
                <a:path w="196215" h="1761490">
                  <a:moveTo>
                    <a:pt x="195721" y="1425726"/>
                  </a:moveTo>
                  <a:lnTo>
                    <a:pt x="99473" y="1425726"/>
                  </a:lnTo>
                  <a:lnTo>
                    <a:pt x="115155" y="1428901"/>
                  </a:lnTo>
                  <a:lnTo>
                    <a:pt x="127981" y="1437554"/>
                  </a:lnTo>
                  <a:lnTo>
                    <a:pt x="136639" y="1450379"/>
                  </a:lnTo>
                  <a:lnTo>
                    <a:pt x="139817" y="1466070"/>
                  </a:lnTo>
                  <a:lnTo>
                    <a:pt x="136639" y="1481755"/>
                  </a:lnTo>
                  <a:lnTo>
                    <a:pt x="127981" y="1494577"/>
                  </a:lnTo>
                  <a:lnTo>
                    <a:pt x="115155" y="1503229"/>
                  </a:lnTo>
                  <a:lnTo>
                    <a:pt x="99473" y="1506404"/>
                  </a:lnTo>
                  <a:lnTo>
                    <a:pt x="195721" y="1506404"/>
                  </a:lnTo>
                  <a:lnTo>
                    <a:pt x="195721" y="1425726"/>
                  </a:lnTo>
                  <a:close/>
                </a:path>
                <a:path w="196215" h="1761490">
                  <a:moveTo>
                    <a:pt x="195721" y="254547"/>
                  </a:moveTo>
                  <a:lnTo>
                    <a:pt x="99473" y="254547"/>
                  </a:lnTo>
                  <a:lnTo>
                    <a:pt x="115155" y="257722"/>
                  </a:lnTo>
                  <a:lnTo>
                    <a:pt x="127981" y="266375"/>
                  </a:lnTo>
                  <a:lnTo>
                    <a:pt x="136639" y="279200"/>
                  </a:lnTo>
                  <a:lnTo>
                    <a:pt x="139817" y="294891"/>
                  </a:lnTo>
                  <a:lnTo>
                    <a:pt x="136639" y="310576"/>
                  </a:lnTo>
                  <a:lnTo>
                    <a:pt x="127981" y="323398"/>
                  </a:lnTo>
                  <a:lnTo>
                    <a:pt x="115155" y="332050"/>
                  </a:lnTo>
                  <a:lnTo>
                    <a:pt x="99473" y="335225"/>
                  </a:lnTo>
                  <a:lnTo>
                    <a:pt x="195721" y="335225"/>
                  </a:lnTo>
                  <a:lnTo>
                    <a:pt x="195721" y="254547"/>
                  </a:lnTo>
                  <a:close/>
                </a:path>
                <a:path w="196215" h="1761490">
                  <a:moveTo>
                    <a:pt x="195721" y="126613"/>
                  </a:moveTo>
                  <a:lnTo>
                    <a:pt x="128069" y="126613"/>
                  </a:lnTo>
                  <a:lnTo>
                    <a:pt x="132854" y="131420"/>
                  </a:lnTo>
                  <a:lnTo>
                    <a:pt x="132854" y="152100"/>
                  </a:lnTo>
                  <a:lnTo>
                    <a:pt x="128069" y="156906"/>
                  </a:lnTo>
                  <a:lnTo>
                    <a:pt x="195721" y="156906"/>
                  </a:lnTo>
                  <a:lnTo>
                    <a:pt x="195721" y="126613"/>
                  </a:lnTo>
                  <a:close/>
                </a:path>
              </a:pathLst>
            </a:custGeom>
            <a:solidFill>
              <a:srgbClr val="83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0893134" y="8385074"/>
              <a:ext cx="15240" cy="1081405"/>
            </a:xfrm>
            <a:custGeom>
              <a:avLst/>
              <a:gdLst/>
              <a:ahLst/>
              <a:cxnLst/>
              <a:rect l="l" t="t" r="r" b="b"/>
              <a:pathLst>
                <a:path w="15240" h="1081404">
                  <a:moveTo>
                    <a:pt x="15224" y="0"/>
                  </a:moveTo>
                  <a:lnTo>
                    <a:pt x="0" y="0"/>
                  </a:lnTo>
                  <a:lnTo>
                    <a:pt x="0" y="1081244"/>
                  </a:lnTo>
                  <a:lnTo>
                    <a:pt x="15224" y="1081244"/>
                  </a:lnTo>
                  <a:lnTo>
                    <a:pt x="15224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0804466" y="8006081"/>
              <a:ext cx="196215" cy="37465"/>
            </a:xfrm>
            <a:custGeom>
              <a:avLst/>
              <a:gdLst/>
              <a:ahLst/>
              <a:cxnLst/>
              <a:rect l="l" t="t" r="r" b="b"/>
              <a:pathLst>
                <a:path w="196215" h="37465">
                  <a:moveTo>
                    <a:pt x="195711" y="0"/>
                  </a:moveTo>
                  <a:lnTo>
                    <a:pt x="0" y="0"/>
                  </a:lnTo>
                  <a:lnTo>
                    <a:pt x="0" y="37066"/>
                  </a:lnTo>
                  <a:lnTo>
                    <a:pt x="195711" y="37066"/>
                  </a:lnTo>
                  <a:lnTo>
                    <a:pt x="195711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0857535" y="8043157"/>
              <a:ext cx="142875" cy="830580"/>
            </a:xfrm>
            <a:custGeom>
              <a:avLst/>
              <a:gdLst/>
              <a:ahLst/>
              <a:cxnLst/>
              <a:rect l="l" t="t" r="r" b="b"/>
              <a:pathLst>
                <a:path w="142875" h="830579">
                  <a:moveTo>
                    <a:pt x="92786" y="50711"/>
                  </a:moveTo>
                  <a:lnTo>
                    <a:pt x="0" y="50711"/>
                  </a:lnTo>
                  <a:lnTo>
                    <a:pt x="0" y="75895"/>
                  </a:lnTo>
                  <a:lnTo>
                    <a:pt x="92786" y="75895"/>
                  </a:lnTo>
                  <a:lnTo>
                    <a:pt x="92786" y="50711"/>
                  </a:lnTo>
                  <a:close/>
                </a:path>
                <a:path w="142875" h="830579">
                  <a:moveTo>
                    <a:pt x="142646" y="0"/>
                  </a:moveTo>
                  <a:lnTo>
                    <a:pt x="119595" y="0"/>
                  </a:lnTo>
                  <a:lnTo>
                    <a:pt x="119595" y="830300"/>
                  </a:lnTo>
                  <a:lnTo>
                    <a:pt x="142646" y="830300"/>
                  </a:lnTo>
                  <a:lnTo>
                    <a:pt x="142646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3" name="object 13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44253" y="8278445"/>
              <a:ext cx="119378" cy="119389"/>
            </a:xfrm>
            <a:prstGeom prst="rect">
              <a:avLst/>
            </a:prstGeom>
          </p:spPr>
        </p:pic>
        <p:pic>
          <p:nvPicPr>
            <p:cNvPr id="134" name="object 13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60951" y="9466327"/>
              <a:ext cx="85986" cy="85986"/>
            </a:xfrm>
            <a:prstGeom prst="rect">
              <a:avLst/>
            </a:prstGeom>
          </p:spPr>
        </p:pic>
        <p:sp>
          <p:nvSpPr>
            <p:cNvPr id="135" name="object 135" descr=""/>
            <p:cNvSpPr/>
            <p:nvPr/>
          </p:nvSpPr>
          <p:spPr>
            <a:xfrm>
              <a:off x="10804466" y="9804319"/>
              <a:ext cx="196215" cy="37465"/>
            </a:xfrm>
            <a:custGeom>
              <a:avLst/>
              <a:gdLst/>
              <a:ahLst/>
              <a:cxnLst/>
              <a:rect l="l" t="t" r="r" b="b"/>
              <a:pathLst>
                <a:path w="196215" h="37465">
                  <a:moveTo>
                    <a:pt x="195711" y="0"/>
                  </a:moveTo>
                  <a:lnTo>
                    <a:pt x="0" y="0"/>
                  </a:lnTo>
                  <a:lnTo>
                    <a:pt x="0" y="37066"/>
                  </a:lnTo>
                  <a:lnTo>
                    <a:pt x="195711" y="37066"/>
                  </a:lnTo>
                  <a:lnTo>
                    <a:pt x="195711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0804462" y="8043424"/>
              <a:ext cx="196215" cy="1761489"/>
            </a:xfrm>
            <a:custGeom>
              <a:avLst/>
              <a:gdLst/>
              <a:ahLst/>
              <a:cxnLst/>
              <a:rect l="l" t="t" r="r" b="b"/>
              <a:pathLst>
                <a:path w="196215" h="1761490">
                  <a:moveTo>
                    <a:pt x="23037" y="0"/>
                  </a:moveTo>
                  <a:lnTo>
                    <a:pt x="0" y="0"/>
                  </a:lnTo>
                  <a:lnTo>
                    <a:pt x="0" y="867410"/>
                  </a:lnTo>
                  <a:lnTo>
                    <a:pt x="0" y="1761490"/>
                  </a:lnTo>
                  <a:lnTo>
                    <a:pt x="23037" y="1761490"/>
                  </a:lnTo>
                  <a:lnTo>
                    <a:pt x="23037" y="867410"/>
                  </a:lnTo>
                  <a:lnTo>
                    <a:pt x="23037" y="0"/>
                  </a:lnTo>
                  <a:close/>
                </a:path>
                <a:path w="196215" h="1761490">
                  <a:moveTo>
                    <a:pt x="145859" y="1684997"/>
                  </a:moveTo>
                  <a:lnTo>
                    <a:pt x="53073" y="1684997"/>
                  </a:lnTo>
                  <a:lnTo>
                    <a:pt x="53073" y="1710194"/>
                  </a:lnTo>
                  <a:lnTo>
                    <a:pt x="145859" y="1710194"/>
                  </a:lnTo>
                  <a:lnTo>
                    <a:pt x="145859" y="1684997"/>
                  </a:lnTo>
                  <a:close/>
                </a:path>
                <a:path w="196215" h="1761490">
                  <a:moveTo>
                    <a:pt x="195719" y="930592"/>
                  </a:moveTo>
                  <a:lnTo>
                    <a:pt x="172669" y="930592"/>
                  </a:lnTo>
                  <a:lnTo>
                    <a:pt x="172669" y="1760893"/>
                  </a:lnTo>
                  <a:lnTo>
                    <a:pt x="195719" y="1760893"/>
                  </a:lnTo>
                  <a:lnTo>
                    <a:pt x="195719" y="930592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44255" y="9449624"/>
              <a:ext cx="119389" cy="119389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23106" y="8846786"/>
              <a:ext cx="77086" cy="153880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850812" y="8150139"/>
              <a:ext cx="106258" cy="69746"/>
            </a:xfrm>
            <a:prstGeom prst="rect">
              <a:avLst/>
            </a:prstGeom>
          </p:spPr>
        </p:pic>
      </p:grpSp>
      <p:sp>
        <p:nvSpPr>
          <p:cNvPr id="140" name="object 140" descr=""/>
          <p:cNvSpPr/>
          <p:nvPr/>
        </p:nvSpPr>
        <p:spPr>
          <a:xfrm>
            <a:off x="9009870" y="6156373"/>
            <a:ext cx="318770" cy="483234"/>
          </a:xfrm>
          <a:custGeom>
            <a:avLst/>
            <a:gdLst/>
            <a:ahLst/>
            <a:cxnLst/>
            <a:rect l="l" t="t" r="r" b="b"/>
            <a:pathLst>
              <a:path w="318770" h="483234">
                <a:moveTo>
                  <a:pt x="286410" y="0"/>
                </a:moveTo>
                <a:lnTo>
                  <a:pt x="138644" y="396867"/>
                </a:lnTo>
                <a:lnTo>
                  <a:pt x="104913" y="433799"/>
                </a:lnTo>
                <a:lnTo>
                  <a:pt x="89829" y="436614"/>
                </a:lnTo>
                <a:lnTo>
                  <a:pt x="68746" y="431079"/>
                </a:lnTo>
                <a:lnTo>
                  <a:pt x="51510" y="415992"/>
                </a:lnTo>
                <a:lnTo>
                  <a:pt x="39879" y="393633"/>
                </a:lnTo>
                <a:lnTo>
                  <a:pt x="35611" y="366282"/>
                </a:lnTo>
                <a:lnTo>
                  <a:pt x="35611" y="8701"/>
                </a:lnTo>
                <a:lnTo>
                  <a:pt x="0" y="8701"/>
                </a:lnTo>
                <a:lnTo>
                  <a:pt x="0" y="366282"/>
                </a:lnTo>
                <a:lnTo>
                  <a:pt x="7071" y="411593"/>
                </a:lnTo>
                <a:lnTo>
                  <a:pt x="26342" y="448635"/>
                </a:lnTo>
                <a:lnTo>
                  <a:pt x="54899" y="473630"/>
                </a:lnTo>
                <a:lnTo>
                  <a:pt x="89829" y="482802"/>
                </a:lnTo>
                <a:lnTo>
                  <a:pt x="114819" y="478137"/>
                </a:lnTo>
                <a:lnTo>
                  <a:pt x="137529" y="464875"/>
                </a:lnTo>
                <a:lnTo>
                  <a:pt x="156612" y="444114"/>
                </a:lnTo>
                <a:lnTo>
                  <a:pt x="170717" y="416950"/>
                </a:lnTo>
                <a:lnTo>
                  <a:pt x="318471" y="20093"/>
                </a:lnTo>
                <a:lnTo>
                  <a:pt x="286410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1" name="object 141" descr=""/>
          <p:cNvGrpSpPr/>
          <p:nvPr/>
        </p:nvGrpSpPr>
        <p:grpSpPr>
          <a:xfrm>
            <a:off x="8576059" y="5606362"/>
            <a:ext cx="1082040" cy="1033144"/>
            <a:chOff x="8576059" y="5606362"/>
            <a:chExt cx="1082040" cy="1033144"/>
          </a:xfrm>
        </p:grpSpPr>
        <p:pic>
          <p:nvPicPr>
            <p:cNvPr id="142" name="object 14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10191" y="5606362"/>
              <a:ext cx="147664" cy="111326"/>
            </a:xfrm>
            <a:prstGeom prst="rect">
              <a:avLst/>
            </a:prstGeom>
          </p:spPr>
        </p:pic>
        <p:sp>
          <p:nvSpPr>
            <p:cNvPr id="143" name="object 143" descr=""/>
            <p:cNvSpPr/>
            <p:nvPr/>
          </p:nvSpPr>
          <p:spPr>
            <a:xfrm>
              <a:off x="8576056" y="5641587"/>
              <a:ext cx="1006475" cy="997585"/>
            </a:xfrm>
            <a:custGeom>
              <a:avLst/>
              <a:gdLst/>
              <a:ahLst/>
              <a:cxnLst/>
              <a:rect l="l" t="t" r="r" b="b"/>
              <a:pathLst>
                <a:path w="1006475" h="997584">
                  <a:moveTo>
                    <a:pt x="1006055" y="20447"/>
                  </a:moveTo>
                  <a:lnTo>
                    <a:pt x="1004633" y="12484"/>
                  </a:lnTo>
                  <a:lnTo>
                    <a:pt x="1000760" y="5981"/>
                  </a:lnTo>
                  <a:lnTo>
                    <a:pt x="995019" y="1600"/>
                  </a:lnTo>
                  <a:lnTo>
                    <a:pt x="987983" y="0"/>
                  </a:lnTo>
                  <a:lnTo>
                    <a:pt x="967740" y="0"/>
                  </a:lnTo>
                  <a:lnTo>
                    <a:pt x="903643" y="14401"/>
                  </a:lnTo>
                  <a:lnTo>
                    <a:pt x="849287" y="55435"/>
                  </a:lnTo>
                  <a:lnTo>
                    <a:pt x="630123" y="465150"/>
                  </a:lnTo>
                  <a:lnTo>
                    <a:pt x="610311" y="483082"/>
                  </a:lnTo>
                  <a:lnTo>
                    <a:pt x="588137" y="496201"/>
                  </a:lnTo>
                  <a:lnTo>
                    <a:pt x="564134" y="504266"/>
                  </a:lnTo>
                  <a:lnTo>
                    <a:pt x="538835" y="507009"/>
                  </a:lnTo>
                  <a:lnTo>
                    <a:pt x="449719" y="507009"/>
                  </a:lnTo>
                  <a:lnTo>
                    <a:pt x="416839" y="510641"/>
                  </a:lnTo>
                  <a:lnTo>
                    <a:pt x="385673" y="521322"/>
                  </a:lnTo>
                  <a:lnTo>
                    <a:pt x="356971" y="538708"/>
                  </a:lnTo>
                  <a:lnTo>
                    <a:pt x="331444" y="562444"/>
                  </a:lnTo>
                  <a:lnTo>
                    <a:pt x="284264" y="622261"/>
                  </a:lnTo>
                  <a:lnTo>
                    <a:pt x="242976" y="607491"/>
                  </a:lnTo>
                  <a:lnTo>
                    <a:pt x="197650" y="602272"/>
                  </a:lnTo>
                  <a:lnTo>
                    <a:pt x="152336" y="607491"/>
                  </a:lnTo>
                  <a:lnTo>
                    <a:pt x="110731" y="622363"/>
                  </a:lnTo>
                  <a:lnTo>
                    <a:pt x="74028" y="645693"/>
                  </a:lnTo>
                  <a:lnTo>
                    <a:pt x="43421" y="676300"/>
                  </a:lnTo>
                  <a:lnTo>
                    <a:pt x="20091" y="713003"/>
                  </a:lnTo>
                  <a:lnTo>
                    <a:pt x="5219" y="754608"/>
                  </a:lnTo>
                  <a:lnTo>
                    <a:pt x="0" y="799934"/>
                  </a:lnTo>
                  <a:lnTo>
                    <a:pt x="5219" y="845248"/>
                  </a:lnTo>
                  <a:lnTo>
                    <a:pt x="20091" y="886853"/>
                  </a:lnTo>
                  <a:lnTo>
                    <a:pt x="43421" y="923556"/>
                  </a:lnTo>
                  <a:lnTo>
                    <a:pt x="74028" y="954163"/>
                  </a:lnTo>
                  <a:lnTo>
                    <a:pt x="110731" y="977506"/>
                  </a:lnTo>
                  <a:lnTo>
                    <a:pt x="152336" y="992365"/>
                  </a:lnTo>
                  <a:lnTo>
                    <a:pt x="197650" y="997585"/>
                  </a:lnTo>
                  <a:lnTo>
                    <a:pt x="242976" y="992365"/>
                  </a:lnTo>
                  <a:lnTo>
                    <a:pt x="284581" y="977506"/>
                  </a:lnTo>
                  <a:lnTo>
                    <a:pt x="321284" y="954163"/>
                  </a:lnTo>
                  <a:lnTo>
                    <a:pt x="351891" y="923556"/>
                  </a:lnTo>
                  <a:lnTo>
                    <a:pt x="375221" y="886853"/>
                  </a:lnTo>
                  <a:lnTo>
                    <a:pt x="390093" y="845248"/>
                  </a:lnTo>
                  <a:lnTo>
                    <a:pt x="395312" y="799934"/>
                  </a:lnTo>
                  <a:lnTo>
                    <a:pt x="390093" y="754608"/>
                  </a:lnTo>
                  <a:lnTo>
                    <a:pt x="375221" y="713003"/>
                  </a:lnTo>
                  <a:lnTo>
                    <a:pt x="351891" y="676300"/>
                  </a:lnTo>
                  <a:lnTo>
                    <a:pt x="321284" y="645693"/>
                  </a:lnTo>
                  <a:lnTo>
                    <a:pt x="316509" y="642670"/>
                  </a:lnTo>
                  <a:lnTo>
                    <a:pt x="356997" y="591362"/>
                  </a:lnTo>
                  <a:lnTo>
                    <a:pt x="377012" y="572744"/>
                  </a:lnTo>
                  <a:lnTo>
                    <a:pt x="399516" y="559130"/>
                  </a:lnTo>
                  <a:lnTo>
                    <a:pt x="423938" y="550760"/>
                  </a:lnTo>
                  <a:lnTo>
                    <a:pt x="449719" y="547903"/>
                  </a:lnTo>
                  <a:lnTo>
                    <a:pt x="538835" y="547903"/>
                  </a:lnTo>
                  <a:lnTo>
                    <a:pt x="571614" y="544233"/>
                  </a:lnTo>
                  <a:lnTo>
                    <a:pt x="631634" y="516102"/>
                  </a:lnTo>
                  <a:lnTo>
                    <a:pt x="876274" y="82753"/>
                  </a:lnTo>
                  <a:lnTo>
                    <a:pt x="896086" y="64820"/>
                  </a:lnTo>
                  <a:lnTo>
                    <a:pt x="918260" y="51701"/>
                  </a:lnTo>
                  <a:lnTo>
                    <a:pt x="942263" y="43637"/>
                  </a:lnTo>
                  <a:lnTo>
                    <a:pt x="967562" y="40894"/>
                  </a:lnTo>
                  <a:lnTo>
                    <a:pt x="987983" y="40894"/>
                  </a:lnTo>
                  <a:lnTo>
                    <a:pt x="995019" y="39293"/>
                  </a:lnTo>
                  <a:lnTo>
                    <a:pt x="1000760" y="34899"/>
                  </a:lnTo>
                  <a:lnTo>
                    <a:pt x="1004633" y="28397"/>
                  </a:lnTo>
                  <a:lnTo>
                    <a:pt x="1006055" y="20447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8773712" y="6243841"/>
              <a:ext cx="85090" cy="394970"/>
            </a:xfrm>
            <a:custGeom>
              <a:avLst/>
              <a:gdLst/>
              <a:ahLst/>
              <a:cxnLst/>
              <a:rect l="l" t="t" r="r" b="b"/>
              <a:pathLst>
                <a:path w="85090" h="394970">
                  <a:moveTo>
                    <a:pt x="84960" y="0"/>
                  </a:moveTo>
                  <a:lnTo>
                    <a:pt x="0" y="0"/>
                  </a:lnTo>
                  <a:lnTo>
                    <a:pt x="0" y="394752"/>
                  </a:lnTo>
                  <a:lnTo>
                    <a:pt x="84960" y="394752"/>
                  </a:lnTo>
                  <a:lnTo>
                    <a:pt x="84960" y="0"/>
                  </a:lnTo>
                  <a:close/>
                </a:path>
              </a:pathLst>
            </a:custGeom>
            <a:solidFill>
              <a:srgbClr val="7578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8651079" y="6243852"/>
              <a:ext cx="395605" cy="395605"/>
            </a:xfrm>
            <a:custGeom>
              <a:avLst/>
              <a:gdLst/>
              <a:ahLst/>
              <a:cxnLst/>
              <a:rect l="l" t="t" r="r" b="b"/>
              <a:pathLst>
                <a:path w="395604" h="395604">
                  <a:moveTo>
                    <a:pt x="197658" y="0"/>
                  </a:moveTo>
                  <a:lnTo>
                    <a:pt x="152335" y="5220"/>
                  </a:lnTo>
                  <a:lnTo>
                    <a:pt x="110731" y="20089"/>
                  </a:lnTo>
                  <a:lnTo>
                    <a:pt x="74031" y="43421"/>
                  </a:lnTo>
                  <a:lnTo>
                    <a:pt x="43421" y="74031"/>
                  </a:lnTo>
                  <a:lnTo>
                    <a:pt x="20089" y="110731"/>
                  </a:lnTo>
                  <a:lnTo>
                    <a:pt x="5220" y="152335"/>
                  </a:lnTo>
                  <a:lnTo>
                    <a:pt x="0" y="197658"/>
                  </a:lnTo>
                  <a:lnTo>
                    <a:pt x="5220" y="242981"/>
                  </a:lnTo>
                  <a:lnTo>
                    <a:pt x="20089" y="284586"/>
                  </a:lnTo>
                  <a:lnTo>
                    <a:pt x="43421" y="321286"/>
                  </a:lnTo>
                  <a:lnTo>
                    <a:pt x="74031" y="351896"/>
                  </a:lnTo>
                  <a:lnTo>
                    <a:pt x="110731" y="375228"/>
                  </a:lnTo>
                  <a:lnTo>
                    <a:pt x="152335" y="390097"/>
                  </a:lnTo>
                  <a:lnTo>
                    <a:pt x="197658" y="395317"/>
                  </a:lnTo>
                  <a:lnTo>
                    <a:pt x="242978" y="390097"/>
                  </a:lnTo>
                  <a:lnTo>
                    <a:pt x="284582" y="375228"/>
                  </a:lnTo>
                  <a:lnTo>
                    <a:pt x="321282" y="351896"/>
                  </a:lnTo>
                  <a:lnTo>
                    <a:pt x="351892" y="321286"/>
                  </a:lnTo>
                  <a:lnTo>
                    <a:pt x="375226" y="284586"/>
                  </a:lnTo>
                  <a:lnTo>
                    <a:pt x="390097" y="242981"/>
                  </a:lnTo>
                  <a:lnTo>
                    <a:pt x="395317" y="197658"/>
                  </a:lnTo>
                  <a:lnTo>
                    <a:pt x="390097" y="152335"/>
                  </a:lnTo>
                  <a:lnTo>
                    <a:pt x="375226" y="110731"/>
                  </a:lnTo>
                  <a:lnTo>
                    <a:pt x="351892" y="74031"/>
                  </a:lnTo>
                  <a:lnTo>
                    <a:pt x="321282" y="43421"/>
                  </a:lnTo>
                  <a:lnTo>
                    <a:pt x="284582" y="20089"/>
                  </a:lnTo>
                  <a:lnTo>
                    <a:pt x="242978" y="5220"/>
                  </a:lnTo>
                  <a:lnTo>
                    <a:pt x="197658" y="0"/>
                  </a:lnTo>
                  <a:close/>
                </a:path>
              </a:pathLst>
            </a:custGeom>
            <a:solidFill>
              <a:srgbClr val="696C6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6" name="object 14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53315" y="6346090"/>
              <a:ext cx="190842" cy="190842"/>
            </a:xfrm>
            <a:prstGeom prst="rect">
              <a:avLst/>
            </a:prstGeom>
          </p:spPr>
        </p:pic>
      </p:grpSp>
      <p:grpSp>
        <p:nvGrpSpPr>
          <p:cNvPr id="147" name="object 147" descr=""/>
          <p:cNvGrpSpPr/>
          <p:nvPr/>
        </p:nvGrpSpPr>
        <p:grpSpPr>
          <a:xfrm>
            <a:off x="8434197" y="5448393"/>
            <a:ext cx="1788160" cy="1191260"/>
            <a:chOff x="8434197" y="5448393"/>
            <a:chExt cx="1788160" cy="1191260"/>
          </a:xfrm>
        </p:grpSpPr>
        <p:pic>
          <p:nvPicPr>
            <p:cNvPr id="148" name="object 14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95381" y="5606362"/>
              <a:ext cx="226427" cy="111326"/>
            </a:xfrm>
            <a:prstGeom prst="rect">
              <a:avLst/>
            </a:prstGeom>
          </p:spPr>
        </p:pic>
        <p:sp>
          <p:nvSpPr>
            <p:cNvPr id="149" name="object 149" descr=""/>
            <p:cNvSpPr/>
            <p:nvPr/>
          </p:nvSpPr>
          <p:spPr>
            <a:xfrm>
              <a:off x="8826830" y="5641587"/>
              <a:ext cx="1240790" cy="998219"/>
            </a:xfrm>
            <a:custGeom>
              <a:avLst/>
              <a:gdLst/>
              <a:ahLst/>
              <a:cxnLst/>
              <a:rect l="l" t="t" r="r" b="b"/>
              <a:pathLst>
                <a:path w="1240790" h="998220">
                  <a:moveTo>
                    <a:pt x="1240459" y="20447"/>
                  </a:moveTo>
                  <a:lnTo>
                    <a:pt x="1238859" y="12484"/>
                  </a:lnTo>
                  <a:lnTo>
                    <a:pt x="1234478" y="5981"/>
                  </a:lnTo>
                  <a:lnTo>
                    <a:pt x="1227975" y="1600"/>
                  </a:lnTo>
                  <a:lnTo>
                    <a:pt x="1220025" y="0"/>
                  </a:lnTo>
                  <a:lnTo>
                    <a:pt x="1197127" y="0"/>
                  </a:lnTo>
                  <a:lnTo>
                    <a:pt x="1124597" y="14401"/>
                  </a:lnTo>
                  <a:lnTo>
                    <a:pt x="1063078" y="55435"/>
                  </a:lnTo>
                  <a:lnTo>
                    <a:pt x="815086" y="465150"/>
                  </a:lnTo>
                  <a:lnTo>
                    <a:pt x="792683" y="483082"/>
                  </a:lnTo>
                  <a:lnTo>
                    <a:pt x="767600" y="496201"/>
                  </a:lnTo>
                  <a:lnTo>
                    <a:pt x="740435" y="504266"/>
                  </a:lnTo>
                  <a:lnTo>
                    <a:pt x="711809" y="507009"/>
                  </a:lnTo>
                  <a:lnTo>
                    <a:pt x="665213" y="507009"/>
                  </a:lnTo>
                  <a:lnTo>
                    <a:pt x="665213" y="547903"/>
                  </a:lnTo>
                  <a:lnTo>
                    <a:pt x="665213" y="881075"/>
                  </a:lnTo>
                  <a:lnTo>
                    <a:pt x="660311" y="908431"/>
                  </a:lnTo>
                  <a:lnTo>
                    <a:pt x="646963" y="930783"/>
                  </a:lnTo>
                  <a:lnTo>
                    <a:pt x="627164" y="945870"/>
                  </a:lnTo>
                  <a:lnTo>
                    <a:pt x="602957" y="951407"/>
                  </a:lnTo>
                  <a:lnTo>
                    <a:pt x="585635" y="948588"/>
                  </a:lnTo>
                  <a:lnTo>
                    <a:pt x="569887" y="940587"/>
                  </a:lnTo>
                  <a:lnTo>
                    <a:pt x="556666" y="928052"/>
                  </a:lnTo>
                  <a:lnTo>
                    <a:pt x="546887" y="911656"/>
                  </a:lnTo>
                  <a:lnTo>
                    <a:pt x="391350" y="547903"/>
                  </a:lnTo>
                  <a:lnTo>
                    <a:pt x="665213" y="547903"/>
                  </a:lnTo>
                  <a:lnTo>
                    <a:pt x="665213" y="507009"/>
                  </a:lnTo>
                  <a:lnTo>
                    <a:pt x="338188" y="507009"/>
                  </a:lnTo>
                  <a:lnTo>
                    <a:pt x="300977" y="510641"/>
                  </a:lnTo>
                  <a:lnTo>
                    <a:pt x="233235" y="538708"/>
                  </a:lnTo>
                  <a:lnTo>
                    <a:pt x="5994" y="784656"/>
                  </a:lnTo>
                  <a:lnTo>
                    <a:pt x="0" y="799109"/>
                  </a:lnTo>
                  <a:lnTo>
                    <a:pt x="1498" y="806792"/>
                  </a:lnTo>
                  <a:lnTo>
                    <a:pt x="5994" y="813562"/>
                  </a:lnTo>
                  <a:lnTo>
                    <a:pt x="12763" y="818057"/>
                  </a:lnTo>
                  <a:lnTo>
                    <a:pt x="20459" y="819556"/>
                  </a:lnTo>
                  <a:lnTo>
                    <a:pt x="28143" y="818057"/>
                  </a:lnTo>
                  <a:lnTo>
                    <a:pt x="34912" y="813562"/>
                  </a:lnTo>
                  <a:lnTo>
                    <a:pt x="233260" y="591362"/>
                  </a:lnTo>
                  <a:lnTo>
                    <a:pt x="255905" y="572744"/>
                  </a:lnTo>
                  <a:lnTo>
                    <a:pt x="281368" y="559130"/>
                  </a:lnTo>
                  <a:lnTo>
                    <a:pt x="309016" y="550760"/>
                  </a:lnTo>
                  <a:lnTo>
                    <a:pt x="338188" y="547903"/>
                  </a:lnTo>
                  <a:lnTo>
                    <a:pt x="345935" y="547903"/>
                  </a:lnTo>
                  <a:lnTo>
                    <a:pt x="510070" y="931748"/>
                  </a:lnTo>
                  <a:lnTo>
                    <a:pt x="526262" y="958900"/>
                  </a:lnTo>
                  <a:lnTo>
                    <a:pt x="548170" y="979665"/>
                  </a:lnTo>
                  <a:lnTo>
                    <a:pt x="574255" y="992924"/>
                  </a:lnTo>
                  <a:lnTo>
                    <a:pt x="602957" y="997597"/>
                  </a:lnTo>
                  <a:lnTo>
                    <a:pt x="643064" y="988428"/>
                  </a:lnTo>
                  <a:lnTo>
                    <a:pt x="675868" y="963422"/>
                  </a:lnTo>
                  <a:lnTo>
                    <a:pt x="697992" y="926388"/>
                  </a:lnTo>
                  <a:lnTo>
                    <a:pt x="706107" y="881075"/>
                  </a:lnTo>
                  <a:lnTo>
                    <a:pt x="706107" y="547903"/>
                  </a:lnTo>
                  <a:lnTo>
                    <a:pt x="711809" y="547903"/>
                  </a:lnTo>
                  <a:lnTo>
                    <a:pt x="784237" y="533501"/>
                  </a:lnTo>
                  <a:lnTo>
                    <a:pt x="845629" y="492467"/>
                  </a:lnTo>
                  <a:lnTo>
                    <a:pt x="1093622" y="82753"/>
                  </a:lnTo>
                  <a:lnTo>
                    <a:pt x="1116037" y="64820"/>
                  </a:lnTo>
                  <a:lnTo>
                    <a:pt x="1141133" y="51701"/>
                  </a:lnTo>
                  <a:lnTo>
                    <a:pt x="1168285" y="43637"/>
                  </a:lnTo>
                  <a:lnTo>
                    <a:pt x="1196911" y="40894"/>
                  </a:lnTo>
                  <a:lnTo>
                    <a:pt x="1220025" y="40894"/>
                  </a:lnTo>
                  <a:lnTo>
                    <a:pt x="1227975" y="39293"/>
                  </a:lnTo>
                  <a:lnTo>
                    <a:pt x="1234478" y="34899"/>
                  </a:lnTo>
                  <a:lnTo>
                    <a:pt x="1238859" y="28397"/>
                  </a:lnTo>
                  <a:lnTo>
                    <a:pt x="1240459" y="20447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8639049" y="5448397"/>
              <a:ext cx="1028065" cy="514350"/>
            </a:xfrm>
            <a:custGeom>
              <a:avLst/>
              <a:gdLst/>
              <a:ahLst/>
              <a:cxnLst/>
              <a:rect l="l" t="t" r="r" b="b"/>
              <a:pathLst>
                <a:path w="1028065" h="514350">
                  <a:moveTo>
                    <a:pt x="513921" y="0"/>
                  </a:moveTo>
                  <a:lnTo>
                    <a:pt x="466088" y="2200"/>
                  </a:lnTo>
                  <a:lnTo>
                    <a:pt x="419484" y="8669"/>
                  </a:lnTo>
                  <a:lnTo>
                    <a:pt x="374303" y="19210"/>
                  </a:lnTo>
                  <a:lnTo>
                    <a:pt x="330742" y="33628"/>
                  </a:lnTo>
                  <a:lnTo>
                    <a:pt x="288996" y="51726"/>
                  </a:lnTo>
                  <a:lnTo>
                    <a:pt x="247370" y="74449"/>
                  </a:lnTo>
                  <a:lnTo>
                    <a:pt x="208185" y="100791"/>
                  </a:lnTo>
                  <a:lnTo>
                    <a:pt x="171664" y="130527"/>
                  </a:lnTo>
                  <a:lnTo>
                    <a:pt x="138034" y="163433"/>
                  </a:lnTo>
                  <a:lnTo>
                    <a:pt x="107518" y="199284"/>
                  </a:lnTo>
                  <a:lnTo>
                    <a:pt x="80341" y="237855"/>
                  </a:lnTo>
                  <a:lnTo>
                    <a:pt x="56729" y="278922"/>
                  </a:lnTo>
                  <a:lnTo>
                    <a:pt x="36906" y="322262"/>
                  </a:lnTo>
                  <a:lnTo>
                    <a:pt x="21097" y="367648"/>
                  </a:lnTo>
                  <a:lnTo>
                    <a:pt x="9526" y="414858"/>
                  </a:lnTo>
                  <a:lnTo>
                    <a:pt x="2419" y="463666"/>
                  </a:lnTo>
                  <a:lnTo>
                    <a:pt x="0" y="513848"/>
                  </a:lnTo>
                  <a:lnTo>
                    <a:pt x="1027769" y="513848"/>
                  </a:lnTo>
                  <a:lnTo>
                    <a:pt x="1025369" y="463884"/>
                  </a:lnTo>
                  <a:lnTo>
                    <a:pt x="1018319" y="415285"/>
                  </a:lnTo>
                  <a:lnTo>
                    <a:pt x="1006842" y="368270"/>
                  </a:lnTo>
                  <a:lnTo>
                    <a:pt x="991161" y="323054"/>
                  </a:lnTo>
                  <a:lnTo>
                    <a:pt x="971502" y="279856"/>
                  </a:lnTo>
                  <a:lnTo>
                    <a:pt x="948086" y="238893"/>
                  </a:lnTo>
                  <a:lnTo>
                    <a:pt x="921568" y="200960"/>
                  </a:lnTo>
                  <a:lnTo>
                    <a:pt x="891821" y="165636"/>
                  </a:lnTo>
                  <a:lnTo>
                    <a:pt x="859059" y="133131"/>
                  </a:lnTo>
                  <a:lnTo>
                    <a:pt x="823495" y="103657"/>
                  </a:lnTo>
                  <a:lnTo>
                    <a:pt x="785340" y="77426"/>
                  </a:lnTo>
                  <a:lnTo>
                    <a:pt x="744807" y="54650"/>
                  </a:lnTo>
                  <a:lnTo>
                    <a:pt x="702109" y="35540"/>
                  </a:lnTo>
                  <a:lnTo>
                    <a:pt x="657459" y="20309"/>
                  </a:lnTo>
                  <a:lnTo>
                    <a:pt x="611069" y="9167"/>
                  </a:lnTo>
                  <a:lnTo>
                    <a:pt x="563152" y="2327"/>
                  </a:lnTo>
                  <a:lnTo>
                    <a:pt x="513921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8920614" y="5448393"/>
              <a:ext cx="666750" cy="466725"/>
            </a:xfrm>
            <a:custGeom>
              <a:avLst/>
              <a:gdLst/>
              <a:ahLst/>
              <a:cxnLst/>
              <a:rect l="l" t="t" r="r" b="b"/>
              <a:pathLst>
                <a:path w="666750" h="466725">
                  <a:moveTo>
                    <a:pt x="232348" y="0"/>
                  </a:moveTo>
                  <a:lnTo>
                    <a:pt x="184520" y="2200"/>
                  </a:lnTo>
                  <a:lnTo>
                    <a:pt x="137916" y="8669"/>
                  </a:lnTo>
                  <a:lnTo>
                    <a:pt x="92734" y="19213"/>
                  </a:lnTo>
                  <a:lnTo>
                    <a:pt x="49171" y="33634"/>
                  </a:lnTo>
                  <a:lnTo>
                    <a:pt x="7423" y="51736"/>
                  </a:lnTo>
                  <a:lnTo>
                    <a:pt x="470" y="104767"/>
                  </a:lnTo>
                  <a:lnTo>
                    <a:pt x="0" y="122959"/>
                  </a:lnTo>
                  <a:lnTo>
                    <a:pt x="3133" y="169534"/>
                  </a:lnTo>
                  <a:lnTo>
                    <a:pt x="12263" y="214208"/>
                  </a:lnTo>
                  <a:lnTo>
                    <a:pt x="26978" y="256571"/>
                  </a:lnTo>
                  <a:lnTo>
                    <a:pt x="46871" y="296214"/>
                  </a:lnTo>
                  <a:lnTo>
                    <a:pt x="71532" y="332728"/>
                  </a:lnTo>
                  <a:lnTo>
                    <a:pt x="100553" y="365702"/>
                  </a:lnTo>
                  <a:lnTo>
                    <a:pt x="133524" y="394727"/>
                  </a:lnTo>
                  <a:lnTo>
                    <a:pt x="170036" y="419393"/>
                  </a:lnTo>
                  <a:lnTo>
                    <a:pt x="209680" y="439291"/>
                  </a:lnTo>
                  <a:lnTo>
                    <a:pt x="252048" y="454011"/>
                  </a:lnTo>
                  <a:lnTo>
                    <a:pt x="296731" y="463143"/>
                  </a:lnTo>
                  <a:lnTo>
                    <a:pt x="343319" y="466278"/>
                  </a:lnTo>
                  <a:lnTo>
                    <a:pt x="392062" y="462843"/>
                  </a:lnTo>
                  <a:lnTo>
                    <a:pt x="438695" y="452851"/>
                  </a:lnTo>
                  <a:lnTo>
                    <a:pt x="482746" y="436773"/>
                  </a:lnTo>
                  <a:lnTo>
                    <a:pt x="523745" y="415082"/>
                  </a:lnTo>
                  <a:lnTo>
                    <a:pt x="561224" y="388247"/>
                  </a:lnTo>
                  <a:lnTo>
                    <a:pt x="594711" y="356741"/>
                  </a:lnTo>
                  <a:lnTo>
                    <a:pt x="623737" y="321034"/>
                  </a:lnTo>
                  <a:lnTo>
                    <a:pt x="647831" y="281597"/>
                  </a:lnTo>
                  <a:lnTo>
                    <a:pt x="666524" y="238903"/>
                  </a:lnTo>
                  <a:lnTo>
                    <a:pt x="640006" y="200968"/>
                  </a:lnTo>
                  <a:lnTo>
                    <a:pt x="610259" y="165641"/>
                  </a:lnTo>
                  <a:lnTo>
                    <a:pt x="577497" y="133135"/>
                  </a:lnTo>
                  <a:lnTo>
                    <a:pt x="541932" y="103660"/>
                  </a:lnTo>
                  <a:lnTo>
                    <a:pt x="503776" y="77428"/>
                  </a:lnTo>
                  <a:lnTo>
                    <a:pt x="463243" y="54651"/>
                  </a:lnTo>
                  <a:lnTo>
                    <a:pt x="420544" y="35541"/>
                  </a:lnTo>
                  <a:lnTo>
                    <a:pt x="375893" y="20309"/>
                  </a:lnTo>
                  <a:lnTo>
                    <a:pt x="329501" y="9167"/>
                  </a:lnTo>
                  <a:lnTo>
                    <a:pt x="281582" y="2327"/>
                  </a:lnTo>
                  <a:lnTo>
                    <a:pt x="232348" y="0"/>
                  </a:lnTo>
                  <a:close/>
                </a:path>
              </a:pathLst>
            </a:custGeom>
            <a:solidFill>
              <a:srgbClr val="696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8990508" y="5548496"/>
              <a:ext cx="554990" cy="191135"/>
            </a:xfrm>
            <a:custGeom>
              <a:avLst/>
              <a:gdLst/>
              <a:ahLst/>
              <a:cxnLst/>
              <a:rect l="l" t="t" r="r" b="b"/>
              <a:pathLst>
                <a:path w="554990" h="191135">
                  <a:moveTo>
                    <a:pt x="33223" y="95389"/>
                  </a:moveTo>
                  <a:lnTo>
                    <a:pt x="26936" y="89103"/>
                  </a:lnTo>
                  <a:lnTo>
                    <a:pt x="11404" y="89103"/>
                  </a:lnTo>
                  <a:lnTo>
                    <a:pt x="5105" y="95389"/>
                  </a:lnTo>
                  <a:lnTo>
                    <a:pt x="5105" y="103162"/>
                  </a:lnTo>
                  <a:lnTo>
                    <a:pt x="5105" y="110921"/>
                  </a:lnTo>
                  <a:lnTo>
                    <a:pt x="11404" y="117221"/>
                  </a:lnTo>
                  <a:lnTo>
                    <a:pt x="26936" y="117221"/>
                  </a:lnTo>
                  <a:lnTo>
                    <a:pt x="33223" y="110921"/>
                  </a:lnTo>
                  <a:lnTo>
                    <a:pt x="33223" y="95389"/>
                  </a:lnTo>
                  <a:close/>
                </a:path>
                <a:path w="554990" h="191135">
                  <a:moveTo>
                    <a:pt x="53670" y="26835"/>
                  </a:moveTo>
                  <a:lnTo>
                    <a:pt x="51562" y="16383"/>
                  </a:lnTo>
                  <a:lnTo>
                    <a:pt x="45808" y="7861"/>
                  </a:lnTo>
                  <a:lnTo>
                    <a:pt x="37287" y="2108"/>
                  </a:lnTo>
                  <a:lnTo>
                    <a:pt x="26835" y="0"/>
                  </a:lnTo>
                  <a:lnTo>
                    <a:pt x="16395" y="2108"/>
                  </a:lnTo>
                  <a:lnTo>
                    <a:pt x="7861" y="7861"/>
                  </a:lnTo>
                  <a:lnTo>
                    <a:pt x="2108" y="16383"/>
                  </a:lnTo>
                  <a:lnTo>
                    <a:pt x="0" y="26835"/>
                  </a:lnTo>
                  <a:lnTo>
                    <a:pt x="2108" y="37287"/>
                  </a:lnTo>
                  <a:lnTo>
                    <a:pt x="7861" y="45808"/>
                  </a:lnTo>
                  <a:lnTo>
                    <a:pt x="16395" y="51562"/>
                  </a:lnTo>
                  <a:lnTo>
                    <a:pt x="26835" y="53670"/>
                  </a:lnTo>
                  <a:lnTo>
                    <a:pt x="37287" y="51562"/>
                  </a:lnTo>
                  <a:lnTo>
                    <a:pt x="45808" y="45808"/>
                  </a:lnTo>
                  <a:lnTo>
                    <a:pt x="51562" y="37287"/>
                  </a:lnTo>
                  <a:lnTo>
                    <a:pt x="53670" y="26835"/>
                  </a:lnTo>
                  <a:close/>
                </a:path>
                <a:path w="554990" h="191135">
                  <a:moveTo>
                    <a:pt x="100533" y="159893"/>
                  </a:moveTo>
                  <a:lnTo>
                    <a:pt x="97472" y="156832"/>
                  </a:lnTo>
                  <a:lnTo>
                    <a:pt x="89941" y="156832"/>
                  </a:lnTo>
                  <a:lnTo>
                    <a:pt x="86893" y="159893"/>
                  </a:lnTo>
                  <a:lnTo>
                    <a:pt x="86893" y="163639"/>
                  </a:lnTo>
                  <a:lnTo>
                    <a:pt x="86893" y="167398"/>
                  </a:lnTo>
                  <a:lnTo>
                    <a:pt x="89941" y="170459"/>
                  </a:lnTo>
                  <a:lnTo>
                    <a:pt x="97472" y="170459"/>
                  </a:lnTo>
                  <a:lnTo>
                    <a:pt x="100533" y="167398"/>
                  </a:lnTo>
                  <a:lnTo>
                    <a:pt x="100533" y="159893"/>
                  </a:lnTo>
                  <a:close/>
                </a:path>
                <a:path w="554990" h="191135">
                  <a:moveTo>
                    <a:pt x="227482" y="123113"/>
                  </a:moveTo>
                  <a:lnTo>
                    <a:pt x="225501" y="113322"/>
                  </a:lnTo>
                  <a:lnTo>
                    <a:pt x="220116" y="105333"/>
                  </a:lnTo>
                  <a:lnTo>
                    <a:pt x="212128" y="99949"/>
                  </a:lnTo>
                  <a:lnTo>
                    <a:pt x="202336" y="97980"/>
                  </a:lnTo>
                  <a:lnTo>
                    <a:pt x="192557" y="99949"/>
                  </a:lnTo>
                  <a:lnTo>
                    <a:pt x="184569" y="105333"/>
                  </a:lnTo>
                  <a:lnTo>
                    <a:pt x="179184" y="113322"/>
                  </a:lnTo>
                  <a:lnTo>
                    <a:pt x="177215" y="123113"/>
                  </a:lnTo>
                  <a:lnTo>
                    <a:pt x="179184" y="132892"/>
                  </a:lnTo>
                  <a:lnTo>
                    <a:pt x="184569" y="140881"/>
                  </a:lnTo>
                  <a:lnTo>
                    <a:pt x="192557" y="146265"/>
                  </a:lnTo>
                  <a:lnTo>
                    <a:pt x="202336" y="148234"/>
                  </a:lnTo>
                  <a:lnTo>
                    <a:pt x="212128" y="146265"/>
                  </a:lnTo>
                  <a:lnTo>
                    <a:pt x="220116" y="140881"/>
                  </a:lnTo>
                  <a:lnTo>
                    <a:pt x="225501" y="132892"/>
                  </a:lnTo>
                  <a:lnTo>
                    <a:pt x="227482" y="123113"/>
                  </a:lnTo>
                  <a:close/>
                </a:path>
                <a:path w="554990" h="191135">
                  <a:moveTo>
                    <a:pt x="474687" y="169672"/>
                  </a:moveTo>
                  <a:lnTo>
                    <a:pt x="468668" y="163639"/>
                  </a:lnTo>
                  <a:lnTo>
                    <a:pt x="453796" y="163639"/>
                  </a:lnTo>
                  <a:lnTo>
                    <a:pt x="447763" y="169672"/>
                  </a:lnTo>
                  <a:lnTo>
                    <a:pt x="447763" y="177101"/>
                  </a:lnTo>
                  <a:lnTo>
                    <a:pt x="447763" y="184543"/>
                  </a:lnTo>
                  <a:lnTo>
                    <a:pt x="453796" y="190576"/>
                  </a:lnTo>
                  <a:lnTo>
                    <a:pt x="468668" y="190576"/>
                  </a:lnTo>
                  <a:lnTo>
                    <a:pt x="474687" y="184543"/>
                  </a:lnTo>
                  <a:lnTo>
                    <a:pt x="474687" y="169672"/>
                  </a:lnTo>
                  <a:close/>
                </a:path>
                <a:path w="554990" h="191135">
                  <a:moveTo>
                    <a:pt x="554634" y="146367"/>
                  </a:moveTo>
                  <a:lnTo>
                    <a:pt x="552348" y="135026"/>
                  </a:lnTo>
                  <a:lnTo>
                    <a:pt x="546100" y="125755"/>
                  </a:lnTo>
                  <a:lnTo>
                    <a:pt x="536841" y="119507"/>
                  </a:lnTo>
                  <a:lnTo>
                    <a:pt x="525500" y="117221"/>
                  </a:lnTo>
                  <a:lnTo>
                    <a:pt x="514159" y="119507"/>
                  </a:lnTo>
                  <a:lnTo>
                    <a:pt x="504888" y="125755"/>
                  </a:lnTo>
                  <a:lnTo>
                    <a:pt x="498640" y="135026"/>
                  </a:lnTo>
                  <a:lnTo>
                    <a:pt x="496354" y="146367"/>
                  </a:lnTo>
                  <a:lnTo>
                    <a:pt x="498640" y="157708"/>
                  </a:lnTo>
                  <a:lnTo>
                    <a:pt x="504888" y="166966"/>
                  </a:lnTo>
                  <a:lnTo>
                    <a:pt x="514159" y="173215"/>
                  </a:lnTo>
                  <a:lnTo>
                    <a:pt x="525500" y="175501"/>
                  </a:lnTo>
                  <a:lnTo>
                    <a:pt x="536841" y="173215"/>
                  </a:lnTo>
                  <a:lnTo>
                    <a:pt x="546100" y="166966"/>
                  </a:lnTo>
                  <a:lnTo>
                    <a:pt x="552348" y="157708"/>
                  </a:lnTo>
                  <a:lnTo>
                    <a:pt x="554634" y="146367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8493749" y="5776535"/>
              <a:ext cx="971550" cy="378460"/>
            </a:xfrm>
            <a:custGeom>
              <a:avLst/>
              <a:gdLst/>
              <a:ahLst/>
              <a:cxnLst/>
              <a:rect l="l" t="t" r="r" b="b"/>
              <a:pathLst>
                <a:path w="971550" h="378460">
                  <a:moveTo>
                    <a:pt x="971457" y="0"/>
                  </a:moveTo>
                  <a:lnTo>
                    <a:pt x="0" y="0"/>
                  </a:lnTo>
                  <a:lnTo>
                    <a:pt x="189680" y="350795"/>
                  </a:lnTo>
                  <a:lnTo>
                    <a:pt x="198081" y="362288"/>
                  </a:lnTo>
                  <a:lnTo>
                    <a:pt x="209042" y="370982"/>
                  </a:lnTo>
                  <a:lnTo>
                    <a:pt x="221905" y="376485"/>
                  </a:lnTo>
                  <a:lnTo>
                    <a:pt x="236013" y="378407"/>
                  </a:lnTo>
                  <a:lnTo>
                    <a:pt x="746396" y="378407"/>
                  </a:lnTo>
                  <a:lnTo>
                    <a:pt x="971457" y="0"/>
                  </a:lnTo>
                  <a:close/>
                </a:path>
              </a:pathLst>
            </a:custGeom>
            <a:solidFill>
              <a:srgbClr val="B3E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8518218" y="5821805"/>
              <a:ext cx="920115" cy="100965"/>
            </a:xfrm>
            <a:custGeom>
              <a:avLst/>
              <a:gdLst/>
              <a:ahLst/>
              <a:cxnLst/>
              <a:rect l="l" t="t" r="r" b="b"/>
              <a:pathLst>
                <a:path w="920115" h="100964">
                  <a:moveTo>
                    <a:pt x="920066" y="0"/>
                  </a:moveTo>
                  <a:lnTo>
                    <a:pt x="0" y="0"/>
                  </a:lnTo>
                  <a:lnTo>
                    <a:pt x="54532" y="100886"/>
                  </a:lnTo>
                  <a:lnTo>
                    <a:pt x="860088" y="100886"/>
                  </a:lnTo>
                  <a:lnTo>
                    <a:pt x="92006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8434197" y="5761235"/>
              <a:ext cx="1090930" cy="60325"/>
            </a:xfrm>
            <a:custGeom>
              <a:avLst/>
              <a:gdLst/>
              <a:ahLst/>
              <a:cxnLst/>
              <a:rect l="l" t="t" r="r" b="b"/>
              <a:pathLst>
                <a:path w="1090929" h="60325">
                  <a:moveTo>
                    <a:pt x="1060732" y="0"/>
                  </a:moveTo>
                  <a:lnTo>
                    <a:pt x="29862" y="0"/>
                  </a:lnTo>
                  <a:lnTo>
                    <a:pt x="18239" y="2346"/>
                  </a:lnTo>
                  <a:lnTo>
                    <a:pt x="8747" y="8747"/>
                  </a:lnTo>
                  <a:lnTo>
                    <a:pt x="2346" y="18239"/>
                  </a:lnTo>
                  <a:lnTo>
                    <a:pt x="0" y="29862"/>
                  </a:lnTo>
                  <a:lnTo>
                    <a:pt x="2346" y="41486"/>
                  </a:lnTo>
                  <a:lnTo>
                    <a:pt x="8747" y="50978"/>
                  </a:lnTo>
                  <a:lnTo>
                    <a:pt x="18239" y="57378"/>
                  </a:lnTo>
                  <a:lnTo>
                    <a:pt x="29862" y="59725"/>
                  </a:lnTo>
                  <a:lnTo>
                    <a:pt x="1060732" y="59725"/>
                  </a:lnTo>
                  <a:lnTo>
                    <a:pt x="1072355" y="57378"/>
                  </a:lnTo>
                  <a:lnTo>
                    <a:pt x="1081847" y="50978"/>
                  </a:lnTo>
                  <a:lnTo>
                    <a:pt x="1088248" y="41486"/>
                  </a:lnTo>
                  <a:lnTo>
                    <a:pt x="1090595" y="29862"/>
                  </a:lnTo>
                  <a:lnTo>
                    <a:pt x="1088248" y="18239"/>
                  </a:lnTo>
                  <a:lnTo>
                    <a:pt x="1081847" y="8747"/>
                  </a:lnTo>
                  <a:lnTo>
                    <a:pt x="1072355" y="2346"/>
                  </a:lnTo>
                  <a:lnTo>
                    <a:pt x="1060732" y="0"/>
                  </a:lnTo>
                  <a:close/>
                </a:path>
              </a:pathLst>
            </a:custGeom>
            <a:solidFill>
              <a:srgbClr val="D9F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8896128" y="5776535"/>
              <a:ext cx="971550" cy="378460"/>
            </a:xfrm>
            <a:custGeom>
              <a:avLst/>
              <a:gdLst/>
              <a:ahLst/>
              <a:cxnLst/>
              <a:rect l="l" t="t" r="r" b="b"/>
              <a:pathLst>
                <a:path w="971550" h="378460">
                  <a:moveTo>
                    <a:pt x="971457" y="0"/>
                  </a:moveTo>
                  <a:lnTo>
                    <a:pt x="0" y="0"/>
                  </a:lnTo>
                  <a:lnTo>
                    <a:pt x="189680" y="350795"/>
                  </a:lnTo>
                  <a:lnTo>
                    <a:pt x="198081" y="362288"/>
                  </a:lnTo>
                  <a:lnTo>
                    <a:pt x="209042" y="370982"/>
                  </a:lnTo>
                  <a:lnTo>
                    <a:pt x="221905" y="376485"/>
                  </a:lnTo>
                  <a:lnTo>
                    <a:pt x="236013" y="378407"/>
                  </a:lnTo>
                  <a:lnTo>
                    <a:pt x="716449" y="378407"/>
                  </a:lnTo>
                  <a:lnTo>
                    <a:pt x="753246" y="363423"/>
                  </a:lnTo>
                  <a:lnTo>
                    <a:pt x="971457" y="0"/>
                  </a:lnTo>
                  <a:close/>
                </a:path>
              </a:pathLst>
            </a:custGeom>
            <a:solidFill>
              <a:srgbClr val="C2E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8920596" y="5821805"/>
              <a:ext cx="920115" cy="100965"/>
            </a:xfrm>
            <a:custGeom>
              <a:avLst/>
              <a:gdLst/>
              <a:ahLst/>
              <a:cxnLst/>
              <a:rect l="l" t="t" r="r" b="b"/>
              <a:pathLst>
                <a:path w="920115" h="100964">
                  <a:moveTo>
                    <a:pt x="920066" y="0"/>
                  </a:moveTo>
                  <a:lnTo>
                    <a:pt x="0" y="0"/>
                  </a:lnTo>
                  <a:lnTo>
                    <a:pt x="54532" y="100886"/>
                  </a:lnTo>
                  <a:lnTo>
                    <a:pt x="860088" y="100886"/>
                  </a:lnTo>
                  <a:lnTo>
                    <a:pt x="920066" y="0"/>
                  </a:lnTo>
                  <a:close/>
                </a:path>
              </a:pathLst>
            </a:custGeom>
            <a:solidFill>
              <a:srgbClr val="B3E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8836576" y="5761235"/>
              <a:ext cx="1090930" cy="60325"/>
            </a:xfrm>
            <a:custGeom>
              <a:avLst/>
              <a:gdLst/>
              <a:ahLst/>
              <a:cxnLst/>
              <a:rect l="l" t="t" r="r" b="b"/>
              <a:pathLst>
                <a:path w="1090929" h="60325">
                  <a:moveTo>
                    <a:pt x="1060732" y="0"/>
                  </a:moveTo>
                  <a:lnTo>
                    <a:pt x="29862" y="0"/>
                  </a:lnTo>
                  <a:lnTo>
                    <a:pt x="18239" y="2346"/>
                  </a:lnTo>
                  <a:lnTo>
                    <a:pt x="8747" y="8747"/>
                  </a:lnTo>
                  <a:lnTo>
                    <a:pt x="2346" y="18239"/>
                  </a:lnTo>
                  <a:lnTo>
                    <a:pt x="0" y="29862"/>
                  </a:lnTo>
                  <a:lnTo>
                    <a:pt x="2346" y="41486"/>
                  </a:lnTo>
                  <a:lnTo>
                    <a:pt x="8747" y="50978"/>
                  </a:lnTo>
                  <a:lnTo>
                    <a:pt x="18239" y="57378"/>
                  </a:lnTo>
                  <a:lnTo>
                    <a:pt x="29862" y="59725"/>
                  </a:lnTo>
                  <a:lnTo>
                    <a:pt x="1060732" y="59725"/>
                  </a:lnTo>
                  <a:lnTo>
                    <a:pt x="1072355" y="57378"/>
                  </a:lnTo>
                  <a:lnTo>
                    <a:pt x="1081847" y="50978"/>
                  </a:lnTo>
                  <a:lnTo>
                    <a:pt x="1088248" y="41486"/>
                  </a:lnTo>
                  <a:lnTo>
                    <a:pt x="1090595" y="29862"/>
                  </a:lnTo>
                  <a:lnTo>
                    <a:pt x="1088248" y="18239"/>
                  </a:lnTo>
                  <a:lnTo>
                    <a:pt x="1081847" y="8747"/>
                  </a:lnTo>
                  <a:lnTo>
                    <a:pt x="1072355" y="2346"/>
                  </a:lnTo>
                  <a:lnTo>
                    <a:pt x="106073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9" name="object 159" descr=""/>
          <p:cNvSpPr/>
          <p:nvPr/>
        </p:nvSpPr>
        <p:spPr>
          <a:xfrm>
            <a:off x="10487198" y="2399057"/>
            <a:ext cx="189865" cy="21590"/>
          </a:xfrm>
          <a:custGeom>
            <a:avLst/>
            <a:gdLst/>
            <a:ahLst/>
            <a:cxnLst/>
            <a:rect l="l" t="t" r="r" b="b"/>
            <a:pathLst>
              <a:path w="189865" h="21589">
                <a:moveTo>
                  <a:pt x="0" y="21214"/>
                </a:moveTo>
                <a:lnTo>
                  <a:pt x="189564" y="21214"/>
                </a:lnTo>
                <a:lnTo>
                  <a:pt x="189564" y="0"/>
                </a:lnTo>
                <a:lnTo>
                  <a:pt x="0" y="0"/>
                </a:lnTo>
                <a:lnTo>
                  <a:pt x="0" y="21214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 descr=""/>
          <p:cNvSpPr/>
          <p:nvPr/>
        </p:nvSpPr>
        <p:spPr>
          <a:xfrm>
            <a:off x="10487198" y="3019918"/>
            <a:ext cx="189865" cy="21590"/>
          </a:xfrm>
          <a:custGeom>
            <a:avLst/>
            <a:gdLst/>
            <a:ahLst/>
            <a:cxnLst/>
            <a:rect l="l" t="t" r="r" b="b"/>
            <a:pathLst>
              <a:path w="189865" h="21589">
                <a:moveTo>
                  <a:pt x="0" y="21214"/>
                </a:moveTo>
                <a:lnTo>
                  <a:pt x="189564" y="21214"/>
                </a:lnTo>
                <a:lnTo>
                  <a:pt x="189564" y="0"/>
                </a:lnTo>
                <a:lnTo>
                  <a:pt x="0" y="0"/>
                </a:lnTo>
                <a:lnTo>
                  <a:pt x="0" y="21214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 descr=""/>
          <p:cNvSpPr/>
          <p:nvPr/>
        </p:nvSpPr>
        <p:spPr>
          <a:xfrm>
            <a:off x="10487190" y="2303392"/>
            <a:ext cx="189865" cy="1823085"/>
          </a:xfrm>
          <a:custGeom>
            <a:avLst/>
            <a:gdLst/>
            <a:ahLst/>
            <a:cxnLst/>
            <a:rect l="l" t="t" r="r" b="b"/>
            <a:pathLst>
              <a:path w="189865" h="1823085">
                <a:moveTo>
                  <a:pt x="189572" y="1337398"/>
                </a:moveTo>
                <a:lnTo>
                  <a:pt x="21221" y="1337398"/>
                </a:lnTo>
                <a:lnTo>
                  <a:pt x="21221" y="0"/>
                </a:lnTo>
                <a:lnTo>
                  <a:pt x="0" y="0"/>
                </a:lnTo>
                <a:lnTo>
                  <a:pt x="0" y="1337398"/>
                </a:lnTo>
                <a:lnTo>
                  <a:pt x="0" y="1358620"/>
                </a:lnTo>
                <a:lnTo>
                  <a:pt x="0" y="1822996"/>
                </a:lnTo>
                <a:lnTo>
                  <a:pt x="21221" y="1822996"/>
                </a:lnTo>
                <a:lnTo>
                  <a:pt x="21221" y="1358620"/>
                </a:lnTo>
                <a:lnTo>
                  <a:pt x="189572" y="1358620"/>
                </a:lnTo>
                <a:lnTo>
                  <a:pt x="189572" y="1337398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 descr=""/>
          <p:cNvSpPr/>
          <p:nvPr/>
        </p:nvSpPr>
        <p:spPr>
          <a:xfrm>
            <a:off x="10676763" y="3946277"/>
            <a:ext cx="981075" cy="254635"/>
          </a:xfrm>
          <a:custGeom>
            <a:avLst/>
            <a:gdLst/>
            <a:ahLst/>
            <a:cxnLst/>
            <a:rect l="l" t="t" r="r" b="b"/>
            <a:pathLst>
              <a:path w="981075" h="254635">
                <a:moveTo>
                  <a:pt x="0" y="254159"/>
                </a:moveTo>
                <a:lnTo>
                  <a:pt x="980755" y="254159"/>
                </a:lnTo>
                <a:lnTo>
                  <a:pt x="980755" y="0"/>
                </a:lnTo>
                <a:lnTo>
                  <a:pt x="0" y="0"/>
                </a:lnTo>
                <a:lnTo>
                  <a:pt x="0" y="254159"/>
                </a:lnTo>
                <a:close/>
              </a:path>
            </a:pathLst>
          </a:custGeom>
          <a:solidFill>
            <a:srgbClr val="C4D3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 descr=""/>
          <p:cNvSpPr/>
          <p:nvPr/>
        </p:nvSpPr>
        <p:spPr>
          <a:xfrm>
            <a:off x="10676763" y="4253095"/>
            <a:ext cx="981075" cy="420370"/>
          </a:xfrm>
          <a:custGeom>
            <a:avLst/>
            <a:gdLst/>
            <a:ahLst/>
            <a:cxnLst/>
            <a:rect l="l" t="t" r="r" b="b"/>
            <a:pathLst>
              <a:path w="981075" h="420370">
                <a:moveTo>
                  <a:pt x="0" y="419767"/>
                </a:moveTo>
                <a:lnTo>
                  <a:pt x="980755" y="419767"/>
                </a:lnTo>
                <a:lnTo>
                  <a:pt x="980755" y="0"/>
                </a:lnTo>
                <a:lnTo>
                  <a:pt x="0" y="0"/>
                </a:lnTo>
                <a:lnTo>
                  <a:pt x="0" y="419767"/>
                </a:lnTo>
                <a:close/>
              </a:path>
            </a:pathLst>
          </a:custGeom>
          <a:solidFill>
            <a:srgbClr val="C4D32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4" name="object 164" descr=""/>
          <p:cNvGrpSpPr/>
          <p:nvPr/>
        </p:nvGrpSpPr>
        <p:grpSpPr>
          <a:xfrm>
            <a:off x="10676753" y="1982452"/>
            <a:ext cx="981075" cy="1911350"/>
            <a:chOff x="10676753" y="1982452"/>
            <a:chExt cx="981075" cy="1911350"/>
          </a:xfrm>
        </p:grpSpPr>
        <p:sp>
          <p:nvSpPr>
            <p:cNvPr id="165" name="object 165" descr=""/>
            <p:cNvSpPr/>
            <p:nvPr/>
          </p:nvSpPr>
          <p:spPr>
            <a:xfrm>
              <a:off x="10676764" y="1982452"/>
              <a:ext cx="981075" cy="1911350"/>
            </a:xfrm>
            <a:custGeom>
              <a:avLst/>
              <a:gdLst/>
              <a:ahLst/>
              <a:cxnLst/>
              <a:rect l="l" t="t" r="r" b="b"/>
              <a:pathLst>
                <a:path w="981075" h="1911350">
                  <a:moveTo>
                    <a:pt x="0" y="1911177"/>
                  </a:moveTo>
                  <a:lnTo>
                    <a:pt x="980755" y="1911177"/>
                  </a:lnTo>
                  <a:lnTo>
                    <a:pt x="980755" y="0"/>
                  </a:lnTo>
                  <a:lnTo>
                    <a:pt x="0" y="0"/>
                  </a:lnTo>
                  <a:lnTo>
                    <a:pt x="0" y="1911177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0676751" y="2213336"/>
              <a:ext cx="645160" cy="1680845"/>
            </a:xfrm>
            <a:custGeom>
              <a:avLst/>
              <a:gdLst/>
              <a:ahLst/>
              <a:cxnLst/>
              <a:rect l="l" t="t" r="r" b="b"/>
              <a:pathLst>
                <a:path w="645159" h="1680845">
                  <a:moveTo>
                    <a:pt x="644779" y="1655635"/>
                  </a:moveTo>
                  <a:lnTo>
                    <a:pt x="0" y="1655635"/>
                  </a:lnTo>
                  <a:lnTo>
                    <a:pt x="0" y="1680298"/>
                  </a:lnTo>
                  <a:lnTo>
                    <a:pt x="644779" y="1680298"/>
                  </a:lnTo>
                  <a:lnTo>
                    <a:pt x="644779" y="1655635"/>
                  </a:lnTo>
                  <a:close/>
                </a:path>
                <a:path w="645159" h="1680845">
                  <a:moveTo>
                    <a:pt x="644779" y="1448676"/>
                  </a:moveTo>
                  <a:lnTo>
                    <a:pt x="0" y="1448676"/>
                  </a:lnTo>
                  <a:lnTo>
                    <a:pt x="0" y="1503616"/>
                  </a:lnTo>
                  <a:lnTo>
                    <a:pt x="644779" y="1503616"/>
                  </a:lnTo>
                  <a:lnTo>
                    <a:pt x="644779" y="1448676"/>
                  </a:lnTo>
                  <a:close/>
                </a:path>
                <a:path w="645159" h="1680845">
                  <a:moveTo>
                    <a:pt x="644779" y="1241729"/>
                  </a:moveTo>
                  <a:lnTo>
                    <a:pt x="0" y="1241729"/>
                  </a:lnTo>
                  <a:lnTo>
                    <a:pt x="0" y="1296670"/>
                  </a:lnTo>
                  <a:lnTo>
                    <a:pt x="644779" y="1296670"/>
                  </a:lnTo>
                  <a:lnTo>
                    <a:pt x="644779" y="1241729"/>
                  </a:lnTo>
                  <a:close/>
                </a:path>
                <a:path w="645159" h="1680845">
                  <a:moveTo>
                    <a:pt x="644779" y="1034770"/>
                  </a:moveTo>
                  <a:lnTo>
                    <a:pt x="0" y="1034770"/>
                  </a:lnTo>
                  <a:lnTo>
                    <a:pt x="0" y="1089710"/>
                  </a:lnTo>
                  <a:lnTo>
                    <a:pt x="644779" y="1089710"/>
                  </a:lnTo>
                  <a:lnTo>
                    <a:pt x="644779" y="1034770"/>
                  </a:lnTo>
                  <a:close/>
                </a:path>
                <a:path w="645159" h="1680845">
                  <a:moveTo>
                    <a:pt x="644779" y="827811"/>
                  </a:moveTo>
                  <a:lnTo>
                    <a:pt x="0" y="827811"/>
                  </a:lnTo>
                  <a:lnTo>
                    <a:pt x="0" y="882751"/>
                  </a:lnTo>
                  <a:lnTo>
                    <a:pt x="644779" y="882751"/>
                  </a:lnTo>
                  <a:lnTo>
                    <a:pt x="644779" y="827811"/>
                  </a:lnTo>
                  <a:close/>
                </a:path>
                <a:path w="645159" h="1680845">
                  <a:moveTo>
                    <a:pt x="644779" y="620852"/>
                  </a:moveTo>
                  <a:lnTo>
                    <a:pt x="0" y="620852"/>
                  </a:lnTo>
                  <a:lnTo>
                    <a:pt x="0" y="675792"/>
                  </a:lnTo>
                  <a:lnTo>
                    <a:pt x="644779" y="675792"/>
                  </a:lnTo>
                  <a:lnTo>
                    <a:pt x="644779" y="620852"/>
                  </a:lnTo>
                  <a:close/>
                </a:path>
                <a:path w="645159" h="1680845">
                  <a:moveTo>
                    <a:pt x="644779" y="413893"/>
                  </a:moveTo>
                  <a:lnTo>
                    <a:pt x="0" y="413893"/>
                  </a:lnTo>
                  <a:lnTo>
                    <a:pt x="0" y="468833"/>
                  </a:lnTo>
                  <a:lnTo>
                    <a:pt x="644779" y="468833"/>
                  </a:lnTo>
                  <a:lnTo>
                    <a:pt x="644779" y="413893"/>
                  </a:lnTo>
                  <a:close/>
                </a:path>
                <a:path w="645159" h="1680845">
                  <a:moveTo>
                    <a:pt x="644779" y="206946"/>
                  </a:moveTo>
                  <a:lnTo>
                    <a:pt x="0" y="206946"/>
                  </a:lnTo>
                  <a:lnTo>
                    <a:pt x="0" y="261886"/>
                  </a:lnTo>
                  <a:lnTo>
                    <a:pt x="644779" y="261886"/>
                  </a:lnTo>
                  <a:lnTo>
                    <a:pt x="644779" y="206946"/>
                  </a:lnTo>
                  <a:close/>
                </a:path>
                <a:path w="645159" h="1680845">
                  <a:moveTo>
                    <a:pt x="644779" y="0"/>
                  </a:moveTo>
                  <a:lnTo>
                    <a:pt x="0" y="0"/>
                  </a:lnTo>
                  <a:lnTo>
                    <a:pt x="0" y="54940"/>
                  </a:lnTo>
                  <a:lnTo>
                    <a:pt x="644779" y="54940"/>
                  </a:lnTo>
                  <a:lnTo>
                    <a:pt x="644779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7" name="object 167" descr=""/>
          <p:cNvSpPr/>
          <p:nvPr/>
        </p:nvSpPr>
        <p:spPr>
          <a:xfrm>
            <a:off x="10676753" y="4075917"/>
            <a:ext cx="645160" cy="50800"/>
          </a:xfrm>
          <a:custGeom>
            <a:avLst/>
            <a:gdLst/>
            <a:ahLst/>
            <a:cxnLst/>
            <a:rect l="l" t="t" r="r" b="b"/>
            <a:pathLst>
              <a:path w="645159" h="50800">
                <a:moveTo>
                  <a:pt x="0" y="50459"/>
                </a:moveTo>
                <a:lnTo>
                  <a:pt x="644776" y="50459"/>
                </a:lnTo>
                <a:lnTo>
                  <a:pt x="644776" y="0"/>
                </a:lnTo>
                <a:lnTo>
                  <a:pt x="0" y="0"/>
                </a:lnTo>
                <a:lnTo>
                  <a:pt x="0" y="50459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 descr=""/>
          <p:cNvSpPr/>
          <p:nvPr/>
        </p:nvSpPr>
        <p:spPr>
          <a:xfrm>
            <a:off x="10487198" y="4126377"/>
            <a:ext cx="993140" cy="74295"/>
          </a:xfrm>
          <a:custGeom>
            <a:avLst/>
            <a:gdLst/>
            <a:ahLst/>
            <a:cxnLst/>
            <a:rect l="l" t="t" r="r" b="b"/>
            <a:pathLst>
              <a:path w="993140" h="74295">
                <a:moveTo>
                  <a:pt x="0" y="74060"/>
                </a:moveTo>
                <a:lnTo>
                  <a:pt x="992817" y="74060"/>
                </a:lnTo>
                <a:lnTo>
                  <a:pt x="992817" y="0"/>
                </a:lnTo>
                <a:lnTo>
                  <a:pt x="0" y="0"/>
                </a:lnTo>
                <a:lnTo>
                  <a:pt x="0" y="74060"/>
                </a:lnTo>
                <a:close/>
              </a:path>
            </a:pathLst>
          </a:custGeom>
          <a:solidFill>
            <a:srgbClr val="222C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 descr=""/>
          <p:cNvSpPr/>
          <p:nvPr/>
        </p:nvSpPr>
        <p:spPr>
          <a:xfrm>
            <a:off x="10487198" y="4253095"/>
            <a:ext cx="993140" cy="420370"/>
          </a:xfrm>
          <a:custGeom>
            <a:avLst/>
            <a:gdLst/>
            <a:ahLst/>
            <a:cxnLst/>
            <a:rect l="l" t="t" r="r" b="b"/>
            <a:pathLst>
              <a:path w="993140" h="420370">
                <a:moveTo>
                  <a:pt x="0" y="419767"/>
                </a:moveTo>
                <a:lnTo>
                  <a:pt x="992817" y="419767"/>
                </a:lnTo>
                <a:lnTo>
                  <a:pt x="992817" y="0"/>
                </a:lnTo>
                <a:lnTo>
                  <a:pt x="0" y="0"/>
                </a:lnTo>
                <a:lnTo>
                  <a:pt x="0" y="419767"/>
                </a:lnTo>
                <a:close/>
              </a:path>
            </a:pathLst>
          </a:custGeom>
          <a:solidFill>
            <a:srgbClr val="222C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 descr=""/>
          <p:cNvSpPr/>
          <p:nvPr/>
        </p:nvSpPr>
        <p:spPr>
          <a:xfrm>
            <a:off x="11657519" y="2974192"/>
            <a:ext cx="263525" cy="919480"/>
          </a:xfrm>
          <a:custGeom>
            <a:avLst/>
            <a:gdLst/>
            <a:ahLst/>
            <a:cxnLst/>
            <a:rect l="l" t="t" r="r" b="b"/>
            <a:pathLst>
              <a:path w="263525" h="919479">
                <a:moveTo>
                  <a:pt x="0" y="919437"/>
                </a:moveTo>
                <a:lnTo>
                  <a:pt x="263478" y="919437"/>
                </a:lnTo>
                <a:lnTo>
                  <a:pt x="263478" y="0"/>
                </a:lnTo>
                <a:lnTo>
                  <a:pt x="0" y="0"/>
                </a:lnTo>
                <a:lnTo>
                  <a:pt x="0" y="919437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 descr=""/>
          <p:cNvSpPr/>
          <p:nvPr/>
        </p:nvSpPr>
        <p:spPr>
          <a:xfrm>
            <a:off x="11657519" y="3946277"/>
            <a:ext cx="263525" cy="254635"/>
          </a:xfrm>
          <a:custGeom>
            <a:avLst/>
            <a:gdLst/>
            <a:ahLst/>
            <a:cxnLst/>
            <a:rect l="l" t="t" r="r" b="b"/>
            <a:pathLst>
              <a:path w="263525" h="254635">
                <a:moveTo>
                  <a:pt x="0" y="254159"/>
                </a:moveTo>
                <a:lnTo>
                  <a:pt x="263478" y="254159"/>
                </a:lnTo>
                <a:lnTo>
                  <a:pt x="263478" y="0"/>
                </a:lnTo>
                <a:lnTo>
                  <a:pt x="0" y="0"/>
                </a:lnTo>
                <a:lnTo>
                  <a:pt x="0" y="254159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 descr=""/>
          <p:cNvSpPr/>
          <p:nvPr/>
        </p:nvSpPr>
        <p:spPr>
          <a:xfrm>
            <a:off x="11657519" y="4253095"/>
            <a:ext cx="263525" cy="420370"/>
          </a:xfrm>
          <a:custGeom>
            <a:avLst/>
            <a:gdLst/>
            <a:ahLst/>
            <a:cxnLst/>
            <a:rect l="l" t="t" r="r" b="b"/>
            <a:pathLst>
              <a:path w="263525" h="420370">
                <a:moveTo>
                  <a:pt x="0" y="419767"/>
                </a:moveTo>
                <a:lnTo>
                  <a:pt x="263478" y="419767"/>
                </a:lnTo>
                <a:lnTo>
                  <a:pt x="263478" y="0"/>
                </a:lnTo>
                <a:lnTo>
                  <a:pt x="0" y="0"/>
                </a:lnTo>
                <a:lnTo>
                  <a:pt x="0" y="419767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 descr=""/>
          <p:cNvSpPr/>
          <p:nvPr/>
        </p:nvSpPr>
        <p:spPr>
          <a:xfrm>
            <a:off x="11920997" y="4253095"/>
            <a:ext cx="372745" cy="420370"/>
          </a:xfrm>
          <a:custGeom>
            <a:avLst/>
            <a:gdLst/>
            <a:ahLst/>
            <a:cxnLst/>
            <a:rect l="l" t="t" r="r" b="b"/>
            <a:pathLst>
              <a:path w="372745" h="420370">
                <a:moveTo>
                  <a:pt x="0" y="419767"/>
                </a:moveTo>
                <a:lnTo>
                  <a:pt x="372711" y="419767"/>
                </a:lnTo>
                <a:lnTo>
                  <a:pt x="372711" y="0"/>
                </a:lnTo>
                <a:lnTo>
                  <a:pt x="0" y="0"/>
                </a:lnTo>
                <a:lnTo>
                  <a:pt x="0" y="419767"/>
                </a:lnTo>
                <a:close/>
              </a:path>
            </a:pathLst>
          </a:custGeom>
          <a:solidFill>
            <a:srgbClr val="222C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 descr=""/>
          <p:cNvSpPr/>
          <p:nvPr/>
        </p:nvSpPr>
        <p:spPr>
          <a:xfrm>
            <a:off x="11920997" y="3946277"/>
            <a:ext cx="372745" cy="254635"/>
          </a:xfrm>
          <a:custGeom>
            <a:avLst/>
            <a:gdLst/>
            <a:ahLst/>
            <a:cxnLst/>
            <a:rect l="l" t="t" r="r" b="b"/>
            <a:pathLst>
              <a:path w="372745" h="254635">
                <a:moveTo>
                  <a:pt x="0" y="254159"/>
                </a:moveTo>
                <a:lnTo>
                  <a:pt x="372711" y="254159"/>
                </a:lnTo>
                <a:lnTo>
                  <a:pt x="372711" y="0"/>
                </a:lnTo>
                <a:lnTo>
                  <a:pt x="0" y="0"/>
                </a:lnTo>
                <a:lnTo>
                  <a:pt x="0" y="254159"/>
                </a:lnTo>
                <a:close/>
              </a:path>
            </a:pathLst>
          </a:custGeom>
          <a:solidFill>
            <a:srgbClr val="222C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 descr=""/>
          <p:cNvSpPr/>
          <p:nvPr/>
        </p:nvSpPr>
        <p:spPr>
          <a:xfrm>
            <a:off x="11920997" y="2974192"/>
            <a:ext cx="372745" cy="919480"/>
          </a:xfrm>
          <a:custGeom>
            <a:avLst/>
            <a:gdLst/>
            <a:ahLst/>
            <a:cxnLst/>
            <a:rect l="l" t="t" r="r" b="b"/>
            <a:pathLst>
              <a:path w="372745" h="919479">
                <a:moveTo>
                  <a:pt x="0" y="919437"/>
                </a:moveTo>
                <a:lnTo>
                  <a:pt x="372711" y="919437"/>
                </a:lnTo>
                <a:lnTo>
                  <a:pt x="372711" y="0"/>
                </a:lnTo>
                <a:lnTo>
                  <a:pt x="0" y="0"/>
                </a:lnTo>
                <a:lnTo>
                  <a:pt x="0" y="919437"/>
                </a:lnTo>
                <a:close/>
              </a:path>
            </a:pathLst>
          </a:custGeom>
          <a:solidFill>
            <a:srgbClr val="222C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 descr=""/>
          <p:cNvSpPr/>
          <p:nvPr/>
        </p:nvSpPr>
        <p:spPr>
          <a:xfrm>
            <a:off x="12006273" y="4253095"/>
            <a:ext cx="41275" cy="420370"/>
          </a:xfrm>
          <a:custGeom>
            <a:avLst/>
            <a:gdLst/>
            <a:ahLst/>
            <a:cxnLst/>
            <a:rect l="l" t="t" r="r" b="b"/>
            <a:pathLst>
              <a:path w="41275" h="420370">
                <a:moveTo>
                  <a:pt x="0" y="419767"/>
                </a:moveTo>
                <a:lnTo>
                  <a:pt x="40878" y="419767"/>
                </a:lnTo>
                <a:lnTo>
                  <a:pt x="40878" y="0"/>
                </a:lnTo>
                <a:lnTo>
                  <a:pt x="0" y="0"/>
                </a:lnTo>
                <a:lnTo>
                  <a:pt x="0" y="419767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 descr=""/>
          <p:cNvSpPr/>
          <p:nvPr/>
        </p:nvSpPr>
        <p:spPr>
          <a:xfrm>
            <a:off x="12006273" y="3946277"/>
            <a:ext cx="41275" cy="254635"/>
          </a:xfrm>
          <a:custGeom>
            <a:avLst/>
            <a:gdLst/>
            <a:ahLst/>
            <a:cxnLst/>
            <a:rect l="l" t="t" r="r" b="b"/>
            <a:pathLst>
              <a:path w="41275" h="254635">
                <a:moveTo>
                  <a:pt x="0" y="254159"/>
                </a:moveTo>
                <a:lnTo>
                  <a:pt x="40878" y="254159"/>
                </a:lnTo>
                <a:lnTo>
                  <a:pt x="40878" y="0"/>
                </a:lnTo>
                <a:lnTo>
                  <a:pt x="0" y="0"/>
                </a:lnTo>
                <a:lnTo>
                  <a:pt x="0" y="254159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 descr=""/>
          <p:cNvSpPr/>
          <p:nvPr/>
        </p:nvSpPr>
        <p:spPr>
          <a:xfrm>
            <a:off x="12006273" y="3106334"/>
            <a:ext cx="41275" cy="787400"/>
          </a:xfrm>
          <a:custGeom>
            <a:avLst/>
            <a:gdLst/>
            <a:ahLst/>
            <a:cxnLst/>
            <a:rect l="l" t="t" r="r" b="b"/>
            <a:pathLst>
              <a:path w="41275" h="787400">
                <a:moveTo>
                  <a:pt x="0" y="787295"/>
                </a:moveTo>
                <a:lnTo>
                  <a:pt x="40878" y="787295"/>
                </a:lnTo>
                <a:lnTo>
                  <a:pt x="40878" y="0"/>
                </a:lnTo>
                <a:lnTo>
                  <a:pt x="0" y="0"/>
                </a:lnTo>
                <a:lnTo>
                  <a:pt x="0" y="787295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 descr=""/>
          <p:cNvSpPr/>
          <p:nvPr/>
        </p:nvSpPr>
        <p:spPr>
          <a:xfrm>
            <a:off x="12093139" y="4253095"/>
            <a:ext cx="41275" cy="420370"/>
          </a:xfrm>
          <a:custGeom>
            <a:avLst/>
            <a:gdLst/>
            <a:ahLst/>
            <a:cxnLst/>
            <a:rect l="l" t="t" r="r" b="b"/>
            <a:pathLst>
              <a:path w="41275" h="420370">
                <a:moveTo>
                  <a:pt x="0" y="419767"/>
                </a:moveTo>
                <a:lnTo>
                  <a:pt x="40878" y="419767"/>
                </a:lnTo>
                <a:lnTo>
                  <a:pt x="40878" y="0"/>
                </a:lnTo>
                <a:lnTo>
                  <a:pt x="0" y="0"/>
                </a:lnTo>
                <a:lnTo>
                  <a:pt x="0" y="419767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 descr=""/>
          <p:cNvSpPr/>
          <p:nvPr/>
        </p:nvSpPr>
        <p:spPr>
          <a:xfrm>
            <a:off x="12093139" y="3946277"/>
            <a:ext cx="41275" cy="254635"/>
          </a:xfrm>
          <a:custGeom>
            <a:avLst/>
            <a:gdLst/>
            <a:ahLst/>
            <a:cxnLst/>
            <a:rect l="l" t="t" r="r" b="b"/>
            <a:pathLst>
              <a:path w="41275" h="254635">
                <a:moveTo>
                  <a:pt x="0" y="254159"/>
                </a:moveTo>
                <a:lnTo>
                  <a:pt x="40878" y="254159"/>
                </a:lnTo>
                <a:lnTo>
                  <a:pt x="40878" y="0"/>
                </a:lnTo>
                <a:lnTo>
                  <a:pt x="0" y="0"/>
                </a:lnTo>
                <a:lnTo>
                  <a:pt x="0" y="254159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 descr=""/>
          <p:cNvSpPr/>
          <p:nvPr/>
        </p:nvSpPr>
        <p:spPr>
          <a:xfrm>
            <a:off x="12093139" y="3106334"/>
            <a:ext cx="41275" cy="787400"/>
          </a:xfrm>
          <a:custGeom>
            <a:avLst/>
            <a:gdLst/>
            <a:ahLst/>
            <a:cxnLst/>
            <a:rect l="l" t="t" r="r" b="b"/>
            <a:pathLst>
              <a:path w="41275" h="787400">
                <a:moveTo>
                  <a:pt x="0" y="787295"/>
                </a:moveTo>
                <a:lnTo>
                  <a:pt x="40878" y="787295"/>
                </a:lnTo>
                <a:lnTo>
                  <a:pt x="40878" y="0"/>
                </a:lnTo>
                <a:lnTo>
                  <a:pt x="0" y="0"/>
                </a:lnTo>
                <a:lnTo>
                  <a:pt x="0" y="787295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 descr=""/>
          <p:cNvSpPr/>
          <p:nvPr/>
        </p:nvSpPr>
        <p:spPr>
          <a:xfrm>
            <a:off x="12180016" y="4253095"/>
            <a:ext cx="41275" cy="420370"/>
          </a:xfrm>
          <a:custGeom>
            <a:avLst/>
            <a:gdLst/>
            <a:ahLst/>
            <a:cxnLst/>
            <a:rect l="l" t="t" r="r" b="b"/>
            <a:pathLst>
              <a:path w="41275" h="420370">
                <a:moveTo>
                  <a:pt x="0" y="419767"/>
                </a:moveTo>
                <a:lnTo>
                  <a:pt x="40878" y="419767"/>
                </a:lnTo>
                <a:lnTo>
                  <a:pt x="40878" y="0"/>
                </a:lnTo>
                <a:lnTo>
                  <a:pt x="0" y="0"/>
                </a:lnTo>
                <a:lnTo>
                  <a:pt x="0" y="419767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 descr=""/>
          <p:cNvSpPr/>
          <p:nvPr/>
        </p:nvSpPr>
        <p:spPr>
          <a:xfrm>
            <a:off x="12180016" y="3946277"/>
            <a:ext cx="41275" cy="254635"/>
          </a:xfrm>
          <a:custGeom>
            <a:avLst/>
            <a:gdLst/>
            <a:ahLst/>
            <a:cxnLst/>
            <a:rect l="l" t="t" r="r" b="b"/>
            <a:pathLst>
              <a:path w="41275" h="254635">
                <a:moveTo>
                  <a:pt x="0" y="254159"/>
                </a:moveTo>
                <a:lnTo>
                  <a:pt x="40878" y="254159"/>
                </a:lnTo>
                <a:lnTo>
                  <a:pt x="40878" y="0"/>
                </a:lnTo>
                <a:lnTo>
                  <a:pt x="0" y="0"/>
                </a:lnTo>
                <a:lnTo>
                  <a:pt x="0" y="254159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 descr=""/>
          <p:cNvSpPr/>
          <p:nvPr/>
        </p:nvSpPr>
        <p:spPr>
          <a:xfrm>
            <a:off x="12180016" y="3106334"/>
            <a:ext cx="41275" cy="787400"/>
          </a:xfrm>
          <a:custGeom>
            <a:avLst/>
            <a:gdLst/>
            <a:ahLst/>
            <a:cxnLst/>
            <a:rect l="l" t="t" r="r" b="b"/>
            <a:pathLst>
              <a:path w="41275" h="787400">
                <a:moveTo>
                  <a:pt x="0" y="787295"/>
                </a:moveTo>
                <a:lnTo>
                  <a:pt x="40878" y="787295"/>
                </a:lnTo>
                <a:lnTo>
                  <a:pt x="40878" y="0"/>
                </a:lnTo>
                <a:lnTo>
                  <a:pt x="0" y="0"/>
                </a:lnTo>
                <a:lnTo>
                  <a:pt x="0" y="787295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5" name="object 185" descr=""/>
          <p:cNvGrpSpPr/>
          <p:nvPr/>
        </p:nvGrpSpPr>
        <p:grpSpPr>
          <a:xfrm>
            <a:off x="10676753" y="1416511"/>
            <a:ext cx="890269" cy="566420"/>
            <a:chOff x="10676753" y="1416511"/>
            <a:chExt cx="890269" cy="566420"/>
          </a:xfrm>
        </p:grpSpPr>
        <p:sp>
          <p:nvSpPr>
            <p:cNvPr id="186" name="object 186" descr=""/>
            <p:cNvSpPr/>
            <p:nvPr/>
          </p:nvSpPr>
          <p:spPr>
            <a:xfrm>
              <a:off x="10676753" y="1857995"/>
              <a:ext cx="665480" cy="124460"/>
            </a:xfrm>
            <a:custGeom>
              <a:avLst/>
              <a:gdLst/>
              <a:ahLst/>
              <a:cxnLst/>
              <a:rect l="l" t="t" r="r" b="b"/>
              <a:pathLst>
                <a:path w="665479" h="124460">
                  <a:moveTo>
                    <a:pt x="665215" y="0"/>
                  </a:moveTo>
                  <a:lnTo>
                    <a:pt x="0" y="0"/>
                  </a:lnTo>
                  <a:lnTo>
                    <a:pt x="0" y="124446"/>
                  </a:lnTo>
                  <a:lnTo>
                    <a:pt x="665215" y="124446"/>
                  </a:lnTo>
                  <a:lnTo>
                    <a:pt x="665215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0745737" y="1416513"/>
              <a:ext cx="821690" cy="566420"/>
            </a:xfrm>
            <a:custGeom>
              <a:avLst/>
              <a:gdLst/>
              <a:ahLst/>
              <a:cxnLst/>
              <a:rect l="l" t="t" r="r" b="b"/>
              <a:pathLst>
                <a:path w="821690" h="566419">
                  <a:moveTo>
                    <a:pt x="821118" y="0"/>
                  </a:moveTo>
                  <a:lnTo>
                    <a:pt x="799909" y="0"/>
                  </a:lnTo>
                  <a:lnTo>
                    <a:pt x="799909" y="368185"/>
                  </a:lnTo>
                  <a:lnTo>
                    <a:pt x="554482" y="368185"/>
                  </a:lnTo>
                  <a:lnTo>
                    <a:pt x="554482" y="0"/>
                  </a:lnTo>
                  <a:lnTo>
                    <a:pt x="533260" y="0"/>
                  </a:lnTo>
                  <a:lnTo>
                    <a:pt x="533260" y="368185"/>
                  </a:lnTo>
                  <a:lnTo>
                    <a:pt x="287845" y="368185"/>
                  </a:lnTo>
                  <a:lnTo>
                    <a:pt x="287845" y="0"/>
                  </a:lnTo>
                  <a:lnTo>
                    <a:pt x="266636" y="0"/>
                  </a:lnTo>
                  <a:lnTo>
                    <a:pt x="266636" y="368185"/>
                  </a:lnTo>
                  <a:lnTo>
                    <a:pt x="21221" y="368185"/>
                  </a:lnTo>
                  <a:lnTo>
                    <a:pt x="21221" y="0"/>
                  </a:lnTo>
                  <a:lnTo>
                    <a:pt x="0" y="0"/>
                  </a:lnTo>
                  <a:lnTo>
                    <a:pt x="0" y="368185"/>
                  </a:lnTo>
                  <a:lnTo>
                    <a:pt x="0" y="389394"/>
                  </a:lnTo>
                  <a:lnTo>
                    <a:pt x="0" y="565937"/>
                  </a:lnTo>
                  <a:lnTo>
                    <a:pt x="21221" y="565937"/>
                  </a:lnTo>
                  <a:lnTo>
                    <a:pt x="21221" y="389394"/>
                  </a:lnTo>
                  <a:lnTo>
                    <a:pt x="266636" y="389394"/>
                  </a:lnTo>
                  <a:lnTo>
                    <a:pt x="266636" y="565937"/>
                  </a:lnTo>
                  <a:lnTo>
                    <a:pt x="287845" y="565937"/>
                  </a:lnTo>
                  <a:lnTo>
                    <a:pt x="287845" y="389394"/>
                  </a:lnTo>
                  <a:lnTo>
                    <a:pt x="533260" y="389394"/>
                  </a:lnTo>
                  <a:lnTo>
                    <a:pt x="533260" y="565937"/>
                  </a:lnTo>
                  <a:lnTo>
                    <a:pt x="554482" y="565937"/>
                  </a:lnTo>
                  <a:lnTo>
                    <a:pt x="554482" y="389394"/>
                  </a:lnTo>
                  <a:lnTo>
                    <a:pt x="799909" y="389394"/>
                  </a:lnTo>
                  <a:lnTo>
                    <a:pt x="799909" y="565937"/>
                  </a:lnTo>
                  <a:lnTo>
                    <a:pt x="821118" y="565937"/>
                  </a:lnTo>
                  <a:lnTo>
                    <a:pt x="821118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8" name="object 188" descr=""/>
          <p:cNvSpPr/>
          <p:nvPr/>
        </p:nvSpPr>
        <p:spPr>
          <a:xfrm>
            <a:off x="11696789" y="2615215"/>
            <a:ext cx="554990" cy="359410"/>
          </a:xfrm>
          <a:custGeom>
            <a:avLst/>
            <a:gdLst/>
            <a:ahLst/>
            <a:cxnLst/>
            <a:rect l="l" t="t" r="r" b="b"/>
            <a:pathLst>
              <a:path w="554990" h="359410">
                <a:moveTo>
                  <a:pt x="554482" y="0"/>
                </a:moveTo>
                <a:lnTo>
                  <a:pt x="533273" y="0"/>
                </a:lnTo>
                <a:lnTo>
                  <a:pt x="533273" y="253199"/>
                </a:lnTo>
                <a:lnTo>
                  <a:pt x="287845" y="253199"/>
                </a:lnTo>
                <a:lnTo>
                  <a:pt x="287845" y="0"/>
                </a:lnTo>
                <a:lnTo>
                  <a:pt x="266636" y="0"/>
                </a:lnTo>
                <a:lnTo>
                  <a:pt x="266636" y="253199"/>
                </a:lnTo>
                <a:lnTo>
                  <a:pt x="21209" y="253199"/>
                </a:lnTo>
                <a:lnTo>
                  <a:pt x="21209" y="0"/>
                </a:lnTo>
                <a:lnTo>
                  <a:pt x="0" y="0"/>
                </a:lnTo>
                <a:lnTo>
                  <a:pt x="0" y="253199"/>
                </a:lnTo>
                <a:lnTo>
                  <a:pt x="0" y="274408"/>
                </a:lnTo>
                <a:lnTo>
                  <a:pt x="0" y="358978"/>
                </a:lnTo>
                <a:lnTo>
                  <a:pt x="21209" y="358978"/>
                </a:lnTo>
                <a:lnTo>
                  <a:pt x="21209" y="274408"/>
                </a:lnTo>
                <a:lnTo>
                  <a:pt x="266636" y="274408"/>
                </a:lnTo>
                <a:lnTo>
                  <a:pt x="266636" y="358978"/>
                </a:lnTo>
                <a:lnTo>
                  <a:pt x="287845" y="358978"/>
                </a:lnTo>
                <a:lnTo>
                  <a:pt x="287845" y="274408"/>
                </a:lnTo>
                <a:lnTo>
                  <a:pt x="533273" y="274408"/>
                </a:lnTo>
                <a:lnTo>
                  <a:pt x="533273" y="358978"/>
                </a:lnTo>
                <a:lnTo>
                  <a:pt x="554482" y="358978"/>
                </a:lnTo>
                <a:lnTo>
                  <a:pt x="554482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9" name="object 189" descr=""/>
          <p:cNvGrpSpPr/>
          <p:nvPr/>
        </p:nvGrpSpPr>
        <p:grpSpPr>
          <a:xfrm>
            <a:off x="10300855" y="3893630"/>
            <a:ext cx="2230755" cy="861060"/>
            <a:chOff x="10300855" y="3893630"/>
            <a:chExt cx="2230755" cy="861060"/>
          </a:xfrm>
        </p:grpSpPr>
        <p:sp>
          <p:nvSpPr>
            <p:cNvPr id="190" name="object 190" descr=""/>
            <p:cNvSpPr/>
            <p:nvPr/>
          </p:nvSpPr>
          <p:spPr>
            <a:xfrm>
              <a:off x="10357231" y="3893635"/>
              <a:ext cx="2128520" cy="645160"/>
            </a:xfrm>
            <a:custGeom>
              <a:avLst/>
              <a:gdLst/>
              <a:ahLst/>
              <a:cxnLst/>
              <a:rect l="l" t="t" r="r" b="b"/>
              <a:pathLst>
                <a:path w="2128520" h="645160">
                  <a:moveTo>
                    <a:pt x="358838" y="326085"/>
                  </a:moveTo>
                  <a:lnTo>
                    <a:pt x="339559" y="306806"/>
                  </a:lnTo>
                  <a:lnTo>
                    <a:pt x="21018" y="625360"/>
                  </a:lnTo>
                  <a:lnTo>
                    <a:pt x="40297" y="644639"/>
                  </a:lnTo>
                  <a:lnTo>
                    <a:pt x="358838" y="326085"/>
                  </a:lnTo>
                  <a:close/>
                </a:path>
                <a:path w="2128520" h="645160">
                  <a:moveTo>
                    <a:pt x="1187246" y="326085"/>
                  </a:moveTo>
                  <a:lnTo>
                    <a:pt x="1167968" y="306806"/>
                  </a:lnTo>
                  <a:lnTo>
                    <a:pt x="864920" y="609854"/>
                  </a:lnTo>
                  <a:lnTo>
                    <a:pt x="561873" y="306806"/>
                  </a:lnTo>
                  <a:lnTo>
                    <a:pt x="542607" y="326085"/>
                  </a:lnTo>
                  <a:lnTo>
                    <a:pt x="861148" y="644639"/>
                  </a:lnTo>
                  <a:lnTo>
                    <a:pt x="864920" y="640867"/>
                  </a:lnTo>
                  <a:lnTo>
                    <a:pt x="868692" y="644639"/>
                  </a:lnTo>
                  <a:lnTo>
                    <a:pt x="1187246" y="326085"/>
                  </a:lnTo>
                  <a:close/>
                </a:path>
                <a:path w="2128520" h="645160">
                  <a:moveTo>
                    <a:pt x="1678139" y="625360"/>
                  </a:moveTo>
                  <a:lnTo>
                    <a:pt x="1359598" y="306806"/>
                  </a:lnTo>
                  <a:lnTo>
                    <a:pt x="1340319" y="326085"/>
                  </a:lnTo>
                  <a:lnTo>
                    <a:pt x="1658861" y="644639"/>
                  </a:lnTo>
                  <a:lnTo>
                    <a:pt x="1678139" y="625360"/>
                  </a:lnTo>
                  <a:close/>
                </a:path>
                <a:path w="2128520" h="645160">
                  <a:moveTo>
                    <a:pt x="2128139" y="625360"/>
                  </a:moveTo>
                  <a:lnTo>
                    <a:pt x="1809584" y="306806"/>
                  </a:lnTo>
                  <a:lnTo>
                    <a:pt x="1790319" y="326085"/>
                  </a:lnTo>
                  <a:lnTo>
                    <a:pt x="2108860" y="644639"/>
                  </a:lnTo>
                  <a:lnTo>
                    <a:pt x="2128139" y="625360"/>
                  </a:lnTo>
                  <a:close/>
                </a:path>
                <a:path w="2128520" h="645160">
                  <a:moveTo>
                    <a:pt x="2128139" y="0"/>
                  </a:moveTo>
                  <a:lnTo>
                    <a:pt x="1127328" y="0"/>
                  </a:lnTo>
                  <a:lnTo>
                    <a:pt x="1127328" y="52654"/>
                  </a:lnTo>
                  <a:lnTo>
                    <a:pt x="855294" y="324700"/>
                  </a:lnTo>
                  <a:lnTo>
                    <a:pt x="583260" y="52654"/>
                  </a:lnTo>
                  <a:lnTo>
                    <a:pt x="1127328" y="52654"/>
                  </a:lnTo>
                  <a:lnTo>
                    <a:pt x="1127328" y="0"/>
                  </a:lnTo>
                  <a:lnTo>
                    <a:pt x="0" y="0"/>
                  </a:lnTo>
                  <a:lnTo>
                    <a:pt x="0" y="52654"/>
                  </a:lnTo>
                  <a:lnTo>
                    <a:pt x="298932" y="52654"/>
                  </a:lnTo>
                  <a:lnTo>
                    <a:pt x="11391" y="340194"/>
                  </a:lnTo>
                  <a:lnTo>
                    <a:pt x="30670" y="359473"/>
                  </a:lnTo>
                  <a:lnTo>
                    <a:pt x="337477" y="52654"/>
                  </a:lnTo>
                  <a:lnTo>
                    <a:pt x="544703" y="52654"/>
                  </a:lnTo>
                  <a:lnTo>
                    <a:pt x="851522" y="359473"/>
                  </a:lnTo>
                  <a:lnTo>
                    <a:pt x="855294" y="355701"/>
                  </a:lnTo>
                  <a:lnTo>
                    <a:pt x="859066" y="359473"/>
                  </a:lnTo>
                  <a:lnTo>
                    <a:pt x="1165885" y="52654"/>
                  </a:lnTo>
                  <a:lnTo>
                    <a:pt x="1342428" y="52654"/>
                  </a:lnTo>
                  <a:lnTo>
                    <a:pt x="1649247" y="359473"/>
                  </a:lnTo>
                  <a:lnTo>
                    <a:pt x="1668513" y="340194"/>
                  </a:lnTo>
                  <a:lnTo>
                    <a:pt x="1380972" y="52654"/>
                  </a:lnTo>
                  <a:lnTo>
                    <a:pt x="1792414" y="52654"/>
                  </a:lnTo>
                  <a:lnTo>
                    <a:pt x="2099233" y="359473"/>
                  </a:lnTo>
                  <a:lnTo>
                    <a:pt x="2118512" y="340194"/>
                  </a:lnTo>
                  <a:lnTo>
                    <a:pt x="1830971" y="52654"/>
                  </a:lnTo>
                  <a:lnTo>
                    <a:pt x="2128139" y="52654"/>
                  </a:lnTo>
                  <a:lnTo>
                    <a:pt x="2128139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0357234" y="3893630"/>
              <a:ext cx="1694180" cy="52705"/>
            </a:xfrm>
            <a:custGeom>
              <a:avLst/>
              <a:gdLst/>
              <a:ahLst/>
              <a:cxnLst/>
              <a:rect l="l" t="t" r="r" b="b"/>
              <a:pathLst>
                <a:path w="1694179" h="52704">
                  <a:moveTo>
                    <a:pt x="1693749" y="0"/>
                  </a:moveTo>
                  <a:lnTo>
                    <a:pt x="0" y="0"/>
                  </a:lnTo>
                  <a:lnTo>
                    <a:pt x="0" y="52647"/>
                  </a:lnTo>
                  <a:lnTo>
                    <a:pt x="1693749" y="52647"/>
                  </a:lnTo>
                  <a:lnTo>
                    <a:pt x="1693749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2059894" y="4200437"/>
              <a:ext cx="426084" cy="52705"/>
            </a:xfrm>
            <a:custGeom>
              <a:avLst/>
              <a:gdLst/>
              <a:ahLst/>
              <a:cxnLst/>
              <a:rect l="l" t="t" r="r" b="b"/>
              <a:pathLst>
                <a:path w="426084" h="52704">
                  <a:moveTo>
                    <a:pt x="0" y="52658"/>
                  </a:moveTo>
                  <a:lnTo>
                    <a:pt x="425484" y="52658"/>
                  </a:lnTo>
                  <a:lnTo>
                    <a:pt x="425484" y="0"/>
                  </a:lnTo>
                  <a:lnTo>
                    <a:pt x="0" y="0"/>
                  </a:lnTo>
                  <a:lnTo>
                    <a:pt x="0" y="52658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10357234" y="4200437"/>
              <a:ext cx="1694180" cy="52705"/>
            </a:xfrm>
            <a:custGeom>
              <a:avLst/>
              <a:gdLst/>
              <a:ahLst/>
              <a:cxnLst/>
              <a:rect l="l" t="t" r="r" b="b"/>
              <a:pathLst>
                <a:path w="1694179" h="52704">
                  <a:moveTo>
                    <a:pt x="1693749" y="0"/>
                  </a:moveTo>
                  <a:lnTo>
                    <a:pt x="0" y="0"/>
                  </a:lnTo>
                  <a:lnTo>
                    <a:pt x="0" y="52658"/>
                  </a:lnTo>
                  <a:lnTo>
                    <a:pt x="1693749" y="52658"/>
                  </a:lnTo>
                  <a:lnTo>
                    <a:pt x="1693749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12432720" y="3893630"/>
              <a:ext cx="52705" cy="861060"/>
            </a:xfrm>
            <a:custGeom>
              <a:avLst/>
              <a:gdLst/>
              <a:ahLst/>
              <a:cxnLst/>
              <a:rect l="l" t="t" r="r" b="b"/>
              <a:pathLst>
                <a:path w="52704" h="861060">
                  <a:moveTo>
                    <a:pt x="52647" y="0"/>
                  </a:moveTo>
                  <a:lnTo>
                    <a:pt x="0" y="0"/>
                  </a:lnTo>
                  <a:lnTo>
                    <a:pt x="0" y="860570"/>
                  </a:lnTo>
                  <a:lnTo>
                    <a:pt x="52647" y="860570"/>
                  </a:lnTo>
                  <a:lnTo>
                    <a:pt x="52647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10357231" y="3893635"/>
              <a:ext cx="1703070" cy="779780"/>
            </a:xfrm>
            <a:custGeom>
              <a:avLst/>
              <a:gdLst/>
              <a:ahLst/>
              <a:cxnLst/>
              <a:rect l="l" t="t" r="r" b="b"/>
              <a:pathLst>
                <a:path w="1703070" h="779779">
                  <a:moveTo>
                    <a:pt x="52641" y="0"/>
                  </a:moveTo>
                  <a:lnTo>
                    <a:pt x="0" y="0"/>
                  </a:lnTo>
                  <a:lnTo>
                    <a:pt x="0" y="779233"/>
                  </a:lnTo>
                  <a:lnTo>
                    <a:pt x="52641" y="779233"/>
                  </a:lnTo>
                  <a:lnTo>
                    <a:pt x="52641" y="0"/>
                  </a:lnTo>
                  <a:close/>
                </a:path>
                <a:path w="1703070" h="779779">
                  <a:moveTo>
                    <a:pt x="884491" y="0"/>
                  </a:moveTo>
                  <a:lnTo>
                    <a:pt x="831837" y="0"/>
                  </a:lnTo>
                  <a:lnTo>
                    <a:pt x="831837" y="779233"/>
                  </a:lnTo>
                  <a:lnTo>
                    <a:pt x="884491" y="779233"/>
                  </a:lnTo>
                  <a:lnTo>
                    <a:pt x="884491" y="0"/>
                  </a:lnTo>
                  <a:close/>
                </a:path>
                <a:path w="1703070" h="779779">
                  <a:moveTo>
                    <a:pt x="1702650" y="0"/>
                  </a:moveTo>
                  <a:lnTo>
                    <a:pt x="1650009" y="0"/>
                  </a:lnTo>
                  <a:lnTo>
                    <a:pt x="1650009" y="779233"/>
                  </a:lnTo>
                  <a:lnTo>
                    <a:pt x="1702650" y="779233"/>
                  </a:lnTo>
                  <a:lnTo>
                    <a:pt x="1702650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10300855" y="4672862"/>
              <a:ext cx="2230755" cy="81915"/>
            </a:xfrm>
            <a:custGeom>
              <a:avLst/>
              <a:gdLst/>
              <a:ahLst/>
              <a:cxnLst/>
              <a:rect l="l" t="t" r="r" b="b"/>
              <a:pathLst>
                <a:path w="2230754" h="81914">
                  <a:moveTo>
                    <a:pt x="2230340" y="0"/>
                  </a:moveTo>
                  <a:lnTo>
                    <a:pt x="0" y="0"/>
                  </a:lnTo>
                  <a:lnTo>
                    <a:pt x="0" y="81337"/>
                  </a:lnTo>
                  <a:lnTo>
                    <a:pt x="2230340" y="81337"/>
                  </a:lnTo>
                  <a:lnTo>
                    <a:pt x="2230340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7" name="object 197" descr=""/>
          <p:cNvSpPr/>
          <p:nvPr/>
        </p:nvSpPr>
        <p:spPr>
          <a:xfrm>
            <a:off x="14139609" y="6441395"/>
            <a:ext cx="1087755" cy="513715"/>
          </a:xfrm>
          <a:custGeom>
            <a:avLst/>
            <a:gdLst/>
            <a:ahLst/>
            <a:cxnLst/>
            <a:rect l="l" t="t" r="r" b="b"/>
            <a:pathLst>
              <a:path w="1087755" h="513715">
                <a:moveTo>
                  <a:pt x="1087716" y="0"/>
                </a:moveTo>
                <a:lnTo>
                  <a:pt x="1059624" y="0"/>
                </a:lnTo>
                <a:lnTo>
                  <a:pt x="1059624" y="351370"/>
                </a:lnTo>
                <a:lnTo>
                  <a:pt x="734517" y="351370"/>
                </a:lnTo>
                <a:lnTo>
                  <a:pt x="734517" y="0"/>
                </a:lnTo>
                <a:lnTo>
                  <a:pt x="706412" y="0"/>
                </a:lnTo>
                <a:lnTo>
                  <a:pt x="706412" y="351370"/>
                </a:lnTo>
                <a:lnTo>
                  <a:pt x="381304" y="351370"/>
                </a:lnTo>
                <a:lnTo>
                  <a:pt x="381304" y="0"/>
                </a:lnTo>
                <a:lnTo>
                  <a:pt x="353199" y="0"/>
                </a:lnTo>
                <a:lnTo>
                  <a:pt x="353199" y="351370"/>
                </a:lnTo>
                <a:lnTo>
                  <a:pt x="28105" y="351370"/>
                </a:lnTo>
                <a:lnTo>
                  <a:pt x="28105" y="0"/>
                </a:lnTo>
                <a:lnTo>
                  <a:pt x="0" y="0"/>
                </a:lnTo>
                <a:lnTo>
                  <a:pt x="0" y="351370"/>
                </a:lnTo>
                <a:lnTo>
                  <a:pt x="0" y="379476"/>
                </a:lnTo>
                <a:lnTo>
                  <a:pt x="0" y="513346"/>
                </a:lnTo>
                <a:lnTo>
                  <a:pt x="28105" y="513346"/>
                </a:lnTo>
                <a:lnTo>
                  <a:pt x="28105" y="379476"/>
                </a:lnTo>
                <a:lnTo>
                  <a:pt x="353199" y="379476"/>
                </a:lnTo>
                <a:lnTo>
                  <a:pt x="353199" y="513346"/>
                </a:lnTo>
                <a:lnTo>
                  <a:pt x="381304" y="513346"/>
                </a:lnTo>
                <a:lnTo>
                  <a:pt x="381304" y="379476"/>
                </a:lnTo>
                <a:lnTo>
                  <a:pt x="706412" y="379476"/>
                </a:lnTo>
                <a:lnTo>
                  <a:pt x="706412" y="513346"/>
                </a:lnTo>
                <a:lnTo>
                  <a:pt x="734517" y="513346"/>
                </a:lnTo>
                <a:lnTo>
                  <a:pt x="734517" y="379476"/>
                </a:lnTo>
                <a:lnTo>
                  <a:pt x="1059624" y="379476"/>
                </a:lnTo>
                <a:lnTo>
                  <a:pt x="1059624" y="513346"/>
                </a:lnTo>
                <a:lnTo>
                  <a:pt x="1087716" y="513346"/>
                </a:lnTo>
                <a:lnTo>
                  <a:pt x="1087716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8" name="object 198" descr=""/>
          <p:cNvGrpSpPr/>
          <p:nvPr/>
        </p:nvGrpSpPr>
        <p:grpSpPr>
          <a:xfrm>
            <a:off x="13084512" y="6954741"/>
            <a:ext cx="2534285" cy="1381760"/>
            <a:chOff x="13084512" y="6954741"/>
            <a:chExt cx="2534285" cy="1381760"/>
          </a:xfrm>
        </p:grpSpPr>
        <p:sp>
          <p:nvSpPr>
            <p:cNvPr id="199" name="object 199" descr=""/>
            <p:cNvSpPr/>
            <p:nvPr/>
          </p:nvSpPr>
          <p:spPr>
            <a:xfrm>
              <a:off x="13379006" y="6954754"/>
              <a:ext cx="1428115" cy="784225"/>
            </a:xfrm>
            <a:custGeom>
              <a:avLst/>
              <a:gdLst/>
              <a:ahLst/>
              <a:cxnLst/>
              <a:rect l="l" t="t" r="r" b="b"/>
              <a:pathLst>
                <a:path w="1428115" h="784225">
                  <a:moveTo>
                    <a:pt x="1428064" y="0"/>
                  </a:moveTo>
                  <a:lnTo>
                    <a:pt x="484085" y="0"/>
                  </a:lnTo>
                  <a:lnTo>
                    <a:pt x="484085" y="562394"/>
                  </a:lnTo>
                  <a:lnTo>
                    <a:pt x="322567" y="562394"/>
                  </a:lnTo>
                  <a:lnTo>
                    <a:pt x="322567" y="149821"/>
                  </a:lnTo>
                  <a:lnTo>
                    <a:pt x="298792" y="149821"/>
                  </a:lnTo>
                  <a:lnTo>
                    <a:pt x="298792" y="562394"/>
                  </a:lnTo>
                  <a:lnTo>
                    <a:pt x="23774" y="562394"/>
                  </a:lnTo>
                  <a:lnTo>
                    <a:pt x="23774" y="149821"/>
                  </a:lnTo>
                  <a:lnTo>
                    <a:pt x="0" y="149821"/>
                  </a:lnTo>
                  <a:lnTo>
                    <a:pt x="0" y="562394"/>
                  </a:lnTo>
                  <a:lnTo>
                    <a:pt x="0" y="586168"/>
                  </a:lnTo>
                  <a:lnTo>
                    <a:pt x="0" y="784009"/>
                  </a:lnTo>
                  <a:lnTo>
                    <a:pt x="23774" y="784009"/>
                  </a:lnTo>
                  <a:lnTo>
                    <a:pt x="23774" y="586168"/>
                  </a:lnTo>
                  <a:lnTo>
                    <a:pt x="298792" y="586168"/>
                  </a:lnTo>
                  <a:lnTo>
                    <a:pt x="298792" y="784009"/>
                  </a:lnTo>
                  <a:lnTo>
                    <a:pt x="322567" y="784009"/>
                  </a:lnTo>
                  <a:lnTo>
                    <a:pt x="322567" y="586168"/>
                  </a:lnTo>
                  <a:lnTo>
                    <a:pt x="484085" y="586168"/>
                  </a:lnTo>
                  <a:lnTo>
                    <a:pt x="484085" y="783894"/>
                  </a:lnTo>
                  <a:lnTo>
                    <a:pt x="1428064" y="783894"/>
                  </a:lnTo>
                  <a:lnTo>
                    <a:pt x="1428064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14807070" y="7162031"/>
              <a:ext cx="714375" cy="1010285"/>
            </a:xfrm>
            <a:custGeom>
              <a:avLst/>
              <a:gdLst/>
              <a:ahLst/>
              <a:cxnLst/>
              <a:rect l="l" t="t" r="r" b="b"/>
              <a:pathLst>
                <a:path w="714375" h="1010284">
                  <a:moveTo>
                    <a:pt x="713765" y="0"/>
                  </a:moveTo>
                  <a:lnTo>
                    <a:pt x="0" y="0"/>
                  </a:lnTo>
                  <a:lnTo>
                    <a:pt x="0" y="576618"/>
                  </a:lnTo>
                  <a:lnTo>
                    <a:pt x="0" y="1009916"/>
                  </a:lnTo>
                  <a:lnTo>
                    <a:pt x="713765" y="1009916"/>
                  </a:lnTo>
                  <a:lnTo>
                    <a:pt x="713765" y="576618"/>
                  </a:lnTo>
                  <a:lnTo>
                    <a:pt x="713765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15043151" y="7300245"/>
              <a:ext cx="314325" cy="731520"/>
            </a:xfrm>
            <a:custGeom>
              <a:avLst/>
              <a:gdLst/>
              <a:ahLst/>
              <a:cxnLst/>
              <a:rect l="l" t="t" r="r" b="b"/>
              <a:pathLst>
                <a:path w="314325" h="731520">
                  <a:moveTo>
                    <a:pt x="63322" y="0"/>
                  </a:moveTo>
                  <a:lnTo>
                    <a:pt x="0" y="0"/>
                  </a:lnTo>
                  <a:lnTo>
                    <a:pt x="0" y="236042"/>
                  </a:lnTo>
                  <a:lnTo>
                    <a:pt x="63322" y="236042"/>
                  </a:lnTo>
                  <a:lnTo>
                    <a:pt x="63322" y="0"/>
                  </a:lnTo>
                  <a:close/>
                </a:path>
                <a:path w="314325" h="731520">
                  <a:moveTo>
                    <a:pt x="313766" y="495122"/>
                  </a:moveTo>
                  <a:lnTo>
                    <a:pt x="250444" y="495122"/>
                  </a:lnTo>
                  <a:lnTo>
                    <a:pt x="250444" y="731164"/>
                  </a:lnTo>
                  <a:lnTo>
                    <a:pt x="313766" y="731164"/>
                  </a:lnTo>
                  <a:lnTo>
                    <a:pt x="313766" y="495122"/>
                  </a:lnTo>
                  <a:close/>
                </a:path>
                <a:path w="314325" h="731520">
                  <a:moveTo>
                    <a:pt x="313766" y="0"/>
                  </a:moveTo>
                  <a:lnTo>
                    <a:pt x="250444" y="0"/>
                  </a:lnTo>
                  <a:lnTo>
                    <a:pt x="250444" y="236042"/>
                  </a:lnTo>
                  <a:lnTo>
                    <a:pt x="313766" y="236042"/>
                  </a:lnTo>
                  <a:lnTo>
                    <a:pt x="313766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14902792" y="6954741"/>
              <a:ext cx="716280" cy="92710"/>
            </a:xfrm>
            <a:custGeom>
              <a:avLst/>
              <a:gdLst/>
              <a:ahLst/>
              <a:cxnLst/>
              <a:rect l="l" t="t" r="r" b="b"/>
              <a:pathLst>
                <a:path w="716280" h="92709">
                  <a:moveTo>
                    <a:pt x="0" y="92133"/>
                  </a:moveTo>
                  <a:lnTo>
                    <a:pt x="715925" y="92133"/>
                  </a:lnTo>
                  <a:lnTo>
                    <a:pt x="715925" y="0"/>
                  </a:lnTo>
                  <a:lnTo>
                    <a:pt x="0" y="0"/>
                  </a:lnTo>
                  <a:lnTo>
                    <a:pt x="0" y="92133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14804921" y="6954741"/>
              <a:ext cx="98425" cy="92710"/>
            </a:xfrm>
            <a:custGeom>
              <a:avLst/>
              <a:gdLst/>
              <a:ahLst/>
              <a:cxnLst/>
              <a:rect l="l" t="t" r="r" b="b"/>
              <a:pathLst>
                <a:path w="98425" h="92709">
                  <a:moveTo>
                    <a:pt x="97871" y="0"/>
                  </a:moveTo>
                  <a:lnTo>
                    <a:pt x="0" y="0"/>
                  </a:lnTo>
                  <a:lnTo>
                    <a:pt x="0" y="92133"/>
                  </a:lnTo>
                  <a:lnTo>
                    <a:pt x="97871" y="92133"/>
                  </a:lnTo>
                  <a:lnTo>
                    <a:pt x="97871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14807078" y="7046874"/>
              <a:ext cx="714375" cy="115570"/>
            </a:xfrm>
            <a:custGeom>
              <a:avLst/>
              <a:gdLst/>
              <a:ahLst/>
              <a:cxnLst/>
              <a:rect l="l" t="t" r="r" b="b"/>
              <a:pathLst>
                <a:path w="714375" h="115570">
                  <a:moveTo>
                    <a:pt x="713758" y="0"/>
                  </a:moveTo>
                  <a:lnTo>
                    <a:pt x="0" y="0"/>
                  </a:lnTo>
                  <a:lnTo>
                    <a:pt x="0" y="115148"/>
                  </a:lnTo>
                  <a:lnTo>
                    <a:pt x="713758" y="115148"/>
                  </a:lnTo>
                  <a:lnTo>
                    <a:pt x="713758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15177318" y="8171939"/>
              <a:ext cx="343535" cy="164465"/>
            </a:xfrm>
            <a:custGeom>
              <a:avLst/>
              <a:gdLst/>
              <a:ahLst/>
              <a:cxnLst/>
              <a:rect l="l" t="t" r="r" b="b"/>
              <a:pathLst>
                <a:path w="343534" h="164465">
                  <a:moveTo>
                    <a:pt x="0" y="164078"/>
                  </a:moveTo>
                  <a:lnTo>
                    <a:pt x="343518" y="164078"/>
                  </a:lnTo>
                  <a:lnTo>
                    <a:pt x="343518" y="0"/>
                  </a:lnTo>
                  <a:lnTo>
                    <a:pt x="0" y="0"/>
                  </a:lnTo>
                  <a:lnTo>
                    <a:pt x="0" y="164078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13841934" y="7738644"/>
              <a:ext cx="1335405" cy="597535"/>
            </a:xfrm>
            <a:custGeom>
              <a:avLst/>
              <a:gdLst/>
              <a:ahLst/>
              <a:cxnLst/>
              <a:rect l="l" t="t" r="r" b="b"/>
              <a:pathLst>
                <a:path w="1335405" h="597534">
                  <a:moveTo>
                    <a:pt x="1335383" y="0"/>
                  </a:moveTo>
                  <a:lnTo>
                    <a:pt x="0" y="0"/>
                  </a:lnTo>
                  <a:lnTo>
                    <a:pt x="0" y="597374"/>
                  </a:lnTo>
                  <a:lnTo>
                    <a:pt x="1335383" y="597374"/>
                  </a:lnTo>
                  <a:lnTo>
                    <a:pt x="133538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13084506" y="7738764"/>
              <a:ext cx="1915160" cy="597535"/>
            </a:xfrm>
            <a:custGeom>
              <a:avLst/>
              <a:gdLst/>
              <a:ahLst/>
              <a:cxnLst/>
              <a:rect l="l" t="t" r="r" b="b"/>
              <a:pathLst>
                <a:path w="1915159" h="597534">
                  <a:moveTo>
                    <a:pt x="757275" y="0"/>
                  </a:moveTo>
                  <a:lnTo>
                    <a:pt x="0" y="0"/>
                  </a:lnTo>
                  <a:lnTo>
                    <a:pt x="0" y="597255"/>
                  </a:lnTo>
                  <a:lnTo>
                    <a:pt x="757275" y="597255"/>
                  </a:lnTo>
                  <a:lnTo>
                    <a:pt x="757275" y="0"/>
                  </a:lnTo>
                  <a:close/>
                </a:path>
                <a:path w="1915159" h="597534">
                  <a:moveTo>
                    <a:pt x="1163320" y="178003"/>
                  </a:moveTo>
                  <a:lnTo>
                    <a:pt x="1099985" y="178003"/>
                  </a:lnTo>
                  <a:lnTo>
                    <a:pt x="1099985" y="414045"/>
                  </a:lnTo>
                  <a:lnTo>
                    <a:pt x="1163320" y="414045"/>
                  </a:lnTo>
                  <a:lnTo>
                    <a:pt x="1163320" y="178003"/>
                  </a:lnTo>
                  <a:close/>
                </a:path>
                <a:path w="1915159" h="597534">
                  <a:moveTo>
                    <a:pt x="1413764" y="178003"/>
                  </a:moveTo>
                  <a:lnTo>
                    <a:pt x="1350429" y="178003"/>
                  </a:lnTo>
                  <a:lnTo>
                    <a:pt x="1350429" y="414045"/>
                  </a:lnTo>
                  <a:lnTo>
                    <a:pt x="1413764" y="414045"/>
                  </a:lnTo>
                  <a:lnTo>
                    <a:pt x="1413764" y="178003"/>
                  </a:lnTo>
                  <a:close/>
                </a:path>
                <a:path w="1915159" h="597534">
                  <a:moveTo>
                    <a:pt x="1664208" y="178003"/>
                  </a:moveTo>
                  <a:lnTo>
                    <a:pt x="1600873" y="178003"/>
                  </a:lnTo>
                  <a:lnTo>
                    <a:pt x="1600873" y="414045"/>
                  </a:lnTo>
                  <a:lnTo>
                    <a:pt x="1664208" y="414045"/>
                  </a:lnTo>
                  <a:lnTo>
                    <a:pt x="1664208" y="178003"/>
                  </a:lnTo>
                  <a:close/>
                </a:path>
                <a:path w="1915159" h="597534">
                  <a:moveTo>
                    <a:pt x="1914639" y="178003"/>
                  </a:moveTo>
                  <a:lnTo>
                    <a:pt x="1851317" y="178003"/>
                  </a:lnTo>
                  <a:lnTo>
                    <a:pt x="1851317" y="414045"/>
                  </a:lnTo>
                  <a:lnTo>
                    <a:pt x="1914639" y="414045"/>
                  </a:lnTo>
                  <a:lnTo>
                    <a:pt x="1914639" y="178003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8" name="object 208" descr=""/>
          <p:cNvGrpSpPr/>
          <p:nvPr/>
        </p:nvGrpSpPr>
        <p:grpSpPr>
          <a:xfrm>
            <a:off x="12883408" y="3449182"/>
            <a:ext cx="1162685" cy="1305560"/>
            <a:chOff x="12883408" y="3449182"/>
            <a:chExt cx="1162685" cy="1305560"/>
          </a:xfrm>
        </p:grpSpPr>
        <p:sp>
          <p:nvSpPr>
            <p:cNvPr id="209" name="object 209" descr=""/>
            <p:cNvSpPr/>
            <p:nvPr/>
          </p:nvSpPr>
          <p:spPr>
            <a:xfrm>
              <a:off x="13459925" y="3449182"/>
              <a:ext cx="586105" cy="673735"/>
            </a:xfrm>
            <a:custGeom>
              <a:avLst/>
              <a:gdLst/>
              <a:ahLst/>
              <a:cxnLst/>
              <a:rect l="l" t="t" r="r" b="b"/>
              <a:pathLst>
                <a:path w="586105" h="673735">
                  <a:moveTo>
                    <a:pt x="0" y="673403"/>
                  </a:moveTo>
                  <a:lnTo>
                    <a:pt x="585992" y="673403"/>
                  </a:lnTo>
                  <a:lnTo>
                    <a:pt x="585992" y="0"/>
                  </a:lnTo>
                  <a:lnTo>
                    <a:pt x="0" y="0"/>
                  </a:lnTo>
                  <a:lnTo>
                    <a:pt x="0" y="673403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12937564" y="3500155"/>
              <a:ext cx="522605" cy="622935"/>
            </a:xfrm>
            <a:custGeom>
              <a:avLst/>
              <a:gdLst/>
              <a:ahLst/>
              <a:cxnLst/>
              <a:rect l="l" t="t" r="r" b="b"/>
              <a:pathLst>
                <a:path w="522605" h="622935">
                  <a:moveTo>
                    <a:pt x="0" y="622431"/>
                  </a:moveTo>
                  <a:lnTo>
                    <a:pt x="522361" y="622431"/>
                  </a:lnTo>
                  <a:lnTo>
                    <a:pt x="522361" y="0"/>
                  </a:lnTo>
                  <a:lnTo>
                    <a:pt x="0" y="0"/>
                  </a:lnTo>
                  <a:lnTo>
                    <a:pt x="0" y="622431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3017170" y="3640321"/>
              <a:ext cx="312420" cy="405130"/>
            </a:xfrm>
            <a:custGeom>
              <a:avLst/>
              <a:gdLst/>
              <a:ahLst/>
              <a:cxnLst/>
              <a:rect l="l" t="t" r="r" b="b"/>
              <a:pathLst>
                <a:path w="312419" h="405129">
                  <a:moveTo>
                    <a:pt x="35039" y="273926"/>
                  </a:moveTo>
                  <a:lnTo>
                    <a:pt x="0" y="273926"/>
                  </a:lnTo>
                  <a:lnTo>
                    <a:pt x="0" y="404520"/>
                  </a:lnTo>
                  <a:lnTo>
                    <a:pt x="35039" y="404520"/>
                  </a:lnTo>
                  <a:lnTo>
                    <a:pt x="35039" y="273926"/>
                  </a:lnTo>
                  <a:close/>
                </a:path>
                <a:path w="312419" h="405129">
                  <a:moveTo>
                    <a:pt x="35039" y="0"/>
                  </a:moveTo>
                  <a:lnTo>
                    <a:pt x="0" y="0"/>
                  </a:lnTo>
                  <a:lnTo>
                    <a:pt x="0" y="130594"/>
                  </a:lnTo>
                  <a:lnTo>
                    <a:pt x="35039" y="130594"/>
                  </a:lnTo>
                  <a:lnTo>
                    <a:pt x="35039" y="0"/>
                  </a:lnTo>
                  <a:close/>
                </a:path>
                <a:path w="312419" h="405129">
                  <a:moveTo>
                    <a:pt x="173583" y="273926"/>
                  </a:moveTo>
                  <a:lnTo>
                    <a:pt x="138544" y="273926"/>
                  </a:lnTo>
                  <a:lnTo>
                    <a:pt x="138544" y="404520"/>
                  </a:lnTo>
                  <a:lnTo>
                    <a:pt x="173583" y="404520"/>
                  </a:lnTo>
                  <a:lnTo>
                    <a:pt x="173583" y="273926"/>
                  </a:lnTo>
                  <a:close/>
                </a:path>
                <a:path w="312419" h="405129">
                  <a:moveTo>
                    <a:pt x="173583" y="0"/>
                  </a:moveTo>
                  <a:lnTo>
                    <a:pt x="138544" y="0"/>
                  </a:lnTo>
                  <a:lnTo>
                    <a:pt x="138544" y="130594"/>
                  </a:lnTo>
                  <a:lnTo>
                    <a:pt x="173583" y="130594"/>
                  </a:lnTo>
                  <a:lnTo>
                    <a:pt x="173583" y="0"/>
                  </a:lnTo>
                  <a:close/>
                </a:path>
                <a:path w="312419" h="405129">
                  <a:moveTo>
                    <a:pt x="312140" y="273926"/>
                  </a:moveTo>
                  <a:lnTo>
                    <a:pt x="277114" y="273926"/>
                  </a:lnTo>
                  <a:lnTo>
                    <a:pt x="277114" y="404520"/>
                  </a:lnTo>
                  <a:lnTo>
                    <a:pt x="312140" y="404520"/>
                  </a:lnTo>
                  <a:lnTo>
                    <a:pt x="312140" y="273926"/>
                  </a:lnTo>
                  <a:close/>
                </a:path>
                <a:path w="312419" h="405129">
                  <a:moveTo>
                    <a:pt x="312140" y="0"/>
                  </a:moveTo>
                  <a:lnTo>
                    <a:pt x="277114" y="0"/>
                  </a:lnTo>
                  <a:lnTo>
                    <a:pt x="277114" y="130594"/>
                  </a:lnTo>
                  <a:lnTo>
                    <a:pt x="312140" y="130594"/>
                  </a:lnTo>
                  <a:lnTo>
                    <a:pt x="312140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12883408" y="3449182"/>
              <a:ext cx="523875" cy="51435"/>
            </a:xfrm>
            <a:custGeom>
              <a:avLst/>
              <a:gdLst/>
              <a:ahLst/>
              <a:cxnLst/>
              <a:rect l="l" t="t" r="r" b="b"/>
              <a:pathLst>
                <a:path w="523875" h="51435">
                  <a:moveTo>
                    <a:pt x="0" y="50972"/>
                  </a:moveTo>
                  <a:lnTo>
                    <a:pt x="523565" y="50972"/>
                  </a:lnTo>
                  <a:lnTo>
                    <a:pt x="523565" y="0"/>
                  </a:lnTo>
                  <a:lnTo>
                    <a:pt x="0" y="0"/>
                  </a:lnTo>
                  <a:lnTo>
                    <a:pt x="0" y="50972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13406974" y="3449182"/>
              <a:ext cx="54610" cy="51435"/>
            </a:xfrm>
            <a:custGeom>
              <a:avLst/>
              <a:gdLst/>
              <a:ahLst/>
              <a:cxnLst/>
              <a:rect l="l" t="t" r="r" b="b"/>
              <a:pathLst>
                <a:path w="54609" h="51435">
                  <a:moveTo>
                    <a:pt x="54144" y="0"/>
                  </a:moveTo>
                  <a:lnTo>
                    <a:pt x="0" y="0"/>
                  </a:lnTo>
                  <a:lnTo>
                    <a:pt x="0" y="50972"/>
                  </a:lnTo>
                  <a:lnTo>
                    <a:pt x="54144" y="50972"/>
                  </a:lnTo>
                  <a:lnTo>
                    <a:pt x="54144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12937564" y="4122586"/>
              <a:ext cx="522605" cy="90805"/>
            </a:xfrm>
            <a:custGeom>
              <a:avLst/>
              <a:gdLst/>
              <a:ahLst/>
              <a:cxnLst/>
              <a:rect l="l" t="t" r="r" b="b"/>
              <a:pathLst>
                <a:path w="522605" h="90804">
                  <a:moveTo>
                    <a:pt x="522361" y="0"/>
                  </a:moveTo>
                  <a:lnTo>
                    <a:pt x="0" y="0"/>
                  </a:lnTo>
                  <a:lnTo>
                    <a:pt x="0" y="90772"/>
                  </a:lnTo>
                  <a:lnTo>
                    <a:pt x="522361" y="90772"/>
                  </a:lnTo>
                  <a:lnTo>
                    <a:pt x="52236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3459925" y="4122586"/>
              <a:ext cx="586105" cy="90805"/>
            </a:xfrm>
            <a:custGeom>
              <a:avLst/>
              <a:gdLst/>
              <a:ahLst/>
              <a:cxnLst/>
              <a:rect l="l" t="t" r="r" b="b"/>
              <a:pathLst>
                <a:path w="586105" h="90804">
                  <a:moveTo>
                    <a:pt x="585992" y="0"/>
                  </a:moveTo>
                  <a:lnTo>
                    <a:pt x="0" y="0"/>
                  </a:lnTo>
                  <a:lnTo>
                    <a:pt x="0" y="90772"/>
                  </a:lnTo>
                  <a:lnTo>
                    <a:pt x="585992" y="90772"/>
                  </a:lnTo>
                  <a:lnTo>
                    <a:pt x="585992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12937554" y="4122590"/>
              <a:ext cx="523875" cy="631825"/>
            </a:xfrm>
            <a:custGeom>
              <a:avLst/>
              <a:gdLst/>
              <a:ahLst/>
              <a:cxnLst/>
              <a:rect l="l" t="t" r="r" b="b"/>
              <a:pathLst>
                <a:path w="523875" h="631825">
                  <a:moveTo>
                    <a:pt x="55422" y="0"/>
                  </a:moveTo>
                  <a:lnTo>
                    <a:pt x="0" y="0"/>
                  </a:lnTo>
                  <a:lnTo>
                    <a:pt x="0" y="631621"/>
                  </a:lnTo>
                  <a:lnTo>
                    <a:pt x="55422" y="631621"/>
                  </a:lnTo>
                  <a:lnTo>
                    <a:pt x="55422" y="0"/>
                  </a:lnTo>
                  <a:close/>
                </a:path>
                <a:path w="523875" h="631825">
                  <a:moveTo>
                    <a:pt x="523455" y="0"/>
                  </a:moveTo>
                  <a:lnTo>
                    <a:pt x="468033" y="0"/>
                  </a:lnTo>
                  <a:lnTo>
                    <a:pt x="468033" y="631621"/>
                  </a:lnTo>
                  <a:lnTo>
                    <a:pt x="523455" y="631621"/>
                  </a:lnTo>
                  <a:lnTo>
                    <a:pt x="523455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13990495" y="4122586"/>
              <a:ext cx="55880" cy="631825"/>
            </a:xfrm>
            <a:custGeom>
              <a:avLst/>
              <a:gdLst/>
              <a:ahLst/>
              <a:cxnLst/>
              <a:rect l="l" t="t" r="r" b="b"/>
              <a:pathLst>
                <a:path w="55880" h="631825">
                  <a:moveTo>
                    <a:pt x="55422" y="0"/>
                  </a:moveTo>
                  <a:lnTo>
                    <a:pt x="0" y="0"/>
                  </a:lnTo>
                  <a:lnTo>
                    <a:pt x="0" y="631614"/>
                  </a:lnTo>
                  <a:lnTo>
                    <a:pt x="55422" y="631614"/>
                  </a:lnTo>
                  <a:lnTo>
                    <a:pt x="55422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8" name="object 218" descr=""/>
          <p:cNvSpPr/>
          <p:nvPr/>
        </p:nvSpPr>
        <p:spPr>
          <a:xfrm>
            <a:off x="2878865" y="7891770"/>
            <a:ext cx="32384" cy="177800"/>
          </a:xfrm>
          <a:custGeom>
            <a:avLst/>
            <a:gdLst/>
            <a:ahLst/>
            <a:cxnLst/>
            <a:rect l="l" t="t" r="r" b="b"/>
            <a:pathLst>
              <a:path w="32385" h="177800">
                <a:moveTo>
                  <a:pt x="0" y="177753"/>
                </a:moveTo>
                <a:lnTo>
                  <a:pt x="32302" y="177753"/>
                </a:lnTo>
                <a:lnTo>
                  <a:pt x="32302" y="0"/>
                </a:lnTo>
                <a:lnTo>
                  <a:pt x="0" y="0"/>
                </a:lnTo>
                <a:lnTo>
                  <a:pt x="0" y="177753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 descr=""/>
          <p:cNvSpPr/>
          <p:nvPr/>
        </p:nvSpPr>
        <p:spPr>
          <a:xfrm>
            <a:off x="3555022" y="8198357"/>
            <a:ext cx="570865" cy="32384"/>
          </a:xfrm>
          <a:custGeom>
            <a:avLst/>
            <a:gdLst/>
            <a:ahLst/>
            <a:cxnLst/>
            <a:rect l="l" t="t" r="r" b="b"/>
            <a:pathLst>
              <a:path w="570864" h="32384">
                <a:moveTo>
                  <a:pt x="0" y="32302"/>
                </a:moveTo>
                <a:lnTo>
                  <a:pt x="570788" y="32302"/>
                </a:lnTo>
                <a:lnTo>
                  <a:pt x="570788" y="0"/>
                </a:lnTo>
                <a:lnTo>
                  <a:pt x="0" y="0"/>
                </a:lnTo>
                <a:lnTo>
                  <a:pt x="0" y="32302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 descr=""/>
          <p:cNvSpPr/>
          <p:nvPr/>
        </p:nvSpPr>
        <p:spPr>
          <a:xfrm>
            <a:off x="3555022" y="8319139"/>
            <a:ext cx="570865" cy="32384"/>
          </a:xfrm>
          <a:custGeom>
            <a:avLst/>
            <a:gdLst/>
            <a:ahLst/>
            <a:cxnLst/>
            <a:rect l="l" t="t" r="r" b="b"/>
            <a:pathLst>
              <a:path w="570864" h="32384">
                <a:moveTo>
                  <a:pt x="0" y="32302"/>
                </a:moveTo>
                <a:lnTo>
                  <a:pt x="570788" y="32302"/>
                </a:lnTo>
                <a:lnTo>
                  <a:pt x="570788" y="0"/>
                </a:lnTo>
                <a:lnTo>
                  <a:pt x="0" y="0"/>
                </a:lnTo>
                <a:lnTo>
                  <a:pt x="0" y="32302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 descr=""/>
          <p:cNvSpPr/>
          <p:nvPr/>
        </p:nvSpPr>
        <p:spPr>
          <a:xfrm>
            <a:off x="3284884" y="7891770"/>
            <a:ext cx="32384" cy="177800"/>
          </a:xfrm>
          <a:custGeom>
            <a:avLst/>
            <a:gdLst/>
            <a:ahLst/>
            <a:cxnLst/>
            <a:rect l="l" t="t" r="r" b="b"/>
            <a:pathLst>
              <a:path w="32385" h="177800">
                <a:moveTo>
                  <a:pt x="0" y="177753"/>
                </a:moveTo>
                <a:lnTo>
                  <a:pt x="32302" y="177753"/>
                </a:lnTo>
                <a:lnTo>
                  <a:pt x="32302" y="0"/>
                </a:lnTo>
                <a:lnTo>
                  <a:pt x="0" y="0"/>
                </a:lnTo>
                <a:lnTo>
                  <a:pt x="0" y="177753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 descr=""/>
          <p:cNvSpPr/>
          <p:nvPr/>
        </p:nvSpPr>
        <p:spPr>
          <a:xfrm>
            <a:off x="3690903" y="7891770"/>
            <a:ext cx="32384" cy="497205"/>
          </a:xfrm>
          <a:custGeom>
            <a:avLst/>
            <a:gdLst/>
            <a:ahLst/>
            <a:cxnLst/>
            <a:rect l="l" t="t" r="r" b="b"/>
            <a:pathLst>
              <a:path w="32385" h="497204">
                <a:moveTo>
                  <a:pt x="32302" y="0"/>
                </a:moveTo>
                <a:lnTo>
                  <a:pt x="0" y="0"/>
                </a:lnTo>
                <a:lnTo>
                  <a:pt x="0" y="497011"/>
                </a:lnTo>
                <a:lnTo>
                  <a:pt x="32302" y="497011"/>
                </a:lnTo>
                <a:lnTo>
                  <a:pt x="32302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 descr=""/>
          <p:cNvSpPr/>
          <p:nvPr/>
        </p:nvSpPr>
        <p:spPr>
          <a:xfrm>
            <a:off x="4096911" y="7891770"/>
            <a:ext cx="32384" cy="497205"/>
          </a:xfrm>
          <a:custGeom>
            <a:avLst/>
            <a:gdLst/>
            <a:ahLst/>
            <a:cxnLst/>
            <a:rect l="l" t="t" r="r" b="b"/>
            <a:pathLst>
              <a:path w="32385" h="497204">
                <a:moveTo>
                  <a:pt x="32302" y="0"/>
                </a:moveTo>
                <a:lnTo>
                  <a:pt x="0" y="0"/>
                </a:lnTo>
                <a:lnTo>
                  <a:pt x="0" y="497011"/>
                </a:lnTo>
                <a:lnTo>
                  <a:pt x="32302" y="497011"/>
                </a:lnTo>
                <a:lnTo>
                  <a:pt x="32302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4" name="object 224" descr=""/>
          <p:cNvGrpSpPr/>
          <p:nvPr/>
        </p:nvGrpSpPr>
        <p:grpSpPr>
          <a:xfrm>
            <a:off x="1475358" y="8069523"/>
            <a:ext cx="3815079" cy="1768475"/>
            <a:chOff x="1475358" y="8069523"/>
            <a:chExt cx="3815079" cy="1768475"/>
          </a:xfrm>
        </p:grpSpPr>
        <p:sp>
          <p:nvSpPr>
            <p:cNvPr id="225" name="object 225" descr=""/>
            <p:cNvSpPr/>
            <p:nvPr/>
          </p:nvSpPr>
          <p:spPr>
            <a:xfrm>
              <a:off x="2571481" y="8388770"/>
              <a:ext cx="538480" cy="1449705"/>
            </a:xfrm>
            <a:custGeom>
              <a:avLst/>
              <a:gdLst/>
              <a:ahLst/>
              <a:cxnLst/>
              <a:rect l="l" t="t" r="r" b="b"/>
              <a:pathLst>
                <a:path w="538480" h="1449704">
                  <a:moveTo>
                    <a:pt x="0" y="1449107"/>
                  </a:moveTo>
                  <a:lnTo>
                    <a:pt x="538234" y="1449107"/>
                  </a:lnTo>
                  <a:lnTo>
                    <a:pt x="538234" y="0"/>
                  </a:lnTo>
                  <a:lnTo>
                    <a:pt x="0" y="0"/>
                  </a:lnTo>
                  <a:lnTo>
                    <a:pt x="0" y="1449107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3109716" y="8388770"/>
              <a:ext cx="1237615" cy="1449705"/>
            </a:xfrm>
            <a:custGeom>
              <a:avLst/>
              <a:gdLst/>
              <a:ahLst/>
              <a:cxnLst/>
              <a:rect l="l" t="t" r="r" b="b"/>
              <a:pathLst>
                <a:path w="1237614" h="1449704">
                  <a:moveTo>
                    <a:pt x="1237491" y="0"/>
                  </a:moveTo>
                  <a:lnTo>
                    <a:pt x="0" y="0"/>
                  </a:lnTo>
                  <a:lnTo>
                    <a:pt x="0" y="1449107"/>
                  </a:lnTo>
                  <a:lnTo>
                    <a:pt x="1237491" y="1449107"/>
                  </a:lnTo>
                  <a:lnTo>
                    <a:pt x="123749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3267278" y="8502401"/>
              <a:ext cx="983615" cy="217804"/>
            </a:xfrm>
            <a:custGeom>
              <a:avLst/>
              <a:gdLst/>
              <a:ahLst/>
              <a:cxnLst/>
              <a:rect l="l" t="t" r="r" b="b"/>
              <a:pathLst>
                <a:path w="983614" h="217804">
                  <a:moveTo>
                    <a:pt x="983322" y="149872"/>
                  </a:moveTo>
                  <a:lnTo>
                    <a:pt x="0" y="149872"/>
                  </a:lnTo>
                  <a:lnTo>
                    <a:pt x="0" y="217398"/>
                  </a:lnTo>
                  <a:lnTo>
                    <a:pt x="983322" y="217398"/>
                  </a:lnTo>
                  <a:lnTo>
                    <a:pt x="983322" y="149872"/>
                  </a:lnTo>
                  <a:close/>
                </a:path>
                <a:path w="983614" h="217804">
                  <a:moveTo>
                    <a:pt x="983322" y="0"/>
                  </a:moveTo>
                  <a:lnTo>
                    <a:pt x="0" y="0"/>
                  </a:lnTo>
                  <a:lnTo>
                    <a:pt x="0" y="67525"/>
                  </a:lnTo>
                  <a:lnTo>
                    <a:pt x="983322" y="67525"/>
                  </a:lnTo>
                  <a:lnTo>
                    <a:pt x="983322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2021886" y="8936209"/>
              <a:ext cx="549910" cy="901700"/>
            </a:xfrm>
            <a:custGeom>
              <a:avLst/>
              <a:gdLst/>
              <a:ahLst/>
              <a:cxnLst/>
              <a:rect l="l" t="t" r="r" b="b"/>
              <a:pathLst>
                <a:path w="549910" h="901700">
                  <a:moveTo>
                    <a:pt x="549585" y="0"/>
                  </a:moveTo>
                  <a:lnTo>
                    <a:pt x="0" y="0"/>
                  </a:lnTo>
                  <a:lnTo>
                    <a:pt x="0" y="901658"/>
                  </a:lnTo>
                  <a:lnTo>
                    <a:pt x="549585" y="901658"/>
                  </a:lnTo>
                  <a:lnTo>
                    <a:pt x="549585" y="0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2186863" y="9070777"/>
              <a:ext cx="226695" cy="767715"/>
            </a:xfrm>
            <a:custGeom>
              <a:avLst/>
              <a:gdLst/>
              <a:ahLst/>
              <a:cxnLst/>
              <a:rect l="l" t="t" r="r" b="b"/>
              <a:pathLst>
                <a:path w="226694" h="767715">
                  <a:moveTo>
                    <a:pt x="79832" y="0"/>
                  </a:moveTo>
                  <a:lnTo>
                    <a:pt x="0" y="0"/>
                  </a:lnTo>
                  <a:lnTo>
                    <a:pt x="0" y="767105"/>
                  </a:lnTo>
                  <a:lnTo>
                    <a:pt x="79832" y="767105"/>
                  </a:lnTo>
                  <a:lnTo>
                    <a:pt x="79832" y="0"/>
                  </a:lnTo>
                  <a:close/>
                </a:path>
                <a:path w="226694" h="767715">
                  <a:moveTo>
                    <a:pt x="226491" y="0"/>
                  </a:moveTo>
                  <a:lnTo>
                    <a:pt x="146646" y="0"/>
                  </a:lnTo>
                  <a:lnTo>
                    <a:pt x="146646" y="767105"/>
                  </a:lnTo>
                  <a:lnTo>
                    <a:pt x="226491" y="767105"/>
                  </a:lnTo>
                  <a:lnTo>
                    <a:pt x="226491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3805517" y="8770600"/>
              <a:ext cx="745490" cy="1067435"/>
            </a:xfrm>
            <a:custGeom>
              <a:avLst/>
              <a:gdLst/>
              <a:ahLst/>
              <a:cxnLst/>
              <a:rect l="l" t="t" r="r" b="b"/>
              <a:pathLst>
                <a:path w="745489" h="1067434">
                  <a:moveTo>
                    <a:pt x="745248" y="365734"/>
                  </a:moveTo>
                  <a:lnTo>
                    <a:pt x="372618" y="0"/>
                  </a:lnTo>
                  <a:lnTo>
                    <a:pt x="0" y="365734"/>
                  </a:lnTo>
                  <a:lnTo>
                    <a:pt x="0" y="1067282"/>
                  </a:lnTo>
                  <a:lnTo>
                    <a:pt x="745248" y="1067282"/>
                  </a:lnTo>
                  <a:lnTo>
                    <a:pt x="745248" y="365734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4157862" y="9012123"/>
              <a:ext cx="40640" cy="149860"/>
            </a:xfrm>
            <a:custGeom>
              <a:avLst/>
              <a:gdLst/>
              <a:ahLst/>
              <a:cxnLst/>
              <a:rect l="l" t="t" r="r" b="b"/>
              <a:pathLst>
                <a:path w="40639" h="149859">
                  <a:moveTo>
                    <a:pt x="40564" y="0"/>
                  </a:moveTo>
                  <a:lnTo>
                    <a:pt x="0" y="0"/>
                  </a:lnTo>
                  <a:lnTo>
                    <a:pt x="0" y="149775"/>
                  </a:lnTo>
                  <a:lnTo>
                    <a:pt x="40564" y="149775"/>
                  </a:lnTo>
                  <a:lnTo>
                    <a:pt x="40564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4550761" y="9136328"/>
              <a:ext cx="739775" cy="701675"/>
            </a:xfrm>
            <a:custGeom>
              <a:avLst/>
              <a:gdLst/>
              <a:ahLst/>
              <a:cxnLst/>
              <a:rect l="l" t="t" r="r" b="b"/>
              <a:pathLst>
                <a:path w="739775" h="701675">
                  <a:moveTo>
                    <a:pt x="739506" y="0"/>
                  </a:moveTo>
                  <a:lnTo>
                    <a:pt x="0" y="0"/>
                  </a:lnTo>
                  <a:lnTo>
                    <a:pt x="0" y="701549"/>
                  </a:lnTo>
                  <a:lnTo>
                    <a:pt x="739506" y="701549"/>
                  </a:lnTo>
                  <a:lnTo>
                    <a:pt x="739506" y="0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4179288" y="8770599"/>
              <a:ext cx="1111250" cy="365760"/>
            </a:xfrm>
            <a:custGeom>
              <a:avLst/>
              <a:gdLst/>
              <a:ahLst/>
              <a:cxnLst/>
              <a:rect l="l" t="t" r="r" b="b"/>
              <a:pathLst>
                <a:path w="1111250" h="365759">
                  <a:moveTo>
                    <a:pt x="739506" y="0"/>
                  </a:moveTo>
                  <a:lnTo>
                    <a:pt x="0" y="0"/>
                  </a:lnTo>
                  <a:lnTo>
                    <a:pt x="371475" y="365727"/>
                  </a:lnTo>
                  <a:lnTo>
                    <a:pt x="1110981" y="365727"/>
                  </a:lnTo>
                  <a:lnTo>
                    <a:pt x="739506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4347197" y="8662345"/>
              <a:ext cx="829310" cy="1176020"/>
            </a:xfrm>
            <a:custGeom>
              <a:avLst/>
              <a:gdLst/>
              <a:ahLst/>
              <a:cxnLst/>
              <a:rect l="l" t="t" r="r" b="b"/>
              <a:pathLst>
                <a:path w="829310" h="1176020">
                  <a:moveTo>
                    <a:pt x="320814" y="0"/>
                  </a:moveTo>
                  <a:lnTo>
                    <a:pt x="0" y="0"/>
                  </a:lnTo>
                  <a:lnTo>
                    <a:pt x="0" y="108267"/>
                  </a:lnTo>
                  <a:lnTo>
                    <a:pt x="320814" y="108267"/>
                  </a:lnTo>
                  <a:lnTo>
                    <a:pt x="320814" y="0"/>
                  </a:lnTo>
                  <a:close/>
                </a:path>
                <a:path w="829310" h="1176020">
                  <a:moveTo>
                    <a:pt x="829056" y="921804"/>
                  </a:moveTo>
                  <a:lnTo>
                    <a:pt x="740638" y="921804"/>
                  </a:lnTo>
                  <a:lnTo>
                    <a:pt x="740638" y="1175537"/>
                  </a:lnTo>
                  <a:lnTo>
                    <a:pt x="829056" y="1175537"/>
                  </a:lnTo>
                  <a:lnTo>
                    <a:pt x="829056" y="921804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587815" y="8936209"/>
              <a:ext cx="434340" cy="901700"/>
            </a:xfrm>
            <a:custGeom>
              <a:avLst/>
              <a:gdLst/>
              <a:ahLst/>
              <a:cxnLst/>
              <a:rect l="l" t="t" r="r" b="b"/>
              <a:pathLst>
                <a:path w="434339" h="901700">
                  <a:moveTo>
                    <a:pt x="434070" y="0"/>
                  </a:moveTo>
                  <a:lnTo>
                    <a:pt x="0" y="0"/>
                  </a:lnTo>
                  <a:lnTo>
                    <a:pt x="0" y="901658"/>
                  </a:lnTo>
                  <a:lnTo>
                    <a:pt x="434070" y="901658"/>
                  </a:lnTo>
                  <a:lnTo>
                    <a:pt x="434070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475346" y="8509818"/>
              <a:ext cx="3373754" cy="1328420"/>
            </a:xfrm>
            <a:custGeom>
              <a:avLst/>
              <a:gdLst/>
              <a:ahLst/>
              <a:cxnLst/>
              <a:rect l="l" t="t" r="r" b="b"/>
              <a:pathLst>
                <a:path w="3373754" h="1328420">
                  <a:moveTo>
                    <a:pt x="475703" y="1189266"/>
                  </a:moveTo>
                  <a:lnTo>
                    <a:pt x="319519" y="1189266"/>
                  </a:lnTo>
                  <a:lnTo>
                    <a:pt x="319519" y="901661"/>
                  </a:lnTo>
                  <a:lnTo>
                    <a:pt x="295973" y="901661"/>
                  </a:lnTo>
                  <a:lnTo>
                    <a:pt x="295973" y="1189266"/>
                  </a:lnTo>
                  <a:lnTo>
                    <a:pt x="23558" y="1189266"/>
                  </a:lnTo>
                  <a:lnTo>
                    <a:pt x="23558" y="901661"/>
                  </a:lnTo>
                  <a:lnTo>
                    <a:pt x="0" y="901661"/>
                  </a:lnTo>
                  <a:lnTo>
                    <a:pt x="0" y="1328064"/>
                  </a:lnTo>
                  <a:lnTo>
                    <a:pt x="23558" y="1328064"/>
                  </a:lnTo>
                  <a:lnTo>
                    <a:pt x="23558" y="1212811"/>
                  </a:lnTo>
                  <a:lnTo>
                    <a:pt x="295973" y="1212811"/>
                  </a:lnTo>
                  <a:lnTo>
                    <a:pt x="295973" y="1328064"/>
                  </a:lnTo>
                  <a:lnTo>
                    <a:pt x="319519" y="1328064"/>
                  </a:lnTo>
                  <a:lnTo>
                    <a:pt x="319519" y="1212811"/>
                  </a:lnTo>
                  <a:lnTo>
                    <a:pt x="475703" y="1212811"/>
                  </a:lnTo>
                  <a:lnTo>
                    <a:pt x="475703" y="1189266"/>
                  </a:lnTo>
                  <a:close/>
                </a:path>
                <a:path w="3373754" h="1328420">
                  <a:moveTo>
                    <a:pt x="643864" y="0"/>
                  </a:moveTo>
                  <a:lnTo>
                    <a:pt x="620318" y="0"/>
                  </a:lnTo>
                  <a:lnTo>
                    <a:pt x="620318" y="236575"/>
                  </a:lnTo>
                  <a:lnTo>
                    <a:pt x="643864" y="236575"/>
                  </a:lnTo>
                  <a:lnTo>
                    <a:pt x="643864" y="0"/>
                  </a:lnTo>
                  <a:close/>
                </a:path>
                <a:path w="3373754" h="1328420">
                  <a:moveTo>
                    <a:pt x="1096010" y="287591"/>
                  </a:moveTo>
                  <a:lnTo>
                    <a:pt x="939838" y="287591"/>
                  </a:lnTo>
                  <a:lnTo>
                    <a:pt x="939838" y="0"/>
                  </a:lnTo>
                  <a:lnTo>
                    <a:pt x="916292" y="0"/>
                  </a:lnTo>
                  <a:lnTo>
                    <a:pt x="916292" y="287591"/>
                  </a:lnTo>
                  <a:lnTo>
                    <a:pt x="769912" y="287591"/>
                  </a:lnTo>
                  <a:lnTo>
                    <a:pt x="769912" y="311150"/>
                  </a:lnTo>
                  <a:lnTo>
                    <a:pt x="916292" y="311150"/>
                  </a:lnTo>
                  <a:lnTo>
                    <a:pt x="916292" y="426402"/>
                  </a:lnTo>
                  <a:lnTo>
                    <a:pt x="939838" y="426402"/>
                  </a:lnTo>
                  <a:lnTo>
                    <a:pt x="939838" y="311150"/>
                  </a:lnTo>
                  <a:lnTo>
                    <a:pt x="1096010" y="311150"/>
                  </a:lnTo>
                  <a:lnTo>
                    <a:pt x="1096010" y="287591"/>
                  </a:lnTo>
                  <a:close/>
                </a:path>
                <a:path w="3373754" h="1328420">
                  <a:moveTo>
                    <a:pt x="2995853" y="743115"/>
                  </a:moveTo>
                  <a:lnTo>
                    <a:pt x="2963545" y="743115"/>
                  </a:lnTo>
                  <a:lnTo>
                    <a:pt x="2963545" y="1137653"/>
                  </a:lnTo>
                  <a:lnTo>
                    <a:pt x="2589834" y="1137653"/>
                  </a:lnTo>
                  <a:lnTo>
                    <a:pt x="2589834" y="743115"/>
                  </a:lnTo>
                  <a:lnTo>
                    <a:pt x="2557526" y="743115"/>
                  </a:lnTo>
                  <a:lnTo>
                    <a:pt x="2557526" y="1137653"/>
                  </a:lnTo>
                  <a:lnTo>
                    <a:pt x="2183815" y="1137653"/>
                  </a:lnTo>
                  <a:lnTo>
                    <a:pt x="2183815" y="743115"/>
                  </a:lnTo>
                  <a:lnTo>
                    <a:pt x="2151507" y="743115"/>
                  </a:lnTo>
                  <a:lnTo>
                    <a:pt x="2151507" y="1137653"/>
                  </a:lnTo>
                  <a:lnTo>
                    <a:pt x="1777809" y="1137653"/>
                  </a:lnTo>
                  <a:lnTo>
                    <a:pt x="1777809" y="743115"/>
                  </a:lnTo>
                  <a:lnTo>
                    <a:pt x="1745500" y="743115"/>
                  </a:lnTo>
                  <a:lnTo>
                    <a:pt x="1745500" y="1137653"/>
                  </a:lnTo>
                  <a:lnTo>
                    <a:pt x="1745500" y="1169949"/>
                  </a:lnTo>
                  <a:lnTo>
                    <a:pt x="1745500" y="1328064"/>
                  </a:lnTo>
                  <a:lnTo>
                    <a:pt x="1777809" y="1328064"/>
                  </a:lnTo>
                  <a:lnTo>
                    <a:pt x="1777809" y="1169949"/>
                  </a:lnTo>
                  <a:lnTo>
                    <a:pt x="2151507" y="1169949"/>
                  </a:lnTo>
                  <a:lnTo>
                    <a:pt x="2151507" y="1328064"/>
                  </a:lnTo>
                  <a:lnTo>
                    <a:pt x="2183815" y="1328064"/>
                  </a:lnTo>
                  <a:lnTo>
                    <a:pt x="2183815" y="1169949"/>
                  </a:lnTo>
                  <a:lnTo>
                    <a:pt x="2557526" y="1169949"/>
                  </a:lnTo>
                  <a:lnTo>
                    <a:pt x="2557526" y="1328064"/>
                  </a:lnTo>
                  <a:lnTo>
                    <a:pt x="2589834" y="1328064"/>
                  </a:lnTo>
                  <a:lnTo>
                    <a:pt x="2589834" y="1169949"/>
                  </a:lnTo>
                  <a:lnTo>
                    <a:pt x="2963545" y="1169949"/>
                  </a:lnTo>
                  <a:lnTo>
                    <a:pt x="2963545" y="1328064"/>
                  </a:lnTo>
                  <a:lnTo>
                    <a:pt x="2995853" y="1328064"/>
                  </a:lnTo>
                  <a:lnTo>
                    <a:pt x="2995853" y="743115"/>
                  </a:lnTo>
                  <a:close/>
                </a:path>
                <a:path w="3373754" h="1328420">
                  <a:moveTo>
                    <a:pt x="3198406" y="931418"/>
                  </a:moveTo>
                  <a:lnTo>
                    <a:pt x="3157842" y="931418"/>
                  </a:lnTo>
                  <a:lnTo>
                    <a:pt x="3157842" y="1081189"/>
                  </a:lnTo>
                  <a:lnTo>
                    <a:pt x="3198406" y="1081189"/>
                  </a:lnTo>
                  <a:lnTo>
                    <a:pt x="3198406" y="931418"/>
                  </a:lnTo>
                  <a:close/>
                </a:path>
                <a:path w="3373754" h="1328420">
                  <a:moveTo>
                    <a:pt x="3198406" y="718299"/>
                  </a:moveTo>
                  <a:lnTo>
                    <a:pt x="3157842" y="718299"/>
                  </a:lnTo>
                  <a:lnTo>
                    <a:pt x="3157842" y="868070"/>
                  </a:lnTo>
                  <a:lnTo>
                    <a:pt x="3198406" y="868070"/>
                  </a:lnTo>
                  <a:lnTo>
                    <a:pt x="3198406" y="718299"/>
                  </a:lnTo>
                  <a:close/>
                </a:path>
                <a:path w="3373754" h="1328420">
                  <a:moveTo>
                    <a:pt x="3285769" y="931418"/>
                  </a:moveTo>
                  <a:lnTo>
                    <a:pt x="3245205" y="931418"/>
                  </a:lnTo>
                  <a:lnTo>
                    <a:pt x="3245205" y="1081189"/>
                  </a:lnTo>
                  <a:lnTo>
                    <a:pt x="3285769" y="1081189"/>
                  </a:lnTo>
                  <a:lnTo>
                    <a:pt x="3285769" y="931418"/>
                  </a:lnTo>
                  <a:close/>
                </a:path>
                <a:path w="3373754" h="1328420">
                  <a:moveTo>
                    <a:pt x="3285769" y="718299"/>
                  </a:moveTo>
                  <a:lnTo>
                    <a:pt x="3245205" y="718299"/>
                  </a:lnTo>
                  <a:lnTo>
                    <a:pt x="3245205" y="868070"/>
                  </a:lnTo>
                  <a:lnTo>
                    <a:pt x="3285769" y="868070"/>
                  </a:lnTo>
                  <a:lnTo>
                    <a:pt x="3285769" y="718299"/>
                  </a:lnTo>
                  <a:close/>
                </a:path>
                <a:path w="3373754" h="1328420">
                  <a:moveTo>
                    <a:pt x="3373132" y="718299"/>
                  </a:moveTo>
                  <a:lnTo>
                    <a:pt x="3332569" y="718299"/>
                  </a:lnTo>
                  <a:lnTo>
                    <a:pt x="3332569" y="868070"/>
                  </a:lnTo>
                  <a:lnTo>
                    <a:pt x="3373132" y="868070"/>
                  </a:lnTo>
                  <a:lnTo>
                    <a:pt x="3373132" y="718299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771328" y="8746382"/>
              <a:ext cx="474345" cy="189865"/>
            </a:xfrm>
            <a:custGeom>
              <a:avLst/>
              <a:gdLst/>
              <a:ahLst/>
              <a:cxnLst/>
              <a:rect l="l" t="t" r="r" b="b"/>
              <a:pathLst>
                <a:path w="474344" h="189865">
                  <a:moveTo>
                    <a:pt x="473933" y="0"/>
                  </a:moveTo>
                  <a:lnTo>
                    <a:pt x="0" y="0"/>
                  </a:lnTo>
                  <a:lnTo>
                    <a:pt x="0" y="189826"/>
                  </a:lnTo>
                  <a:lnTo>
                    <a:pt x="473933" y="189826"/>
                  </a:lnTo>
                  <a:lnTo>
                    <a:pt x="47393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2850656" y="8069523"/>
              <a:ext cx="704850" cy="319405"/>
            </a:xfrm>
            <a:custGeom>
              <a:avLst/>
              <a:gdLst/>
              <a:ahLst/>
              <a:cxnLst/>
              <a:rect l="l" t="t" r="r" b="b"/>
              <a:pathLst>
                <a:path w="704850" h="319404">
                  <a:moveTo>
                    <a:pt x="704365" y="0"/>
                  </a:moveTo>
                  <a:lnTo>
                    <a:pt x="0" y="0"/>
                  </a:lnTo>
                  <a:lnTo>
                    <a:pt x="0" y="319257"/>
                  </a:lnTo>
                  <a:lnTo>
                    <a:pt x="704365" y="319257"/>
                  </a:lnTo>
                  <a:lnTo>
                    <a:pt x="704365" y="0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9" name="object 239" descr=""/>
          <p:cNvGrpSpPr/>
          <p:nvPr/>
        </p:nvGrpSpPr>
        <p:grpSpPr>
          <a:xfrm>
            <a:off x="4621021" y="6503125"/>
            <a:ext cx="909319" cy="1348740"/>
            <a:chOff x="4621021" y="6503125"/>
            <a:chExt cx="909319" cy="1348740"/>
          </a:xfrm>
        </p:grpSpPr>
        <p:sp>
          <p:nvSpPr>
            <p:cNvPr id="240" name="object 240" descr=""/>
            <p:cNvSpPr/>
            <p:nvPr/>
          </p:nvSpPr>
          <p:spPr>
            <a:xfrm>
              <a:off x="4621021" y="6503125"/>
              <a:ext cx="909319" cy="1348740"/>
            </a:xfrm>
            <a:custGeom>
              <a:avLst/>
              <a:gdLst/>
              <a:ahLst/>
              <a:cxnLst/>
              <a:rect l="l" t="t" r="r" b="b"/>
              <a:pathLst>
                <a:path w="909320" h="1348740">
                  <a:moveTo>
                    <a:pt x="384159" y="715171"/>
                  </a:moveTo>
                  <a:lnTo>
                    <a:pt x="317502" y="715171"/>
                  </a:lnTo>
                  <a:lnTo>
                    <a:pt x="317502" y="1348430"/>
                  </a:lnTo>
                  <a:lnTo>
                    <a:pt x="384159" y="1348430"/>
                  </a:lnTo>
                  <a:lnTo>
                    <a:pt x="384159" y="715171"/>
                  </a:lnTo>
                  <a:close/>
                </a:path>
                <a:path w="909320" h="1348740">
                  <a:moveTo>
                    <a:pt x="454471" y="0"/>
                  </a:moveTo>
                  <a:lnTo>
                    <a:pt x="411042" y="11786"/>
                  </a:lnTo>
                  <a:lnTo>
                    <a:pt x="380076" y="44438"/>
                  </a:lnTo>
                  <a:lnTo>
                    <a:pt x="10171" y="701318"/>
                  </a:lnTo>
                  <a:lnTo>
                    <a:pt x="0" y="743254"/>
                  </a:lnTo>
                  <a:lnTo>
                    <a:pt x="3254" y="764508"/>
                  </a:lnTo>
                  <a:lnTo>
                    <a:pt x="25648" y="801989"/>
                  </a:lnTo>
                  <a:lnTo>
                    <a:pt x="62735" y="823032"/>
                  </a:lnTo>
                  <a:lnTo>
                    <a:pt x="84566" y="825838"/>
                  </a:lnTo>
                  <a:lnTo>
                    <a:pt x="317502" y="825838"/>
                  </a:lnTo>
                  <a:lnTo>
                    <a:pt x="317502" y="785222"/>
                  </a:lnTo>
                  <a:lnTo>
                    <a:pt x="84566" y="785222"/>
                  </a:lnTo>
                  <a:lnTo>
                    <a:pt x="73233" y="783764"/>
                  </a:lnTo>
                  <a:lnTo>
                    <a:pt x="42352" y="753377"/>
                  </a:lnTo>
                  <a:lnTo>
                    <a:pt x="40663" y="742342"/>
                  </a:lnTo>
                  <a:lnTo>
                    <a:pt x="41858" y="731243"/>
                  </a:lnTo>
                  <a:lnTo>
                    <a:pt x="415855" y="63694"/>
                  </a:lnTo>
                  <a:lnTo>
                    <a:pt x="454471" y="40627"/>
                  </a:lnTo>
                  <a:lnTo>
                    <a:pt x="526112" y="40627"/>
                  </a:lnTo>
                  <a:lnTo>
                    <a:pt x="515365" y="25757"/>
                  </a:lnTo>
                  <a:lnTo>
                    <a:pt x="497901" y="11786"/>
                  </a:lnTo>
                  <a:lnTo>
                    <a:pt x="477320" y="3031"/>
                  </a:lnTo>
                  <a:lnTo>
                    <a:pt x="454471" y="0"/>
                  </a:lnTo>
                  <a:close/>
                </a:path>
                <a:path w="909320" h="1348740">
                  <a:moveTo>
                    <a:pt x="526112" y="40627"/>
                  </a:moveTo>
                  <a:lnTo>
                    <a:pt x="454471" y="40627"/>
                  </a:lnTo>
                  <a:lnTo>
                    <a:pt x="466335" y="42199"/>
                  </a:lnTo>
                  <a:lnTo>
                    <a:pt x="477019" y="46742"/>
                  </a:lnTo>
                  <a:lnTo>
                    <a:pt x="862993" y="720574"/>
                  </a:lnTo>
                  <a:lnTo>
                    <a:pt x="868279" y="742342"/>
                  </a:lnTo>
                  <a:lnTo>
                    <a:pt x="866590" y="753377"/>
                  </a:lnTo>
                  <a:lnTo>
                    <a:pt x="835708" y="783764"/>
                  </a:lnTo>
                  <a:lnTo>
                    <a:pt x="824376" y="785222"/>
                  </a:lnTo>
                  <a:lnTo>
                    <a:pt x="384159" y="785222"/>
                  </a:lnTo>
                  <a:lnTo>
                    <a:pt x="384159" y="825838"/>
                  </a:lnTo>
                  <a:lnTo>
                    <a:pt x="824376" y="825838"/>
                  </a:lnTo>
                  <a:lnTo>
                    <a:pt x="846208" y="823032"/>
                  </a:lnTo>
                  <a:lnTo>
                    <a:pt x="883294" y="801989"/>
                  </a:lnTo>
                  <a:lnTo>
                    <a:pt x="905688" y="764508"/>
                  </a:lnTo>
                  <a:lnTo>
                    <a:pt x="908943" y="743254"/>
                  </a:lnTo>
                  <a:lnTo>
                    <a:pt x="906644" y="721875"/>
                  </a:lnTo>
                  <a:lnTo>
                    <a:pt x="898772" y="701318"/>
                  </a:lnTo>
                  <a:lnTo>
                    <a:pt x="528867" y="44438"/>
                  </a:lnTo>
                  <a:lnTo>
                    <a:pt x="526112" y="40627"/>
                  </a:lnTo>
                  <a:close/>
                </a:path>
              </a:pathLst>
            </a:custGeom>
            <a:solidFill>
              <a:srgbClr val="696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4641376" y="6523437"/>
              <a:ext cx="868680" cy="785495"/>
            </a:xfrm>
            <a:custGeom>
              <a:avLst/>
              <a:gdLst/>
              <a:ahLst/>
              <a:cxnLst/>
              <a:rect l="l" t="t" r="r" b="b"/>
              <a:pathLst>
                <a:path w="868679" h="785495">
                  <a:moveTo>
                    <a:pt x="434117" y="0"/>
                  </a:moveTo>
                  <a:lnTo>
                    <a:pt x="402082" y="8440"/>
                  </a:lnTo>
                  <a:lnTo>
                    <a:pt x="377607" y="33760"/>
                  </a:lnTo>
                  <a:lnTo>
                    <a:pt x="7702" y="690630"/>
                  </a:lnTo>
                  <a:lnTo>
                    <a:pt x="0" y="723445"/>
                  </a:lnTo>
                  <a:lnTo>
                    <a:pt x="9124" y="753954"/>
                  </a:lnTo>
                  <a:lnTo>
                    <a:pt x="31665" y="776447"/>
                  </a:lnTo>
                  <a:lnTo>
                    <a:pt x="64214" y="785214"/>
                  </a:lnTo>
                  <a:lnTo>
                    <a:pt x="804024" y="785214"/>
                  </a:lnTo>
                  <a:lnTo>
                    <a:pt x="836572" y="776447"/>
                  </a:lnTo>
                  <a:lnTo>
                    <a:pt x="859112" y="753954"/>
                  </a:lnTo>
                  <a:lnTo>
                    <a:pt x="868234" y="723445"/>
                  </a:lnTo>
                  <a:lnTo>
                    <a:pt x="860525" y="690630"/>
                  </a:lnTo>
                  <a:lnTo>
                    <a:pt x="490620" y="33760"/>
                  </a:lnTo>
                  <a:lnTo>
                    <a:pt x="466151" y="8440"/>
                  </a:lnTo>
                  <a:lnTo>
                    <a:pt x="434117" y="0"/>
                  </a:lnTo>
                  <a:close/>
                </a:path>
              </a:pathLst>
            </a:custGeom>
            <a:solidFill>
              <a:srgbClr val="83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4621009" y="6503129"/>
              <a:ext cx="909319" cy="1348740"/>
            </a:xfrm>
            <a:custGeom>
              <a:avLst/>
              <a:gdLst/>
              <a:ahLst/>
              <a:cxnLst/>
              <a:rect l="l" t="t" r="r" b="b"/>
              <a:pathLst>
                <a:path w="909320" h="1348740">
                  <a:moveTo>
                    <a:pt x="495985" y="288912"/>
                  </a:moveTo>
                  <a:lnTo>
                    <a:pt x="412965" y="288912"/>
                  </a:lnTo>
                  <a:lnTo>
                    <a:pt x="424980" y="525424"/>
                  </a:lnTo>
                  <a:lnTo>
                    <a:pt x="484479" y="525424"/>
                  </a:lnTo>
                  <a:lnTo>
                    <a:pt x="495985" y="288912"/>
                  </a:lnTo>
                  <a:close/>
                </a:path>
                <a:path w="909320" h="1348740">
                  <a:moveTo>
                    <a:pt x="501192" y="599046"/>
                  </a:moveTo>
                  <a:lnTo>
                    <a:pt x="497611" y="579945"/>
                  </a:lnTo>
                  <a:lnTo>
                    <a:pt x="488149" y="564908"/>
                  </a:lnTo>
                  <a:lnTo>
                    <a:pt x="473595" y="555066"/>
                  </a:lnTo>
                  <a:lnTo>
                    <a:pt x="454736" y="551535"/>
                  </a:lnTo>
                  <a:lnTo>
                    <a:pt x="435724" y="555066"/>
                  </a:lnTo>
                  <a:lnTo>
                    <a:pt x="420878" y="564908"/>
                  </a:lnTo>
                  <a:lnTo>
                    <a:pt x="411213" y="579945"/>
                  </a:lnTo>
                  <a:lnTo>
                    <a:pt x="407758" y="599046"/>
                  </a:lnTo>
                  <a:lnTo>
                    <a:pt x="411137" y="617905"/>
                  </a:lnTo>
                  <a:lnTo>
                    <a:pt x="420674" y="632968"/>
                  </a:lnTo>
                  <a:lnTo>
                    <a:pt x="435508" y="642924"/>
                  </a:lnTo>
                  <a:lnTo>
                    <a:pt x="454736" y="646531"/>
                  </a:lnTo>
                  <a:lnTo>
                    <a:pt x="473887" y="642924"/>
                  </a:lnTo>
                  <a:lnTo>
                    <a:pt x="488543" y="632968"/>
                  </a:lnTo>
                  <a:lnTo>
                    <a:pt x="497903" y="617905"/>
                  </a:lnTo>
                  <a:lnTo>
                    <a:pt x="501192" y="599046"/>
                  </a:lnTo>
                  <a:close/>
                </a:path>
                <a:path w="909320" h="1348740">
                  <a:moveTo>
                    <a:pt x="654583" y="1286357"/>
                  </a:moveTo>
                  <a:lnTo>
                    <a:pt x="240995" y="1286357"/>
                  </a:lnTo>
                  <a:lnTo>
                    <a:pt x="240995" y="1348422"/>
                  </a:lnTo>
                  <a:lnTo>
                    <a:pt x="654583" y="1348422"/>
                  </a:lnTo>
                  <a:lnTo>
                    <a:pt x="654583" y="1286357"/>
                  </a:lnTo>
                  <a:close/>
                </a:path>
                <a:path w="909320" h="1348740">
                  <a:moveTo>
                    <a:pt x="908951" y="743254"/>
                  </a:moveTo>
                  <a:lnTo>
                    <a:pt x="906653" y="721880"/>
                  </a:lnTo>
                  <a:lnTo>
                    <a:pt x="898779" y="701319"/>
                  </a:lnTo>
                  <a:lnTo>
                    <a:pt x="868286" y="647179"/>
                  </a:lnTo>
                  <a:lnTo>
                    <a:pt x="868286" y="742340"/>
                  </a:lnTo>
                  <a:lnTo>
                    <a:pt x="866597" y="753376"/>
                  </a:lnTo>
                  <a:lnTo>
                    <a:pt x="835710" y="783767"/>
                  </a:lnTo>
                  <a:lnTo>
                    <a:pt x="824382" y="785228"/>
                  </a:lnTo>
                  <a:lnTo>
                    <a:pt x="84569" y="785228"/>
                  </a:lnTo>
                  <a:lnTo>
                    <a:pt x="46913" y="763854"/>
                  </a:lnTo>
                  <a:lnTo>
                    <a:pt x="40665" y="742340"/>
                  </a:lnTo>
                  <a:lnTo>
                    <a:pt x="41859" y="731240"/>
                  </a:lnTo>
                  <a:lnTo>
                    <a:pt x="415861" y="63690"/>
                  </a:lnTo>
                  <a:lnTo>
                    <a:pt x="454482" y="40627"/>
                  </a:lnTo>
                  <a:lnTo>
                    <a:pt x="466344" y="42202"/>
                  </a:lnTo>
                  <a:lnTo>
                    <a:pt x="863003" y="720572"/>
                  </a:lnTo>
                  <a:lnTo>
                    <a:pt x="868286" y="742340"/>
                  </a:lnTo>
                  <a:lnTo>
                    <a:pt x="868286" y="647179"/>
                  </a:lnTo>
                  <a:lnTo>
                    <a:pt x="528878" y="44437"/>
                  </a:lnTo>
                  <a:lnTo>
                    <a:pt x="526122" y="40627"/>
                  </a:lnTo>
                  <a:lnTo>
                    <a:pt x="515366" y="25755"/>
                  </a:lnTo>
                  <a:lnTo>
                    <a:pt x="497903" y="11785"/>
                  </a:lnTo>
                  <a:lnTo>
                    <a:pt x="477329" y="3035"/>
                  </a:lnTo>
                  <a:lnTo>
                    <a:pt x="454482" y="0"/>
                  </a:lnTo>
                  <a:lnTo>
                    <a:pt x="431634" y="3035"/>
                  </a:lnTo>
                  <a:lnTo>
                    <a:pt x="393585" y="25755"/>
                  </a:lnTo>
                  <a:lnTo>
                    <a:pt x="10172" y="701319"/>
                  </a:lnTo>
                  <a:lnTo>
                    <a:pt x="0" y="743254"/>
                  </a:lnTo>
                  <a:lnTo>
                    <a:pt x="3263" y="764514"/>
                  </a:lnTo>
                  <a:lnTo>
                    <a:pt x="25654" y="801992"/>
                  </a:lnTo>
                  <a:lnTo>
                    <a:pt x="62738" y="823036"/>
                  </a:lnTo>
                  <a:lnTo>
                    <a:pt x="84569" y="825842"/>
                  </a:lnTo>
                  <a:lnTo>
                    <a:pt x="824382" y="825842"/>
                  </a:lnTo>
                  <a:lnTo>
                    <a:pt x="866127" y="814933"/>
                  </a:lnTo>
                  <a:lnTo>
                    <a:pt x="896480" y="785228"/>
                  </a:lnTo>
                  <a:lnTo>
                    <a:pt x="905700" y="764514"/>
                  </a:lnTo>
                  <a:lnTo>
                    <a:pt x="908951" y="743254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3" name="object 243" descr=""/>
          <p:cNvGrpSpPr/>
          <p:nvPr/>
        </p:nvGrpSpPr>
        <p:grpSpPr>
          <a:xfrm>
            <a:off x="6264039" y="6853425"/>
            <a:ext cx="354965" cy="831850"/>
            <a:chOff x="6264039" y="6853425"/>
            <a:chExt cx="354965" cy="831850"/>
          </a:xfrm>
        </p:grpSpPr>
        <p:sp>
          <p:nvSpPr>
            <p:cNvPr id="244" name="object 244" descr=""/>
            <p:cNvSpPr/>
            <p:nvPr/>
          </p:nvSpPr>
          <p:spPr>
            <a:xfrm>
              <a:off x="6264039" y="6853425"/>
              <a:ext cx="177800" cy="831850"/>
            </a:xfrm>
            <a:custGeom>
              <a:avLst/>
              <a:gdLst/>
              <a:ahLst/>
              <a:cxnLst/>
              <a:rect l="l" t="t" r="r" b="b"/>
              <a:pathLst>
                <a:path w="177800" h="831850">
                  <a:moveTo>
                    <a:pt x="177230" y="0"/>
                  </a:moveTo>
                  <a:lnTo>
                    <a:pt x="0" y="0"/>
                  </a:lnTo>
                  <a:lnTo>
                    <a:pt x="0" y="831629"/>
                  </a:lnTo>
                  <a:lnTo>
                    <a:pt x="177230" y="831629"/>
                  </a:lnTo>
                  <a:lnTo>
                    <a:pt x="177230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6441259" y="6853425"/>
              <a:ext cx="177800" cy="831850"/>
            </a:xfrm>
            <a:custGeom>
              <a:avLst/>
              <a:gdLst/>
              <a:ahLst/>
              <a:cxnLst/>
              <a:rect l="l" t="t" r="r" b="b"/>
              <a:pathLst>
                <a:path w="177800" h="831850">
                  <a:moveTo>
                    <a:pt x="177230" y="0"/>
                  </a:moveTo>
                  <a:lnTo>
                    <a:pt x="0" y="0"/>
                  </a:lnTo>
                  <a:lnTo>
                    <a:pt x="0" y="831629"/>
                  </a:lnTo>
                  <a:lnTo>
                    <a:pt x="177230" y="831629"/>
                  </a:lnTo>
                  <a:lnTo>
                    <a:pt x="17723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6" name="object 246" descr=""/>
          <p:cNvGrpSpPr/>
          <p:nvPr/>
        </p:nvGrpSpPr>
        <p:grpSpPr>
          <a:xfrm>
            <a:off x="6953348" y="6853425"/>
            <a:ext cx="354965" cy="831850"/>
            <a:chOff x="6953348" y="6853425"/>
            <a:chExt cx="354965" cy="831850"/>
          </a:xfrm>
        </p:grpSpPr>
        <p:sp>
          <p:nvSpPr>
            <p:cNvPr id="247" name="object 247" descr=""/>
            <p:cNvSpPr/>
            <p:nvPr/>
          </p:nvSpPr>
          <p:spPr>
            <a:xfrm>
              <a:off x="6953348" y="6853425"/>
              <a:ext cx="177800" cy="831850"/>
            </a:xfrm>
            <a:custGeom>
              <a:avLst/>
              <a:gdLst/>
              <a:ahLst/>
              <a:cxnLst/>
              <a:rect l="l" t="t" r="r" b="b"/>
              <a:pathLst>
                <a:path w="177800" h="831850">
                  <a:moveTo>
                    <a:pt x="177230" y="0"/>
                  </a:moveTo>
                  <a:lnTo>
                    <a:pt x="0" y="0"/>
                  </a:lnTo>
                  <a:lnTo>
                    <a:pt x="0" y="831629"/>
                  </a:lnTo>
                  <a:lnTo>
                    <a:pt x="177230" y="831629"/>
                  </a:lnTo>
                  <a:lnTo>
                    <a:pt x="177230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7130578" y="6853425"/>
              <a:ext cx="177800" cy="831850"/>
            </a:xfrm>
            <a:custGeom>
              <a:avLst/>
              <a:gdLst/>
              <a:ahLst/>
              <a:cxnLst/>
              <a:rect l="l" t="t" r="r" b="b"/>
              <a:pathLst>
                <a:path w="177800" h="831850">
                  <a:moveTo>
                    <a:pt x="177230" y="0"/>
                  </a:moveTo>
                  <a:lnTo>
                    <a:pt x="0" y="0"/>
                  </a:lnTo>
                  <a:lnTo>
                    <a:pt x="0" y="831629"/>
                  </a:lnTo>
                  <a:lnTo>
                    <a:pt x="177230" y="831629"/>
                  </a:lnTo>
                  <a:lnTo>
                    <a:pt x="17723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9" name="object 249" descr=""/>
          <p:cNvGrpSpPr/>
          <p:nvPr/>
        </p:nvGrpSpPr>
        <p:grpSpPr>
          <a:xfrm>
            <a:off x="7307808" y="6853425"/>
            <a:ext cx="734060" cy="831850"/>
            <a:chOff x="7307808" y="6853425"/>
            <a:chExt cx="734060" cy="831850"/>
          </a:xfrm>
        </p:grpSpPr>
        <p:sp>
          <p:nvSpPr>
            <p:cNvPr id="250" name="object 250" descr=""/>
            <p:cNvSpPr/>
            <p:nvPr/>
          </p:nvSpPr>
          <p:spPr>
            <a:xfrm>
              <a:off x="7687242" y="6853425"/>
              <a:ext cx="177800" cy="831850"/>
            </a:xfrm>
            <a:custGeom>
              <a:avLst/>
              <a:gdLst/>
              <a:ahLst/>
              <a:cxnLst/>
              <a:rect l="l" t="t" r="r" b="b"/>
              <a:pathLst>
                <a:path w="177800" h="831850">
                  <a:moveTo>
                    <a:pt x="177230" y="0"/>
                  </a:moveTo>
                  <a:lnTo>
                    <a:pt x="0" y="0"/>
                  </a:lnTo>
                  <a:lnTo>
                    <a:pt x="0" y="831629"/>
                  </a:lnTo>
                  <a:lnTo>
                    <a:pt x="177230" y="831629"/>
                  </a:lnTo>
                  <a:lnTo>
                    <a:pt x="177230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7307809" y="6853434"/>
              <a:ext cx="734060" cy="831850"/>
            </a:xfrm>
            <a:custGeom>
              <a:avLst/>
              <a:gdLst/>
              <a:ahLst/>
              <a:cxnLst/>
              <a:rect l="l" t="t" r="r" b="b"/>
              <a:pathLst>
                <a:path w="734059" h="831850">
                  <a:moveTo>
                    <a:pt x="468045" y="286359"/>
                  </a:moveTo>
                  <a:lnTo>
                    <a:pt x="0" y="286359"/>
                  </a:lnTo>
                  <a:lnTo>
                    <a:pt x="0" y="435533"/>
                  </a:lnTo>
                  <a:lnTo>
                    <a:pt x="468045" y="435533"/>
                  </a:lnTo>
                  <a:lnTo>
                    <a:pt x="468045" y="286359"/>
                  </a:lnTo>
                  <a:close/>
                </a:path>
                <a:path w="734059" h="831850">
                  <a:moveTo>
                    <a:pt x="733882" y="0"/>
                  </a:moveTo>
                  <a:lnTo>
                    <a:pt x="556653" y="0"/>
                  </a:lnTo>
                  <a:lnTo>
                    <a:pt x="556653" y="831621"/>
                  </a:lnTo>
                  <a:lnTo>
                    <a:pt x="733882" y="831621"/>
                  </a:lnTo>
                  <a:lnTo>
                    <a:pt x="73388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2" name="object 252" descr=""/>
          <p:cNvSpPr/>
          <p:nvPr/>
        </p:nvSpPr>
        <p:spPr>
          <a:xfrm>
            <a:off x="6514451" y="7139782"/>
            <a:ext cx="439420" cy="149225"/>
          </a:xfrm>
          <a:custGeom>
            <a:avLst/>
            <a:gdLst/>
            <a:ahLst/>
            <a:cxnLst/>
            <a:rect l="l" t="t" r="r" b="b"/>
            <a:pathLst>
              <a:path w="439420" h="149225">
                <a:moveTo>
                  <a:pt x="438897" y="0"/>
                </a:moveTo>
                <a:lnTo>
                  <a:pt x="0" y="0"/>
                </a:lnTo>
                <a:lnTo>
                  <a:pt x="0" y="149178"/>
                </a:lnTo>
                <a:lnTo>
                  <a:pt x="438897" y="149178"/>
                </a:lnTo>
                <a:lnTo>
                  <a:pt x="438897" y="0"/>
                </a:lnTo>
                <a:close/>
              </a:path>
            </a:pathLst>
          </a:custGeom>
          <a:solidFill>
            <a:srgbClr val="0A1F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3" name="object 253" descr=""/>
          <p:cNvGrpSpPr/>
          <p:nvPr/>
        </p:nvGrpSpPr>
        <p:grpSpPr>
          <a:xfrm>
            <a:off x="6115625" y="7685054"/>
            <a:ext cx="2030730" cy="192405"/>
            <a:chOff x="6115625" y="7685054"/>
            <a:chExt cx="2030730" cy="192405"/>
          </a:xfrm>
        </p:grpSpPr>
        <p:sp>
          <p:nvSpPr>
            <p:cNvPr id="254" name="object 254" descr=""/>
            <p:cNvSpPr/>
            <p:nvPr/>
          </p:nvSpPr>
          <p:spPr>
            <a:xfrm>
              <a:off x="6115625" y="7685054"/>
              <a:ext cx="1085215" cy="192405"/>
            </a:xfrm>
            <a:custGeom>
              <a:avLst/>
              <a:gdLst/>
              <a:ahLst/>
              <a:cxnLst/>
              <a:rect l="l" t="t" r="r" b="b"/>
              <a:pathLst>
                <a:path w="1085215" h="192404">
                  <a:moveTo>
                    <a:pt x="1084888" y="0"/>
                  </a:moveTo>
                  <a:lnTo>
                    <a:pt x="0" y="0"/>
                  </a:lnTo>
                  <a:lnTo>
                    <a:pt x="0" y="192046"/>
                  </a:lnTo>
                  <a:lnTo>
                    <a:pt x="1084888" y="192046"/>
                  </a:lnTo>
                  <a:lnTo>
                    <a:pt x="1084888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7200513" y="7685054"/>
              <a:ext cx="945515" cy="192405"/>
            </a:xfrm>
            <a:custGeom>
              <a:avLst/>
              <a:gdLst/>
              <a:ahLst/>
              <a:cxnLst/>
              <a:rect l="l" t="t" r="r" b="b"/>
              <a:pathLst>
                <a:path w="945515" h="192404">
                  <a:moveTo>
                    <a:pt x="945374" y="0"/>
                  </a:moveTo>
                  <a:lnTo>
                    <a:pt x="0" y="0"/>
                  </a:lnTo>
                  <a:lnTo>
                    <a:pt x="0" y="192046"/>
                  </a:lnTo>
                  <a:lnTo>
                    <a:pt x="945374" y="192046"/>
                  </a:lnTo>
                  <a:lnTo>
                    <a:pt x="945374" y="0"/>
                  </a:lnTo>
                  <a:close/>
                </a:path>
              </a:pathLst>
            </a:custGeom>
            <a:solidFill>
              <a:srgbClr val="83CF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6" name="object 256" descr=""/>
          <p:cNvSpPr/>
          <p:nvPr/>
        </p:nvSpPr>
        <p:spPr>
          <a:xfrm>
            <a:off x="6304362" y="6654520"/>
            <a:ext cx="19050" cy="199390"/>
          </a:xfrm>
          <a:custGeom>
            <a:avLst/>
            <a:gdLst/>
            <a:ahLst/>
            <a:cxnLst/>
            <a:rect l="l" t="t" r="r" b="b"/>
            <a:pathLst>
              <a:path w="19050" h="199390">
                <a:moveTo>
                  <a:pt x="18585" y="0"/>
                </a:moveTo>
                <a:lnTo>
                  <a:pt x="0" y="0"/>
                </a:lnTo>
                <a:lnTo>
                  <a:pt x="0" y="198904"/>
                </a:lnTo>
                <a:lnTo>
                  <a:pt x="18585" y="198904"/>
                </a:lnTo>
                <a:lnTo>
                  <a:pt x="18585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 descr=""/>
          <p:cNvSpPr/>
          <p:nvPr/>
        </p:nvSpPr>
        <p:spPr>
          <a:xfrm>
            <a:off x="6431971" y="6654520"/>
            <a:ext cx="19050" cy="199390"/>
          </a:xfrm>
          <a:custGeom>
            <a:avLst/>
            <a:gdLst/>
            <a:ahLst/>
            <a:cxnLst/>
            <a:rect l="l" t="t" r="r" b="b"/>
            <a:pathLst>
              <a:path w="19050" h="199390">
                <a:moveTo>
                  <a:pt x="18585" y="0"/>
                </a:moveTo>
                <a:lnTo>
                  <a:pt x="0" y="0"/>
                </a:lnTo>
                <a:lnTo>
                  <a:pt x="0" y="198904"/>
                </a:lnTo>
                <a:lnTo>
                  <a:pt x="18585" y="198904"/>
                </a:lnTo>
                <a:lnTo>
                  <a:pt x="18585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 descr=""/>
          <p:cNvSpPr/>
          <p:nvPr/>
        </p:nvSpPr>
        <p:spPr>
          <a:xfrm>
            <a:off x="6304369" y="6654526"/>
            <a:ext cx="274320" cy="199390"/>
          </a:xfrm>
          <a:custGeom>
            <a:avLst/>
            <a:gdLst/>
            <a:ahLst/>
            <a:cxnLst/>
            <a:rect l="l" t="t" r="r" b="b"/>
            <a:pathLst>
              <a:path w="274320" h="199390">
                <a:moveTo>
                  <a:pt x="273786" y="0"/>
                </a:moveTo>
                <a:lnTo>
                  <a:pt x="255206" y="0"/>
                </a:lnTo>
                <a:lnTo>
                  <a:pt x="255206" y="126022"/>
                </a:lnTo>
                <a:lnTo>
                  <a:pt x="0" y="126022"/>
                </a:lnTo>
                <a:lnTo>
                  <a:pt x="0" y="147891"/>
                </a:lnTo>
                <a:lnTo>
                  <a:pt x="255206" y="147891"/>
                </a:lnTo>
                <a:lnTo>
                  <a:pt x="255206" y="198907"/>
                </a:lnTo>
                <a:lnTo>
                  <a:pt x="273786" y="198907"/>
                </a:lnTo>
                <a:lnTo>
                  <a:pt x="273786" y="147891"/>
                </a:lnTo>
                <a:lnTo>
                  <a:pt x="273786" y="126022"/>
                </a:lnTo>
                <a:lnTo>
                  <a:pt x="273786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 descr=""/>
          <p:cNvSpPr/>
          <p:nvPr/>
        </p:nvSpPr>
        <p:spPr>
          <a:xfrm>
            <a:off x="6993671" y="6654520"/>
            <a:ext cx="19050" cy="199390"/>
          </a:xfrm>
          <a:custGeom>
            <a:avLst/>
            <a:gdLst/>
            <a:ahLst/>
            <a:cxnLst/>
            <a:rect l="l" t="t" r="r" b="b"/>
            <a:pathLst>
              <a:path w="19050" h="199390">
                <a:moveTo>
                  <a:pt x="18585" y="0"/>
                </a:moveTo>
                <a:lnTo>
                  <a:pt x="0" y="0"/>
                </a:lnTo>
                <a:lnTo>
                  <a:pt x="0" y="198904"/>
                </a:lnTo>
                <a:lnTo>
                  <a:pt x="18585" y="198904"/>
                </a:lnTo>
                <a:lnTo>
                  <a:pt x="18585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 descr=""/>
          <p:cNvSpPr/>
          <p:nvPr/>
        </p:nvSpPr>
        <p:spPr>
          <a:xfrm>
            <a:off x="7121280" y="6654520"/>
            <a:ext cx="19050" cy="199390"/>
          </a:xfrm>
          <a:custGeom>
            <a:avLst/>
            <a:gdLst/>
            <a:ahLst/>
            <a:cxnLst/>
            <a:rect l="l" t="t" r="r" b="b"/>
            <a:pathLst>
              <a:path w="19050" h="199390">
                <a:moveTo>
                  <a:pt x="18585" y="0"/>
                </a:moveTo>
                <a:lnTo>
                  <a:pt x="0" y="0"/>
                </a:lnTo>
                <a:lnTo>
                  <a:pt x="0" y="198904"/>
                </a:lnTo>
                <a:lnTo>
                  <a:pt x="18585" y="198904"/>
                </a:lnTo>
                <a:lnTo>
                  <a:pt x="18585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 descr=""/>
          <p:cNvSpPr/>
          <p:nvPr/>
        </p:nvSpPr>
        <p:spPr>
          <a:xfrm>
            <a:off x="6993674" y="6654526"/>
            <a:ext cx="274320" cy="199390"/>
          </a:xfrm>
          <a:custGeom>
            <a:avLst/>
            <a:gdLst/>
            <a:ahLst/>
            <a:cxnLst/>
            <a:rect l="l" t="t" r="r" b="b"/>
            <a:pathLst>
              <a:path w="274320" h="199390">
                <a:moveTo>
                  <a:pt x="273799" y="0"/>
                </a:moveTo>
                <a:lnTo>
                  <a:pt x="255206" y="0"/>
                </a:lnTo>
                <a:lnTo>
                  <a:pt x="255206" y="126022"/>
                </a:lnTo>
                <a:lnTo>
                  <a:pt x="0" y="126022"/>
                </a:lnTo>
                <a:lnTo>
                  <a:pt x="0" y="147891"/>
                </a:lnTo>
                <a:lnTo>
                  <a:pt x="255206" y="147891"/>
                </a:lnTo>
                <a:lnTo>
                  <a:pt x="255206" y="198907"/>
                </a:lnTo>
                <a:lnTo>
                  <a:pt x="273799" y="198907"/>
                </a:lnTo>
                <a:lnTo>
                  <a:pt x="273799" y="147891"/>
                </a:lnTo>
                <a:lnTo>
                  <a:pt x="273799" y="126022"/>
                </a:lnTo>
                <a:lnTo>
                  <a:pt x="273799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 descr=""/>
          <p:cNvSpPr/>
          <p:nvPr/>
        </p:nvSpPr>
        <p:spPr>
          <a:xfrm>
            <a:off x="7682991" y="6654520"/>
            <a:ext cx="19050" cy="199390"/>
          </a:xfrm>
          <a:custGeom>
            <a:avLst/>
            <a:gdLst/>
            <a:ahLst/>
            <a:cxnLst/>
            <a:rect l="l" t="t" r="r" b="b"/>
            <a:pathLst>
              <a:path w="19050" h="199390">
                <a:moveTo>
                  <a:pt x="18585" y="0"/>
                </a:moveTo>
                <a:lnTo>
                  <a:pt x="0" y="0"/>
                </a:lnTo>
                <a:lnTo>
                  <a:pt x="0" y="198904"/>
                </a:lnTo>
                <a:lnTo>
                  <a:pt x="18585" y="198904"/>
                </a:lnTo>
                <a:lnTo>
                  <a:pt x="18585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 descr=""/>
          <p:cNvSpPr/>
          <p:nvPr/>
        </p:nvSpPr>
        <p:spPr>
          <a:xfrm>
            <a:off x="7810599" y="6654520"/>
            <a:ext cx="19050" cy="199390"/>
          </a:xfrm>
          <a:custGeom>
            <a:avLst/>
            <a:gdLst/>
            <a:ahLst/>
            <a:cxnLst/>
            <a:rect l="l" t="t" r="r" b="b"/>
            <a:pathLst>
              <a:path w="19050" h="199390">
                <a:moveTo>
                  <a:pt x="18585" y="0"/>
                </a:moveTo>
                <a:lnTo>
                  <a:pt x="0" y="0"/>
                </a:lnTo>
                <a:lnTo>
                  <a:pt x="0" y="198904"/>
                </a:lnTo>
                <a:lnTo>
                  <a:pt x="18585" y="198904"/>
                </a:lnTo>
                <a:lnTo>
                  <a:pt x="18585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 descr=""/>
          <p:cNvSpPr/>
          <p:nvPr/>
        </p:nvSpPr>
        <p:spPr>
          <a:xfrm>
            <a:off x="7682979" y="6654526"/>
            <a:ext cx="274320" cy="199390"/>
          </a:xfrm>
          <a:custGeom>
            <a:avLst/>
            <a:gdLst/>
            <a:ahLst/>
            <a:cxnLst/>
            <a:rect l="l" t="t" r="r" b="b"/>
            <a:pathLst>
              <a:path w="274320" h="199390">
                <a:moveTo>
                  <a:pt x="273799" y="0"/>
                </a:moveTo>
                <a:lnTo>
                  <a:pt x="255206" y="0"/>
                </a:lnTo>
                <a:lnTo>
                  <a:pt x="255206" y="126022"/>
                </a:lnTo>
                <a:lnTo>
                  <a:pt x="0" y="126022"/>
                </a:lnTo>
                <a:lnTo>
                  <a:pt x="0" y="147891"/>
                </a:lnTo>
                <a:lnTo>
                  <a:pt x="255206" y="147891"/>
                </a:lnTo>
                <a:lnTo>
                  <a:pt x="255206" y="198907"/>
                </a:lnTo>
                <a:lnTo>
                  <a:pt x="273799" y="198907"/>
                </a:lnTo>
                <a:lnTo>
                  <a:pt x="273799" y="147891"/>
                </a:lnTo>
                <a:lnTo>
                  <a:pt x="273799" y="126022"/>
                </a:lnTo>
                <a:lnTo>
                  <a:pt x="273799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5" name="object 265" descr=""/>
          <p:cNvGrpSpPr/>
          <p:nvPr/>
        </p:nvGrpSpPr>
        <p:grpSpPr>
          <a:xfrm>
            <a:off x="14522065" y="3172397"/>
            <a:ext cx="2286635" cy="1663700"/>
            <a:chOff x="14522065" y="3172397"/>
            <a:chExt cx="2286635" cy="1663700"/>
          </a:xfrm>
        </p:grpSpPr>
        <p:sp>
          <p:nvSpPr>
            <p:cNvPr id="266" name="object 266" descr=""/>
            <p:cNvSpPr/>
            <p:nvPr/>
          </p:nvSpPr>
          <p:spPr>
            <a:xfrm>
              <a:off x="14659783" y="3310108"/>
              <a:ext cx="2011045" cy="1525905"/>
            </a:xfrm>
            <a:custGeom>
              <a:avLst/>
              <a:gdLst/>
              <a:ahLst/>
              <a:cxnLst/>
              <a:rect l="l" t="t" r="r" b="b"/>
              <a:pathLst>
                <a:path w="2011044" h="1525904">
                  <a:moveTo>
                    <a:pt x="2010975" y="0"/>
                  </a:moveTo>
                  <a:lnTo>
                    <a:pt x="0" y="0"/>
                  </a:lnTo>
                  <a:lnTo>
                    <a:pt x="0" y="1525712"/>
                  </a:lnTo>
                  <a:lnTo>
                    <a:pt x="2010975" y="1525712"/>
                  </a:lnTo>
                  <a:lnTo>
                    <a:pt x="2010975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4993976" y="3419950"/>
              <a:ext cx="1460500" cy="1268095"/>
            </a:xfrm>
            <a:custGeom>
              <a:avLst/>
              <a:gdLst/>
              <a:ahLst/>
              <a:cxnLst/>
              <a:rect l="l" t="t" r="r" b="b"/>
              <a:pathLst>
                <a:path w="1460500" h="1268095">
                  <a:moveTo>
                    <a:pt x="38620" y="1071956"/>
                  </a:moveTo>
                  <a:lnTo>
                    <a:pt x="3771" y="1071956"/>
                  </a:lnTo>
                  <a:lnTo>
                    <a:pt x="3771" y="1106805"/>
                  </a:lnTo>
                  <a:lnTo>
                    <a:pt x="38620" y="1106805"/>
                  </a:lnTo>
                  <a:lnTo>
                    <a:pt x="38620" y="1071956"/>
                  </a:lnTo>
                  <a:close/>
                </a:path>
                <a:path w="1460500" h="1268095">
                  <a:moveTo>
                    <a:pt x="38620" y="961745"/>
                  </a:moveTo>
                  <a:lnTo>
                    <a:pt x="3771" y="961745"/>
                  </a:lnTo>
                  <a:lnTo>
                    <a:pt x="3771" y="996594"/>
                  </a:lnTo>
                  <a:lnTo>
                    <a:pt x="38620" y="996594"/>
                  </a:lnTo>
                  <a:lnTo>
                    <a:pt x="38620" y="961745"/>
                  </a:lnTo>
                  <a:close/>
                </a:path>
                <a:path w="1460500" h="1268095">
                  <a:moveTo>
                    <a:pt x="38620" y="851522"/>
                  </a:moveTo>
                  <a:lnTo>
                    <a:pt x="3771" y="851522"/>
                  </a:lnTo>
                  <a:lnTo>
                    <a:pt x="3771" y="886371"/>
                  </a:lnTo>
                  <a:lnTo>
                    <a:pt x="38620" y="886371"/>
                  </a:lnTo>
                  <a:lnTo>
                    <a:pt x="38620" y="851522"/>
                  </a:lnTo>
                  <a:close/>
                </a:path>
                <a:path w="1460500" h="1268095">
                  <a:moveTo>
                    <a:pt x="38620" y="741311"/>
                  </a:moveTo>
                  <a:lnTo>
                    <a:pt x="3771" y="741311"/>
                  </a:lnTo>
                  <a:lnTo>
                    <a:pt x="3771" y="776160"/>
                  </a:lnTo>
                  <a:lnTo>
                    <a:pt x="38620" y="776160"/>
                  </a:lnTo>
                  <a:lnTo>
                    <a:pt x="38620" y="741311"/>
                  </a:lnTo>
                  <a:close/>
                </a:path>
                <a:path w="1460500" h="1268095">
                  <a:moveTo>
                    <a:pt x="38620" y="631088"/>
                  </a:moveTo>
                  <a:lnTo>
                    <a:pt x="3771" y="631088"/>
                  </a:lnTo>
                  <a:lnTo>
                    <a:pt x="3771" y="665937"/>
                  </a:lnTo>
                  <a:lnTo>
                    <a:pt x="38620" y="665937"/>
                  </a:lnTo>
                  <a:lnTo>
                    <a:pt x="38620" y="631088"/>
                  </a:lnTo>
                  <a:close/>
                </a:path>
                <a:path w="1460500" h="1268095">
                  <a:moveTo>
                    <a:pt x="38620" y="520890"/>
                  </a:moveTo>
                  <a:lnTo>
                    <a:pt x="3771" y="520890"/>
                  </a:lnTo>
                  <a:lnTo>
                    <a:pt x="3771" y="555739"/>
                  </a:lnTo>
                  <a:lnTo>
                    <a:pt x="38620" y="555739"/>
                  </a:lnTo>
                  <a:lnTo>
                    <a:pt x="38620" y="520890"/>
                  </a:lnTo>
                  <a:close/>
                </a:path>
                <a:path w="1460500" h="1268095">
                  <a:moveTo>
                    <a:pt x="38620" y="410667"/>
                  </a:moveTo>
                  <a:lnTo>
                    <a:pt x="3771" y="410667"/>
                  </a:lnTo>
                  <a:lnTo>
                    <a:pt x="3771" y="445516"/>
                  </a:lnTo>
                  <a:lnTo>
                    <a:pt x="38620" y="445516"/>
                  </a:lnTo>
                  <a:lnTo>
                    <a:pt x="38620" y="410667"/>
                  </a:lnTo>
                  <a:close/>
                </a:path>
                <a:path w="1460500" h="1268095">
                  <a:moveTo>
                    <a:pt x="38620" y="300456"/>
                  </a:moveTo>
                  <a:lnTo>
                    <a:pt x="3771" y="300456"/>
                  </a:lnTo>
                  <a:lnTo>
                    <a:pt x="3771" y="335305"/>
                  </a:lnTo>
                  <a:lnTo>
                    <a:pt x="38620" y="335305"/>
                  </a:lnTo>
                  <a:lnTo>
                    <a:pt x="38620" y="300456"/>
                  </a:lnTo>
                  <a:close/>
                </a:path>
                <a:path w="1460500" h="1268095">
                  <a:moveTo>
                    <a:pt x="38620" y="190233"/>
                  </a:moveTo>
                  <a:lnTo>
                    <a:pt x="3771" y="190233"/>
                  </a:lnTo>
                  <a:lnTo>
                    <a:pt x="3771" y="225082"/>
                  </a:lnTo>
                  <a:lnTo>
                    <a:pt x="38620" y="225082"/>
                  </a:lnTo>
                  <a:lnTo>
                    <a:pt x="38620" y="190233"/>
                  </a:lnTo>
                  <a:close/>
                </a:path>
                <a:path w="1460500" h="1268095">
                  <a:moveTo>
                    <a:pt x="148564" y="1071956"/>
                  </a:moveTo>
                  <a:lnTo>
                    <a:pt x="113715" y="1071956"/>
                  </a:lnTo>
                  <a:lnTo>
                    <a:pt x="113715" y="1106805"/>
                  </a:lnTo>
                  <a:lnTo>
                    <a:pt x="148564" y="1106805"/>
                  </a:lnTo>
                  <a:lnTo>
                    <a:pt x="148564" y="1071956"/>
                  </a:lnTo>
                  <a:close/>
                </a:path>
                <a:path w="1460500" h="1268095">
                  <a:moveTo>
                    <a:pt x="258762" y="1071956"/>
                  </a:moveTo>
                  <a:lnTo>
                    <a:pt x="223926" y="1071956"/>
                  </a:lnTo>
                  <a:lnTo>
                    <a:pt x="223926" y="1106805"/>
                  </a:lnTo>
                  <a:lnTo>
                    <a:pt x="258762" y="1106805"/>
                  </a:lnTo>
                  <a:lnTo>
                    <a:pt x="258762" y="1071956"/>
                  </a:lnTo>
                  <a:close/>
                </a:path>
                <a:path w="1460500" h="1268095">
                  <a:moveTo>
                    <a:pt x="368985" y="1071956"/>
                  </a:moveTo>
                  <a:lnTo>
                    <a:pt x="334137" y="1071956"/>
                  </a:lnTo>
                  <a:lnTo>
                    <a:pt x="334137" y="1106805"/>
                  </a:lnTo>
                  <a:lnTo>
                    <a:pt x="368985" y="1106805"/>
                  </a:lnTo>
                  <a:lnTo>
                    <a:pt x="368985" y="1071956"/>
                  </a:lnTo>
                  <a:close/>
                </a:path>
                <a:path w="1460500" h="1268095">
                  <a:moveTo>
                    <a:pt x="479196" y="1071956"/>
                  </a:moveTo>
                  <a:lnTo>
                    <a:pt x="444360" y="1071956"/>
                  </a:lnTo>
                  <a:lnTo>
                    <a:pt x="444360" y="1106805"/>
                  </a:lnTo>
                  <a:lnTo>
                    <a:pt x="479196" y="1106805"/>
                  </a:lnTo>
                  <a:lnTo>
                    <a:pt x="479196" y="1071956"/>
                  </a:lnTo>
                  <a:close/>
                </a:path>
                <a:path w="1460500" h="1268095">
                  <a:moveTo>
                    <a:pt x="589419" y="1071956"/>
                  </a:moveTo>
                  <a:lnTo>
                    <a:pt x="554570" y="1071956"/>
                  </a:lnTo>
                  <a:lnTo>
                    <a:pt x="554570" y="1106805"/>
                  </a:lnTo>
                  <a:lnTo>
                    <a:pt x="589419" y="1106805"/>
                  </a:lnTo>
                  <a:lnTo>
                    <a:pt x="589419" y="1071956"/>
                  </a:lnTo>
                  <a:close/>
                </a:path>
                <a:path w="1460500" h="1268095">
                  <a:moveTo>
                    <a:pt x="699630" y="1071956"/>
                  </a:moveTo>
                  <a:lnTo>
                    <a:pt x="664781" y="1071956"/>
                  </a:lnTo>
                  <a:lnTo>
                    <a:pt x="664781" y="1106805"/>
                  </a:lnTo>
                  <a:lnTo>
                    <a:pt x="699630" y="1106805"/>
                  </a:lnTo>
                  <a:lnTo>
                    <a:pt x="699630" y="1071956"/>
                  </a:lnTo>
                  <a:close/>
                </a:path>
                <a:path w="1460500" h="1268095">
                  <a:moveTo>
                    <a:pt x="809840" y="1071956"/>
                  </a:moveTo>
                  <a:lnTo>
                    <a:pt x="774992" y="1071956"/>
                  </a:lnTo>
                  <a:lnTo>
                    <a:pt x="774992" y="1106805"/>
                  </a:lnTo>
                  <a:lnTo>
                    <a:pt x="809840" y="1106805"/>
                  </a:lnTo>
                  <a:lnTo>
                    <a:pt x="809840" y="1071956"/>
                  </a:lnTo>
                  <a:close/>
                </a:path>
                <a:path w="1460500" h="1268095">
                  <a:moveTo>
                    <a:pt x="920051" y="1071956"/>
                  </a:moveTo>
                  <a:lnTo>
                    <a:pt x="885215" y="1071956"/>
                  </a:lnTo>
                  <a:lnTo>
                    <a:pt x="885215" y="1106805"/>
                  </a:lnTo>
                  <a:lnTo>
                    <a:pt x="920051" y="1106805"/>
                  </a:lnTo>
                  <a:lnTo>
                    <a:pt x="920051" y="1071956"/>
                  </a:lnTo>
                  <a:close/>
                </a:path>
                <a:path w="1460500" h="1268095">
                  <a:moveTo>
                    <a:pt x="1030274" y="1071956"/>
                  </a:moveTo>
                  <a:lnTo>
                    <a:pt x="995426" y="1071956"/>
                  </a:lnTo>
                  <a:lnTo>
                    <a:pt x="995426" y="1106805"/>
                  </a:lnTo>
                  <a:lnTo>
                    <a:pt x="1030274" y="1106805"/>
                  </a:lnTo>
                  <a:lnTo>
                    <a:pt x="1030274" y="1071956"/>
                  </a:lnTo>
                  <a:close/>
                </a:path>
                <a:path w="1460500" h="1268095">
                  <a:moveTo>
                    <a:pt x="1057592" y="1246403"/>
                  </a:moveTo>
                  <a:lnTo>
                    <a:pt x="1051521" y="1240332"/>
                  </a:lnTo>
                  <a:lnTo>
                    <a:pt x="6070" y="1240332"/>
                  </a:lnTo>
                  <a:lnTo>
                    <a:pt x="0" y="1246403"/>
                  </a:lnTo>
                  <a:lnTo>
                    <a:pt x="0" y="1261389"/>
                  </a:lnTo>
                  <a:lnTo>
                    <a:pt x="6070" y="1267472"/>
                  </a:lnTo>
                  <a:lnTo>
                    <a:pt x="1044016" y="1267472"/>
                  </a:lnTo>
                  <a:lnTo>
                    <a:pt x="1051521" y="1267472"/>
                  </a:lnTo>
                  <a:lnTo>
                    <a:pt x="1057592" y="1261389"/>
                  </a:lnTo>
                  <a:lnTo>
                    <a:pt x="1057592" y="1246403"/>
                  </a:lnTo>
                  <a:close/>
                </a:path>
                <a:path w="1460500" h="1268095">
                  <a:moveTo>
                    <a:pt x="1057592" y="1189240"/>
                  </a:moveTo>
                  <a:lnTo>
                    <a:pt x="1051521" y="1183170"/>
                  </a:lnTo>
                  <a:lnTo>
                    <a:pt x="6070" y="1183170"/>
                  </a:lnTo>
                  <a:lnTo>
                    <a:pt x="0" y="1189240"/>
                  </a:lnTo>
                  <a:lnTo>
                    <a:pt x="0" y="1204239"/>
                  </a:lnTo>
                  <a:lnTo>
                    <a:pt x="6070" y="1210310"/>
                  </a:lnTo>
                  <a:lnTo>
                    <a:pt x="1044016" y="1210310"/>
                  </a:lnTo>
                  <a:lnTo>
                    <a:pt x="1051521" y="1210310"/>
                  </a:lnTo>
                  <a:lnTo>
                    <a:pt x="1057592" y="1204239"/>
                  </a:lnTo>
                  <a:lnTo>
                    <a:pt x="1057592" y="1189240"/>
                  </a:lnTo>
                  <a:close/>
                </a:path>
                <a:path w="1460500" h="1268095">
                  <a:moveTo>
                    <a:pt x="1112558" y="660539"/>
                  </a:moveTo>
                  <a:lnTo>
                    <a:pt x="948524" y="660539"/>
                  </a:lnTo>
                  <a:lnTo>
                    <a:pt x="948524" y="491629"/>
                  </a:lnTo>
                  <a:lnTo>
                    <a:pt x="912037" y="491629"/>
                  </a:lnTo>
                  <a:lnTo>
                    <a:pt x="912037" y="660539"/>
                  </a:lnTo>
                  <a:lnTo>
                    <a:pt x="911669" y="660539"/>
                  </a:lnTo>
                  <a:lnTo>
                    <a:pt x="911669" y="698639"/>
                  </a:lnTo>
                  <a:lnTo>
                    <a:pt x="911669" y="798969"/>
                  </a:lnTo>
                  <a:lnTo>
                    <a:pt x="948905" y="798969"/>
                  </a:lnTo>
                  <a:lnTo>
                    <a:pt x="948905" y="698639"/>
                  </a:lnTo>
                  <a:lnTo>
                    <a:pt x="1112558" y="698639"/>
                  </a:lnTo>
                  <a:lnTo>
                    <a:pt x="1112558" y="660539"/>
                  </a:lnTo>
                  <a:close/>
                </a:path>
                <a:path w="1460500" h="1268095">
                  <a:moveTo>
                    <a:pt x="1140485" y="1071956"/>
                  </a:moveTo>
                  <a:lnTo>
                    <a:pt x="1105649" y="1071956"/>
                  </a:lnTo>
                  <a:lnTo>
                    <a:pt x="1105649" y="1106805"/>
                  </a:lnTo>
                  <a:lnTo>
                    <a:pt x="1140485" y="1106805"/>
                  </a:lnTo>
                  <a:lnTo>
                    <a:pt x="1140485" y="1071956"/>
                  </a:lnTo>
                  <a:close/>
                </a:path>
                <a:path w="1460500" h="1268095">
                  <a:moveTo>
                    <a:pt x="1250708" y="1071956"/>
                  </a:moveTo>
                  <a:lnTo>
                    <a:pt x="1215859" y="1071956"/>
                  </a:lnTo>
                  <a:lnTo>
                    <a:pt x="1215859" y="1106805"/>
                  </a:lnTo>
                  <a:lnTo>
                    <a:pt x="1250708" y="1106805"/>
                  </a:lnTo>
                  <a:lnTo>
                    <a:pt x="1250708" y="1071956"/>
                  </a:lnTo>
                  <a:close/>
                </a:path>
                <a:path w="1460500" h="1268095">
                  <a:moveTo>
                    <a:pt x="1359827" y="660819"/>
                  </a:moveTo>
                  <a:lnTo>
                    <a:pt x="1359319" y="660819"/>
                  </a:lnTo>
                  <a:lnTo>
                    <a:pt x="1359319" y="477939"/>
                  </a:lnTo>
                  <a:lnTo>
                    <a:pt x="1359319" y="441109"/>
                  </a:lnTo>
                  <a:lnTo>
                    <a:pt x="1359319" y="189649"/>
                  </a:lnTo>
                  <a:lnTo>
                    <a:pt x="134378" y="189649"/>
                  </a:lnTo>
                  <a:lnTo>
                    <a:pt x="134378" y="1011339"/>
                  </a:lnTo>
                  <a:lnTo>
                    <a:pt x="711327" y="1011339"/>
                  </a:lnTo>
                  <a:lnTo>
                    <a:pt x="711327" y="974509"/>
                  </a:lnTo>
                  <a:lnTo>
                    <a:pt x="572871" y="974509"/>
                  </a:lnTo>
                  <a:lnTo>
                    <a:pt x="572871" y="870369"/>
                  </a:lnTo>
                  <a:lnTo>
                    <a:pt x="572871" y="830999"/>
                  </a:lnTo>
                  <a:lnTo>
                    <a:pt x="536384" y="830999"/>
                  </a:lnTo>
                  <a:lnTo>
                    <a:pt x="536384" y="870369"/>
                  </a:lnTo>
                  <a:lnTo>
                    <a:pt x="536384" y="974509"/>
                  </a:lnTo>
                  <a:lnTo>
                    <a:pt x="170865" y="974509"/>
                  </a:lnTo>
                  <a:lnTo>
                    <a:pt x="170865" y="870369"/>
                  </a:lnTo>
                  <a:lnTo>
                    <a:pt x="170865" y="830999"/>
                  </a:lnTo>
                  <a:lnTo>
                    <a:pt x="170865" y="759879"/>
                  </a:lnTo>
                  <a:lnTo>
                    <a:pt x="170865" y="697649"/>
                  </a:lnTo>
                  <a:lnTo>
                    <a:pt x="170865" y="660819"/>
                  </a:lnTo>
                  <a:lnTo>
                    <a:pt x="170865" y="477939"/>
                  </a:lnTo>
                  <a:lnTo>
                    <a:pt x="536384" y="477939"/>
                  </a:lnTo>
                  <a:lnTo>
                    <a:pt x="536384" y="660819"/>
                  </a:lnTo>
                  <a:lnTo>
                    <a:pt x="536384" y="697649"/>
                  </a:lnTo>
                  <a:lnTo>
                    <a:pt x="536384" y="759879"/>
                  </a:lnTo>
                  <a:lnTo>
                    <a:pt x="572871" y="759879"/>
                  </a:lnTo>
                  <a:lnTo>
                    <a:pt x="572871" y="371259"/>
                  </a:lnTo>
                  <a:lnTo>
                    <a:pt x="536384" y="371259"/>
                  </a:lnTo>
                  <a:lnTo>
                    <a:pt x="536384" y="419519"/>
                  </a:lnTo>
                  <a:lnTo>
                    <a:pt x="536384" y="441109"/>
                  </a:lnTo>
                  <a:lnTo>
                    <a:pt x="170865" y="441109"/>
                  </a:lnTo>
                  <a:lnTo>
                    <a:pt x="170865" y="419519"/>
                  </a:lnTo>
                  <a:lnTo>
                    <a:pt x="170865" y="371259"/>
                  </a:lnTo>
                  <a:lnTo>
                    <a:pt x="170865" y="300139"/>
                  </a:lnTo>
                  <a:lnTo>
                    <a:pt x="170865" y="226479"/>
                  </a:lnTo>
                  <a:lnTo>
                    <a:pt x="536384" y="226479"/>
                  </a:lnTo>
                  <a:lnTo>
                    <a:pt x="536384" y="300139"/>
                  </a:lnTo>
                  <a:lnTo>
                    <a:pt x="572871" y="300139"/>
                  </a:lnTo>
                  <a:lnTo>
                    <a:pt x="572871" y="226479"/>
                  </a:lnTo>
                  <a:lnTo>
                    <a:pt x="912037" y="226479"/>
                  </a:lnTo>
                  <a:lnTo>
                    <a:pt x="912037" y="300139"/>
                  </a:lnTo>
                  <a:lnTo>
                    <a:pt x="912037" y="371259"/>
                  </a:lnTo>
                  <a:lnTo>
                    <a:pt x="912037" y="419519"/>
                  </a:lnTo>
                  <a:lnTo>
                    <a:pt x="948524" y="419519"/>
                  </a:lnTo>
                  <a:lnTo>
                    <a:pt x="948524" y="371259"/>
                  </a:lnTo>
                  <a:lnTo>
                    <a:pt x="948524" y="300139"/>
                  </a:lnTo>
                  <a:lnTo>
                    <a:pt x="948524" y="226479"/>
                  </a:lnTo>
                  <a:lnTo>
                    <a:pt x="1322832" y="226479"/>
                  </a:lnTo>
                  <a:lnTo>
                    <a:pt x="1322832" y="660819"/>
                  </a:lnTo>
                  <a:lnTo>
                    <a:pt x="1184211" y="660819"/>
                  </a:lnTo>
                  <a:lnTo>
                    <a:pt x="1184211" y="697649"/>
                  </a:lnTo>
                  <a:lnTo>
                    <a:pt x="1322590" y="697649"/>
                  </a:lnTo>
                  <a:lnTo>
                    <a:pt x="1322590" y="759879"/>
                  </a:lnTo>
                  <a:lnTo>
                    <a:pt x="1322590" y="830999"/>
                  </a:lnTo>
                  <a:lnTo>
                    <a:pt x="1322590" y="870369"/>
                  </a:lnTo>
                  <a:lnTo>
                    <a:pt x="1322590" y="974509"/>
                  </a:lnTo>
                  <a:lnTo>
                    <a:pt x="948905" y="974509"/>
                  </a:lnTo>
                  <a:lnTo>
                    <a:pt x="948905" y="870369"/>
                  </a:lnTo>
                  <a:lnTo>
                    <a:pt x="911669" y="870369"/>
                  </a:lnTo>
                  <a:lnTo>
                    <a:pt x="911669" y="974509"/>
                  </a:lnTo>
                  <a:lnTo>
                    <a:pt x="782980" y="974509"/>
                  </a:lnTo>
                  <a:lnTo>
                    <a:pt x="782980" y="1011339"/>
                  </a:lnTo>
                  <a:lnTo>
                    <a:pt x="1359827" y="1011339"/>
                  </a:lnTo>
                  <a:lnTo>
                    <a:pt x="1359827" y="974509"/>
                  </a:lnTo>
                  <a:lnTo>
                    <a:pt x="1359827" y="870369"/>
                  </a:lnTo>
                  <a:lnTo>
                    <a:pt x="1359827" y="830999"/>
                  </a:lnTo>
                  <a:lnTo>
                    <a:pt x="1359827" y="759879"/>
                  </a:lnTo>
                  <a:lnTo>
                    <a:pt x="1359827" y="697649"/>
                  </a:lnTo>
                  <a:lnTo>
                    <a:pt x="1359827" y="660819"/>
                  </a:lnTo>
                  <a:close/>
                </a:path>
                <a:path w="1460500" h="1268095">
                  <a:moveTo>
                    <a:pt x="1360919" y="1071956"/>
                  </a:moveTo>
                  <a:lnTo>
                    <a:pt x="1326070" y="1071956"/>
                  </a:lnTo>
                  <a:lnTo>
                    <a:pt x="1326070" y="1106805"/>
                  </a:lnTo>
                  <a:lnTo>
                    <a:pt x="1360919" y="1106805"/>
                  </a:lnTo>
                  <a:lnTo>
                    <a:pt x="1360919" y="1071956"/>
                  </a:lnTo>
                  <a:close/>
                </a:path>
                <a:path w="1460500" h="1268095">
                  <a:moveTo>
                    <a:pt x="1460423" y="63233"/>
                  </a:moveTo>
                  <a:lnTo>
                    <a:pt x="1454353" y="57162"/>
                  </a:lnTo>
                  <a:lnTo>
                    <a:pt x="1322438" y="57162"/>
                  </a:lnTo>
                  <a:lnTo>
                    <a:pt x="1316367" y="63233"/>
                  </a:lnTo>
                  <a:lnTo>
                    <a:pt x="1316367" y="78232"/>
                  </a:lnTo>
                  <a:lnTo>
                    <a:pt x="1322438" y="84302"/>
                  </a:lnTo>
                  <a:lnTo>
                    <a:pt x="1446860" y="84302"/>
                  </a:lnTo>
                  <a:lnTo>
                    <a:pt x="1454353" y="84302"/>
                  </a:lnTo>
                  <a:lnTo>
                    <a:pt x="1460423" y="78232"/>
                  </a:lnTo>
                  <a:lnTo>
                    <a:pt x="1460423" y="63233"/>
                  </a:lnTo>
                  <a:close/>
                </a:path>
                <a:path w="1460500" h="1268095">
                  <a:moveTo>
                    <a:pt x="1460423" y="6070"/>
                  </a:moveTo>
                  <a:lnTo>
                    <a:pt x="1454353" y="0"/>
                  </a:lnTo>
                  <a:lnTo>
                    <a:pt x="1322438" y="0"/>
                  </a:lnTo>
                  <a:lnTo>
                    <a:pt x="1316367" y="6070"/>
                  </a:lnTo>
                  <a:lnTo>
                    <a:pt x="1316367" y="21069"/>
                  </a:lnTo>
                  <a:lnTo>
                    <a:pt x="1322438" y="27139"/>
                  </a:lnTo>
                  <a:lnTo>
                    <a:pt x="1446860" y="27139"/>
                  </a:lnTo>
                  <a:lnTo>
                    <a:pt x="1454353" y="27139"/>
                  </a:lnTo>
                  <a:lnTo>
                    <a:pt x="1460423" y="21069"/>
                  </a:lnTo>
                  <a:lnTo>
                    <a:pt x="1460423" y="607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16533038" y="3172402"/>
              <a:ext cx="275590" cy="1525905"/>
            </a:xfrm>
            <a:custGeom>
              <a:avLst/>
              <a:gdLst/>
              <a:ahLst/>
              <a:cxnLst/>
              <a:rect l="l" t="t" r="r" b="b"/>
              <a:pathLst>
                <a:path w="275590" h="1525904">
                  <a:moveTo>
                    <a:pt x="275437" y="137706"/>
                  </a:moveTo>
                  <a:lnTo>
                    <a:pt x="268414" y="94183"/>
                  </a:lnTo>
                  <a:lnTo>
                    <a:pt x="248869" y="56375"/>
                  </a:lnTo>
                  <a:lnTo>
                    <a:pt x="219049" y="26568"/>
                  </a:lnTo>
                  <a:lnTo>
                    <a:pt x="181241" y="7023"/>
                  </a:lnTo>
                  <a:lnTo>
                    <a:pt x="137718" y="0"/>
                  </a:lnTo>
                  <a:lnTo>
                    <a:pt x="94183" y="7023"/>
                  </a:lnTo>
                  <a:lnTo>
                    <a:pt x="56375" y="26568"/>
                  </a:lnTo>
                  <a:lnTo>
                    <a:pt x="26568" y="56375"/>
                  </a:lnTo>
                  <a:lnTo>
                    <a:pt x="7010" y="94183"/>
                  </a:lnTo>
                  <a:lnTo>
                    <a:pt x="0" y="137706"/>
                  </a:lnTo>
                  <a:lnTo>
                    <a:pt x="0" y="1525701"/>
                  </a:lnTo>
                  <a:lnTo>
                    <a:pt x="275437" y="1525701"/>
                  </a:lnTo>
                  <a:lnTo>
                    <a:pt x="275437" y="137718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16533037" y="4560384"/>
              <a:ext cx="275590" cy="275590"/>
            </a:xfrm>
            <a:custGeom>
              <a:avLst/>
              <a:gdLst/>
              <a:ahLst/>
              <a:cxnLst/>
              <a:rect l="l" t="t" r="r" b="b"/>
              <a:pathLst>
                <a:path w="275590" h="275589">
                  <a:moveTo>
                    <a:pt x="137723" y="0"/>
                  </a:moveTo>
                  <a:lnTo>
                    <a:pt x="94193" y="7020"/>
                  </a:lnTo>
                  <a:lnTo>
                    <a:pt x="56386" y="26569"/>
                  </a:lnTo>
                  <a:lnTo>
                    <a:pt x="26573" y="56379"/>
                  </a:lnTo>
                  <a:lnTo>
                    <a:pt x="7021" y="94183"/>
                  </a:lnTo>
                  <a:lnTo>
                    <a:pt x="0" y="137713"/>
                  </a:lnTo>
                  <a:lnTo>
                    <a:pt x="137723" y="137713"/>
                  </a:lnTo>
                  <a:lnTo>
                    <a:pt x="137723" y="275436"/>
                  </a:lnTo>
                  <a:lnTo>
                    <a:pt x="181254" y="268415"/>
                  </a:lnTo>
                  <a:lnTo>
                    <a:pt x="219060" y="248863"/>
                  </a:lnTo>
                  <a:lnTo>
                    <a:pt x="248873" y="219049"/>
                  </a:lnTo>
                  <a:lnTo>
                    <a:pt x="268425" y="181243"/>
                  </a:lnTo>
                  <a:lnTo>
                    <a:pt x="275447" y="137713"/>
                  </a:lnTo>
                  <a:lnTo>
                    <a:pt x="268425" y="94183"/>
                  </a:lnTo>
                  <a:lnTo>
                    <a:pt x="248873" y="56379"/>
                  </a:lnTo>
                  <a:lnTo>
                    <a:pt x="219060" y="26569"/>
                  </a:lnTo>
                  <a:lnTo>
                    <a:pt x="181254" y="7020"/>
                  </a:lnTo>
                  <a:lnTo>
                    <a:pt x="137723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14522056" y="3172402"/>
              <a:ext cx="275590" cy="1525905"/>
            </a:xfrm>
            <a:custGeom>
              <a:avLst/>
              <a:gdLst/>
              <a:ahLst/>
              <a:cxnLst/>
              <a:rect l="l" t="t" r="r" b="b"/>
              <a:pathLst>
                <a:path w="275590" h="1525904">
                  <a:moveTo>
                    <a:pt x="275450" y="137706"/>
                  </a:moveTo>
                  <a:lnTo>
                    <a:pt x="268427" y="94183"/>
                  </a:lnTo>
                  <a:lnTo>
                    <a:pt x="248881" y="56375"/>
                  </a:lnTo>
                  <a:lnTo>
                    <a:pt x="219062" y="26568"/>
                  </a:lnTo>
                  <a:lnTo>
                    <a:pt x="181254" y="7023"/>
                  </a:lnTo>
                  <a:lnTo>
                    <a:pt x="137731" y="0"/>
                  </a:lnTo>
                  <a:lnTo>
                    <a:pt x="94195" y="7023"/>
                  </a:lnTo>
                  <a:lnTo>
                    <a:pt x="56388" y="26568"/>
                  </a:lnTo>
                  <a:lnTo>
                    <a:pt x="26581" y="56375"/>
                  </a:lnTo>
                  <a:lnTo>
                    <a:pt x="7023" y="94183"/>
                  </a:lnTo>
                  <a:lnTo>
                    <a:pt x="0" y="137718"/>
                  </a:lnTo>
                  <a:lnTo>
                    <a:pt x="12" y="1525701"/>
                  </a:lnTo>
                  <a:lnTo>
                    <a:pt x="275450" y="1525701"/>
                  </a:lnTo>
                  <a:lnTo>
                    <a:pt x="275450" y="137718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14522065" y="4560384"/>
              <a:ext cx="275590" cy="275590"/>
            </a:xfrm>
            <a:custGeom>
              <a:avLst/>
              <a:gdLst/>
              <a:ahLst/>
              <a:cxnLst/>
              <a:rect l="l" t="t" r="r" b="b"/>
              <a:pathLst>
                <a:path w="275590" h="275589">
                  <a:moveTo>
                    <a:pt x="137723" y="0"/>
                  </a:moveTo>
                  <a:lnTo>
                    <a:pt x="94193" y="7020"/>
                  </a:lnTo>
                  <a:lnTo>
                    <a:pt x="56386" y="26569"/>
                  </a:lnTo>
                  <a:lnTo>
                    <a:pt x="26573" y="56379"/>
                  </a:lnTo>
                  <a:lnTo>
                    <a:pt x="7021" y="94183"/>
                  </a:lnTo>
                  <a:lnTo>
                    <a:pt x="0" y="137713"/>
                  </a:lnTo>
                  <a:lnTo>
                    <a:pt x="7021" y="181243"/>
                  </a:lnTo>
                  <a:lnTo>
                    <a:pt x="26573" y="219049"/>
                  </a:lnTo>
                  <a:lnTo>
                    <a:pt x="56386" y="248863"/>
                  </a:lnTo>
                  <a:lnTo>
                    <a:pt x="94193" y="268415"/>
                  </a:lnTo>
                  <a:lnTo>
                    <a:pt x="137723" y="275436"/>
                  </a:lnTo>
                  <a:lnTo>
                    <a:pt x="137723" y="137713"/>
                  </a:lnTo>
                  <a:lnTo>
                    <a:pt x="275447" y="137713"/>
                  </a:lnTo>
                  <a:lnTo>
                    <a:pt x="268425" y="94183"/>
                  </a:lnTo>
                  <a:lnTo>
                    <a:pt x="248873" y="56379"/>
                  </a:lnTo>
                  <a:lnTo>
                    <a:pt x="219060" y="26569"/>
                  </a:lnTo>
                  <a:lnTo>
                    <a:pt x="181254" y="7020"/>
                  </a:lnTo>
                  <a:lnTo>
                    <a:pt x="137723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2" name="object 272" descr=""/>
          <p:cNvGrpSpPr/>
          <p:nvPr/>
        </p:nvGrpSpPr>
        <p:grpSpPr>
          <a:xfrm>
            <a:off x="17430289" y="3411207"/>
            <a:ext cx="1056005" cy="1403985"/>
            <a:chOff x="17430289" y="3411207"/>
            <a:chExt cx="1056005" cy="1403985"/>
          </a:xfrm>
        </p:grpSpPr>
        <p:sp>
          <p:nvSpPr>
            <p:cNvPr id="273" name="object 273" descr=""/>
            <p:cNvSpPr/>
            <p:nvPr/>
          </p:nvSpPr>
          <p:spPr>
            <a:xfrm>
              <a:off x="17430291" y="3411215"/>
              <a:ext cx="1056005" cy="1403985"/>
            </a:xfrm>
            <a:custGeom>
              <a:avLst/>
              <a:gdLst/>
              <a:ahLst/>
              <a:cxnLst/>
              <a:rect l="l" t="t" r="r" b="b"/>
              <a:pathLst>
                <a:path w="1056005" h="1403985">
                  <a:moveTo>
                    <a:pt x="973467" y="0"/>
                  </a:moveTo>
                  <a:lnTo>
                    <a:pt x="82227" y="0"/>
                  </a:lnTo>
                  <a:lnTo>
                    <a:pt x="50221" y="6460"/>
                  </a:lnTo>
                  <a:lnTo>
                    <a:pt x="24084" y="24079"/>
                  </a:lnTo>
                  <a:lnTo>
                    <a:pt x="6462" y="50212"/>
                  </a:lnTo>
                  <a:lnTo>
                    <a:pt x="0" y="82217"/>
                  </a:lnTo>
                  <a:lnTo>
                    <a:pt x="0" y="1321530"/>
                  </a:lnTo>
                  <a:lnTo>
                    <a:pt x="6462" y="1353536"/>
                  </a:lnTo>
                  <a:lnTo>
                    <a:pt x="24084" y="1379673"/>
                  </a:lnTo>
                  <a:lnTo>
                    <a:pt x="50221" y="1397296"/>
                  </a:lnTo>
                  <a:lnTo>
                    <a:pt x="82227" y="1403758"/>
                  </a:lnTo>
                  <a:lnTo>
                    <a:pt x="973467" y="1403758"/>
                  </a:lnTo>
                  <a:lnTo>
                    <a:pt x="1005474" y="1397296"/>
                  </a:lnTo>
                  <a:lnTo>
                    <a:pt x="1031611" y="1379673"/>
                  </a:lnTo>
                  <a:lnTo>
                    <a:pt x="1049233" y="1353536"/>
                  </a:lnTo>
                  <a:lnTo>
                    <a:pt x="1055695" y="1321530"/>
                  </a:lnTo>
                  <a:lnTo>
                    <a:pt x="1055695" y="82217"/>
                  </a:lnTo>
                  <a:lnTo>
                    <a:pt x="1049233" y="50212"/>
                  </a:lnTo>
                  <a:lnTo>
                    <a:pt x="1031611" y="24079"/>
                  </a:lnTo>
                  <a:lnTo>
                    <a:pt x="1005474" y="6460"/>
                  </a:lnTo>
                  <a:lnTo>
                    <a:pt x="9734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17430289" y="3411207"/>
              <a:ext cx="1056005" cy="434340"/>
            </a:xfrm>
            <a:custGeom>
              <a:avLst/>
              <a:gdLst/>
              <a:ahLst/>
              <a:cxnLst/>
              <a:rect l="l" t="t" r="r" b="b"/>
              <a:pathLst>
                <a:path w="1056005" h="434339">
                  <a:moveTo>
                    <a:pt x="973467" y="0"/>
                  </a:moveTo>
                  <a:lnTo>
                    <a:pt x="82227" y="0"/>
                  </a:lnTo>
                  <a:lnTo>
                    <a:pt x="50221" y="6462"/>
                  </a:lnTo>
                  <a:lnTo>
                    <a:pt x="24084" y="24084"/>
                  </a:lnTo>
                  <a:lnTo>
                    <a:pt x="6462" y="50221"/>
                  </a:lnTo>
                  <a:lnTo>
                    <a:pt x="0" y="82227"/>
                  </a:lnTo>
                  <a:lnTo>
                    <a:pt x="0" y="433745"/>
                  </a:lnTo>
                  <a:lnTo>
                    <a:pt x="1055695" y="433745"/>
                  </a:lnTo>
                  <a:lnTo>
                    <a:pt x="1055695" y="82227"/>
                  </a:lnTo>
                  <a:lnTo>
                    <a:pt x="1049233" y="50221"/>
                  </a:lnTo>
                  <a:lnTo>
                    <a:pt x="1031611" y="24084"/>
                  </a:lnTo>
                  <a:lnTo>
                    <a:pt x="1005474" y="6462"/>
                  </a:lnTo>
                  <a:lnTo>
                    <a:pt x="973467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17501591" y="3466458"/>
              <a:ext cx="919480" cy="314325"/>
            </a:xfrm>
            <a:custGeom>
              <a:avLst/>
              <a:gdLst/>
              <a:ahLst/>
              <a:cxnLst/>
              <a:rect l="l" t="t" r="r" b="b"/>
              <a:pathLst>
                <a:path w="919480" h="314325">
                  <a:moveTo>
                    <a:pt x="915327" y="0"/>
                  </a:moveTo>
                  <a:lnTo>
                    <a:pt x="664629" y="0"/>
                  </a:lnTo>
                  <a:lnTo>
                    <a:pt x="664629" y="41478"/>
                  </a:lnTo>
                  <a:lnTo>
                    <a:pt x="915327" y="41478"/>
                  </a:lnTo>
                  <a:lnTo>
                    <a:pt x="915327" y="0"/>
                  </a:lnTo>
                  <a:close/>
                </a:path>
                <a:path w="919480" h="314325">
                  <a:moveTo>
                    <a:pt x="918946" y="86360"/>
                  </a:moveTo>
                  <a:lnTo>
                    <a:pt x="0" y="86360"/>
                  </a:lnTo>
                  <a:lnTo>
                    <a:pt x="0" y="313994"/>
                  </a:lnTo>
                  <a:lnTo>
                    <a:pt x="918946" y="313994"/>
                  </a:lnTo>
                  <a:lnTo>
                    <a:pt x="918946" y="8636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18135753" y="3935520"/>
              <a:ext cx="282575" cy="88900"/>
            </a:xfrm>
            <a:custGeom>
              <a:avLst/>
              <a:gdLst/>
              <a:ahLst/>
              <a:cxnLst/>
              <a:rect l="l" t="t" r="r" b="b"/>
              <a:pathLst>
                <a:path w="282575" h="88900">
                  <a:moveTo>
                    <a:pt x="123494" y="0"/>
                  </a:moveTo>
                  <a:lnTo>
                    <a:pt x="0" y="0"/>
                  </a:lnTo>
                  <a:lnTo>
                    <a:pt x="0" y="88773"/>
                  </a:lnTo>
                  <a:lnTo>
                    <a:pt x="123494" y="88773"/>
                  </a:lnTo>
                  <a:lnTo>
                    <a:pt x="123494" y="0"/>
                  </a:lnTo>
                  <a:close/>
                </a:path>
                <a:path w="282575" h="88900">
                  <a:moveTo>
                    <a:pt x="282041" y="0"/>
                  </a:moveTo>
                  <a:lnTo>
                    <a:pt x="158546" y="0"/>
                  </a:lnTo>
                  <a:lnTo>
                    <a:pt x="158546" y="88773"/>
                  </a:lnTo>
                  <a:lnTo>
                    <a:pt x="282041" y="88773"/>
                  </a:lnTo>
                  <a:lnTo>
                    <a:pt x="282041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17501591" y="4062532"/>
              <a:ext cx="916305" cy="215900"/>
            </a:xfrm>
            <a:custGeom>
              <a:avLst/>
              <a:gdLst/>
              <a:ahLst/>
              <a:cxnLst/>
              <a:rect l="l" t="t" r="r" b="b"/>
              <a:pathLst>
                <a:path w="916305" h="215900">
                  <a:moveTo>
                    <a:pt x="123494" y="0"/>
                  </a:moveTo>
                  <a:lnTo>
                    <a:pt x="0" y="0"/>
                  </a:lnTo>
                  <a:lnTo>
                    <a:pt x="0" y="88773"/>
                  </a:lnTo>
                  <a:lnTo>
                    <a:pt x="123494" y="88773"/>
                  </a:lnTo>
                  <a:lnTo>
                    <a:pt x="123494" y="0"/>
                  </a:lnTo>
                  <a:close/>
                </a:path>
                <a:path w="916305" h="215900">
                  <a:moveTo>
                    <a:pt x="282028" y="0"/>
                  </a:moveTo>
                  <a:lnTo>
                    <a:pt x="158534" y="0"/>
                  </a:lnTo>
                  <a:lnTo>
                    <a:pt x="158534" y="88773"/>
                  </a:lnTo>
                  <a:lnTo>
                    <a:pt x="282028" y="88773"/>
                  </a:lnTo>
                  <a:lnTo>
                    <a:pt x="282028" y="0"/>
                  </a:lnTo>
                  <a:close/>
                </a:path>
                <a:path w="916305" h="215900">
                  <a:moveTo>
                    <a:pt x="440563" y="0"/>
                  </a:moveTo>
                  <a:lnTo>
                    <a:pt x="317080" y="0"/>
                  </a:lnTo>
                  <a:lnTo>
                    <a:pt x="317080" y="88773"/>
                  </a:lnTo>
                  <a:lnTo>
                    <a:pt x="440563" y="88773"/>
                  </a:lnTo>
                  <a:lnTo>
                    <a:pt x="440563" y="0"/>
                  </a:lnTo>
                  <a:close/>
                </a:path>
                <a:path w="916305" h="215900">
                  <a:moveTo>
                    <a:pt x="599109" y="0"/>
                  </a:moveTo>
                  <a:lnTo>
                    <a:pt x="475615" y="0"/>
                  </a:lnTo>
                  <a:lnTo>
                    <a:pt x="475615" y="88773"/>
                  </a:lnTo>
                  <a:lnTo>
                    <a:pt x="599109" y="88773"/>
                  </a:lnTo>
                  <a:lnTo>
                    <a:pt x="599109" y="0"/>
                  </a:lnTo>
                  <a:close/>
                </a:path>
                <a:path w="916305" h="215900">
                  <a:moveTo>
                    <a:pt x="757656" y="127000"/>
                  </a:moveTo>
                  <a:lnTo>
                    <a:pt x="634161" y="127000"/>
                  </a:lnTo>
                  <a:lnTo>
                    <a:pt x="634161" y="215773"/>
                  </a:lnTo>
                  <a:lnTo>
                    <a:pt x="757656" y="215773"/>
                  </a:lnTo>
                  <a:lnTo>
                    <a:pt x="757656" y="127000"/>
                  </a:lnTo>
                  <a:close/>
                </a:path>
                <a:path w="916305" h="215900">
                  <a:moveTo>
                    <a:pt x="757656" y="0"/>
                  </a:moveTo>
                  <a:lnTo>
                    <a:pt x="634161" y="0"/>
                  </a:lnTo>
                  <a:lnTo>
                    <a:pt x="634161" y="88773"/>
                  </a:lnTo>
                  <a:lnTo>
                    <a:pt x="757656" y="88773"/>
                  </a:lnTo>
                  <a:lnTo>
                    <a:pt x="757656" y="0"/>
                  </a:lnTo>
                  <a:close/>
                </a:path>
                <a:path w="916305" h="215900">
                  <a:moveTo>
                    <a:pt x="916203" y="127000"/>
                  </a:moveTo>
                  <a:lnTo>
                    <a:pt x="792708" y="127000"/>
                  </a:lnTo>
                  <a:lnTo>
                    <a:pt x="792708" y="215773"/>
                  </a:lnTo>
                  <a:lnTo>
                    <a:pt x="916203" y="215773"/>
                  </a:lnTo>
                  <a:lnTo>
                    <a:pt x="916203" y="127000"/>
                  </a:lnTo>
                  <a:close/>
                </a:path>
                <a:path w="916305" h="215900">
                  <a:moveTo>
                    <a:pt x="916203" y="0"/>
                  </a:moveTo>
                  <a:lnTo>
                    <a:pt x="792708" y="0"/>
                  </a:lnTo>
                  <a:lnTo>
                    <a:pt x="792708" y="88773"/>
                  </a:lnTo>
                  <a:lnTo>
                    <a:pt x="916203" y="88773"/>
                  </a:lnTo>
                  <a:lnTo>
                    <a:pt x="916203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17660125" y="4189532"/>
              <a:ext cx="440690" cy="88900"/>
            </a:xfrm>
            <a:custGeom>
              <a:avLst/>
              <a:gdLst/>
              <a:ahLst/>
              <a:cxnLst/>
              <a:rect l="l" t="t" r="r" b="b"/>
              <a:pathLst>
                <a:path w="440690" h="88900">
                  <a:moveTo>
                    <a:pt x="123494" y="0"/>
                  </a:moveTo>
                  <a:lnTo>
                    <a:pt x="0" y="0"/>
                  </a:lnTo>
                  <a:lnTo>
                    <a:pt x="0" y="88773"/>
                  </a:lnTo>
                  <a:lnTo>
                    <a:pt x="123494" y="88773"/>
                  </a:lnTo>
                  <a:lnTo>
                    <a:pt x="123494" y="0"/>
                  </a:lnTo>
                  <a:close/>
                </a:path>
                <a:path w="440690" h="88900">
                  <a:moveTo>
                    <a:pt x="282028" y="0"/>
                  </a:moveTo>
                  <a:lnTo>
                    <a:pt x="158546" y="0"/>
                  </a:lnTo>
                  <a:lnTo>
                    <a:pt x="158546" y="88773"/>
                  </a:lnTo>
                  <a:lnTo>
                    <a:pt x="282028" y="88773"/>
                  </a:lnTo>
                  <a:lnTo>
                    <a:pt x="282028" y="0"/>
                  </a:lnTo>
                  <a:close/>
                </a:path>
                <a:path w="440690" h="88900">
                  <a:moveTo>
                    <a:pt x="440575" y="0"/>
                  </a:moveTo>
                  <a:lnTo>
                    <a:pt x="317080" y="0"/>
                  </a:lnTo>
                  <a:lnTo>
                    <a:pt x="317080" y="88773"/>
                  </a:lnTo>
                  <a:lnTo>
                    <a:pt x="440575" y="88773"/>
                  </a:lnTo>
                  <a:lnTo>
                    <a:pt x="440575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17501591" y="4189532"/>
              <a:ext cx="916305" cy="215900"/>
            </a:xfrm>
            <a:custGeom>
              <a:avLst/>
              <a:gdLst/>
              <a:ahLst/>
              <a:cxnLst/>
              <a:rect l="l" t="t" r="r" b="b"/>
              <a:pathLst>
                <a:path w="916305" h="215900">
                  <a:moveTo>
                    <a:pt x="123494" y="0"/>
                  </a:moveTo>
                  <a:lnTo>
                    <a:pt x="0" y="0"/>
                  </a:lnTo>
                  <a:lnTo>
                    <a:pt x="0" y="88773"/>
                  </a:lnTo>
                  <a:lnTo>
                    <a:pt x="123494" y="88773"/>
                  </a:lnTo>
                  <a:lnTo>
                    <a:pt x="123494" y="0"/>
                  </a:lnTo>
                  <a:close/>
                </a:path>
                <a:path w="916305" h="215900">
                  <a:moveTo>
                    <a:pt x="757656" y="127000"/>
                  </a:moveTo>
                  <a:lnTo>
                    <a:pt x="634161" y="127000"/>
                  </a:lnTo>
                  <a:lnTo>
                    <a:pt x="634161" y="215773"/>
                  </a:lnTo>
                  <a:lnTo>
                    <a:pt x="757656" y="215773"/>
                  </a:lnTo>
                  <a:lnTo>
                    <a:pt x="757656" y="127000"/>
                  </a:lnTo>
                  <a:close/>
                </a:path>
                <a:path w="916305" h="215900">
                  <a:moveTo>
                    <a:pt x="916203" y="127000"/>
                  </a:moveTo>
                  <a:lnTo>
                    <a:pt x="792708" y="127000"/>
                  </a:lnTo>
                  <a:lnTo>
                    <a:pt x="792708" y="215773"/>
                  </a:lnTo>
                  <a:lnTo>
                    <a:pt x="916203" y="215773"/>
                  </a:lnTo>
                  <a:lnTo>
                    <a:pt x="916203" y="12700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17660125" y="4316532"/>
              <a:ext cx="440690" cy="88900"/>
            </a:xfrm>
            <a:custGeom>
              <a:avLst/>
              <a:gdLst/>
              <a:ahLst/>
              <a:cxnLst/>
              <a:rect l="l" t="t" r="r" b="b"/>
              <a:pathLst>
                <a:path w="440690" h="88900">
                  <a:moveTo>
                    <a:pt x="123494" y="0"/>
                  </a:moveTo>
                  <a:lnTo>
                    <a:pt x="0" y="0"/>
                  </a:lnTo>
                  <a:lnTo>
                    <a:pt x="0" y="88773"/>
                  </a:lnTo>
                  <a:lnTo>
                    <a:pt x="123494" y="88773"/>
                  </a:lnTo>
                  <a:lnTo>
                    <a:pt x="123494" y="0"/>
                  </a:lnTo>
                  <a:close/>
                </a:path>
                <a:path w="440690" h="88900">
                  <a:moveTo>
                    <a:pt x="282028" y="0"/>
                  </a:moveTo>
                  <a:lnTo>
                    <a:pt x="158546" y="0"/>
                  </a:lnTo>
                  <a:lnTo>
                    <a:pt x="158546" y="88773"/>
                  </a:lnTo>
                  <a:lnTo>
                    <a:pt x="282028" y="88773"/>
                  </a:lnTo>
                  <a:lnTo>
                    <a:pt x="282028" y="0"/>
                  </a:lnTo>
                  <a:close/>
                </a:path>
                <a:path w="440690" h="88900">
                  <a:moveTo>
                    <a:pt x="440575" y="0"/>
                  </a:moveTo>
                  <a:lnTo>
                    <a:pt x="317080" y="0"/>
                  </a:lnTo>
                  <a:lnTo>
                    <a:pt x="317080" y="88773"/>
                  </a:lnTo>
                  <a:lnTo>
                    <a:pt x="440575" y="88773"/>
                  </a:lnTo>
                  <a:lnTo>
                    <a:pt x="440575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17501591" y="4316532"/>
              <a:ext cx="916305" cy="343535"/>
            </a:xfrm>
            <a:custGeom>
              <a:avLst/>
              <a:gdLst/>
              <a:ahLst/>
              <a:cxnLst/>
              <a:rect l="l" t="t" r="r" b="b"/>
              <a:pathLst>
                <a:path w="916305" h="343535">
                  <a:moveTo>
                    <a:pt x="123494" y="0"/>
                  </a:moveTo>
                  <a:lnTo>
                    <a:pt x="0" y="0"/>
                  </a:lnTo>
                  <a:lnTo>
                    <a:pt x="0" y="88773"/>
                  </a:lnTo>
                  <a:lnTo>
                    <a:pt x="123494" y="88773"/>
                  </a:lnTo>
                  <a:lnTo>
                    <a:pt x="123494" y="0"/>
                  </a:lnTo>
                  <a:close/>
                </a:path>
                <a:path w="916305" h="343535">
                  <a:moveTo>
                    <a:pt x="757656" y="126987"/>
                  </a:moveTo>
                  <a:lnTo>
                    <a:pt x="634161" y="126987"/>
                  </a:lnTo>
                  <a:lnTo>
                    <a:pt x="634161" y="342950"/>
                  </a:lnTo>
                  <a:lnTo>
                    <a:pt x="757656" y="342950"/>
                  </a:lnTo>
                  <a:lnTo>
                    <a:pt x="757656" y="126987"/>
                  </a:lnTo>
                  <a:close/>
                </a:path>
                <a:path w="916305" h="343535">
                  <a:moveTo>
                    <a:pt x="916203" y="126987"/>
                  </a:moveTo>
                  <a:lnTo>
                    <a:pt x="792708" y="126987"/>
                  </a:lnTo>
                  <a:lnTo>
                    <a:pt x="792708" y="342950"/>
                  </a:lnTo>
                  <a:lnTo>
                    <a:pt x="916203" y="342950"/>
                  </a:lnTo>
                  <a:lnTo>
                    <a:pt x="916203" y="126987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17660125" y="4443532"/>
              <a:ext cx="440690" cy="88900"/>
            </a:xfrm>
            <a:custGeom>
              <a:avLst/>
              <a:gdLst/>
              <a:ahLst/>
              <a:cxnLst/>
              <a:rect l="l" t="t" r="r" b="b"/>
              <a:pathLst>
                <a:path w="440690" h="88900">
                  <a:moveTo>
                    <a:pt x="123494" y="0"/>
                  </a:moveTo>
                  <a:lnTo>
                    <a:pt x="0" y="0"/>
                  </a:lnTo>
                  <a:lnTo>
                    <a:pt x="0" y="88773"/>
                  </a:lnTo>
                  <a:lnTo>
                    <a:pt x="123494" y="88773"/>
                  </a:lnTo>
                  <a:lnTo>
                    <a:pt x="123494" y="0"/>
                  </a:lnTo>
                  <a:close/>
                </a:path>
                <a:path w="440690" h="88900">
                  <a:moveTo>
                    <a:pt x="282028" y="0"/>
                  </a:moveTo>
                  <a:lnTo>
                    <a:pt x="158546" y="0"/>
                  </a:lnTo>
                  <a:lnTo>
                    <a:pt x="158546" y="88773"/>
                  </a:lnTo>
                  <a:lnTo>
                    <a:pt x="282028" y="88773"/>
                  </a:lnTo>
                  <a:lnTo>
                    <a:pt x="282028" y="0"/>
                  </a:lnTo>
                  <a:close/>
                </a:path>
                <a:path w="440690" h="88900">
                  <a:moveTo>
                    <a:pt x="440575" y="0"/>
                  </a:moveTo>
                  <a:lnTo>
                    <a:pt x="317080" y="0"/>
                  </a:lnTo>
                  <a:lnTo>
                    <a:pt x="317080" y="88773"/>
                  </a:lnTo>
                  <a:lnTo>
                    <a:pt x="440575" y="88773"/>
                  </a:lnTo>
                  <a:lnTo>
                    <a:pt x="440575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17501593" y="4443529"/>
              <a:ext cx="123825" cy="88900"/>
            </a:xfrm>
            <a:custGeom>
              <a:avLst/>
              <a:gdLst/>
              <a:ahLst/>
              <a:cxnLst/>
              <a:rect l="l" t="t" r="r" b="b"/>
              <a:pathLst>
                <a:path w="123825" h="88900">
                  <a:moveTo>
                    <a:pt x="123493" y="0"/>
                  </a:moveTo>
                  <a:lnTo>
                    <a:pt x="0" y="0"/>
                  </a:lnTo>
                  <a:lnTo>
                    <a:pt x="0" y="88772"/>
                  </a:lnTo>
                  <a:lnTo>
                    <a:pt x="123493" y="88772"/>
                  </a:lnTo>
                  <a:lnTo>
                    <a:pt x="123493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17501591" y="4570532"/>
              <a:ext cx="599440" cy="88900"/>
            </a:xfrm>
            <a:custGeom>
              <a:avLst/>
              <a:gdLst/>
              <a:ahLst/>
              <a:cxnLst/>
              <a:rect l="l" t="t" r="r" b="b"/>
              <a:pathLst>
                <a:path w="599440" h="88900">
                  <a:moveTo>
                    <a:pt x="123494" y="0"/>
                  </a:moveTo>
                  <a:lnTo>
                    <a:pt x="0" y="0"/>
                  </a:lnTo>
                  <a:lnTo>
                    <a:pt x="0" y="88773"/>
                  </a:lnTo>
                  <a:lnTo>
                    <a:pt x="123494" y="88773"/>
                  </a:lnTo>
                  <a:lnTo>
                    <a:pt x="123494" y="0"/>
                  </a:lnTo>
                  <a:close/>
                </a:path>
                <a:path w="599440" h="88900">
                  <a:moveTo>
                    <a:pt x="282028" y="0"/>
                  </a:moveTo>
                  <a:lnTo>
                    <a:pt x="158534" y="0"/>
                  </a:lnTo>
                  <a:lnTo>
                    <a:pt x="158534" y="88773"/>
                  </a:lnTo>
                  <a:lnTo>
                    <a:pt x="282028" y="88773"/>
                  </a:lnTo>
                  <a:lnTo>
                    <a:pt x="282028" y="0"/>
                  </a:lnTo>
                  <a:close/>
                </a:path>
                <a:path w="599440" h="88900">
                  <a:moveTo>
                    <a:pt x="440563" y="0"/>
                  </a:moveTo>
                  <a:lnTo>
                    <a:pt x="317080" y="0"/>
                  </a:lnTo>
                  <a:lnTo>
                    <a:pt x="317080" y="88773"/>
                  </a:lnTo>
                  <a:lnTo>
                    <a:pt x="440563" y="88773"/>
                  </a:lnTo>
                  <a:lnTo>
                    <a:pt x="440563" y="0"/>
                  </a:lnTo>
                  <a:close/>
                </a:path>
                <a:path w="599440" h="88900">
                  <a:moveTo>
                    <a:pt x="599109" y="0"/>
                  </a:moveTo>
                  <a:lnTo>
                    <a:pt x="475615" y="0"/>
                  </a:lnTo>
                  <a:lnTo>
                    <a:pt x="475615" y="88773"/>
                  </a:lnTo>
                  <a:lnTo>
                    <a:pt x="599109" y="88773"/>
                  </a:lnTo>
                  <a:lnTo>
                    <a:pt x="599109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5" name="object 285" descr=""/>
          <p:cNvGrpSpPr/>
          <p:nvPr/>
        </p:nvGrpSpPr>
        <p:grpSpPr>
          <a:xfrm>
            <a:off x="17020277" y="3375426"/>
            <a:ext cx="171450" cy="1473200"/>
            <a:chOff x="17020277" y="3375426"/>
            <a:chExt cx="171450" cy="1473200"/>
          </a:xfrm>
        </p:grpSpPr>
        <p:sp>
          <p:nvSpPr>
            <p:cNvPr id="286" name="object 286" descr=""/>
            <p:cNvSpPr/>
            <p:nvPr/>
          </p:nvSpPr>
          <p:spPr>
            <a:xfrm>
              <a:off x="17020277" y="3375426"/>
              <a:ext cx="171450" cy="1473200"/>
            </a:xfrm>
            <a:custGeom>
              <a:avLst/>
              <a:gdLst/>
              <a:ahLst/>
              <a:cxnLst/>
              <a:rect l="l" t="t" r="r" b="b"/>
              <a:pathLst>
                <a:path w="171450" h="1473200">
                  <a:moveTo>
                    <a:pt x="171167" y="0"/>
                  </a:moveTo>
                  <a:lnTo>
                    <a:pt x="0" y="0"/>
                  </a:lnTo>
                  <a:lnTo>
                    <a:pt x="0" y="1473180"/>
                  </a:lnTo>
                  <a:lnTo>
                    <a:pt x="171167" y="1473180"/>
                  </a:lnTo>
                  <a:lnTo>
                    <a:pt x="171167" y="0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17020273" y="3438480"/>
              <a:ext cx="171450" cy="1339215"/>
            </a:xfrm>
            <a:custGeom>
              <a:avLst/>
              <a:gdLst/>
              <a:ahLst/>
              <a:cxnLst/>
              <a:rect l="l" t="t" r="r" b="b"/>
              <a:pathLst>
                <a:path w="171450" h="1339214">
                  <a:moveTo>
                    <a:pt x="33134" y="1312011"/>
                  </a:moveTo>
                  <a:lnTo>
                    <a:pt x="0" y="1312011"/>
                  </a:lnTo>
                  <a:lnTo>
                    <a:pt x="0" y="1339126"/>
                  </a:lnTo>
                  <a:lnTo>
                    <a:pt x="33134" y="1339126"/>
                  </a:lnTo>
                  <a:lnTo>
                    <a:pt x="33134" y="1312011"/>
                  </a:lnTo>
                  <a:close/>
                </a:path>
                <a:path w="171450" h="1339214">
                  <a:moveTo>
                    <a:pt x="33134" y="1235405"/>
                  </a:moveTo>
                  <a:lnTo>
                    <a:pt x="0" y="1235405"/>
                  </a:lnTo>
                  <a:lnTo>
                    <a:pt x="0" y="1262519"/>
                  </a:lnTo>
                  <a:lnTo>
                    <a:pt x="33134" y="1262519"/>
                  </a:lnTo>
                  <a:lnTo>
                    <a:pt x="33134" y="1235405"/>
                  </a:lnTo>
                  <a:close/>
                </a:path>
                <a:path w="171450" h="1339214">
                  <a:moveTo>
                    <a:pt x="33134" y="1158786"/>
                  </a:moveTo>
                  <a:lnTo>
                    <a:pt x="0" y="1158786"/>
                  </a:lnTo>
                  <a:lnTo>
                    <a:pt x="0" y="1185913"/>
                  </a:lnTo>
                  <a:lnTo>
                    <a:pt x="33134" y="1185913"/>
                  </a:lnTo>
                  <a:lnTo>
                    <a:pt x="33134" y="1158786"/>
                  </a:lnTo>
                  <a:close/>
                </a:path>
                <a:path w="171450" h="1339214">
                  <a:moveTo>
                    <a:pt x="33134" y="1082179"/>
                  </a:moveTo>
                  <a:lnTo>
                    <a:pt x="0" y="1082179"/>
                  </a:lnTo>
                  <a:lnTo>
                    <a:pt x="0" y="1109306"/>
                  </a:lnTo>
                  <a:lnTo>
                    <a:pt x="33134" y="1109306"/>
                  </a:lnTo>
                  <a:lnTo>
                    <a:pt x="33134" y="1082179"/>
                  </a:lnTo>
                  <a:close/>
                </a:path>
                <a:path w="171450" h="1339214">
                  <a:moveTo>
                    <a:pt x="33134" y="1005573"/>
                  </a:moveTo>
                  <a:lnTo>
                    <a:pt x="0" y="1005573"/>
                  </a:lnTo>
                  <a:lnTo>
                    <a:pt x="0" y="1032687"/>
                  </a:lnTo>
                  <a:lnTo>
                    <a:pt x="33134" y="1032687"/>
                  </a:lnTo>
                  <a:lnTo>
                    <a:pt x="33134" y="1005573"/>
                  </a:lnTo>
                  <a:close/>
                </a:path>
                <a:path w="171450" h="1339214">
                  <a:moveTo>
                    <a:pt x="33134" y="928966"/>
                  </a:moveTo>
                  <a:lnTo>
                    <a:pt x="0" y="928966"/>
                  </a:lnTo>
                  <a:lnTo>
                    <a:pt x="0" y="956081"/>
                  </a:lnTo>
                  <a:lnTo>
                    <a:pt x="33134" y="956081"/>
                  </a:lnTo>
                  <a:lnTo>
                    <a:pt x="33134" y="928966"/>
                  </a:lnTo>
                  <a:close/>
                </a:path>
                <a:path w="171450" h="1339214">
                  <a:moveTo>
                    <a:pt x="33134" y="852360"/>
                  </a:moveTo>
                  <a:lnTo>
                    <a:pt x="0" y="852360"/>
                  </a:lnTo>
                  <a:lnTo>
                    <a:pt x="0" y="879475"/>
                  </a:lnTo>
                  <a:lnTo>
                    <a:pt x="33134" y="879475"/>
                  </a:lnTo>
                  <a:lnTo>
                    <a:pt x="33134" y="852360"/>
                  </a:lnTo>
                  <a:close/>
                </a:path>
                <a:path w="171450" h="1339214">
                  <a:moveTo>
                    <a:pt x="33134" y="775741"/>
                  </a:moveTo>
                  <a:lnTo>
                    <a:pt x="0" y="775741"/>
                  </a:lnTo>
                  <a:lnTo>
                    <a:pt x="0" y="802868"/>
                  </a:lnTo>
                  <a:lnTo>
                    <a:pt x="33134" y="802868"/>
                  </a:lnTo>
                  <a:lnTo>
                    <a:pt x="33134" y="775741"/>
                  </a:lnTo>
                  <a:close/>
                </a:path>
                <a:path w="171450" h="1339214">
                  <a:moveTo>
                    <a:pt x="33134" y="699135"/>
                  </a:moveTo>
                  <a:lnTo>
                    <a:pt x="0" y="699135"/>
                  </a:lnTo>
                  <a:lnTo>
                    <a:pt x="0" y="726262"/>
                  </a:lnTo>
                  <a:lnTo>
                    <a:pt x="33134" y="726262"/>
                  </a:lnTo>
                  <a:lnTo>
                    <a:pt x="33134" y="699135"/>
                  </a:lnTo>
                  <a:close/>
                </a:path>
                <a:path w="171450" h="1339214">
                  <a:moveTo>
                    <a:pt x="33134" y="622528"/>
                  </a:moveTo>
                  <a:lnTo>
                    <a:pt x="0" y="622528"/>
                  </a:lnTo>
                  <a:lnTo>
                    <a:pt x="0" y="649643"/>
                  </a:lnTo>
                  <a:lnTo>
                    <a:pt x="33134" y="649643"/>
                  </a:lnTo>
                  <a:lnTo>
                    <a:pt x="33134" y="622528"/>
                  </a:lnTo>
                  <a:close/>
                </a:path>
                <a:path w="171450" h="1339214">
                  <a:moveTo>
                    <a:pt x="33134" y="545922"/>
                  </a:moveTo>
                  <a:lnTo>
                    <a:pt x="0" y="545922"/>
                  </a:lnTo>
                  <a:lnTo>
                    <a:pt x="0" y="573036"/>
                  </a:lnTo>
                  <a:lnTo>
                    <a:pt x="33134" y="573036"/>
                  </a:lnTo>
                  <a:lnTo>
                    <a:pt x="33134" y="545922"/>
                  </a:lnTo>
                  <a:close/>
                </a:path>
                <a:path w="171450" h="1339214">
                  <a:moveTo>
                    <a:pt x="33134" y="469315"/>
                  </a:moveTo>
                  <a:lnTo>
                    <a:pt x="0" y="469315"/>
                  </a:lnTo>
                  <a:lnTo>
                    <a:pt x="0" y="496430"/>
                  </a:lnTo>
                  <a:lnTo>
                    <a:pt x="33134" y="496430"/>
                  </a:lnTo>
                  <a:lnTo>
                    <a:pt x="33134" y="469315"/>
                  </a:lnTo>
                  <a:close/>
                </a:path>
                <a:path w="171450" h="1339214">
                  <a:moveTo>
                    <a:pt x="33134" y="392696"/>
                  </a:moveTo>
                  <a:lnTo>
                    <a:pt x="0" y="392696"/>
                  </a:lnTo>
                  <a:lnTo>
                    <a:pt x="0" y="419811"/>
                  </a:lnTo>
                  <a:lnTo>
                    <a:pt x="33134" y="419811"/>
                  </a:lnTo>
                  <a:lnTo>
                    <a:pt x="33134" y="392696"/>
                  </a:lnTo>
                  <a:close/>
                </a:path>
                <a:path w="171450" h="1339214">
                  <a:moveTo>
                    <a:pt x="33134" y="316090"/>
                  </a:moveTo>
                  <a:lnTo>
                    <a:pt x="0" y="316090"/>
                  </a:lnTo>
                  <a:lnTo>
                    <a:pt x="0" y="343217"/>
                  </a:lnTo>
                  <a:lnTo>
                    <a:pt x="33134" y="343217"/>
                  </a:lnTo>
                  <a:lnTo>
                    <a:pt x="33134" y="316090"/>
                  </a:lnTo>
                  <a:close/>
                </a:path>
                <a:path w="171450" h="1339214">
                  <a:moveTo>
                    <a:pt x="33134" y="239471"/>
                  </a:moveTo>
                  <a:lnTo>
                    <a:pt x="0" y="239471"/>
                  </a:lnTo>
                  <a:lnTo>
                    <a:pt x="0" y="266598"/>
                  </a:lnTo>
                  <a:lnTo>
                    <a:pt x="33134" y="266598"/>
                  </a:lnTo>
                  <a:lnTo>
                    <a:pt x="33134" y="239471"/>
                  </a:lnTo>
                  <a:close/>
                </a:path>
                <a:path w="171450" h="1339214">
                  <a:moveTo>
                    <a:pt x="33134" y="162877"/>
                  </a:moveTo>
                  <a:lnTo>
                    <a:pt x="0" y="162877"/>
                  </a:lnTo>
                  <a:lnTo>
                    <a:pt x="0" y="189992"/>
                  </a:lnTo>
                  <a:lnTo>
                    <a:pt x="33134" y="189992"/>
                  </a:lnTo>
                  <a:lnTo>
                    <a:pt x="33134" y="162877"/>
                  </a:lnTo>
                  <a:close/>
                </a:path>
                <a:path w="171450" h="1339214">
                  <a:moveTo>
                    <a:pt x="33134" y="86271"/>
                  </a:moveTo>
                  <a:lnTo>
                    <a:pt x="0" y="86271"/>
                  </a:lnTo>
                  <a:lnTo>
                    <a:pt x="0" y="113385"/>
                  </a:lnTo>
                  <a:lnTo>
                    <a:pt x="33134" y="113385"/>
                  </a:lnTo>
                  <a:lnTo>
                    <a:pt x="33134" y="86271"/>
                  </a:lnTo>
                  <a:close/>
                </a:path>
                <a:path w="171450" h="1339214">
                  <a:moveTo>
                    <a:pt x="33134" y="0"/>
                  </a:moveTo>
                  <a:lnTo>
                    <a:pt x="0" y="0"/>
                  </a:lnTo>
                  <a:lnTo>
                    <a:pt x="0" y="27114"/>
                  </a:lnTo>
                  <a:lnTo>
                    <a:pt x="33134" y="27114"/>
                  </a:lnTo>
                  <a:lnTo>
                    <a:pt x="33134" y="0"/>
                  </a:lnTo>
                  <a:close/>
                </a:path>
                <a:path w="171450" h="1339214">
                  <a:moveTo>
                    <a:pt x="171170" y="1235405"/>
                  </a:moveTo>
                  <a:lnTo>
                    <a:pt x="138036" y="1235405"/>
                  </a:lnTo>
                  <a:lnTo>
                    <a:pt x="138036" y="1262519"/>
                  </a:lnTo>
                  <a:lnTo>
                    <a:pt x="171170" y="1262519"/>
                  </a:lnTo>
                  <a:lnTo>
                    <a:pt x="171170" y="1235405"/>
                  </a:lnTo>
                  <a:close/>
                </a:path>
                <a:path w="171450" h="1339214">
                  <a:moveTo>
                    <a:pt x="171170" y="1005573"/>
                  </a:moveTo>
                  <a:lnTo>
                    <a:pt x="138036" y="1005573"/>
                  </a:lnTo>
                  <a:lnTo>
                    <a:pt x="138036" y="1032687"/>
                  </a:lnTo>
                  <a:lnTo>
                    <a:pt x="171170" y="1032687"/>
                  </a:lnTo>
                  <a:lnTo>
                    <a:pt x="171170" y="1005573"/>
                  </a:lnTo>
                  <a:close/>
                </a:path>
                <a:path w="171450" h="1339214">
                  <a:moveTo>
                    <a:pt x="171170" y="775741"/>
                  </a:moveTo>
                  <a:lnTo>
                    <a:pt x="138036" y="775741"/>
                  </a:lnTo>
                  <a:lnTo>
                    <a:pt x="138036" y="802868"/>
                  </a:lnTo>
                  <a:lnTo>
                    <a:pt x="171170" y="802868"/>
                  </a:lnTo>
                  <a:lnTo>
                    <a:pt x="171170" y="775741"/>
                  </a:lnTo>
                  <a:close/>
                </a:path>
                <a:path w="171450" h="1339214">
                  <a:moveTo>
                    <a:pt x="171170" y="545922"/>
                  </a:moveTo>
                  <a:lnTo>
                    <a:pt x="138036" y="545922"/>
                  </a:lnTo>
                  <a:lnTo>
                    <a:pt x="138036" y="573036"/>
                  </a:lnTo>
                  <a:lnTo>
                    <a:pt x="171170" y="573036"/>
                  </a:lnTo>
                  <a:lnTo>
                    <a:pt x="171170" y="545922"/>
                  </a:lnTo>
                  <a:close/>
                </a:path>
                <a:path w="171450" h="1339214">
                  <a:moveTo>
                    <a:pt x="171170" y="316090"/>
                  </a:moveTo>
                  <a:lnTo>
                    <a:pt x="138036" y="316090"/>
                  </a:lnTo>
                  <a:lnTo>
                    <a:pt x="138036" y="343217"/>
                  </a:lnTo>
                  <a:lnTo>
                    <a:pt x="171170" y="343217"/>
                  </a:lnTo>
                  <a:lnTo>
                    <a:pt x="171170" y="316090"/>
                  </a:lnTo>
                  <a:close/>
                </a:path>
                <a:path w="171450" h="1339214">
                  <a:moveTo>
                    <a:pt x="171170" y="86271"/>
                  </a:moveTo>
                  <a:lnTo>
                    <a:pt x="138036" y="86271"/>
                  </a:lnTo>
                  <a:lnTo>
                    <a:pt x="138036" y="113385"/>
                  </a:lnTo>
                  <a:lnTo>
                    <a:pt x="171170" y="113385"/>
                  </a:lnTo>
                  <a:lnTo>
                    <a:pt x="171170" y="86271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8" name="object 288" descr=""/>
          <p:cNvSpPr/>
          <p:nvPr/>
        </p:nvSpPr>
        <p:spPr>
          <a:xfrm>
            <a:off x="17968552" y="9102539"/>
            <a:ext cx="52069" cy="285750"/>
          </a:xfrm>
          <a:custGeom>
            <a:avLst/>
            <a:gdLst/>
            <a:ahLst/>
            <a:cxnLst/>
            <a:rect l="l" t="t" r="r" b="b"/>
            <a:pathLst>
              <a:path w="52069" h="285750">
                <a:moveTo>
                  <a:pt x="0" y="285352"/>
                </a:moveTo>
                <a:lnTo>
                  <a:pt x="52061" y="285352"/>
                </a:lnTo>
                <a:lnTo>
                  <a:pt x="52061" y="0"/>
                </a:lnTo>
                <a:lnTo>
                  <a:pt x="0" y="0"/>
                </a:lnTo>
                <a:lnTo>
                  <a:pt x="0" y="285352"/>
                </a:lnTo>
                <a:close/>
              </a:path>
            </a:pathLst>
          </a:custGeom>
          <a:solidFill>
            <a:srgbClr val="D9F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9" name="object 289" descr=""/>
          <p:cNvSpPr/>
          <p:nvPr/>
        </p:nvSpPr>
        <p:spPr>
          <a:xfrm>
            <a:off x="17085665" y="8908256"/>
            <a:ext cx="1384300" cy="941069"/>
          </a:xfrm>
          <a:custGeom>
            <a:avLst/>
            <a:gdLst/>
            <a:ahLst/>
            <a:cxnLst/>
            <a:rect l="l" t="t" r="r" b="b"/>
            <a:pathLst>
              <a:path w="1384300" h="941070">
                <a:moveTo>
                  <a:pt x="1384046" y="0"/>
                </a:moveTo>
                <a:lnTo>
                  <a:pt x="332841" y="0"/>
                </a:lnTo>
                <a:lnTo>
                  <a:pt x="332841" y="194310"/>
                </a:lnTo>
                <a:lnTo>
                  <a:pt x="332841" y="624840"/>
                </a:lnTo>
                <a:lnTo>
                  <a:pt x="281241" y="624840"/>
                </a:lnTo>
                <a:lnTo>
                  <a:pt x="281241" y="194310"/>
                </a:lnTo>
                <a:lnTo>
                  <a:pt x="332841" y="194310"/>
                </a:lnTo>
                <a:lnTo>
                  <a:pt x="332841" y="0"/>
                </a:lnTo>
                <a:lnTo>
                  <a:pt x="0" y="0"/>
                </a:lnTo>
                <a:lnTo>
                  <a:pt x="0" y="75133"/>
                </a:lnTo>
                <a:lnTo>
                  <a:pt x="0" y="194310"/>
                </a:lnTo>
                <a:lnTo>
                  <a:pt x="0" y="624840"/>
                </a:lnTo>
                <a:lnTo>
                  <a:pt x="0" y="829094"/>
                </a:lnTo>
                <a:lnTo>
                  <a:pt x="0" y="941070"/>
                </a:lnTo>
                <a:lnTo>
                  <a:pt x="1384046" y="941070"/>
                </a:lnTo>
                <a:lnTo>
                  <a:pt x="1384046" y="829094"/>
                </a:lnTo>
                <a:lnTo>
                  <a:pt x="670166" y="829094"/>
                </a:lnTo>
                <a:lnTo>
                  <a:pt x="670166" y="624840"/>
                </a:lnTo>
                <a:lnTo>
                  <a:pt x="481571" y="624840"/>
                </a:lnTo>
                <a:lnTo>
                  <a:pt x="481571" y="194310"/>
                </a:lnTo>
                <a:lnTo>
                  <a:pt x="670179" y="194310"/>
                </a:lnTo>
                <a:lnTo>
                  <a:pt x="670179" y="479640"/>
                </a:lnTo>
                <a:lnTo>
                  <a:pt x="882269" y="479640"/>
                </a:lnTo>
                <a:lnTo>
                  <a:pt x="882269" y="194310"/>
                </a:lnTo>
                <a:lnTo>
                  <a:pt x="1070876" y="194310"/>
                </a:lnTo>
                <a:lnTo>
                  <a:pt x="1070876" y="479640"/>
                </a:lnTo>
                <a:lnTo>
                  <a:pt x="1336421" y="479640"/>
                </a:lnTo>
                <a:lnTo>
                  <a:pt x="1336421" y="194310"/>
                </a:lnTo>
                <a:lnTo>
                  <a:pt x="1336421" y="75133"/>
                </a:lnTo>
                <a:lnTo>
                  <a:pt x="1384046" y="75133"/>
                </a:lnTo>
                <a:lnTo>
                  <a:pt x="1384046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0" name="object 290" descr=""/>
          <p:cNvSpPr/>
          <p:nvPr/>
        </p:nvSpPr>
        <p:spPr>
          <a:xfrm>
            <a:off x="16057855" y="8213870"/>
            <a:ext cx="1755775" cy="770890"/>
          </a:xfrm>
          <a:custGeom>
            <a:avLst/>
            <a:gdLst/>
            <a:ahLst/>
            <a:cxnLst/>
            <a:rect l="l" t="t" r="r" b="b"/>
            <a:pathLst>
              <a:path w="1755775" h="770890">
                <a:moveTo>
                  <a:pt x="1755330" y="0"/>
                </a:moveTo>
                <a:lnTo>
                  <a:pt x="1717027" y="0"/>
                </a:lnTo>
                <a:lnTo>
                  <a:pt x="1035964" y="676363"/>
                </a:lnTo>
                <a:lnTo>
                  <a:pt x="1035964" y="692823"/>
                </a:lnTo>
                <a:lnTo>
                  <a:pt x="815860" y="692823"/>
                </a:lnTo>
                <a:lnTo>
                  <a:pt x="1418526" y="94449"/>
                </a:lnTo>
                <a:lnTo>
                  <a:pt x="1418526" y="0"/>
                </a:lnTo>
                <a:lnTo>
                  <a:pt x="1380210" y="0"/>
                </a:lnTo>
                <a:lnTo>
                  <a:pt x="699160" y="676363"/>
                </a:lnTo>
                <a:lnTo>
                  <a:pt x="699160" y="692823"/>
                </a:lnTo>
                <a:lnTo>
                  <a:pt x="466280" y="692823"/>
                </a:lnTo>
                <a:lnTo>
                  <a:pt x="1068946" y="94449"/>
                </a:lnTo>
                <a:lnTo>
                  <a:pt x="1068946" y="0"/>
                </a:lnTo>
                <a:lnTo>
                  <a:pt x="1030630" y="0"/>
                </a:lnTo>
                <a:lnTo>
                  <a:pt x="349580" y="676363"/>
                </a:lnTo>
                <a:lnTo>
                  <a:pt x="349580" y="692823"/>
                </a:lnTo>
                <a:lnTo>
                  <a:pt x="116700" y="692823"/>
                </a:lnTo>
                <a:lnTo>
                  <a:pt x="719378" y="94449"/>
                </a:lnTo>
                <a:lnTo>
                  <a:pt x="719378" y="0"/>
                </a:lnTo>
                <a:lnTo>
                  <a:pt x="681062" y="0"/>
                </a:lnTo>
                <a:lnTo>
                  <a:pt x="0" y="676363"/>
                </a:lnTo>
                <a:lnTo>
                  <a:pt x="0" y="770674"/>
                </a:lnTo>
                <a:lnTo>
                  <a:pt x="6007" y="770674"/>
                </a:lnTo>
                <a:lnTo>
                  <a:pt x="38303" y="770674"/>
                </a:lnTo>
                <a:lnTo>
                  <a:pt x="1309052" y="770674"/>
                </a:lnTo>
                <a:lnTo>
                  <a:pt x="1309052" y="769518"/>
                </a:lnTo>
                <a:lnTo>
                  <a:pt x="1360652" y="769518"/>
                </a:lnTo>
                <a:lnTo>
                  <a:pt x="1360652" y="770674"/>
                </a:lnTo>
                <a:lnTo>
                  <a:pt x="1376870" y="770674"/>
                </a:lnTo>
                <a:lnTo>
                  <a:pt x="1376870" y="769518"/>
                </a:lnTo>
                <a:lnTo>
                  <a:pt x="1376870" y="692823"/>
                </a:lnTo>
                <a:lnTo>
                  <a:pt x="1152664" y="692823"/>
                </a:lnTo>
                <a:lnTo>
                  <a:pt x="1755330" y="94449"/>
                </a:lnTo>
                <a:lnTo>
                  <a:pt x="1755330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1" name="object 291" descr=""/>
          <p:cNvGrpSpPr/>
          <p:nvPr/>
        </p:nvGrpSpPr>
        <p:grpSpPr>
          <a:xfrm>
            <a:off x="16109153" y="9118424"/>
            <a:ext cx="2364740" cy="730885"/>
            <a:chOff x="16109153" y="9118424"/>
            <a:chExt cx="2364740" cy="730885"/>
          </a:xfrm>
        </p:grpSpPr>
        <p:sp>
          <p:nvSpPr>
            <p:cNvPr id="292" name="object 292" descr=""/>
            <p:cNvSpPr/>
            <p:nvPr/>
          </p:nvSpPr>
          <p:spPr>
            <a:xfrm>
              <a:off x="16109153" y="9737316"/>
              <a:ext cx="1257935" cy="111760"/>
            </a:xfrm>
            <a:custGeom>
              <a:avLst/>
              <a:gdLst/>
              <a:ahLst/>
              <a:cxnLst/>
              <a:rect l="l" t="t" r="r" b="b"/>
              <a:pathLst>
                <a:path w="1257934" h="111759">
                  <a:moveTo>
                    <a:pt x="1257762" y="0"/>
                  </a:moveTo>
                  <a:lnTo>
                    <a:pt x="0" y="0"/>
                  </a:lnTo>
                  <a:lnTo>
                    <a:pt x="0" y="111766"/>
                  </a:lnTo>
                  <a:lnTo>
                    <a:pt x="1257762" y="111766"/>
                  </a:lnTo>
                  <a:lnTo>
                    <a:pt x="125776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16682528" y="9118424"/>
              <a:ext cx="50165" cy="730885"/>
            </a:xfrm>
            <a:custGeom>
              <a:avLst/>
              <a:gdLst/>
              <a:ahLst/>
              <a:cxnLst/>
              <a:rect l="l" t="t" r="r" b="b"/>
              <a:pathLst>
                <a:path w="50165" h="730884">
                  <a:moveTo>
                    <a:pt x="50008" y="0"/>
                  </a:moveTo>
                  <a:lnTo>
                    <a:pt x="0" y="0"/>
                  </a:lnTo>
                  <a:lnTo>
                    <a:pt x="0" y="730658"/>
                  </a:lnTo>
                  <a:lnTo>
                    <a:pt x="50008" y="730658"/>
                  </a:lnTo>
                  <a:lnTo>
                    <a:pt x="50008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16682528" y="9118424"/>
              <a:ext cx="17780" cy="730885"/>
            </a:xfrm>
            <a:custGeom>
              <a:avLst/>
              <a:gdLst/>
              <a:ahLst/>
              <a:cxnLst/>
              <a:rect l="l" t="t" r="r" b="b"/>
              <a:pathLst>
                <a:path w="17780" h="730884">
                  <a:moveTo>
                    <a:pt x="17549" y="0"/>
                  </a:moveTo>
                  <a:lnTo>
                    <a:pt x="0" y="0"/>
                  </a:lnTo>
                  <a:lnTo>
                    <a:pt x="0" y="730658"/>
                  </a:lnTo>
                  <a:lnTo>
                    <a:pt x="17549" y="730658"/>
                  </a:lnTo>
                  <a:lnTo>
                    <a:pt x="17549" y="0"/>
                  </a:lnTo>
                  <a:close/>
                </a:path>
              </a:pathLst>
            </a:custGeom>
            <a:solidFill>
              <a:srgbClr val="9B9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16901715" y="9118434"/>
              <a:ext cx="50165" cy="730885"/>
            </a:xfrm>
            <a:custGeom>
              <a:avLst/>
              <a:gdLst/>
              <a:ahLst/>
              <a:cxnLst/>
              <a:rect l="l" t="t" r="r" b="b"/>
              <a:pathLst>
                <a:path w="50165" h="730884">
                  <a:moveTo>
                    <a:pt x="50008" y="0"/>
                  </a:moveTo>
                  <a:lnTo>
                    <a:pt x="0" y="0"/>
                  </a:lnTo>
                  <a:lnTo>
                    <a:pt x="0" y="730658"/>
                  </a:lnTo>
                  <a:lnTo>
                    <a:pt x="50008" y="730658"/>
                  </a:lnTo>
                  <a:lnTo>
                    <a:pt x="50008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16901715" y="9118434"/>
              <a:ext cx="17780" cy="730885"/>
            </a:xfrm>
            <a:custGeom>
              <a:avLst/>
              <a:gdLst/>
              <a:ahLst/>
              <a:cxnLst/>
              <a:rect l="l" t="t" r="r" b="b"/>
              <a:pathLst>
                <a:path w="17780" h="730884">
                  <a:moveTo>
                    <a:pt x="17549" y="0"/>
                  </a:moveTo>
                  <a:lnTo>
                    <a:pt x="0" y="0"/>
                  </a:lnTo>
                  <a:lnTo>
                    <a:pt x="0" y="730658"/>
                  </a:lnTo>
                  <a:lnTo>
                    <a:pt x="17549" y="730658"/>
                  </a:lnTo>
                  <a:lnTo>
                    <a:pt x="17549" y="0"/>
                  </a:lnTo>
                  <a:close/>
                </a:path>
              </a:pathLst>
            </a:custGeom>
            <a:solidFill>
              <a:srgbClr val="9B9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16919270" y="9737324"/>
              <a:ext cx="328930" cy="111760"/>
            </a:xfrm>
            <a:custGeom>
              <a:avLst/>
              <a:gdLst/>
              <a:ahLst/>
              <a:cxnLst/>
              <a:rect l="l" t="t" r="r" b="b"/>
              <a:pathLst>
                <a:path w="328930" h="111759">
                  <a:moveTo>
                    <a:pt x="328828" y="0"/>
                  </a:moveTo>
                  <a:lnTo>
                    <a:pt x="74485" y="0"/>
                  </a:lnTo>
                  <a:lnTo>
                    <a:pt x="74485" y="36830"/>
                  </a:lnTo>
                  <a:lnTo>
                    <a:pt x="37236" y="36830"/>
                  </a:lnTo>
                  <a:lnTo>
                    <a:pt x="37236" y="74930"/>
                  </a:lnTo>
                  <a:lnTo>
                    <a:pt x="0" y="74930"/>
                  </a:lnTo>
                  <a:lnTo>
                    <a:pt x="0" y="111760"/>
                  </a:lnTo>
                  <a:lnTo>
                    <a:pt x="328828" y="111760"/>
                  </a:lnTo>
                  <a:lnTo>
                    <a:pt x="328828" y="74930"/>
                  </a:lnTo>
                  <a:lnTo>
                    <a:pt x="328828" y="36830"/>
                  </a:lnTo>
                  <a:lnTo>
                    <a:pt x="32882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17143768" y="9737350"/>
              <a:ext cx="111760" cy="111760"/>
            </a:xfrm>
            <a:custGeom>
              <a:avLst/>
              <a:gdLst/>
              <a:ahLst/>
              <a:cxnLst/>
              <a:rect l="l" t="t" r="r" b="b"/>
              <a:pathLst>
                <a:path w="111759" h="111759">
                  <a:moveTo>
                    <a:pt x="111734" y="0"/>
                  </a:moveTo>
                  <a:lnTo>
                    <a:pt x="74485" y="0"/>
                  </a:lnTo>
                  <a:lnTo>
                    <a:pt x="74485" y="36830"/>
                  </a:lnTo>
                  <a:lnTo>
                    <a:pt x="37236" y="36830"/>
                  </a:lnTo>
                  <a:lnTo>
                    <a:pt x="37236" y="74930"/>
                  </a:lnTo>
                  <a:lnTo>
                    <a:pt x="0" y="74930"/>
                  </a:lnTo>
                  <a:lnTo>
                    <a:pt x="0" y="111760"/>
                  </a:lnTo>
                  <a:lnTo>
                    <a:pt x="111734" y="111760"/>
                  </a:lnTo>
                  <a:lnTo>
                    <a:pt x="111734" y="74930"/>
                  </a:lnTo>
                  <a:lnTo>
                    <a:pt x="111734" y="36830"/>
                  </a:lnTo>
                  <a:lnTo>
                    <a:pt x="111734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17366905" y="9737316"/>
              <a:ext cx="1106805" cy="111760"/>
            </a:xfrm>
            <a:custGeom>
              <a:avLst/>
              <a:gdLst/>
              <a:ahLst/>
              <a:cxnLst/>
              <a:rect l="l" t="t" r="r" b="b"/>
              <a:pathLst>
                <a:path w="1106805" h="111759">
                  <a:moveTo>
                    <a:pt x="1106783" y="0"/>
                  </a:moveTo>
                  <a:lnTo>
                    <a:pt x="0" y="0"/>
                  </a:lnTo>
                  <a:lnTo>
                    <a:pt x="0" y="111766"/>
                  </a:lnTo>
                  <a:lnTo>
                    <a:pt x="1106783" y="111766"/>
                  </a:lnTo>
                  <a:lnTo>
                    <a:pt x="1106783" y="0"/>
                  </a:lnTo>
                  <a:close/>
                </a:path>
              </a:pathLst>
            </a:custGeom>
            <a:solidFill>
              <a:srgbClr val="D9F0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0" name="object 300" descr=""/>
          <p:cNvSpPr/>
          <p:nvPr/>
        </p:nvSpPr>
        <p:spPr>
          <a:xfrm>
            <a:off x="17366894" y="8905530"/>
            <a:ext cx="331470" cy="78105"/>
          </a:xfrm>
          <a:custGeom>
            <a:avLst/>
            <a:gdLst/>
            <a:ahLst/>
            <a:cxnLst/>
            <a:rect l="l" t="t" r="r" b="b"/>
            <a:pathLst>
              <a:path w="331469" h="78104">
                <a:moveTo>
                  <a:pt x="0" y="77851"/>
                </a:moveTo>
                <a:lnTo>
                  <a:pt x="331382" y="77851"/>
                </a:lnTo>
                <a:lnTo>
                  <a:pt x="331382" y="0"/>
                </a:lnTo>
                <a:lnTo>
                  <a:pt x="0" y="0"/>
                </a:lnTo>
                <a:lnTo>
                  <a:pt x="0" y="77851"/>
                </a:lnTo>
                <a:close/>
              </a:path>
            </a:pathLst>
          </a:custGeom>
          <a:solidFill>
            <a:srgbClr val="9B9E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1" name="object 301" descr=""/>
          <p:cNvSpPr/>
          <p:nvPr/>
        </p:nvSpPr>
        <p:spPr>
          <a:xfrm>
            <a:off x="17768673" y="8905530"/>
            <a:ext cx="282575" cy="78105"/>
          </a:xfrm>
          <a:custGeom>
            <a:avLst/>
            <a:gdLst/>
            <a:ahLst/>
            <a:cxnLst/>
            <a:rect l="l" t="t" r="r" b="b"/>
            <a:pathLst>
              <a:path w="282575" h="78104">
                <a:moveTo>
                  <a:pt x="0" y="77851"/>
                </a:moveTo>
                <a:lnTo>
                  <a:pt x="282117" y="77851"/>
                </a:lnTo>
                <a:lnTo>
                  <a:pt x="282117" y="0"/>
                </a:lnTo>
                <a:lnTo>
                  <a:pt x="0" y="0"/>
                </a:lnTo>
                <a:lnTo>
                  <a:pt x="0" y="77851"/>
                </a:lnTo>
                <a:close/>
              </a:path>
            </a:pathLst>
          </a:custGeom>
          <a:solidFill>
            <a:srgbClr val="9B9E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2" name="object 302" descr=""/>
          <p:cNvSpPr/>
          <p:nvPr/>
        </p:nvSpPr>
        <p:spPr>
          <a:xfrm>
            <a:off x="18121186" y="8905530"/>
            <a:ext cx="282575" cy="78105"/>
          </a:xfrm>
          <a:custGeom>
            <a:avLst/>
            <a:gdLst/>
            <a:ahLst/>
            <a:cxnLst/>
            <a:rect l="l" t="t" r="r" b="b"/>
            <a:pathLst>
              <a:path w="282575" h="78104">
                <a:moveTo>
                  <a:pt x="0" y="77851"/>
                </a:moveTo>
                <a:lnTo>
                  <a:pt x="282117" y="77851"/>
                </a:lnTo>
                <a:lnTo>
                  <a:pt x="282117" y="0"/>
                </a:lnTo>
                <a:lnTo>
                  <a:pt x="0" y="0"/>
                </a:lnTo>
                <a:lnTo>
                  <a:pt x="0" y="77851"/>
                </a:lnTo>
                <a:close/>
              </a:path>
            </a:pathLst>
          </a:custGeom>
          <a:solidFill>
            <a:srgbClr val="9B9E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3" name="object 303" descr=""/>
          <p:cNvSpPr/>
          <p:nvPr/>
        </p:nvSpPr>
        <p:spPr>
          <a:xfrm>
            <a:off x="18473698" y="8905530"/>
            <a:ext cx="4445" cy="78105"/>
          </a:xfrm>
          <a:custGeom>
            <a:avLst/>
            <a:gdLst/>
            <a:ahLst/>
            <a:cxnLst/>
            <a:rect l="l" t="t" r="r" b="b"/>
            <a:pathLst>
              <a:path w="4444" h="78104">
                <a:moveTo>
                  <a:pt x="0" y="77851"/>
                </a:moveTo>
                <a:lnTo>
                  <a:pt x="4177" y="77851"/>
                </a:lnTo>
                <a:lnTo>
                  <a:pt x="4177" y="0"/>
                </a:lnTo>
                <a:lnTo>
                  <a:pt x="0" y="0"/>
                </a:lnTo>
                <a:lnTo>
                  <a:pt x="0" y="77851"/>
                </a:lnTo>
                <a:close/>
              </a:path>
            </a:pathLst>
          </a:custGeom>
          <a:solidFill>
            <a:srgbClr val="9B9E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4" name="object 304" descr=""/>
          <p:cNvSpPr/>
          <p:nvPr/>
        </p:nvSpPr>
        <p:spPr>
          <a:xfrm>
            <a:off x="17366905" y="9633936"/>
            <a:ext cx="389255" cy="48895"/>
          </a:xfrm>
          <a:custGeom>
            <a:avLst/>
            <a:gdLst/>
            <a:ahLst/>
            <a:cxnLst/>
            <a:rect l="l" t="t" r="r" b="b"/>
            <a:pathLst>
              <a:path w="389255" h="48895">
                <a:moveTo>
                  <a:pt x="0" y="48857"/>
                </a:moveTo>
                <a:lnTo>
                  <a:pt x="388930" y="48857"/>
                </a:lnTo>
                <a:lnTo>
                  <a:pt x="388930" y="0"/>
                </a:lnTo>
                <a:lnTo>
                  <a:pt x="0" y="0"/>
                </a:lnTo>
                <a:lnTo>
                  <a:pt x="0" y="48857"/>
                </a:lnTo>
                <a:close/>
              </a:path>
            </a:pathLst>
          </a:custGeom>
          <a:solidFill>
            <a:srgbClr val="9B9E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5" name="object 305" descr=""/>
          <p:cNvSpPr/>
          <p:nvPr/>
        </p:nvSpPr>
        <p:spPr>
          <a:xfrm>
            <a:off x="17698277" y="8905530"/>
            <a:ext cx="70485" cy="78105"/>
          </a:xfrm>
          <a:custGeom>
            <a:avLst/>
            <a:gdLst/>
            <a:ahLst/>
            <a:cxnLst/>
            <a:rect l="l" t="t" r="r" b="b"/>
            <a:pathLst>
              <a:path w="70484" h="78104">
                <a:moveTo>
                  <a:pt x="70395" y="0"/>
                </a:moveTo>
                <a:lnTo>
                  <a:pt x="0" y="0"/>
                </a:lnTo>
                <a:lnTo>
                  <a:pt x="0" y="77851"/>
                </a:lnTo>
                <a:lnTo>
                  <a:pt x="70395" y="77851"/>
                </a:lnTo>
                <a:lnTo>
                  <a:pt x="70395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6" name="object 306" descr=""/>
          <p:cNvSpPr/>
          <p:nvPr/>
        </p:nvSpPr>
        <p:spPr>
          <a:xfrm>
            <a:off x="18050791" y="8905530"/>
            <a:ext cx="70485" cy="78105"/>
          </a:xfrm>
          <a:custGeom>
            <a:avLst/>
            <a:gdLst/>
            <a:ahLst/>
            <a:cxnLst/>
            <a:rect l="l" t="t" r="r" b="b"/>
            <a:pathLst>
              <a:path w="70484" h="78104">
                <a:moveTo>
                  <a:pt x="70395" y="0"/>
                </a:moveTo>
                <a:lnTo>
                  <a:pt x="0" y="0"/>
                </a:lnTo>
                <a:lnTo>
                  <a:pt x="0" y="77851"/>
                </a:lnTo>
                <a:lnTo>
                  <a:pt x="70395" y="77851"/>
                </a:lnTo>
                <a:lnTo>
                  <a:pt x="70395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object 307" descr=""/>
          <p:cNvSpPr/>
          <p:nvPr/>
        </p:nvSpPr>
        <p:spPr>
          <a:xfrm>
            <a:off x="18403303" y="8905530"/>
            <a:ext cx="70485" cy="78105"/>
          </a:xfrm>
          <a:custGeom>
            <a:avLst/>
            <a:gdLst/>
            <a:ahLst/>
            <a:cxnLst/>
            <a:rect l="l" t="t" r="r" b="b"/>
            <a:pathLst>
              <a:path w="70484" h="78104">
                <a:moveTo>
                  <a:pt x="70395" y="0"/>
                </a:moveTo>
                <a:lnTo>
                  <a:pt x="0" y="0"/>
                </a:lnTo>
                <a:lnTo>
                  <a:pt x="0" y="77851"/>
                </a:lnTo>
                <a:lnTo>
                  <a:pt x="70395" y="77851"/>
                </a:lnTo>
                <a:lnTo>
                  <a:pt x="70395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8" name="object 308" descr=""/>
          <p:cNvSpPr/>
          <p:nvPr/>
        </p:nvSpPr>
        <p:spPr>
          <a:xfrm>
            <a:off x="17366894" y="8917142"/>
            <a:ext cx="52705" cy="66675"/>
          </a:xfrm>
          <a:custGeom>
            <a:avLst/>
            <a:gdLst/>
            <a:ahLst/>
            <a:cxnLst/>
            <a:rect l="l" t="t" r="r" b="b"/>
            <a:pathLst>
              <a:path w="52705" h="66675">
                <a:moveTo>
                  <a:pt x="52197" y="0"/>
                </a:moveTo>
                <a:lnTo>
                  <a:pt x="0" y="0"/>
                </a:lnTo>
                <a:lnTo>
                  <a:pt x="0" y="66238"/>
                </a:lnTo>
                <a:lnTo>
                  <a:pt x="52197" y="66238"/>
                </a:lnTo>
                <a:lnTo>
                  <a:pt x="52197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9" name="object 309" descr=""/>
          <p:cNvGrpSpPr/>
          <p:nvPr/>
        </p:nvGrpSpPr>
        <p:grpSpPr>
          <a:xfrm>
            <a:off x="16644853" y="8213871"/>
            <a:ext cx="1861820" cy="770890"/>
            <a:chOff x="16644853" y="8213871"/>
            <a:chExt cx="1861820" cy="770890"/>
          </a:xfrm>
        </p:grpSpPr>
        <p:sp>
          <p:nvSpPr>
            <p:cNvPr id="310" name="object 310" descr=""/>
            <p:cNvSpPr/>
            <p:nvPr/>
          </p:nvSpPr>
          <p:spPr>
            <a:xfrm>
              <a:off x="16644853" y="8213875"/>
              <a:ext cx="51435" cy="93345"/>
            </a:xfrm>
            <a:custGeom>
              <a:avLst/>
              <a:gdLst/>
              <a:ahLst/>
              <a:cxnLst/>
              <a:rect l="l" t="t" r="r" b="b"/>
              <a:pathLst>
                <a:path w="51434" h="93345">
                  <a:moveTo>
                    <a:pt x="0" y="92950"/>
                  </a:moveTo>
                  <a:lnTo>
                    <a:pt x="51087" y="92950"/>
                  </a:lnTo>
                  <a:lnTo>
                    <a:pt x="51087" y="0"/>
                  </a:lnTo>
                  <a:lnTo>
                    <a:pt x="0" y="0"/>
                  </a:lnTo>
                  <a:lnTo>
                    <a:pt x="0" y="92950"/>
                  </a:lnTo>
                  <a:close/>
                </a:path>
              </a:pathLst>
            </a:custGeom>
            <a:solidFill>
              <a:srgbClr val="BABB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16695941" y="8213875"/>
              <a:ext cx="1111250" cy="93345"/>
            </a:xfrm>
            <a:custGeom>
              <a:avLst/>
              <a:gdLst/>
              <a:ahLst/>
              <a:cxnLst/>
              <a:rect l="l" t="t" r="r" b="b"/>
              <a:pathLst>
                <a:path w="1111250" h="93345">
                  <a:moveTo>
                    <a:pt x="1110981" y="0"/>
                  </a:moveTo>
                  <a:lnTo>
                    <a:pt x="0" y="0"/>
                  </a:lnTo>
                  <a:lnTo>
                    <a:pt x="0" y="92950"/>
                  </a:lnTo>
                  <a:lnTo>
                    <a:pt x="1110981" y="92950"/>
                  </a:lnTo>
                  <a:lnTo>
                    <a:pt x="1110981" y="0"/>
                  </a:lnTo>
                  <a:close/>
                </a:path>
              </a:pathLst>
            </a:custGeom>
            <a:solidFill>
              <a:srgbClr val="9B9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16738025" y="8213871"/>
              <a:ext cx="719455" cy="770890"/>
            </a:xfrm>
            <a:custGeom>
              <a:avLst/>
              <a:gdLst/>
              <a:ahLst/>
              <a:cxnLst/>
              <a:rect l="l" t="t" r="r" b="b"/>
              <a:pathLst>
                <a:path w="719455" h="770890">
                  <a:moveTo>
                    <a:pt x="38312" y="0"/>
                  </a:moveTo>
                  <a:lnTo>
                    <a:pt x="0" y="0"/>
                  </a:lnTo>
                  <a:lnTo>
                    <a:pt x="38312" y="94447"/>
                  </a:lnTo>
                  <a:lnTo>
                    <a:pt x="719381" y="770667"/>
                  </a:lnTo>
                  <a:lnTo>
                    <a:pt x="719381" y="676356"/>
                  </a:lnTo>
                  <a:lnTo>
                    <a:pt x="38312" y="0"/>
                  </a:lnTo>
                  <a:close/>
                </a:path>
              </a:pathLst>
            </a:custGeom>
            <a:solidFill>
              <a:srgbClr val="BABB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16738029" y="8213871"/>
              <a:ext cx="681355" cy="770890"/>
            </a:xfrm>
            <a:custGeom>
              <a:avLst/>
              <a:gdLst/>
              <a:ahLst/>
              <a:cxnLst/>
              <a:rect l="l" t="t" r="r" b="b"/>
              <a:pathLst>
                <a:path w="681355" h="770890">
                  <a:moveTo>
                    <a:pt x="0" y="0"/>
                  </a:moveTo>
                  <a:lnTo>
                    <a:pt x="0" y="94447"/>
                  </a:lnTo>
                  <a:lnTo>
                    <a:pt x="681068" y="770667"/>
                  </a:lnTo>
                  <a:lnTo>
                    <a:pt x="681068" y="676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9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17419091" y="8890232"/>
              <a:ext cx="38735" cy="94615"/>
            </a:xfrm>
            <a:custGeom>
              <a:avLst/>
              <a:gdLst/>
              <a:ahLst/>
              <a:cxnLst/>
              <a:rect l="l" t="t" r="r" b="b"/>
              <a:pathLst>
                <a:path w="38734" h="94615">
                  <a:moveTo>
                    <a:pt x="38312" y="0"/>
                  </a:moveTo>
                  <a:lnTo>
                    <a:pt x="0" y="0"/>
                  </a:lnTo>
                  <a:lnTo>
                    <a:pt x="0" y="94300"/>
                  </a:lnTo>
                  <a:lnTo>
                    <a:pt x="38312" y="94300"/>
                  </a:lnTo>
                  <a:lnTo>
                    <a:pt x="38312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17087602" y="8213871"/>
              <a:ext cx="719455" cy="770890"/>
            </a:xfrm>
            <a:custGeom>
              <a:avLst/>
              <a:gdLst/>
              <a:ahLst/>
              <a:cxnLst/>
              <a:rect l="l" t="t" r="r" b="b"/>
              <a:pathLst>
                <a:path w="719455" h="770890">
                  <a:moveTo>
                    <a:pt x="38312" y="0"/>
                  </a:moveTo>
                  <a:lnTo>
                    <a:pt x="0" y="0"/>
                  </a:lnTo>
                  <a:lnTo>
                    <a:pt x="38312" y="94447"/>
                  </a:lnTo>
                  <a:lnTo>
                    <a:pt x="719370" y="770667"/>
                  </a:lnTo>
                  <a:lnTo>
                    <a:pt x="719370" y="676356"/>
                  </a:lnTo>
                  <a:lnTo>
                    <a:pt x="38312" y="0"/>
                  </a:lnTo>
                  <a:close/>
                </a:path>
              </a:pathLst>
            </a:custGeom>
            <a:solidFill>
              <a:srgbClr val="BABB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17087605" y="8213871"/>
              <a:ext cx="681355" cy="770890"/>
            </a:xfrm>
            <a:custGeom>
              <a:avLst/>
              <a:gdLst/>
              <a:ahLst/>
              <a:cxnLst/>
              <a:rect l="l" t="t" r="r" b="b"/>
              <a:pathLst>
                <a:path w="681355" h="770890">
                  <a:moveTo>
                    <a:pt x="0" y="0"/>
                  </a:moveTo>
                  <a:lnTo>
                    <a:pt x="0" y="94447"/>
                  </a:lnTo>
                  <a:lnTo>
                    <a:pt x="681057" y="770667"/>
                  </a:lnTo>
                  <a:lnTo>
                    <a:pt x="681057" y="676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9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7768662" y="8890232"/>
              <a:ext cx="38735" cy="94615"/>
            </a:xfrm>
            <a:custGeom>
              <a:avLst/>
              <a:gdLst/>
              <a:ahLst/>
              <a:cxnLst/>
              <a:rect l="l" t="t" r="r" b="b"/>
              <a:pathLst>
                <a:path w="38734" h="94615">
                  <a:moveTo>
                    <a:pt x="38312" y="0"/>
                  </a:moveTo>
                  <a:lnTo>
                    <a:pt x="0" y="0"/>
                  </a:lnTo>
                  <a:lnTo>
                    <a:pt x="0" y="94300"/>
                  </a:lnTo>
                  <a:lnTo>
                    <a:pt x="38312" y="94300"/>
                  </a:lnTo>
                  <a:lnTo>
                    <a:pt x="38312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17437179" y="8213871"/>
              <a:ext cx="719455" cy="770890"/>
            </a:xfrm>
            <a:custGeom>
              <a:avLst/>
              <a:gdLst/>
              <a:ahLst/>
              <a:cxnLst/>
              <a:rect l="l" t="t" r="r" b="b"/>
              <a:pathLst>
                <a:path w="719455" h="770890">
                  <a:moveTo>
                    <a:pt x="38312" y="0"/>
                  </a:moveTo>
                  <a:lnTo>
                    <a:pt x="0" y="0"/>
                  </a:lnTo>
                  <a:lnTo>
                    <a:pt x="38312" y="94447"/>
                  </a:lnTo>
                  <a:lnTo>
                    <a:pt x="719370" y="770667"/>
                  </a:lnTo>
                  <a:lnTo>
                    <a:pt x="719370" y="676356"/>
                  </a:lnTo>
                  <a:lnTo>
                    <a:pt x="38312" y="0"/>
                  </a:lnTo>
                  <a:close/>
                </a:path>
              </a:pathLst>
            </a:custGeom>
            <a:solidFill>
              <a:srgbClr val="BABB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17437183" y="8213871"/>
              <a:ext cx="681355" cy="770890"/>
            </a:xfrm>
            <a:custGeom>
              <a:avLst/>
              <a:gdLst/>
              <a:ahLst/>
              <a:cxnLst/>
              <a:rect l="l" t="t" r="r" b="b"/>
              <a:pathLst>
                <a:path w="681355" h="770890">
                  <a:moveTo>
                    <a:pt x="0" y="0"/>
                  </a:moveTo>
                  <a:lnTo>
                    <a:pt x="0" y="94447"/>
                  </a:lnTo>
                  <a:lnTo>
                    <a:pt x="681057" y="770667"/>
                  </a:lnTo>
                  <a:lnTo>
                    <a:pt x="681057" y="676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9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18118243" y="8890232"/>
              <a:ext cx="38735" cy="94615"/>
            </a:xfrm>
            <a:custGeom>
              <a:avLst/>
              <a:gdLst/>
              <a:ahLst/>
              <a:cxnLst/>
              <a:rect l="l" t="t" r="r" b="b"/>
              <a:pathLst>
                <a:path w="38734" h="94615">
                  <a:moveTo>
                    <a:pt x="38312" y="0"/>
                  </a:moveTo>
                  <a:lnTo>
                    <a:pt x="0" y="0"/>
                  </a:lnTo>
                  <a:lnTo>
                    <a:pt x="0" y="94300"/>
                  </a:lnTo>
                  <a:lnTo>
                    <a:pt x="38312" y="94300"/>
                  </a:lnTo>
                  <a:lnTo>
                    <a:pt x="38312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7786757" y="8213871"/>
              <a:ext cx="719455" cy="770890"/>
            </a:xfrm>
            <a:custGeom>
              <a:avLst/>
              <a:gdLst/>
              <a:ahLst/>
              <a:cxnLst/>
              <a:rect l="l" t="t" r="r" b="b"/>
              <a:pathLst>
                <a:path w="719455" h="770890">
                  <a:moveTo>
                    <a:pt x="38312" y="0"/>
                  </a:moveTo>
                  <a:lnTo>
                    <a:pt x="0" y="0"/>
                  </a:lnTo>
                  <a:lnTo>
                    <a:pt x="38312" y="94447"/>
                  </a:lnTo>
                  <a:lnTo>
                    <a:pt x="719370" y="770667"/>
                  </a:lnTo>
                  <a:lnTo>
                    <a:pt x="719370" y="676356"/>
                  </a:lnTo>
                  <a:lnTo>
                    <a:pt x="38312" y="0"/>
                  </a:lnTo>
                  <a:close/>
                </a:path>
              </a:pathLst>
            </a:custGeom>
            <a:solidFill>
              <a:srgbClr val="BABB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17786760" y="8213871"/>
              <a:ext cx="681355" cy="770890"/>
            </a:xfrm>
            <a:custGeom>
              <a:avLst/>
              <a:gdLst/>
              <a:ahLst/>
              <a:cxnLst/>
              <a:rect l="l" t="t" r="r" b="b"/>
              <a:pathLst>
                <a:path w="681355" h="770890">
                  <a:moveTo>
                    <a:pt x="0" y="0"/>
                  </a:moveTo>
                  <a:lnTo>
                    <a:pt x="0" y="94447"/>
                  </a:lnTo>
                  <a:lnTo>
                    <a:pt x="681057" y="770667"/>
                  </a:lnTo>
                  <a:lnTo>
                    <a:pt x="681057" y="676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9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18467819" y="8890234"/>
              <a:ext cx="38735" cy="94615"/>
            </a:xfrm>
            <a:custGeom>
              <a:avLst/>
              <a:gdLst/>
              <a:ahLst/>
              <a:cxnLst/>
              <a:rect l="l" t="t" r="r" b="b"/>
              <a:pathLst>
                <a:path w="38734" h="94615">
                  <a:moveTo>
                    <a:pt x="38315" y="0"/>
                  </a:moveTo>
                  <a:lnTo>
                    <a:pt x="0" y="0"/>
                  </a:lnTo>
                  <a:lnTo>
                    <a:pt x="0" y="93154"/>
                  </a:lnTo>
                  <a:lnTo>
                    <a:pt x="0" y="94310"/>
                  </a:lnTo>
                  <a:lnTo>
                    <a:pt x="38315" y="94310"/>
                  </a:lnTo>
                  <a:lnTo>
                    <a:pt x="38315" y="93154"/>
                  </a:lnTo>
                  <a:lnTo>
                    <a:pt x="38315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4" name="object 324" descr=""/>
          <p:cNvSpPr/>
          <p:nvPr/>
        </p:nvSpPr>
        <p:spPr>
          <a:xfrm>
            <a:off x="17074945" y="9086655"/>
            <a:ext cx="292100" cy="32384"/>
          </a:xfrm>
          <a:custGeom>
            <a:avLst/>
            <a:gdLst/>
            <a:ahLst/>
            <a:cxnLst/>
            <a:rect l="l" t="t" r="r" b="b"/>
            <a:pathLst>
              <a:path w="292100" h="32384">
                <a:moveTo>
                  <a:pt x="291970" y="0"/>
                </a:moveTo>
                <a:lnTo>
                  <a:pt x="0" y="0"/>
                </a:lnTo>
                <a:lnTo>
                  <a:pt x="0" y="31779"/>
                </a:lnTo>
                <a:lnTo>
                  <a:pt x="291970" y="31779"/>
                </a:lnTo>
                <a:lnTo>
                  <a:pt x="291970" y="0"/>
                </a:lnTo>
                <a:close/>
              </a:path>
            </a:pathLst>
          </a:custGeom>
          <a:solidFill>
            <a:srgbClr val="9B9E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5" name="object 325" descr=""/>
          <p:cNvSpPr/>
          <p:nvPr/>
        </p:nvSpPr>
        <p:spPr>
          <a:xfrm>
            <a:off x="16659755" y="9086655"/>
            <a:ext cx="292100" cy="32384"/>
          </a:xfrm>
          <a:custGeom>
            <a:avLst/>
            <a:gdLst/>
            <a:ahLst/>
            <a:cxnLst/>
            <a:rect l="l" t="t" r="r" b="b"/>
            <a:pathLst>
              <a:path w="292100" h="32384">
                <a:moveTo>
                  <a:pt x="291970" y="0"/>
                </a:moveTo>
                <a:lnTo>
                  <a:pt x="0" y="0"/>
                </a:lnTo>
                <a:lnTo>
                  <a:pt x="0" y="31779"/>
                </a:lnTo>
                <a:lnTo>
                  <a:pt x="291970" y="31779"/>
                </a:lnTo>
                <a:lnTo>
                  <a:pt x="291970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6" name="object 326" descr=""/>
          <p:cNvSpPr/>
          <p:nvPr/>
        </p:nvSpPr>
        <p:spPr>
          <a:xfrm>
            <a:off x="17086422" y="908665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31999" y="0"/>
                </a:moveTo>
                <a:lnTo>
                  <a:pt x="0" y="0"/>
                </a:lnTo>
                <a:lnTo>
                  <a:pt x="0" y="31779"/>
                </a:lnTo>
                <a:lnTo>
                  <a:pt x="31999" y="31779"/>
                </a:lnTo>
                <a:lnTo>
                  <a:pt x="31999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7" name="object 327" descr=""/>
          <p:cNvSpPr/>
          <p:nvPr/>
        </p:nvSpPr>
        <p:spPr>
          <a:xfrm>
            <a:off x="17204931" y="908665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31999" y="0"/>
                </a:moveTo>
                <a:lnTo>
                  <a:pt x="0" y="0"/>
                </a:lnTo>
                <a:lnTo>
                  <a:pt x="0" y="31779"/>
                </a:lnTo>
                <a:lnTo>
                  <a:pt x="31999" y="31779"/>
                </a:lnTo>
                <a:lnTo>
                  <a:pt x="31999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8" name="object 328" descr=""/>
          <p:cNvSpPr/>
          <p:nvPr/>
        </p:nvSpPr>
        <p:spPr>
          <a:xfrm>
            <a:off x="17322006" y="908665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31999" y="0"/>
                </a:moveTo>
                <a:lnTo>
                  <a:pt x="0" y="0"/>
                </a:lnTo>
                <a:lnTo>
                  <a:pt x="0" y="31779"/>
                </a:lnTo>
                <a:lnTo>
                  <a:pt x="31999" y="31779"/>
                </a:lnTo>
                <a:lnTo>
                  <a:pt x="31999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9" name="object 329" descr=""/>
          <p:cNvSpPr/>
          <p:nvPr/>
        </p:nvSpPr>
        <p:spPr>
          <a:xfrm>
            <a:off x="17068485" y="9086644"/>
            <a:ext cx="12065" cy="32384"/>
          </a:xfrm>
          <a:custGeom>
            <a:avLst/>
            <a:gdLst/>
            <a:ahLst/>
            <a:cxnLst/>
            <a:rect l="l" t="t" r="r" b="b"/>
            <a:pathLst>
              <a:path w="12065" h="32384">
                <a:moveTo>
                  <a:pt x="11716" y="0"/>
                </a:moveTo>
                <a:lnTo>
                  <a:pt x="0" y="0"/>
                </a:lnTo>
                <a:lnTo>
                  <a:pt x="0" y="31779"/>
                </a:lnTo>
                <a:lnTo>
                  <a:pt x="11716" y="31779"/>
                </a:lnTo>
                <a:lnTo>
                  <a:pt x="11716" y="0"/>
                </a:lnTo>
                <a:close/>
              </a:path>
            </a:pathLst>
          </a:custGeom>
          <a:solidFill>
            <a:srgbClr val="BABBB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0" name="object 330" descr=""/>
          <p:cNvGrpSpPr/>
          <p:nvPr/>
        </p:nvGrpSpPr>
        <p:grpSpPr>
          <a:xfrm>
            <a:off x="16659761" y="8858756"/>
            <a:ext cx="758825" cy="990600"/>
            <a:chOff x="16659761" y="8858756"/>
            <a:chExt cx="758825" cy="990600"/>
          </a:xfrm>
        </p:grpSpPr>
        <p:sp>
          <p:nvSpPr>
            <p:cNvPr id="331" name="object 331" descr=""/>
            <p:cNvSpPr/>
            <p:nvPr/>
          </p:nvSpPr>
          <p:spPr>
            <a:xfrm>
              <a:off x="16659759" y="8858763"/>
              <a:ext cx="478155" cy="259715"/>
            </a:xfrm>
            <a:custGeom>
              <a:avLst/>
              <a:gdLst/>
              <a:ahLst/>
              <a:cxnLst/>
              <a:rect l="l" t="t" r="r" b="b"/>
              <a:pathLst>
                <a:path w="478155" h="259715">
                  <a:moveTo>
                    <a:pt x="242392" y="0"/>
                  </a:moveTo>
                  <a:lnTo>
                    <a:pt x="229476" y="0"/>
                  </a:lnTo>
                  <a:lnTo>
                    <a:pt x="0" y="227901"/>
                  </a:lnTo>
                  <a:lnTo>
                    <a:pt x="0" y="259676"/>
                  </a:lnTo>
                  <a:lnTo>
                    <a:pt x="12903" y="259676"/>
                  </a:lnTo>
                  <a:lnTo>
                    <a:pt x="242392" y="31826"/>
                  </a:lnTo>
                  <a:lnTo>
                    <a:pt x="242392" y="0"/>
                  </a:lnTo>
                  <a:close/>
                </a:path>
                <a:path w="478155" h="259715">
                  <a:moveTo>
                    <a:pt x="360172" y="0"/>
                  </a:moveTo>
                  <a:lnTo>
                    <a:pt x="347268" y="0"/>
                  </a:lnTo>
                  <a:lnTo>
                    <a:pt x="117779" y="227901"/>
                  </a:lnTo>
                  <a:lnTo>
                    <a:pt x="117779" y="259676"/>
                  </a:lnTo>
                  <a:lnTo>
                    <a:pt x="130695" y="259676"/>
                  </a:lnTo>
                  <a:lnTo>
                    <a:pt x="360172" y="31826"/>
                  </a:lnTo>
                  <a:lnTo>
                    <a:pt x="360172" y="0"/>
                  </a:lnTo>
                  <a:close/>
                </a:path>
                <a:path w="478155" h="259715">
                  <a:moveTo>
                    <a:pt x="477964" y="0"/>
                  </a:moveTo>
                  <a:lnTo>
                    <a:pt x="465061" y="0"/>
                  </a:lnTo>
                  <a:lnTo>
                    <a:pt x="235572" y="227901"/>
                  </a:lnTo>
                  <a:lnTo>
                    <a:pt x="235572" y="259676"/>
                  </a:lnTo>
                  <a:lnTo>
                    <a:pt x="248475" y="259676"/>
                  </a:lnTo>
                  <a:lnTo>
                    <a:pt x="477964" y="31826"/>
                  </a:lnTo>
                  <a:lnTo>
                    <a:pt x="477964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16857550" y="8858756"/>
              <a:ext cx="258445" cy="31750"/>
            </a:xfrm>
            <a:custGeom>
              <a:avLst/>
              <a:gdLst/>
              <a:ahLst/>
              <a:cxnLst/>
              <a:rect l="l" t="t" r="r" b="b"/>
              <a:pathLst>
                <a:path w="258444" h="31750">
                  <a:moveTo>
                    <a:pt x="258170" y="0"/>
                  </a:moveTo>
                  <a:lnTo>
                    <a:pt x="0" y="0"/>
                  </a:lnTo>
                  <a:lnTo>
                    <a:pt x="0" y="31318"/>
                  </a:lnTo>
                  <a:lnTo>
                    <a:pt x="258170" y="31318"/>
                  </a:lnTo>
                  <a:lnTo>
                    <a:pt x="258170" y="0"/>
                  </a:lnTo>
                  <a:close/>
                </a:path>
              </a:pathLst>
            </a:custGeom>
            <a:solidFill>
              <a:srgbClr val="BABB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16874753" y="8858756"/>
              <a:ext cx="258445" cy="31750"/>
            </a:xfrm>
            <a:custGeom>
              <a:avLst/>
              <a:gdLst/>
              <a:ahLst/>
              <a:cxnLst/>
              <a:rect l="l" t="t" r="r" b="b"/>
              <a:pathLst>
                <a:path w="258444" h="31750">
                  <a:moveTo>
                    <a:pt x="258170" y="0"/>
                  </a:moveTo>
                  <a:lnTo>
                    <a:pt x="0" y="0"/>
                  </a:lnTo>
                  <a:lnTo>
                    <a:pt x="0" y="31318"/>
                  </a:lnTo>
                  <a:lnTo>
                    <a:pt x="258170" y="31318"/>
                  </a:lnTo>
                  <a:lnTo>
                    <a:pt x="258170" y="0"/>
                  </a:lnTo>
                  <a:close/>
                </a:path>
              </a:pathLst>
            </a:custGeom>
            <a:solidFill>
              <a:srgbClr val="9B9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16888938" y="8858758"/>
              <a:ext cx="242570" cy="259715"/>
            </a:xfrm>
            <a:custGeom>
              <a:avLst/>
              <a:gdLst/>
              <a:ahLst/>
              <a:cxnLst/>
              <a:rect l="l" t="t" r="r" b="b"/>
              <a:pathLst>
                <a:path w="242569" h="259715">
                  <a:moveTo>
                    <a:pt x="12910" y="0"/>
                  </a:moveTo>
                  <a:lnTo>
                    <a:pt x="0" y="0"/>
                  </a:lnTo>
                  <a:lnTo>
                    <a:pt x="12910" y="31821"/>
                  </a:lnTo>
                  <a:lnTo>
                    <a:pt x="242390" y="259677"/>
                  </a:lnTo>
                  <a:lnTo>
                    <a:pt x="242390" y="227898"/>
                  </a:lnTo>
                  <a:lnTo>
                    <a:pt x="12910" y="0"/>
                  </a:lnTo>
                  <a:close/>
                </a:path>
              </a:pathLst>
            </a:custGeom>
            <a:solidFill>
              <a:srgbClr val="BABB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16888940" y="8858758"/>
              <a:ext cx="229870" cy="259715"/>
            </a:xfrm>
            <a:custGeom>
              <a:avLst/>
              <a:gdLst/>
              <a:ahLst/>
              <a:cxnLst/>
              <a:rect l="l" t="t" r="r" b="b"/>
              <a:pathLst>
                <a:path w="229869" h="259715">
                  <a:moveTo>
                    <a:pt x="0" y="0"/>
                  </a:moveTo>
                  <a:lnTo>
                    <a:pt x="0" y="31821"/>
                  </a:lnTo>
                  <a:lnTo>
                    <a:pt x="229479" y="259677"/>
                  </a:lnTo>
                  <a:lnTo>
                    <a:pt x="229479" y="2278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9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17118421" y="9086655"/>
              <a:ext cx="13335" cy="32384"/>
            </a:xfrm>
            <a:custGeom>
              <a:avLst/>
              <a:gdLst/>
              <a:ahLst/>
              <a:cxnLst/>
              <a:rect l="l" t="t" r="r" b="b"/>
              <a:pathLst>
                <a:path w="13334" h="32384">
                  <a:moveTo>
                    <a:pt x="12910" y="0"/>
                  </a:moveTo>
                  <a:lnTo>
                    <a:pt x="0" y="0"/>
                  </a:lnTo>
                  <a:lnTo>
                    <a:pt x="0" y="31779"/>
                  </a:lnTo>
                  <a:lnTo>
                    <a:pt x="12910" y="31779"/>
                  </a:lnTo>
                  <a:lnTo>
                    <a:pt x="12910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17006727" y="8858758"/>
              <a:ext cx="242570" cy="259715"/>
            </a:xfrm>
            <a:custGeom>
              <a:avLst/>
              <a:gdLst/>
              <a:ahLst/>
              <a:cxnLst/>
              <a:rect l="l" t="t" r="r" b="b"/>
              <a:pathLst>
                <a:path w="242569" h="259715">
                  <a:moveTo>
                    <a:pt x="12910" y="0"/>
                  </a:moveTo>
                  <a:lnTo>
                    <a:pt x="0" y="0"/>
                  </a:lnTo>
                  <a:lnTo>
                    <a:pt x="12910" y="31821"/>
                  </a:lnTo>
                  <a:lnTo>
                    <a:pt x="242390" y="259677"/>
                  </a:lnTo>
                  <a:lnTo>
                    <a:pt x="242390" y="227898"/>
                  </a:lnTo>
                  <a:lnTo>
                    <a:pt x="12910" y="0"/>
                  </a:lnTo>
                  <a:close/>
                </a:path>
              </a:pathLst>
            </a:custGeom>
            <a:solidFill>
              <a:srgbClr val="BABB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17006729" y="8858758"/>
              <a:ext cx="229870" cy="259715"/>
            </a:xfrm>
            <a:custGeom>
              <a:avLst/>
              <a:gdLst/>
              <a:ahLst/>
              <a:cxnLst/>
              <a:rect l="l" t="t" r="r" b="b"/>
              <a:pathLst>
                <a:path w="229869" h="259715">
                  <a:moveTo>
                    <a:pt x="0" y="0"/>
                  </a:moveTo>
                  <a:lnTo>
                    <a:pt x="0" y="31821"/>
                  </a:lnTo>
                  <a:lnTo>
                    <a:pt x="229479" y="259677"/>
                  </a:lnTo>
                  <a:lnTo>
                    <a:pt x="229479" y="2278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9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17236208" y="9086655"/>
              <a:ext cx="13335" cy="32384"/>
            </a:xfrm>
            <a:custGeom>
              <a:avLst/>
              <a:gdLst/>
              <a:ahLst/>
              <a:cxnLst/>
              <a:rect l="l" t="t" r="r" b="b"/>
              <a:pathLst>
                <a:path w="13334" h="32384">
                  <a:moveTo>
                    <a:pt x="12910" y="0"/>
                  </a:moveTo>
                  <a:lnTo>
                    <a:pt x="0" y="0"/>
                  </a:lnTo>
                  <a:lnTo>
                    <a:pt x="0" y="31779"/>
                  </a:lnTo>
                  <a:lnTo>
                    <a:pt x="12910" y="31779"/>
                  </a:lnTo>
                  <a:lnTo>
                    <a:pt x="12910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17124517" y="8858758"/>
              <a:ext cx="242570" cy="259715"/>
            </a:xfrm>
            <a:custGeom>
              <a:avLst/>
              <a:gdLst/>
              <a:ahLst/>
              <a:cxnLst/>
              <a:rect l="l" t="t" r="r" b="b"/>
              <a:pathLst>
                <a:path w="242569" h="259715">
                  <a:moveTo>
                    <a:pt x="12910" y="0"/>
                  </a:moveTo>
                  <a:lnTo>
                    <a:pt x="0" y="0"/>
                  </a:lnTo>
                  <a:lnTo>
                    <a:pt x="12910" y="31821"/>
                  </a:lnTo>
                  <a:lnTo>
                    <a:pt x="242390" y="259677"/>
                  </a:lnTo>
                  <a:lnTo>
                    <a:pt x="242390" y="227898"/>
                  </a:lnTo>
                  <a:lnTo>
                    <a:pt x="12910" y="0"/>
                  </a:lnTo>
                  <a:close/>
                </a:path>
              </a:pathLst>
            </a:custGeom>
            <a:solidFill>
              <a:srgbClr val="BABB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17124520" y="8858758"/>
              <a:ext cx="229870" cy="259715"/>
            </a:xfrm>
            <a:custGeom>
              <a:avLst/>
              <a:gdLst/>
              <a:ahLst/>
              <a:cxnLst/>
              <a:rect l="l" t="t" r="r" b="b"/>
              <a:pathLst>
                <a:path w="229869" h="259715">
                  <a:moveTo>
                    <a:pt x="0" y="0"/>
                  </a:moveTo>
                  <a:lnTo>
                    <a:pt x="0" y="31821"/>
                  </a:lnTo>
                  <a:lnTo>
                    <a:pt x="229479" y="259677"/>
                  </a:lnTo>
                  <a:lnTo>
                    <a:pt x="229479" y="2278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9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17354006" y="9086655"/>
              <a:ext cx="13335" cy="32384"/>
            </a:xfrm>
            <a:custGeom>
              <a:avLst/>
              <a:gdLst/>
              <a:ahLst/>
              <a:cxnLst/>
              <a:rect l="l" t="t" r="r" b="b"/>
              <a:pathLst>
                <a:path w="13334" h="32384">
                  <a:moveTo>
                    <a:pt x="12910" y="0"/>
                  </a:moveTo>
                  <a:lnTo>
                    <a:pt x="0" y="0"/>
                  </a:lnTo>
                  <a:lnTo>
                    <a:pt x="0" y="31779"/>
                  </a:lnTo>
                  <a:lnTo>
                    <a:pt x="12910" y="31779"/>
                  </a:lnTo>
                  <a:lnTo>
                    <a:pt x="12910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17097710" y="9118423"/>
              <a:ext cx="50165" cy="730885"/>
            </a:xfrm>
            <a:custGeom>
              <a:avLst/>
              <a:gdLst/>
              <a:ahLst/>
              <a:cxnLst/>
              <a:rect l="l" t="t" r="r" b="b"/>
              <a:pathLst>
                <a:path w="50165" h="730884">
                  <a:moveTo>
                    <a:pt x="50008" y="0"/>
                  </a:moveTo>
                  <a:lnTo>
                    <a:pt x="0" y="0"/>
                  </a:lnTo>
                  <a:lnTo>
                    <a:pt x="0" y="730658"/>
                  </a:lnTo>
                  <a:lnTo>
                    <a:pt x="50008" y="730658"/>
                  </a:lnTo>
                  <a:lnTo>
                    <a:pt x="50008" y="0"/>
                  </a:lnTo>
                  <a:close/>
                </a:path>
              </a:pathLst>
            </a:custGeom>
            <a:solidFill>
              <a:srgbClr val="9B9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17097710" y="9118423"/>
              <a:ext cx="17780" cy="730885"/>
            </a:xfrm>
            <a:custGeom>
              <a:avLst/>
              <a:gdLst/>
              <a:ahLst/>
              <a:cxnLst/>
              <a:rect l="l" t="t" r="r" b="b"/>
              <a:pathLst>
                <a:path w="17780" h="730884">
                  <a:moveTo>
                    <a:pt x="17549" y="0"/>
                  </a:moveTo>
                  <a:lnTo>
                    <a:pt x="0" y="0"/>
                  </a:lnTo>
                  <a:lnTo>
                    <a:pt x="0" y="730658"/>
                  </a:lnTo>
                  <a:lnTo>
                    <a:pt x="17549" y="730658"/>
                  </a:lnTo>
                  <a:lnTo>
                    <a:pt x="17549" y="0"/>
                  </a:lnTo>
                  <a:close/>
                </a:path>
              </a:pathLst>
            </a:custGeom>
            <a:solidFill>
              <a:srgbClr val="BABB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17316907" y="9118434"/>
              <a:ext cx="50165" cy="730885"/>
            </a:xfrm>
            <a:custGeom>
              <a:avLst/>
              <a:gdLst/>
              <a:ahLst/>
              <a:cxnLst/>
              <a:rect l="l" t="t" r="r" b="b"/>
              <a:pathLst>
                <a:path w="50165" h="730884">
                  <a:moveTo>
                    <a:pt x="50008" y="0"/>
                  </a:moveTo>
                  <a:lnTo>
                    <a:pt x="0" y="0"/>
                  </a:lnTo>
                  <a:lnTo>
                    <a:pt x="0" y="730658"/>
                  </a:lnTo>
                  <a:lnTo>
                    <a:pt x="50008" y="730658"/>
                  </a:lnTo>
                  <a:lnTo>
                    <a:pt x="50008" y="0"/>
                  </a:lnTo>
                  <a:close/>
                </a:path>
              </a:pathLst>
            </a:custGeom>
            <a:solidFill>
              <a:srgbClr val="9B9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7316907" y="9118434"/>
              <a:ext cx="17780" cy="730885"/>
            </a:xfrm>
            <a:custGeom>
              <a:avLst/>
              <a:gdLst/>
              <a:ahLst/>
              <a:cxnLst/>
              <a:rect l="l" t="t" r="r" b="b"/>
              <a:pathLst>
                <a:path w="17780" h="730884">
                  <a:moveTo>
                    <a:pt x="17549" y="0"/>
                  </a:moveTo>
                  <a:lnTo>
                    <a:pt x="0" y="0"/>
                  </a:lnTo>
                  <a:lnTo>
                    <a:pt x="0" y="730658"/>
                  </a:lnTo>
                  <a:lnTo>
                    <a:pt x="17549" y="730658"/>
                  </a:lnTo>
                  <a:lnTo>
                    <a:pt x="17549" y="0"/>
                  </a:lnTo>
                  <a:close/>
                </a:path>
              </a:pathLst>
            </a:custGeom>
            <a:solidFill>
              <a:srgbClr val="BABB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17366916" y="8983380"/>
              <a:ext cx="52069" cy="754380"/>
            </a:xfrm>
            <a:custGeom>
              <a:avLst/>
              <a:gdLst/>
              <a:ahLst/>
              <a:cxnLst/>
              <a:rect l="l" t="t" r="r" b="b"/>
              <a:pathLst>
                <a:path w="52069" h="754379">
                  <a:moveTo>
                    <a:pt x="51600" y="0"/>
                  </a:moveTo>
                  <a:lnTo>
                    <a:pt x="0" y="0"/>
                  </a:lnTo>
                  <a:lnTo>
                    <a:pt x="0" y="753966"/>
                  </a:lnTo>
                  <a:lnTo>
                    <a:pt x="51600" y="753966"/>
                  </a:lnTo>
                  <a:lnTo>
                    <a:pt x="51600" y="0"/>
                  </a:lnTo>
                  <a:close/>
                </a:path>
              </a:pathLst>
            </a:custGeom>
            <a:solidFill>
              <a:srgbClr val="9B9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7366916" y="8983380"/>
              <a:ext cx="18415" cy="754380"/>
            </a:xfrm>
            <a:custGeom>
              <a:avLst/>
              <a:gdLst/>
              <a:ahLst/>
              <a:cxnLst/>
              <a:rect l="l" t="t" r="r" b="b"/>
              <a:pathLst>
                <a:path w="18415" h="754379">
                  <a:moveTo>
                    <a:pt x="18104" y="0"/>
                  </a:moveTo>
                  <a:lnTo>
                    <a:pt x="0" y="0"/>
                  </a:lnTo>
                  <a:lnTo>
                    <a:pt x="0" y="753966"/>
                  </a:lnTo>
                  <a:lnTo>
                    <a:pt x="18104" y="753966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BABBB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9" name="object 349" descr=""/>
          <p:cNvGrpSpPr/>
          <p:nvPr/>
        </p:nvGrpSpPr>
        <p:grpSpPr>
          <a:xfrm>
            <a:off x="18422098" y="8983381"/>
            <a:ext cx="52069" cy="405130"/>
            <a:chOff x="18422098" y="8983381"/>
            <a:chExt cx="52069" cy="405130"/>
          </a:xfrm>
        </p:grpSpPr>
        <p:sp>
          <p:nvSpPr>
            <p:cNvPr id="350" name="object 350" descr=""/>
            <p:cNvSpPr/>
            <p:nvPr/>
          </p:nvSpPr>
          <p:spPr>
            <a:xfrm>
              <a:off x="18422098" y="8983381"/>
              <a:ext cx="52069" cy="405130"/>
            </a:xfrm>
            <a:custGeom>
              <a:avLst/>
              <a:gdLst/>
              <a:ahLst/>
              <a:cxnLst/>
              <a:rect l="l" t="t" r="r" b="b"/>
              <a:pathLst>
                <a:path w="52069" h="405129">
                  <a:moveTo>
                    <a:pt x="0" y="404511"/>
                  </a:moveTo>
                  <a:lnTo>
                    <a:pt x="51600" y="404511"/>
                  </a:lnTo>
                  <a:lnTo>
                    <a:pt x="51600" y="0"/>
                  </a:lnTo>
                  <a:lnTo>
                    <a:pt x="0" y="0"/>
                  </a:lnTo>
                  <a:lnTo>
                    <a:pt x="0" y="404511"/>
                  </a:lnTo>
                  <a:close/>
                </a:path>
              </a:pathLst>
            </a:custGeom>
            <a:solidFill>
              <a:srgbClr val="9B9E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18422098" y="8983381"/>
              <a:ext cx="18415" cy="405130"/>
            </a:xfrm>
            <a:custGeom>
              <a:avLst/>
              <a:gdLst/>
              <a:ahLst/>
              <a:cxnLst/>
              <a:rect l="l" t="t" r="r" b="b"/>
              <a:pathLst>
                <a:path w="18415" h="405129">
                  <a:moveTo>
                    <a:pt x="0" y="404511"/>
                  </a:moveTo>
                  <a:lnTo>
                    <a:pt x="18104" y="404511"/>
                  </a:lnTo>
                  <a:lnTo>
                    <a:pt x="18104" y="0"/>
                  </a:lnTo>
                  <a:lnTo>
                    <a:pt x="0" y="0"/>
                  </a:lnTo>
                  <a:lnTo>
                    <a:pt x="0" y="404511"/>
                  </a:lnTo>
                  <a:close/>
                </a:path>
              </a:pathLst>
            </a:custGeom>
            <a:solidFill>
              <a:srgbClr val="BABBB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2" name="object 352" descr=""/>
          <p:cNvGrpSpPr/>
          <p:nvPr/>
        </p:nvGrpSpPr>
        <p:grpSpPr>
          <a:xfrm>
            <a:off x="16109153" y="8983381"/>
            <a:ext cx="52069" cy="754380"/>
            <a:chOff x="16109153" y="8983381"/>
            <a:chExt cx="52069" cy="754380"/>
          </a:xfrm>
        </p:grpSpPr>
        <p:sp>
          <p:nvSpPr>
            <p:cNvPr id="353" name="object 353" descr=""/>
            <p:cNvSpPr/>
            <p:nvPr/>
          </p:nvSpPr>
          <p:spPr>
            <a:xfrm>
              <a:off x="16109153" y="8983381"/>
              <a:ext cx="52069" cy="754380"/>
            </a:xfrm>
            <a:custGeom>
              <a:avLst/>
              <a:gdLst/>
              <a:ahLst/>
              <a:cxnLst/>
              <a:rect l="l" t="t" r="r" b="b"/>
              <a:pathLst>
                <a:path w="52069" h="754379">
                  <a:moveTo>
                    <a:pt x="51600" y="0"/>
                  </a:moveTo>
                  <a:lnTo>
                    <a:pt x="0" y="0"/>
                  </a:lnTo>
                  <a:lnTo>
                    <a:pt x="0" y="753966"/>
                  </a:lnTo>
                  <a:lnTo>
                    <a:pt x="51600" y="753966"/>
                  </a:lnTo>
                  <a:lnTo>
                    <a:pt x="51600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16109153" y="8983381"/>
              <a:ext cx="18415" cy="754380"/>
            </a:xfrm>
            <a:custGeom>
              <a:avLst/>
              <a:gdLst/>
              <a:ahLst/>
              <a:cxnLst/>
              <a:rect l="l" t="t" r="r" b="b"/>
              <a:pathLst>
                <a:path w="18415" h="754379">
                  <a:moveTo>
                    <a:pt x="18104" y="0"/>
                  </a:moveTo>
                  <a:lnTo>
                    <a:pt x="0" y="0"/>
                  </a:lnTo>
                  <a:lnTo>
                    <a:pt x="0" y="753966"/>
                  </a:lnTo>
                  <a:lnTo>
                    <a:pt x="18104" y="753966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9B9E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5" name="object 355" descr=""/>
          <p:cNvSpPr/>
          <p:nvPr/>
        </p:nvSpPr>
        <p:spPr>
          <a:xfrm>
            <a:off x="17147728" y="9533532"/>
            <a:ext cx="187325" cy="36195"/>
          </a:xfrm>
          <a:custGeom>
            <a:avLst/>
            <a:gdLst/>
            <a:ahLst/>
            <a:cxnLst/>
            <a:rect l="l" t="t" r="r" b="b"/>
            <a:pathLst>
              <a:path w="187325" h="36195">
                <a:moveTo>
                  <a:pt x="186727" y="0"/>
                </a:moveTo>
                <a:lnTo>
                  <a:pt x="0" y="0"/>
                </a:lnTo>
                <a:lnTo>
                  <a:pt x="0" y="35915"/>
                </a:lnTo>
                <a:lnTo>
                  <a:pt x="186727" y="35915"/>
                </a:lnTo>
                <a:lnTo>
                  <a:pt x="186727" y="0"/>
                </a:lnTo>
                <a:close/>
              </a:path>
            </a:pathLst>
          </a:custGeom>
          <a:solidFill>
            <a:srgbClr val="9B9E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6" name="object 356" descr=""/>
          <p:cNvSpPr/>
          <p:nvPr/>
        </p:nvSpPr>
        <p:spPr>
          <a:xfrm>
            <a:off x="16732538" y="9533532"/>
            <a:ext cx="187325" cy="36195"/>
          </a:xfrm>
          <a:custGeom>
            <a:avLst/>
            <a:gdLst/>
            <a:ahLst/>
            <a:cxnLst/>
            <a:rect l="l" t="t" r="r" b="b"/>
            <a:pathLst>
              <a:path w="187325" h="36195">
                <a:moveTo>
                  <a:pt x="186727" y="0"/>
                </a:moveTo>
                <a:lnTo>
                  <a:pt x="0" y="0"/>
                </a:lnTo>
                <a:lnTo>
                  <a:pt x="0" y="35915"/>
                </a:lnTo>
                <a:lnTo>
                  <a:pt x="186727" y="35915"/>
                </a:lnTo>
                <a:lnTo>
                  <a:pt x="186727" y="0"/>
                </a:lnTo>
                <a:close/>
              </a:path>
            </a:pathLst>
          </a:custGeom>
          <a:solidFill>
            <a:srgbClr val="53565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57" name="object 357" descr=""/>
          <p:cNvGrpSpPr/>
          <p:nvPr/>
        </p:nvGrpSpPr>
        <p:grpSpPr>
          <a:xfrm>
            <a:off x="17711481" y="9387892"/>
            <a:ext cx="762635" cy="349885"/>
            <a:chOff x="17711481" y="9387892"/>
            <a:chExt cx="762635" cy="349885"/>
          </a:xfrm>
        </p:grpSpPr>
        <p:sp>
          <p:nvSpPr>
            <p:cNvPr id="358" name="object 358" descr=""/>
            <p:cNvSpPr/>
            <p:nvPr/>
          </p:nvSpPr>
          <p:spPr>
            <a:xfrm>
              <a:off x="17755836" y="9387892"/>
              <a:ext cx="718185" cy="349885"/>
            </a:xfrm>
            <a:custGeom>
              <a:avLst/>
              <a:gdLst/>
              <a:ahLst/>
              <a:cxnLst/>
              <a:rect l="l" t="t" r="r" b="b"/>
              <a:pathLst>
                <a:path w="718184" h="349884">
                  <a:moveTo>
                    <a:pt x="717852" y="0"/>
                  </a:moveTo>
                  <a:lnTo>
                    <a:pt x="0" y="0"/>
                  </a:lnTo>
                  <a:lnTo>
                    <a:pt x="0" y="349455"/>
                  </a:lnTo>
                  <a:lnTo>
                    <a:pt x="717852" y="349455"/>
                  </a:lnTo>
                  <a:lnTo>
                    <a:pt x="717852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17711481" y="9387892"/>
              <a:ext cx="44450" cy="349885"/>
            </a:xfrm>
            <a:custGeom>
              <a:avLst/>
              <a:gdLst/>
              <a:ahLst/>
              <a:cxnLst/>
              <a:rect l="l" t="t" r="r" b="b"/>
              <a:pathLst>
                <a:path w="44450" h="349884">
                  <a:moveTo>
                    <a:pt x="44354" y="0"/>
                  </a:moveTo>
                  <a:lnTo>
                    <a:pt x="0" y="0"/>
                  </a:lnTo>
                  <a:lnTo>
                    <a:pt x="0" y="349455"/>
                  </a:lnTo>
                  <a:lnTo>
                    <a:pt x="44354" y="349455"/>
                  </a:lnTo>
                  <a:lnTo>
                    <a:pt x="44354" y="0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0" name="object 360" descr=""/>
          <p:cNvSpPr/>
          <p:nvPr/>
        </p:nvSpPr>
        <p:spPr>
          <a:xfrm>
            <a:off x="17567234" y="9102539"/>
            <a:ext cx="52069" cy="431165"/>
          </a:xfrm>
          <a:custGeom>
            <a:avLst/>
            <a:gdLst/>
            <a:ahLst/>
            <a:cxnLst/>
            <a:rect l="l" t="t" r="r" b="b"/>
            <a:pathLst>
              <a:path w="52069" h="431165">
                <a:moveTo>
                  <a:pt x="52061" y="0"/>
                </a:moveTo>
                <a:lnTo>
                  <a:pt x="0" y="0"/>
                </a:lnTo>
                <a:lnTo>
                  <a:pt x="0" y="430992"/>
                </a:lnTo>
                <a:lnTo>
                  <a:pt x="52061" y="430992"/>
                </a:lnTo>
                <a:lnTo>
                  <a:pt x="52061" y="0"/>
                </a:lnTo>
                <a:close/>
              </a:path>
            </a:pathLst>
          </a:custGeom>
          <a:solidFill>
            <a:srgbClr val="D9F0F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1" name="object 361" descr=""/>
          <p:cNvGrpSpPr/>
          <p:nvPr/>
        </p:nvGrpSpPr>
        <p:grpSpPr>
          <a:xfrm>
            <a:off x="16691520" y="5396317"/>
            <a:ext cx="1937385" cy="869950"/>
            <a:chOff x="16691520" y="5396317"/>
            <a:chExt cx="1937385" cy="869950"/>
          </a:xfrm>
        </p:grpSpPr>
        <p:sp>
          <p:nvSpPr>
            <p:cNvPr id="362" name="object 362" descr=""/>
            <p:cNvSpPr/>
            <p:nvPr/>
          </p:nvSpPr>
          <p:spPr>
            <a:xfrm>
              <a:off x="16925658" y="5797937"/>
              <a:ext cx="1230630" cy="468630"/>
            </a:xfrm>
            <a:custGeom>
              <a:avLst/>
              <a:gdLst/>
              <a:ahLst/>
              <a:cxnLst/>
              <a:rect l="l" t="t" r="r" b="b"/>
              <a:pathLst>
                <a:path w="1230630" h="468629">
                  <a:moveTo>
                    <a:pt x="1230401" y="234149"/>
                  </a:moveTo>
                  <a:lnTo>
                    <a:pt x="1225638" y="187007"/>
                  </a:lnTo>
                  <a:lnTo>
                    <a:pt x="1211973" y="143065"/>
                  </a:lnTo>
                  <a:lnTo>
                    <a:pt x="1190345" y="103301"/>
                  </a:lnTo>
                  <a:lnTo>
                    <a:pt x="1161732" y="68630"/>
                  </a:lnTo>
                  <a:lnTo>
                    <a:pt x="1127061" y="40030"/>
                  </a:lnTo>
                  <a:lnTo>
                    <a:pt x="1087285" y="18427"/>
                  </a:lnTo>
                  <a:lnTo>
                    <a:pt x="1043368" y="4762"/>
                  </a:lnTo>
                  <a:lnTo>
                    <a:pt x="996251" y="0"/>
                  </a:lnTo>
                  <a:lnTo>
                    <a:pt x="0" y="0"/>
                  </a:lnTo>
                  <a:lnTo>
                    <a:pt x="0" y="468210"/>
                  </a:lnTo>
                  <a:lnTo>
                    <a:pt x="996251" y="468210"/>
                  </a:lnTo>
                  <a:lnTo>
                    <a:pt x="1044041" y="463308"/>
                  </a:lnTo>
                  <a:lnTo>
                    <a:pt x="1088517" y="449262"/>
                  </a:lnTo>
                  <a:lnTo>
                    <a:pt x="1128699" y="427050"/>
                  </a:lnTo>
                  <a:lnTo>
                    <a:pt x="1163574" y="397675"/>
                  </a:lnTo>
                  <a:lnTo>
                    <a:pt x="1192161" y="362140"/>
                  </a:lnTo>
                  <a:lnTo>
                    <a:pt x="1213459" y="321411"/>
                  </a:lnTo>
                  <a:lnTo>
                    <a:pt x="1226502" y="276504"/>
                  </a:lnTo>
                  <a:lnTo>
                    <a:pt x="1230401" y="234149"/>
                  </a:lnTo>
                  <a:close/>
                </a:path>
              </a:pathLst>
            </a:custGeom>
            <a:solidFill>
              <a:srgbClr val="A9AB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16925664" y="6074439"/>
              <a:ext cx="1226820" cy="191770"/>
            </a:xfrm>
            <a:custGeom>
              <a:avLst/>
              <a:gdLst/>
              <a:ahLst/>
              <a:cxnLst/>
              <a:rect l="l" t="t" r="r" b="b"/>
              <a:pathLst>
                <a:path w="1226819" h="191770">
                  <a:moveTo>
                    <a:pt x="1226496" y="0"/>
                  </a:moveTo>
                  <a:lnTo>
                    <a:pt x="0" y="0"/>
                  </a:lnTo>
                  <a:lnTo>
                    <a:pt x="0" y="191700"/>
                  </a:lnTo>
                  <a:lnTo>
                    <a:pt x="996252" y="191700"/>
                  </a:lnTo>
                  <a:lnTo>
                    <a:pt x="1044048" y="186796"/>
                  </a:lnTo>
                  <a:lnTo>
                    <a:pt x="1088527" y="172745"/>
                  </a:lnTo>
                  <a:lnTo>
                    <a:pt x="1128698" y="150538"/>
                  </a:lnTo>
                  <a:lnTo>
                    <a:pt x="1163571" y="121168"/>
                  </a:lnTo>
                  <a:lnTo>
                    <a:pt x="1192155" y="85627"/>
                  </a:lnTo>
                  <a:lnTo>
                    <a:pt x="1213460" y="44907"/>
                  </a:lnTo>
                  <a:lnTo>
                    <a:pt x="1226496" y="0"/>
                  </a:lnTo>
                  <a:close/>
                </a:path>
              </a:pathLst>
            </a:custGeom>
            <a:solidFill>
              <a:srgbClr val="999B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16718796" y="5825214"/>
              <a:ext cx="414020" cy="414020"/>
            </a:xfrm>
            <a:custGeom>
              <a:avLst/>
              <a:gdLst/>
              <a:ahLst/>
              <a:cxnLst/>
              <a:rect l="l" t="t" r="r" b="b"/>
              <a:pathLst>
                <a:path w="414019" h="414020">
                  <a:moveTo>
                    <a:pt x="206831" y="0"/>
                  </a:moveTo>
                  <a:lnTo>
                    <a:pt x="159407" y="5462"/>
                  </a:lnTo>
                  <a:lnTo>
                    <a:pt x="115873" y="21023"/>
                  </a:lnTo>
                  <a:lnTo>
                    <a:pt x="77470" y="45439"/>
                  </a:lnTo>
                  <a:lnTo>
                    <a:pt x="45439" y="77470"/>
                  </a:lnTo>
                  <a:lnTo>
                    <a:pt x="21023" y="115873"/>
                  </a:lnTo>
                  <a:lnTo>
                    <a:pt x="5462" y="159407"/>
                  </a:lnTo>
                  <a:lnTo>
                    <a:pt x="0" y="206831"/>
                  </a:lnTo>
                  <a:lnTo>
                    <a:pt x="5462" y="254255"/>
                  </a:lnTo>
                  <a:lnTo>
                    <a:pt x="21023" y="297789"/>
                  </a:lnTo>
                  <a:lnTo>
                    <a:pt x="45439" y="336192"/>
                  </a:lnTo>
                  <a:lnTo>
                    <a:pt x="77470" y="368223"/>
                  </a:lnTo>
                  <a:lnTo>
                    <a:pt x="115873" y="392639"/>
                  </a:lnTo>
                  <a:lnTo>
                    <a:pt x="159407" y="408200"/>
                  </a:lnTo>
                  <a:lnTo>
                    <a:pt x="206831" y="413662"/>
                  </a:lnTo>
                  <a:lnTo>
                    <a:pt x="254255" y="408200"/>
                  </a:lnTo>
                  <a:lnTo>
                    <a:pt x="297789" y="392639"/>
                  </a:lnTo>
                  <a:lnTo>
                    <a:pt x="336192" y="368223"/>
                  </a:lnTo>
                  <a:lnTo>
                    <a:pt x="368223" y="336192"/>
                  </a:lnTo>
                  <a:lnTo>
                    <a:pt x="392639" y="297789"/>
                  </a:lnTo>
                  <a:lnTo>
                    <a:pt x="408200" y="254255"/>
                  </a:lnTo>
                  <a:lnTo>
                    <a:pt x="413662" y="206831"/>
                  </a:lnTo>
                  <a:lnTo>
                    <a:pt x="408200" y="159407"/>
                  </a:lnTo>
                  <a:lnTo>
                    <a:pt x="392639" y="115873"/>
                  </a:lnTo>
                  <a:lnTo>
                    <a:pt x="368223" y="77470"/>
                  </a:lnTo>
                  <a:lnTo>
                    <a:pt x="336192" y="45439"/>
                  </a:lnTo>
                  <a:lnTo>
                    <a:pt x="297789" y="21023"/>
                  </a:lnTo>
                  <a:lnTo>
                    <a:pt x="254255" y="5462"/>
                  </a:lnTo>
                  <a:lnTo>
                    <a:pt x="206831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16691520" y="5797938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30" h="468629">
                  <a:moveTo>
                    <a:pt x="234108" y="0"/>
                  </a:moveTo>
                  <a:lnTo>
                    <a:pt x="186987" y="4764"/>
                  </a:lnTo>
                  <a:lnTo>
                    <a:pt x="143070" y="18426"/>
                  </a:lnTo>
                  <a:lnTo>
                    <a:pt x="103307" y="40037"/>
                  </a:lnTo>
                  <a:lnTo>
                    <a:pt x="68647" y="68647"/>
                  </a:lnTo>
                  <a:lnTo>
                    <a:pt x="40037" y="103307"/>
                  </a:lnTo>
                  <a:lnTo>
                    <a:pt x="18426" y="143070"/>
                  </a:lnTo>
                  <a:lnTo>
                    <a:pt x="4764" y="186987"/>
                  </a:lnTo>
                  <a:lnTo>
                    <a:pt x="0" y="234108"/>
                  </a:lnTo>
                  <a:lnTo>
                    <a:pt x="4764" y="281228"/>
                  </a:lnTo>
                  <a:lnTo>
                    <a:pt x="18426" y="325145"/>
                  </a:lnTo>
                  <a:lnTo>
                    <a:pt x="40037" y="364908"/>
                  </a:lnTo>
                  <a:lnTo>
                    <a:pt x="68647" y="399568"/>
                  </a:lnTo>
                  <a:lnTo>
                    <a:pt x="103307" y="428178"/>
                  </a:lnTo>
                  <a:lnTo>
                    <a:pt x="143070" y="449789"/>
                  </a:lnTo>
                  <a:lnTo>
                    <a:pt x="186987" y="463451"/>
                  </a:lnTo>
                  <a:lnTo>
                    <a:pt x="234108" y="468216"/>
                  </a:lnTo>
                  <a:lnTo>
                    <a:pt x="281228" y="463451"/>
                  </a:lnTo>
                  <a:lnTo>
                    <a:pt x="325145" y="449789"/>
                  </a:lnTo>
                  <a:lnTo>
                    <a:pt x="364908" y="428178"/>
                  </a:lnTo>
                  <a:lnTo>
                    <a:pt x="382481" y="413673"/>
                  </a:lnTo>
                  <a:lnTo>
                    <a:pt x="234108" y="413673"/>
                  </a:lnTo>
                  <a:lnTo>
                    <a:pt x="186427" y="407248"/>
                  </a:lnTo>
                  <a:lnTo>
                    <a:pt x="143548" y="389122"/>
                  </a:lnTo>
                  <a:lnTo>
                    <a:pt x="107195" y="361020"/>
                  </a:lnTo>
                  <a:lnTo>
                    <a:pt x="79093" y="324667"/>
                  </a:lnTo>
                  <a:lnTo>
                    <a:pt x="60968" y="281788"/>
                  </a:lnTo>
                  <a:lnTo>
                    <a:pt x="54542" y="234108"/>
                  </a:lnTo>
                  <a:lnTo>
                    <a:pt x="60968" y="186427"/>
                  </a:lnTo>
                  <a:lnTo>
                    <a:pt x="79093" y="143548"/>
                  </a:lnTo>
                  <a:lnTo>
                    <a:pt x="107195" y="107195"/>
                  </a:lnTo>
                  <a:lnTo>
                    <a:pt x="143548" y="79093"/>
                  </a:lnTo>
                  <a:lnTo>
                    <a:pt x="186427" y="60968"/>
                  </a:lnTo>
                  <a:lnTo>
                    <a:pt x="234108" y="54542"/>
                  </a:lnTo>
                  <a:lnTo>
                    <a:pt x="382481" y="54542"/>
                  </a:lnTo>
                  <a:lnTo>
                    <a:pt x="364908" y="40037"/>
                  </a:lnTo>
                  <a:lnTo>
                    <a:pt x="325145" y="18426"/>
                  </a:lnTo>
                  <a:lnTo>
                    <a:pt x="281228" y="4764"/>
                  </a:lnTo>
                  <a:lnTo>
                    <a:pt x="234108" y="0"/>
                  </a:lnTo>
                  <a:close/>
                </a:path>
                <a:path w="468630" h="468629">
                  <a:moveTo>
                    <a:pt x="382481" y="54542"/>
                  </a:moveTo>
                  <a:lnTo>
                    <a:pt x="234108" y="54542"/>
                  </a:lnTo>
                  <a:lnTo>
                    <a:pt x="281788" y="60968"/>
                  </a:lnTo>
                  <a:lnTo>
                    <a:pt x="324667" y="79093"/>
                  </a:lnTo>
                  <a:lnTo>
                    <a:pt x="361020" y="107195"/>
                  </a:lnTo>
                  <a:lnTo>
                    <a:pt x="389122" y="143548"/>
                  </a:lnTo>
                  <a:lnTo>
                    <a:pt x="407248" y="186427"/>
                  </a:lnTo>
                  <a:lnTo>
                    <a:pt x="413673" y="234108"/>
                  </a:lnTo>
                  <a:lnTo>
                    <a:pt x="407248" y="281788"/>
                  </a:lnTo>
                  <a:lnTo>
                    <a:pt x="389122" y="324667"/>
                  </a:lnTo>
                  <a:lnTo>
                    <a:pt x="361020" y="361020"/>
                  </a:lnTo>
                  <a:lnTo>
                    <a:pt x="324667" y="389122"/>
                  </a:lnTo>
                  <a:lnTo>
                    <a:pt x="281788" y="407248"/>
                  </a:lnTo>
                  <a:lnTo>
                    <a:pt x="234108" y="413673"/>
                  </a:lnTo>
                  <a:lnTo>
                    <a:pt x="382481" y="413673"/>
                  </a:lnTo>
                  <a:lnTo>
                    <a:pt x="428178" y="364908"/>
                  </a:lnTo>
                  <a:lnTo>
                    <a:pt x="449789" y="325145"/>
                  </a:lnTo>
                  <a:lnTo>
                    <a:pt x="463451" y="281228"/>
                  </a:lnTo>
                  <a:lnTo>
                    <a:pt x="468216" y="234108"/>
                  </a:lnTo>
                  <a:lnTo>
                    <a:pt x="463451" y="186987"/>
                  </a:lnTo>
                  <a:lnTo>
                    <a:pt x="449789" y="143070"/>
                  </a:lnTo>
                  <a:lnTo>
                    <a:pt x="428178" y="103307"/>
                  </a:lnTo>
                  <a:lnTo>
                    <a:pt x="399568" y="68647"/>
                  </a:lnTo>
                  <a:lnTo>
                    <a:pt x="382481" y="54542"/>
                  </a:lnTo>
                  <a:close/>
                </a:path>
              </a:pathLst>
            </a:custGeom>
            <a:solidFill>
              <a:srgbClr val="BABB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17162729" y="5396325"/>
              <a:ext cx="1230630" cy="468630"/>
            </a:xfrm>
            <a:custGeom>
              <a:avLst/>
              <a:gdLst/>
              <a:ahLst/>
              <a:cxnLst/>
              <a:rect l="l" t="t" r="r" b="b"/>
              <a:pathLst>
                <a:path w="1230630" h="468629">
                  <a:moveTo>
                    <a:pt x="1230401" y="234149"/>
                  </a:moveTo>
                  <a:lnTo>
                    <a:pt x="1225638" y="187007"/>
                  </a:lnTo>
                  <a:lnTo>
                    <a:pt x="1211961" y="143078"/>
                  </a:lnTo>
                  <a:lnTo>
                    <a:pt x="1190345" y="103301"/>
                  </a:lnTo>
                  <a:lnTo>
                    <a:pt x="1161732" y="68643"/>
                  </a:lnTo>
                  <a:lnTo>
                    <a:pt x="1127061" y="40030"/>
                  </a:lnTo>
                  <a:lnTo>
                    <a:pt x="1087285" y="18427"/>
                  </a:lnTo>
                  <a:lnTo>
                    <a:pt x="1043368" y="4762"/>
                  </a:lnTo>
                  <a:lnTo>
                    <a:pt x="996251" y="0"/>
                  </a:lnTo>
                  <a:lnTo>
                    <a:pt x="0" y="0"/>
                  </a:lnTo>
                  <a:lnTo>
                    <a:pt x="0" y="468210"/>
                  </a:lnTo>
                  <a:lnTo>
                    <a:pt x="996124" y="468210"/>
                  </a:lnTo>
                  <a:lnTo>
                    <a:pt x="996251" y="468223"/>
                  </a:lnTo>
                  <a:lnTo>
                    <a:pt x="1044041" y="463321"/>
                  </a:lnTo>
                  <a:lnTo>
                    <a:pt x="1088517" y="449262"/>
                  </a:lnTo>
                  <a:lnTo>
                    <a:pt x="1128687" y="427050"/>
                  </a:lnTo>
                  <a:lnTo>
                    <a:pt x="1163561" y="397687"/>
                  </a:lnTo>
                  <a:lnTo>
                    <a:pt x="1192149" y="362140"/>
                  </a:lnTo>
                  <a:lnTo>
                    <a:pt x="1213459" y="321411"/>
                  </a:lnTo>
                  <a:lnTo>
                    <a:pt x="1226489" y="276504"/>
                  </a:lnTo>
                  <a:lnTo>
                    <a:pt x="1230147" y="244944"/>
                  </a:lnTo>
                  <a:lnTo>
                    <a:pt x="1230401" y="234149"/>
                  </a:lnTo>
                  <a:close/>
                </a:path>
              </a:pathLst>
            </a:custGeom>
            <a:solidFill>
              <a:srgbClr val="A9AB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17163732" y="5423972"/>
              <a:ext cx="481965" cy="35560"/>
            </a:xfrm>
            <a:custGeom>
              <a:avLst/>
              <a:gdLst/>
              <a:ahLst/>
              <a:cxnLst/>
              <a:rect l="l" t="t" r="r" b="b"/>
              <a:pathLst>
                <a:path w="481965" h="35560">
                  <a:moveTo>
                    <a:pt x="481850" y="7620"/>
                  </a:moveTo>
                  <a:lnTo>
                    <a:pt x="477977" y="7620"/>
                  </a:lnTo>
                  <a:lnTo>
                    <a:pt x="477977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27940"/>
                  </a:lnTo>
                  <a:lnTo>
                    <a:pt x="0" y="35560"/>
                  </a:lnTo>
                  <a:lnTo>
                    <a:pt x="477621" y="35560"/>
                  </a:lnTo>
                  <a:lnTo>
                    <a:pt x="477621" y="27940"/>
                  </a:lnTo>
                  <a:lnTo>
                    <a:pt x="481850" y="27940"/>
                  </a:lnTo>
                  <a:lnTo>
                    <a:pt x="481850" y="762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17162732" y="5672832"/>
              <a:ext cx="1226820" cy="191770"/>
            </a:xfrm>
            <a:custGeom>
              <a:avLst/>
              <a:gdLst/>
              <a:ahLst/>
              <a:cxnLst/>
              <a:rect l="l" t="t" r="r" b="b"/>
              <a:pathLst>
                <a:path w="1226819" h="191770">
                  <a:moveTo>
                    <a:pt x="1226496" y="0"/>
                  </a:moveTo>
                  <a:lnTo>
                    <a:pt x="0" y="0"/>
                  </a:lnTo>
                  <a:lnTo>
                    <a:pt x="0" y="191700"/>
                  </a:lnTo>
                  <a:lnTo>
                    <a:pt x="996252" y="191700"/>
                  </a:lnTo>
                  <a:lnTo>
                    <a:pt x="1044048" y="186796"/>
                  </a:lnTo>
                  <a:lnTo>
                    <a:pt x="1088527" y="172745"/>
                  </a:lnTo>
                  <a:lnTo>
                    <a:pt x="1128698" y="150538"/>
                  </a:lnTo>
                  <a:lnTo>
                    <a:pt x="1163571" y="121168"/>
                  </a:lnTo>
                  <a:lnTo>
                    <a:pt x="1192155" y="85627"/>
                  </a:lnTo>
                  <a:lnTo>
                    <a:pt x="1213460" y="44907"/>
                  </a:lnTo>
                  <a:lnTo>
                    <a:pt x="1226496" y="0"/>
                  </a:lnTo>
                  <a:close/>
                </a:path>
              </a:pathLst>
            </a:custGeom>
            <a:solidFill>
              <a:srgbClr val="999B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 descr=""/>
            <p:cNvSpPr/>
            <p:nvPr/>
          </p:nvSpPr>
          <p:spPr>
            <a:xfrm>
              <a:off x="16955863" y="5423606"/>
              <a:ext cx="414020" cy="414020"/>
            </a:xfrm>
            <a:custGeom>
              <a:avLst/>
              <a:gdLst/>
              <a:ahLst/>
              <a:cxnLst/>
              <a:rect l="l" t="t" r="r" b="b"/>
              <a:pathLst>
                <a:path w="414019" h="414020">
                  <a:moveTo>
                    <a:pt x="206831" y="0"/>
                  </a:moveTo>
                  <a:lnTo>
                    <a:pt x="159404" y="5462"/>
                  </a:lnTo>
                  <a:lnTo>
                    <a:pt x="115868" y="21023"/>
                  </a:lnTo>
                  <a:lnTo>
                    <a:pt x="77465" y="45439"/>
                  </a:lnTo>
                  <a:lnTo>
                    <a:pt x="45436" y="77470"/>
                  </a:lnTo>
                  <a:lnTo>
                    <a:pt x="21021" y="115873"/>
                  </a:lnTo>
                  <a:lnTo>
                    <a:pt x="5462" y="159407"/>
                  </a:lnTo>
                  <a:lnTo>
                    <a:pt x="0" y="206831"/>
                  </a:lnTo>
                  <a:lnTo>
                    <a:pt x="5462" y="254255"/>
                  </a:lnTo>
                  <a:lnTo>
                    <a:pt x="21021" y="297789"/>
                  </a:lnTo>
                  <a:lnTo>
                    <a:pt x="45436" y="336192"/>
                  </a:lnTo>
                  <a:lnTo>
                    <a:pt x="77465" y="368223"/>
                  </a:lnTo>
                  <a:lnTo>
                    <a:pt x="115868" y="392639"/>
                  </a:lnTo>
                  <a:lnTo>
                    <a:pt x="159404" y="408200"/>
                  </a:lnTo>
                  <a:lnTo>
                    <a:pt x="206831" y="413662"/>
                  </a:lnTo>
                  <a:lnTo>
                    <a:pt x="254255" y="408200"/>
                  </a:lnTo>
                  <a:lnTo>
                    <a:pt x="297789" y="392639"/>
                  </a:lnTo>
                  <a:lnTo>
                    <a:pt x="336192" y="368223"/>
                  </a:lnTo>
                  <a:lnTo>
                    <a:pt x="368223" y="336192"/>
                  </a:lnTo>
                  <a:lnTo>
                    <a:pt x="392639" y="297789"/>
                  </a:lnTo>
                  <a:lnTo>
                    <a:pt x="408200" y="254255"/>
                  </a:lnTo>
                  <a:lnTo>
                    <a:pt x="413662" y="206831"/>
                  </a:lnTo>
                  <a:lnTo>
                    <a:pt x="408200" y="159407"/>
                  </a:lnTo>
                  <a:lnTo>
                    <a:pt x="392639" y="115873"/>
                  </a:lnTo>
                  <a:lnTo>
                    <a:pt x="368223" y="77470"/>
                  </a:lnTo>
                  <a:lnTo>
                    <a:pt x="336192" y="45439"/>
                  </a:lnTo>
                  <a:lnTo>
                    <a:pt x="297789" y="21023"/>
                  </a:lnTo>
                  <a:lnTo>
                    <a:pt x="254255" y="5462"/>
                  </a:lnTo>
                  <a:lnTo>
                    <a:pt x="206831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16928586" y="5396333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30" h="468629">
                  <a:moveTo>
                    <a:pt x="234108" y="0"/>
                  </a:moveTo>
                  <a:lnTo>
                    <a:pt x="186987" y="4764"/>
                  </a:lnTo>
                  <a:lnTo>
                    <a:pt x="143070" y="18426"/>
                  </a:lnTo>
                  <a:lnTo>
                    <a:pt x="103307" y="40037"/>
                  </a:lnTo>
                  <a:lnTo>
                    <a:pt x="68647" y="68647"/>
                  </a:lnTo>
                  <a:lnTo>
                    <a:pt x="40037" y="103307"/>
                  </a:lnTo>
                  <a:lnTo>
                    <a:pt x="18426" y="143070"/>
                  </a:lnTo>
                  <a:lnTo>
                    <a:pt x="4764" y="186987"/>
                  </a:lnTo>
                  <a:lnTo>
                    <a:pt x="0" y="234108"/>
                  </a:lnTo>
                  <a:lnTo>
                    <a:pt x="4764" y="281228"/>
                  </a:lnTo>
                  <a:lnTo>
                    <a:pt x="18426" y="325143"/>
                  </a:lnTo>
                  <a:lnTo>
                    <a:pt x="40037" y="364904"/>
                  </a:lnTo>
                  <a:lnTo>
                    <a:pt x="68647" y="399563"/>
                  </a:lnTo>
                  <a:lnTo>
                    <a:pt x="103307" y="428171"/>
                  </a:lnTo>
                  <a:lnTo>
                    <a:pt x="143070" y="449780"/>
                  </a:lnTo>
                  <a:lnTo>
                    <a:pt x="186987" y="463441"/>
                  </a:lnTo>
                  <a:lnTo>
                    <a:pt x="234108" y="468205"/>
                  </a:lnTo>
                  <a:lnTo>
                    <a:pt x="281228" y="463441"/>
                  </a:lnTo>
                  <a:lnTo>
                    <a:pt x="325145" y="449780"/>
                  </a:lnTo>
                  <a:lnTo>
                    <a:pt x="364908" y="428171"/>
                  </a:lnTo>
                  <a:lnTo>
                    <a:pt x="382474" y="413673"/>
                  </a:lnTo>
                  <a:lnTo>
                    <a:pt x="234108" y="413673"/>
                  </a:lnTo>
                  <a:lnTo>
                    <a:pt x="186427" y="407248"/>
                  </a:lnTo>
                  <a:lnTo>
                    <a:pt x="143548" y="389122"/>
                  </a:lnTo>
                  <a:lnTo>
                    <a:pt x="107195" y="361020"/>
                  </a:lnTo>
                  <a:lnTo>
                    <a:pt x="79093" y="324667"/>
                  </a:lnTo>
                  <a:lnTo>
                    <a:pt x="60968" y="281788"/>
                  </a:lnTo>
                  <a:lnTo>
                    <a:pt x="54542" y="234108"/>
                  </a:lnTo>
                  <a:lnTo>
                    <a:pt x="60968" y="186427"/>
                  </a:lnTo>
                  <a:lnTo>
                    <a:pt x="79093" y="143548"/>
                  </a:lnTo>
                  <a:lnTo>
                    <a:pt x="107195" y="107195"/>
                  </a:lnTo>
                  <a:lnTo>
                    <a:pt x="143548" y="79093"/>
                  </a:lnTo>
                  <a:lnTo>
                    <a:pt x="186427" y="60968"/>
                  </a:lnTo>
                  <a:lnTo>
                    <a:pt x="234108" y="54542"/>
                  </a:lnTo>
                  <a:lnTo>
                    <a:pt x="382481" y="54542"/>
                  </a:lnTo>
                  <a:lnTo>
                    <a:pt x="364908" y="40037"/>
                  </a:lnTo>
                  <a:lnTo>
                    <a:pt x="325145" y="18426"/>
                  </a:lnTo>
                  <a:lnTo>
                    <a:pt x="281228" y="4764"/>
                  </a:lnTo>
                  <a:lnTo>
                    <a:pt x="234108" y="0"/>
                  </a:lnTo>
                  <a:close/>
                </a:path>
                <a:path w="468630" h="468629">
                  <a:moveTo>
                    <a:pt x="382481" y="54542"/>
                  </a:moveTo>
                  <a:lnTo>
                    <a:pt x="234108" y="54542"/>
                  </a:lnTo>
                  <a:lnTo>
                    <a:pt x="281788" y="60968"/>
                  </a:lnTo>
                  <a:lnTo>
                    <a:pt x="324667" y="79093"/>
                  </a:lnTo>
                  <a:lnTo>
                    <a:pt x="361020" y="107195"/>
                  </a:lnTo>
                  <a:lnTo>
                    <a:pt x="389122" y="143548"/>
                  </a:lnTo>
                  <a:lnTo>
                    <a:pt x="407248" y="186427"/>
                  </a:lnTo>
                  <a:lnTo>
                    <a:pt x="413673" y="234108"/>
                  </a:lnTo>
                  <a:lnTo>
                    <a:pt x="407248" y="281788"/>
                  </a:lnTo>
                  <a:lnTo>
                    <a:pt x="389122" y="324667"/>
                  </a:lnTo>
                  <a:lnTo>
                    <a:pt x="361020" y="361020"/>
                  </a:lnTo>
                  <a:lnTo>
                    <a:pt x="324667" y="389122"/>
                  </a:lnTo>
                  <a:lnTo>
                    <a:pt x="281788" y="407248"/>
                  </a:lnTo>
                  <a:lnTo>
                    <a:pt x="234108" y="413673"/>
                  </a:lnTo>
                  <a:lnTo>
                    <a:pt x="382474" y="413673"/>
                  </a:lnTo>
                  <a:lnTo>
                    <a:pt x="428178" y="364904"/>
                  </a:lnTo>
                  <a:lnTo>
                    <a:pt x="449789" y="325143"/>
                  </a:lnTo>
                  <a:lnTo>
                    <a:pt x="463451" y="281228"/>
                  </a:lnTo>
                  <a:lnTo>
                    <a:pt x="468216" y="234108"/>
                  </a:lnTo>
                  <a:lnTo>
                    <a:pt x="463451" y="186987"/>
                  </a:lnTo>
                  <a:lnTo>
                    <a:pt x="449789" y="143070"/>
                  </a:lnTo>
                  <a:lnTo>
                    <a:pt x="428178" y="103307"/>
                  </a:lnTo>
                  <a:lnTo>
                    <a:pt x="399568" y="68647"/>
                  </a:lnTo>
                  <a:lnTo>
                    <a:pt x="382481" y="54542"/>
                  </a:lnTo>
                  <a:close/>
                </a:path>
              </a:pathLst>
            </a:custGeom>
            <a:solidFill>
              <a:srgbClr val="BABB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17398339" y="5797937"/>
              <a:ext cx="1230630" cy="468630"/>
            </a:xfrm>
            <a:custGeom>
              <a:avLst/>
              <a:gdLst/>
              <a:ahLst/>
              <a:cxnLst/>
              <a:rect l="l" t="t" r="r" b="b"/>
              <a:pathLst>
                <a:path w="1230630" h="468629">
                  <a:moveTo>
                    <a:pt x="1230401" y="234149"/>
                  </a:moveTo>
                  <a:lnTo>
                    <a:pt x="1225626" y="187007"/>
                  </a:lnTo>
                  <a:lnTo>
                    <a:pt x="1211961" y="143065"/>
                  </a:lnTo>
                  <a:lnTo>
                    <a:pt x="1190345" y="103301"/>
                  </a:lnTo>
                  <a:lnTo>
                    <a:pt x="1161719" y="68630"/>
                  </a:lnTo>
                  <a:lnTo>
                    <a:pt x="1127048" y="40030"/>
                  </a:lnTo>
                  <a:lnTo>
                    <a:pt x="1087285" y="18427"/>
                  </a:lnTo>
                  <a:lnTo>
                    <a:pt x="1043368" y="4762"/>
                  </a:lnTo>
                  <a:lnTo>
                    <a:pt x="996251" y="0"/>
                  </a:lnTo>
                  <a:lnTo>
                    <a:pt x="0" y="0"/>
                  </a:lnTo>
                  <a:lnTo>
                    <a:pt x="0" y="468210"/>
                  </a:lnTo>
                  <a:lnTo>
                    <a:pt x="996251" y="468210"/>
                  </a:lnTo>
                  <a:lnTo>
                    <a:pt x="1044041" y="463308"/>
                  </a:lnTo>
                  <a:lnTo>
                    <a:pt x="1088517" y="449262"/>
                  </a:lnTo>
                  <a:lnTo>
                    <a:pt x="1128687" y="427050"/>
                  </a:lnTo>
                  <a:lnTo>
                    <a:pt x="1163561" y="397675"/>
                  </a:lnTo>
                  <a:lnTo>
                    <a:pt x="1192149" y="362140"/>
                  </a:lnTo>
                  <a:lnTo>
                    <a:pt x="1213459" y="321411"/>
                  </a:lnTo>
                  <a:lnTo>
                    <a:pt x="1226489" y="276504"/>
                  </a:lnTo>
                  <a:lnTo>
                    <a:pt x="1230401" y="234149"/>
                  </a:lnTo>
                  <a:close/>
                </a:path>
              </a:pathLst>
            </a:custGeom>
            <a:solidFill>
              <a:srgbClr val="A9AB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17388510" y="5828988"/>
              <a:ext cx="481965" cy="35560"/>
            </a:xfrm>
            <a:custGeom>
              <a:avLst/>
              <a:gdLst/>
              <a:ahLst/>
              <a:cxnLst/>
              <a:rect l="l" t="t" r="r" b="b"/>
              <a:pathLst>
                <a:path w="481965" h="35560">
                  <a:moveTo>
                    <a:pt x="481863" y="7620"/>
                  </a:moveTo>
                  <a:lnTo>
                    <a:pt x="477989" y="7620"/>
                  </a:lnTo>
                  <a:lnTo>
                    <a:pt x="477989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27940"/>
                  </a:lnTo>
                  <a:lnTo>
                    <a:pt x="0" y="35560"/>
                  </a:lnTo>
                  <a:lnTo>
                    <a:pt x="477634" y="35560"/>
                  </a:lnTo>
                  <a:lnTo>
                    <a:pt x="477634" y="27940"/>
                  </a:lnTo>
                  <a:lnTo>
                    <a:pt x="481863" y="27940"/>
                  </a:lnTo>
                  <a:lnTo>
                    <a:pt x="481863" y="762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17398336" y="6074439"/>
              <a:ext cx="1226820" cy="191770"/>
            </a:xfrm>
            <a:custGeom>
              <a:avLst/>
              <a:gdLst/>
              <a:ahLst/>
              <a:cxnLst/>
              <a:rect l="l" t="t" r="r" b="b"/>
              <a:pathLst>
                <a:path w="1226819" h="191770">
                  <a:moveTo>
                    <a:pt x="1226496" y="0"/>
                  </a:moveTo>
                  <a:lnTo>
                    <a:pt x="0" y="0"/>
                  </a:lnTo>
                  <a:lnTo>
                    <a:pt x="0" y="191700"/>
                  </a:lnTo>
                  <a:lnTo>
                    <a:pt x="996252" y="191700"/>
                  </a:lnTo>
                  <a:lnTo>
                    <a:pt x="1044048" y="186796"/>
                  </a:lnTo>
                  <a:lnTo>
                    <a:pt x="1088527" y="172745"/>
                  </a:lnTo>
                  <a:lnTo>
                    <a:pt x="1128698" y="150538"/>
                  </a:lnTo>
                  <a:lnTo>
                    <a:pt x="1163571" y="121168"/>
                  </a:lnTo>
                  <a:lnTo>
                    <a:pt x="1192155" y="85627"/>
                  </a:lnTo>
                  <a:lnTo>
                    <a:pt x="1213460" y="44907"/>
                  </a:lnTo>
                  <a:lnTo>
                    <a:pt x="1226496" y="0"/>
                  </a:lnTo>
                  <a:close/>
                </a:path>
              </a:pathLst>
            </a:custGeom>
            <a:solidFill>
              <a:srgbClr val="999B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17191468" y="5825214"/>
              <a:ext cx="414020" cy="414020"/>
            </a:xfrm>
            <a:custGeom>
              <a:avLst/>
              <a:gdLst/>
              <a:ahLst/>
              <a:cxnLst/>
              <a:rect l="l" t="t" r="r" b="b"/>
              <a:pathLst>
                <a:path w="414019" h="414020">
                  <a:moveTo>
                    <a:pt x="206831" y="0"/>
                  </a:moveTo>
                  <a:lnTo>
                    <a:pt x="159407" y="5462"/>
                  </a:lnTo>
                  <a:lnTo>
                    <a:pt x="115873" y="21023"/>
                  </a:lnTo>
                  <a:lnTo>
                    <a:pt x="77470" y="45439"/>
                  </a:lnTo>
                  <a:lnTo>
                    <a:pt x="45439" y="77470"/>
                  </a:lnTo>
                  <a:lnTo>
                    <a:pt x="21023" y="115873"/>
                  </a:lnTo>
                  <a:lnTo>
                    <a:pt x="5462" y="159407"/>
                  </a:lnTo>
                  <a:lnTo>
                    <a:pt x="0" y="206831"/>
                  </a:lnTo>
                  <a:lnTo>
                    <a:pt x="5462" y="254255"/>
                  </a:lnTo>
                  <a:lnTo>
                    <a:pt x="21023" y="297789"/>
                  </a:lnTo>
                  <a:lnTo>
                    <a:pt x="45439" y="336192"/>
                  </a:lnTo>
                  <a:lnTo>
                    <a:pt x="77470" y="368223"/>
                  </a:lnTo>
                  <a:lnTo>
                    <a:pt x="115873" y="392639"/>
                  </a:lnTo>
                  <a:lnTo>
                    <a:pt x="159407" y="408200"/>
                  </a:lnTo>
                  <a:lnTo>
                    <a:pt x="206831" y="413662"/>
                  </a:lnTo>
                  <a:lnTo>
                    <a:pt x="254255" y="408200"/>
                  </a:lnTo>
                  <a:lnTo>
                    <a:pt x="297789" y="392639"/>
                  </a:lnTo>
                  <a:lnTo>
                    <a:pt x="336192" y="368223"/>
                  </a:lnTo>
                  <a:lnTo>
                    <a:pt x="368223" y="336192"/>
                  </a:lnTo>
                  <a:lnTo>
                    <a:pt x="392639" y="297789"/>
                  </a:lnTo>
                  <a:lnTo>
                    <a:pt x="408200" y="254255"/>
                  </a:lnTo>
                  <a:lnTo>
                    <a:pt x="413662" y="206831"/>
                  </a:lnTo>
                  <a:lnTo>
                    <a:pt x="408200" y="159407"/>
                  </a:lnTo>
                  <a:lnTo>
                    <a:pt x="392639" y="115873"/>
                  </a:lnTo>
                  <a:lnTo>
                    <a:pt x="368223" y="77470"/>
                  </a:lnTo>
                  <a:lnTo>
                    <a:pt x="336192" y="45439"/>
                  </a:lnTo>
                  <a:lnTo>
                    <a:pt x="297789" y="21023"/>
                  </a:lnTo>
                  <a:lnTo>
                    <a:pt x="254255" y="5462"/>
                  </a:lnTo>
                  <a:lnTo>
                    <a:pt x="206831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17164192" y="5797938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30" h="468629">
                  <a:moveTo>
                    <a:pt x="234108" y="0"/>
                  </a:moveTo>
                  <a:lnTo>
                    <a:pt x="186987" y="4764"/>
                  </a:lnTo>
                  <a:lnTo>
                    <a:pt x="143070" y="18426"/>
                  </a:lnTo>
                  <a:lnTo>
                    <a:pt x="103307" y="40037"/>
                  </a:lnTo>
                  <a:lnTo>
                    <a:pt x="68647" y="68647"/>
                  </a:lnTo>
                  <a:lnTo>
                    <a:pt x="40037" y="103307"/>
                  </a:lnTo>
                  <a:lnTo>
                    <a:pt x="18426" y="143070"/>
                  </a:lnTo>
                  <a:lnTo>
                    <a:pt x="4764" y="186987"/>
                  </a:lnTo>
                  <a:lnTo>
                    <a:pt x="0" y="234108"/>
                  </a:lnTo>
                  <a:lnTo>
                    <a:pt x="4764" y="281228"/>
                  </a:lnTo>
                  <a:lnTo>
                    <a:pt x="18426" y="325145"/>
                  </a:lnTo>
                  <a:lnTo>
                    <a:pt x="40037" y="364908"/>
                  </a:lnTo>
                  <a:lnTo>
                    <a:pt x="68647" y="399568"/>
                  </a:lnTo>
                  <a:lnTo>
                    <a:pt x="103307" y="428178"/>
                  </a:lnTo>
                  <a:lnTo>
                    <a:pt x="143070" y="449789"/>
                  </a:lnTo>
                  <a:lnTo>
                    <a:pt x="186987" y="463451"/>
                  </a:lnTo>
                  <a:lnTo>
                    <a:pt x="234108" y="468216"/>
                  </a:lnTo>
                  <a:lnTo>
                    <a:pt x="281228" y="463451"/>
                  </a:lnTo>
                  <a:lnTo>
                    <a:pt x="325145" y="449789"/>
                  </a:lnTo>
                  <a:lnTo>
                    <a:pt x="364908" y="428178"/>
                  </a:lnTo>
                  <a:lnTo>
                    <a:pt x="382481" y="413673"/>
                  </a:lnTo>
                  <a:lnTo>
                    <a:pt x="234108" y="413673"/>
                  </a:lnTo>
                  <a:lnTo>
                    <a:pt x="186427" y="407248"/>
                  </a:lnTo>
                  <a:lnTo>
                    <a:pt x="143548" y="389122"/>
                  </a:lnTo>
                  <a:lnTo>
                    <a:pt x="107195" y="361020"/>
                  </a:lnTo>
                  <a:lnTo>
                    <a:pt x="79093" y="324667"/>
                  </a:lnTo>
                  <a:lnTo>
                    <a:pt x="60968" y="281788"/>
                  </a:lnTo>
                  <a:lnTo>
                    <a:pt x="54542" y="234108"/>
                  </a:lnTo>
                  <a:lnTo>
                    <a:pt x="60968" y="186427"/>
                  </a:lnTo>
                  <a:lnTo>
                    <a:pt x="79093" y="143548"/>
                  </a:lnTo>
                  <a:lnTo>
                    <a:pt x="107195" y="107195"/>
                  </a:lnTo>
                  <a:lnTo>
                    <a:pt x="143548" y="79093"/>
                  </a:lnTo>
                  <a:lnTo>
                    <a:pt x="186427" y="60968"/>
                  </a:lnTo>
                  <a:lnTo>
                    <a:pt x="234108" y="54542"/>
                  </a:lnTo>
                  <a:lnTo>
                    <a:pt x="382481" y="54542"/>
                  </a:lnTo>
                  <a:lnTo>
                    <a:pt x="364908" y="40037"/>
                  </a:lnTo>
                  <a:lnTo>
                    <a:pt x="325145" y="18426"/>
                  </a:lnTo>
                  <a:lnTo>
                    <a:pt x="281228" y="4764"/>
                  </a:lnTo>
                  <a:lnTo>
                    <a:pt x="234108" y="0"/>
                  </a:lnTo>
                  <a:close/>
                </a:path>
                <a:path w="468630" h="468629">
                  <a:moveTo>
                    <a:pt x="382481" y="54542"/>
                  </a:moveTo>
                  <a:lnTo>
                    <a:pt x="234108" y="54542"/>
                  </a:lnTo>
                  <a:lnTo>
                    <a:pt x="281788" y="60968"/>
                  </a:lnTo>
                  <a:lnTo>
                    <a:pt x="324667" y="79093"/>
                  </a:lnTo>
                  <a:lnTo>
                    <a:pt x="361020" y="107195"/>
                  </a:lnTo>
                  <a:lnTo>
                    <a:pt x="389122" y="143548"/>
                  </a:lnTo>
                  <a:lnTo>
                    <a:pt x="407248" y="186427"/>
                  </a:lnTo>
                  <a:lnTo>
                    <a:pt x="413673" y="234108"/>
                  </a:lnTo>
                  <a:lnTo>
                    <a:pt x="407248" y="281788"/>
                  </a:lnTo>
                  <a:lnTo>
                    <a:pt x="389122" y="324667"/>
                  </a:lnTo>
                  <a:lnTo>
                    <a:pt x="361020" y="361020"/>
                  </a:lnTo>
                  <a:lnTo>
                    <a:pt x="324667" y="389122"/>
                  </a:lnTo>
                  <a:lnTo>
                    <a:pt x="281788" y="407248"/>
                  </a:lnTo>
                  <a:lnTo>
                    <a:pt x="234108" y="413673"/>
                  </a:lnTo>
                  <a:lnTo>
                    <a:pt x="382481" y="413673"/>
                  </a:lnTo>
                  <a:lnTo>
                    <a:pt x="428178" y="364908"/>
                  </a:lnTo>
                  <a:lnTo>
                    <a:pt x="449789" y="325145"/>
                  </a:lnTo>
                  <a:lnTo>
                    <a:pt x="463451" y="281228"/>
                  </a:lnTo>
                  <a:lnTo>
                    <a:pt x="468216" y="234108"/>
                  </a:lnTo>
                  <a:lnTo>
                    <a:pt x="463451" y="186987"/>
                  </a:lnTo>
                  <a:lnTo>
                    <a:pt x="449789" y="143070"/>
                  </a:lnTo>
                  <a:lnTo>
                    <a:pt x="428178" y="103307"/>
                  </a:lnTo>
                  <a:lnTo>
                    <a:pt x="399568" y="68647"/>
                  </a:lnTo>
                  <a:lnTo>
                    <a:pt x="382481" y="54542"/>
                  </a:lnTo>
                  <a:close/>
                </a:path>
              </a:pathLst>
            </a:custGeom>
            <a:solidFill>
              <a:srgbClr val="BABB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17630174" y="5396318"/>
              <a:ext cx="434975" cy="869950"/>
            </a:xfrm>
            <a:custGeom>
              <a:avLst/>
              <a:gdLst/>
              <a:ahLst/>
              <a:cxnLst/>
              <a:rect l="l" t="t" r="r" b="b"/>
              <a:pathLst>
                <a:path w="434975" h="869950">
                  <a:moveTo>
                    <a:pt x="105441" y="0"/>
                  </a:moveTo>
                  <a:lnTo>
                    <a:pt x="0" y="0"/>
                  </a:lnTo>
                  <a:lnTo>
                    <a:pt x="40778" y="20855"/>
                  </a:lnTo>
                  <a:lnTo>
                    <a:pt x="77390" y="49023"/>
                  </a:lnTo>
                  <a:lnTo>
                    <a:pt x="109251" y="84170"/>
                  </a:lnTo>
                  <a:lnTo>
                    <a:pt x="135775" y="125964"/>
                  </a:lnTo>
                  <a:lnTo>
                    <a:pt x="345905" y="530748"/>
                  </a:lnTo>
                  <a:lnTo>
                    <a:pt x="347832" y="534130"/>
                  </a:lnTo>
                  <a:lnTo>
                    <a:pt x="361578" y="561669"/>
                  </a:lnTo>
                  <a:lnTo>
                    <a:pt x="371534" y="590734"/>
                  </a:lnTo>
                  <a:lnTo>
                    <a:pt x="377589" y="620913"/>
                  </a:lnTo>
                  <a:lnTo>
                    <a:pt x="379632" y="651791"/>
                  </a:lnTo>
                  <a:lnTo>
                    <a:pt x="374413" y="701143"/>
                  </a:lnTo>
                  <a:lnTo>
                    <a:pt x="359502" y="746810"/>
                  </a:lnTo>
                  <a:lnTo>
                    <a:pt x="336014" y="787651"/>
                  </a:lnTo>
                  <a:lnTo>
                    <a:pt x="305067" y="822527"/>
                  </a:lnTo>
                  <a:lnTo>
                    <a:pt x="267776" y="850299"/>
                  </a:lnTo>
                  <a:lnTo>
                    <a:pt x="225260" y="869826"/>
                  </a:lnTo>
                  <a:lnTo>
                    <a:pt x="334764" y="869826"/>
                  </a:lnTo>
                  <a:lnTo>
                    <a:pt x="368617" y="835487"/>
                  </a:lnTo>
                  <a:lnTo>
                    <a:pt x="396348" y="795700"/>
                  </a:lnTo>
                  <a:lnTo>
                    <a:pt x="417152" y="751279"/>
                  </a:lnTo>
                  <a:lnTo>
                    <a:pt x="430225" y="703038"/>
                  </a:lnTo>
                  <a:lnTo>
                    <a:pt x="434761" y="651791"/>
                  </a:lnTo>
                  <a:lnTo>
                    <a:pt x="432243" y="613695"/>
                  </a:lnTo>
                  <a:lnTo>
                    <a:pt x="412511" y="540570"/>
                  </a:lnTo>
                  <a:lnTo>
                    <a:pt x="184643" y="100436"/>
                  </a:lnTo>
                  <a:lnTo>
                    <a:pt x="148933" y="45325"/>
                  </a:lnTo>
                  <a:lnTo>
                    <a:pt x="128096" y="21415"/>
                  </a:lnTo>
                  <a:lnTo>
                    <a:pt x="105441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7" name="object 377" descr=""/>
          <p:cNvGrpSpPr/>
          <p:nvPr/>
        </p:nvGrpSpPr>
        <p:grpSpPr>
          <a:xfrm>
            <a:off x="8691744" y="3888678"/>
            <a:ext cx="1255395" cy="574675"/>
            <a:chOff x="8691744" y="3888678"/>
            <a:chExt cx="1255395" cy="574675"/>
          </a:xfrm>
        </p:grpSpPr>
        <p:sp>
          <p:nvSpPr>
            <p:cNvPr id="378" name="object 378" descr=""/>
            <p:cNvSpPr/>
            <p:nvPr/>
          </p:nvSpPr>
          <p:spPr>
            <a:xfrm>
              <a:off x="9565268" y="3990916"/>
              <a:ext cx="381635" cy="410845"/>
            </a:xfrm>
            <a:custGeom>
              <a:avLst/>
              <a:gdLst/>
              <a:ahLst/>
              <a:cxnLst/>
              <a:rect l="l" t="t" r="r" b="b"/>
              <a:pathLst>
                <a:path w="381634" h="410845">
                  <a:moveTo>
                    <a:pt x="247500" y="0"/>
                  </a:moveTo>
                  <a:lnTo>
                    <a:pt x="0" y="0"/>
                  </a:lnTo>
                  <a:lnTo>
                    <a:pt x="0" y="410374"/>
                  </a:lnTo>
                  <a:lnTo>
                    <a:pt x="381391" y="410374"/>
                  </a:lnTo>
                  <a:lnTo>
                    <a:pt x="381391" y="247741"/>
                  </a:lnTo>
                  <a:lnTo>
                    <a:pt x="317665" y="49139"/>
                  </a:lnTo>
                  <a:lnTo>
                    <a:pt x="290330" y="13508"/>
                  </a:lnTo>
                  <a:lnTo>
                    <a:pt x="24750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8691744" y="3888678"/>
              <a:ext cx="974090" cy="413384"/>
            </a:xfrm>
            <a:custGeom>
              <a:avLst/>
              <a:gdLst/>
              <a:ahLst/>
              <a:cxnLst/>
              <a:rect l="l" t="t" r="r" b="b"/>
              <a:pathLst>
                <a:path w="974090" h="413385">
                  <a:moveTo>
                    <a:pt x="973855" y="0"/>
                  </a:moveTo>
                  <a:lnTo>
                    <a:pt x="650388" y="0"/>
                  </a:lnTo>
                  <a:lnTo>
                    <a:pt x="636729" y="2756"/>
                  </a:lnTo>
                  <a:lnTo>
                    <a:pt x="625576" y="10275"/>
                  </a:lnTo>
                  <a:lnTo>
                    <a:pt x="618057" y="21428"/>
                  </a:lnTo>
                  <a:lnTo>
                    <a:pt x="615300" y="35087"/>
                  </a:lnTo>
                  <a:lnTo>
                    <a:pt x="612543" y="48747"/>
                  </a:lnTo>
                  <a:lnTo>
                    <a:pt x="605024" y="59900"/>
                  </a:lnTo>
                  <a:lnTo>
                    <a:pt x="593871" y="67418"/>
                  </a:lnTo>
                  <a:lnTo>
                    <a:pt x="580212" y="70175"/>
                  </a:lnTo>
                  <a:lnTo>
                    <a:pt x="0" y="70175"/>
                  </a:lnTo>
                  <a:lnTo>
                    <a:pt x="97169" y="412940"/>
                  </a:lnTo>
                  <a:lnTo>
                    <a:pt x="812415" y="412940"/>
                  </a:lnTo>
                  <a:lnTo>
                    <a:pt x="812415" y="70175"/>
                  </a:lnTo>
                  <a:lnTo>
                    <a:pt x="973855" y="70175"/>
                  </a:lnTo>
                  <a:lnTo>
                    <a:pt x="973855" y="0"/>
                  </a:lnTo>
                  <a:close/>
                </a:path>
              </a:pathLst>
            </a:custGeom>
            <a:solidFill>
              <a:srgbClr val="83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8706068" y="3958859"/>
              <a:ext cx="798195" cy="342900"/>
            </a:xfrm>
            <a:custGeom>
              <a:avLst/>
              <a:gdLst/>
              <a:ahLst/>
              <a:cxnLst/>
              <a:rect l="l" t="t" r="r" b="b"/>
              <a:pathLst>
                <a:path w="798195" h="342900">
                  <a:moveTo>
                    <a:pt x="798090" y="0"/>
                  </a:moveTo>
                  <a:lnTo>
                    <a:pt x="695319" y="0"/>
                  </a:lnTo>
                  <a:lnTo>
                    <a:pt x="683968" y="2291"/>
                  </a:lnTo>
                  <a:lnTo>
                    <a:pt x="674699" y="8541"/>
                  </a:lnTo>
                  <a:lnTo>
                    <a:pt x="668449" y="17810"/>
                  </a:lnTo>
                  <a:lnTo>
                    <a:pt x="663865" y="40517"/>
                  </a:lnTo>
                  <a:lnTo>
                    <a:pt x="657616" y="49790"/>
                  </a:lnTo>
                  <a:lnTo>
                    <a:pt x="648346" y="56041"/>
                  </a:lnTo>
                  <a:lnTo>
                    <a:pt x="636996" y="58333"/>
                  </a:lnTo>
                  <a:lnTo>
                    <a:pt x="0" y="58333"/>
                  </a:lnTo>
                  <a:lnTo>
                    <a:pt x="82845" y="342764"/>
                  </a:lnTo>
                  <a:lnTo>
                    <a:pt x="798090" y="342764"/>
                  </a:lnTo>
                  <a:lnTo>
                    <a:pt x="798090" y="0"/>
                  </a:lnTo>
                  <a:close/>
                </a:path>
              </a:pathLst>
            </a:custGeom>
            <a:solidFill>
              <a:srgbClr val="C9E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8784895" y="4301623"/>
              <a:ext cx="1162050" cy="161925"/>
            </a:xfrm>
            <a:custGeom>
              <a:avLst/>
              <a:gdLst/>
              <a:ahLst/>
              <a:cxnLst/>
              <a:rect l="l" t="t" r="r" b="b"/>
              <a:pathLst>
                <a:path w="1162050" h="161925">
                  <a:moveTo>
                    <a:pt x="1161757" y="99682"/>
                  </a:moveTo>
                  <a:lnTo>
                    <a:pt x="610069" y="99682"/>
                  </a:lnTo>
                  <a:lnTo>
                    <a:pt x="602272" y="60998"/>
                  </a:lnTo>
                  <a:lnTo>
                    <a:pt x="580872" y="29260"/>
                  </a:lnTo>
                  <a:lnTo>
                    <a:pt x="549135" y="7848"/>
                  </a:lnTo>
                  <a:lnTo>
                    <a:pt x="510260" y="0"/>
                  </a:lnTo>
                  <a:lnTo>
                    <a:pt x="188798" y="0"/>
                  </a:lnTo>
                  <a:lnTo>
                    <a:pt x="149923" y="7848"/>
                  </a:lnTo>
                  <a:lnTo>
                    <a:pt x="118173" y="29260"/>
                  </a:lnTo>
                  <a:lnTo>
                    <a:pt x="96774" y="60998"/>
                  </a:lnTo>
                  <a:lnTo>
                    <a:pt x="88963" y="99682"/>
                  </a:lnTo>
                  <a:lnTo>
                    <a:pt x="0" y="99682"/>
                  </a:lnTo>
                  <a:lnTo>
                    <a:pt x="0" y="161734"/>
                  </a:lnTo>
                  <a:lnTo>
                    <a:pt x="1116164" y="161734"/>
                  </a:lnTo>
                  <a:lnTo>
                    <a:pt x="1133906" y="158153"/>
                  </a:lnTo>
                  <a:lnTo>
                    <a:pt x="1148397" y="148386"/>
                  </a:lnTo>
                  <a:lnTo>
                    <a:pt x="1158176" y="133896"/>
                  </a:lnTo>
                  <a:lnTo>
                    <a:pt x="1161757" y="116154"/>
                  </a:lnTo>
                  <a:lnTo>
                    <a:pt x="1161757" y="99682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2" name="object 382" descr=""/>
          <p:cNvGrpSpPr/>
          <p:nvPr/>
        </p:nvGrpSpPr>
        <p:grpSpPr>
          <a:xfrm>
            <a:off x="8784139" y="4267518"/>
            <a:ext cx="1162685" cy="275590"/>
            <a:chOff x="8784139" y="4267518"/>
            <a:chExt cx="1162685" cy="275590"/>
          </a:xfrm>
        </p:grpSpPr>
        <p:sp>
          <p:nvSpPr>
            <p:cNvPr id="383" name="object 383" descr=""/>
            <p:cNvSpPr/>
            <p:nvPr/>
          </p:nvSpPr>
          <p:spPr>
            <a:xfrm>
              <a:off x="8784139" y="4513416"/>
              <a:ext cx="1162685" cy="29845"/>
            </a:xfrm>
            <a:custGeom>
              <a:avLst/>
              <a:gdLst/>
              <a:ahLst/>
              <a:cxnLst/>
              <a:rect l="l" t="t" r="r" b="b"/>
              <a:pathLst>
                <a:path w="1162684" h="29845">
                  <a:moveTo>
                    <a:pt x="1155943" y="0"/>
                  </a:moveTo>
                  <a:lnTo>
                    <a:pt x="1147839" y="0"/>
                  </a:lnTo>
                  <a:lnTo>
                    <a:pt x="6575" y="0"/>
                  </a:lnTo>
                  <a:lnTo>
                    <a:pt x="0" y="6575"/>
                  </a:lnTo>
                  <a:lnTo>
                    <a:pt x="0" y="22784"/>
                  </a:lnTo>
                  <a:lnTo>
                    <a:pt x="6575" y="29349"/>
                  </a:lnTo>
                  <a:lnTo>
                    <a:pt x="1155943" y="29349"/>
                  </a:lnTo>
                  <a:lnTo>
                    <a:pt x="1162519" y="22784"/>
                  </a:lnTo>
                  <a:lnTo>
                    <a:pt x="1162519" y="6575"/>
                  </a:lnTo>
                  <a:lnTo>
                    <a:pt x="1155943" y="0"/>
                  </a:lnTo>
                  <a:close/>
                </a:path>
              </a:pathLst>
            </a:custGeom>
            <a:solidFill>
              <a:srgbClr val="D9F0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4" name="object 38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610588" y="4327237"/>
              <a:ext cx="215532" cy="215532"/>
            </a:xfrm>
            <a:prstGeom prst="rect">
              <a:avLst/>
            </a:prstGeom>
          </p:spPr>
        </p:pic>
        <p:pic>
          <p:nvPicPr>
            <p:cNvPr id="385" name="object 38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99679" y="4327237"/>
              <a:ext cx="215522" cy="215532"/>
            </a:xfrm>
            <a:prstGeom prst="rect">
              <a:avLst/>
            </a:prstGeom>
          </p:spPr>
        </p:pic>
        <p:pic>
          <p:nvPicPr>
            <p:cNvPr id="386" name="object 38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147918" y="4327237"/>
              <a:ext cx="215522" cy="215532"/>
            </a:xfrm>
            <a:prstGeom prst="rect">
              <a:avLst/>
            </a:prstGeom>
          </p:spPr>
        </p:pic>
        <p:sp>
          <p:nvSpPr>
            <p:cNvPr id="387" name="object 387" descr=""/>
            <p:cNvSpPr/>
            <p:nvPr/>
          </p:nvSpPr>
          <p:spPr>
            <a:xfrm>
              <a:off x="9566058" y="4267518"/>
              <a:ext cx="304800" cy="133985"/>
            </a:xfrm>
            <a:custGeom>
              <a:avLst/>
              <a:gdLst/>
              <a:ahLst/>
              <a:cxnLst/>
              <a:rect l="l" t="t" r="r" b="b"/>
              <a:pathLst>
                <a:path w="304800" h="133985">
                  <a:moveTo>
                    <a:pt x="174800" y="0"/>
                  </a:moveTo>
                  <a:lnTo>
                    <a:pt x="0" y="0"/>
                  </a:lnTo>
                  <a:lnTo>
                    <a:pt x="0" y="8282"/>
                  </a:lnTo>
                  <a:lnTo>
                    <a:pt x="174800" y="8282"/>
                  </a:lnTo>
                  <a:lnTo>
                    <a:pt x="222128" y="17861"/>
                  </a:lnTo>
                  <a:lnTo>
                    <a:pt x="260817" y="43968"/>
                  </a:lnTo>
                  <a:lnTo>
                    <a:pt x="286925" y="82658"/>
                  </a:lnTo>
                  <a:lnTo>
                    <a:pt x="296504" y="129985"/>
                  </a:lnTo>
                  <a:lnTo>
                    <a:pt x="296504" y="133776"/>
                  </a:lnTo>
                  <a:lnTo>
                    <a:pt x="304776" y="133776"/>
                  </a:lnTo>
                  <a:lnTo>
                    <a:pt x="304776" y="129985"/>
                  </a:lnTo>
                  <a:lnTo>
                    <a:pt x="294546" y="79438"/>
                  </a:lnTo>
                  <a:lnTo>
                    <a:pt x="266665" y="38115"/>
                  </a:lnTo>
                  <a:lnTo>
                    <a:pt x="225346" y="10231"/>
                  </a:lnTo>
                  <a:lnTo>
                    <a:pt x="174800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9910145" y="4293724"/>
              <a:ext cx="36830" cy="107950"/>
            </a:xfrm>
            <a:custGeom>
              <a:avLst/>
              <a:gdLst/>
              <a:ahLst/>
              <a:cxnLst/>
              <a:rect l="l" t="t" r="r" b="b"/>
              <a:pathLst>
                <a:path w="36829" h="107950">
                  <a:moveTo>
                    <a:pt x="36501" y="0"/>
                  </a:moveTo>
                  <a:lnTo>
                    <a:pt x="22294" y="2868"/>
                  </a:lnTo>
                  <a:lnTo>
                    <a:pt x="10692" y="10692"/>
                  </a:lnTo>
                  <a:lnTo>
                    <a:pt x="2868" y="22294"/>
                  </a:lnTo>
                  <a:lnTo>
                    <a:pt x="0" y="36501"/>
                  </a:lnTo>
                  <a:lnTo>
                    <a:pt x="0" y="107567"/>
                  </a:lnTo>
                  <a:lnTo>
                    <a:pt x="36501" y="107567"/>
                  </a:lnTo>
                  <a:lnTo>
                    <a:pt x="3650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9" name="object 389" descr=""/>
          <p:cNvGrpSpPr/>
          <p:nvPr/>
        </p:nvGrpSpPr>
        <p:grpSpPr>
          <a:xfrm>
            <a:off x="7526084" y="1907690"/>
            <a:ext cx="2406015" cy="2635250"/>
            <a:chOff x="7526084" y="1907690"/>
            <a:chExt cx="2406015" cy="2635250"/>
          </a:xfrm>
        </p:grpSpPr>
        <p:sp>
          <p:nvSpPr>
            <p:cNvPr id="390" name="object 390" descr=""/>
            <p:cNvSpPr/>
            <p:nvPr/>
          </p:nvSpPr>
          <p:spPr>
            <a:xfrm>
              <a:off x="9565271" y="4042403"/>
              <a:ext cx="367030" cy="137160"/>
            </a:xfrm>
            <a:custGeom>
              <a:avLst/>
              <a:gdLst/>
              <a:ahLst/>
              <a:cxnLst/>
              <a:rect l="l" t="t" r="r" b="b"/>
              <a:pathLst>
                <a:path w="367029" h="137160">
                  <a:moveTo>
                    <a:pt x="366649" y="136613"/>
                  </a:moveTo>
                  <a:lnTo>
                    <a:pt x="322376" y="11049"/>
                  </a:lnTo>
                  <a:lnTo>
                    <a:pt x="318490" y="0"/>
                  </a:lnTo>
                  <a:lnTo>
                    <a:pt x="77368" y="0"/>
                  </a:lnTo>
                  <a:lnTo>
                    <a:pt x="0" y="0"/>
                  </a:lnTo>
                  <a:lnTo>
                    <a:pt x="0" y="11049"/>
                  </a:lnTo>
                  <a:lnTo>
                    <a:pt x="77368" y="11049"/>
                  </a:lnTo>
                  <a:lnTo>
                    <a:pt x="77368" y="31115"/>
                  </a:lnTo>
                  <a:lnTo>
                    <a:pt x="85661" y="72174"/>
                  </a:lnTo>
                  <a:lnTo>
                    <a:pt x="108267" y="105714"/>
                  </a:lnTo>
                  <a:lnTo>
                    <a:pt x="141808" y="128320"/>
                  </a:lnTo>
                  <a:lnTo>
                    <a:pt x="182867" y="136613"/>
                  </a:lnTo>
                  <a:lnTo>
                    <a:pt x="366649" y="136613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1" name="object 39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26084" y="1907690"/>
              <a:ext cx="2227042" cy="2635082"/>
            </a:xfrm>
            <a:prstGeom prst="rect">
              <a:avLst/>
            </a:prstGeom>
          </p:spPr>
        </p:pic>
      </p:grpSp>
      <p:grpSp>
        <p:nvGrpSpPr>
          <p:cNvPr id="392" name="object 392" descr=""/>
          <p:cNvGrpSpPr/>
          <p:nvPr/>
        </p:nvGrpSpPr>
        <p:grpSpPr>
          <a:xfrm>
            <a:off x="12613506" y="5121100"/>
            <a:ext cx="1075690" cy="1375410"/>
            <a:chOff x="12613506" y="5121100"/>
            <a:chExt cx="1075690" cy="1375410"/>
          </a:xfrm>
        </p:grpSpPr>
        <p:sp>
          <p:nvSpPr>
            <p:cNvPr id="393" name="object 393" descr=""/>
            <p:cNvSpPr/>
            <p:nvPr/>
          </p:nvSpPr>
          <p:spPr>
            <a:xfrm>
              <a:off x="12894013" y="5717668"/>
              <a:ext cx="543560" cy="344805"/>
            </a:xfrm>
            <a:custGeom>
              <a:avLst/>
              <a:gdLst/>
              <a:ahLst/>
              <a:cxnLst/>
              <a:rect l="l" t="t" r="r" b="b"/>
              <a:pathLst>
                <a:path w="543559" h="344804">
                  <a:moveTo>
                    <a:pt x="370648" y="0"/>
                  </a:moveTo>
                  <a:lnTo>
                    <a:pt x="172340" y="0"/>
                  </a:lnTo>
                  <a:lnTo>
                    <a:pt x="126525" y="6156"/>
                  </a:lnTo>
                  <a:lnTo>
                    <a:pt x="85357" y="23529"/>
                  </a:lnTo>
                  <a:lnTo>
                    <a:pt x="50477" y="50477"/>
                  </a:lnTo>
                  <a:lnTo>
                    <a:pt x="23529" y="85357"/>
                  </a:lnTo>
                  <a:lnTo>
                    <a:pt x="6156" y="126525"/>
                  </a:lnTo>
                  <a:lnTo>
                    <a:pt x="0" y="172340"/>
                  </a:lnTo>
                  <a:lnTo>
                    <a:pt x="6156" y="218154"/>
                  </a:lnTo>
                  <a:lnTo>
                    <a:pt x="23529" y="259323"/>
                  </a:lnTo>
                  <a:lnTo>
                    <a:pt x="50477" y="294203"/>
                  </a:lnTo>
                  <a:lnTo>
                    <a:pt x="85357" y="321150"/>
                  </a:lnTo>
                  <a:lnTo>
                    <a:pt x="126525" y="338524"/>
                  </a:lnTo>
                  <a:lnTo>
                    <a:pt x="172340" y="344680"/>
                  </a:lnTo>
                  <a:lnTo>
                    <a:pt x="370648" y="344680"/>
                  </a:lnTo>
                  <a:lnTo>
                    <a:pt x="416463" y="338524"/>
                  </a:lnTo>
                  <a:lnTo>
                    <a:pt x="457631" y="321150"/>
                  </a:lnTo>
                  <a:lnTo>
                    <a:pt x="492511" y="294203"/>
                  </a:lnTo>
                  <a:lnTo>
                    <a:pt x="519459" y="259323"/>
                  </a:lnTo>
                  <a:lnTo>
                    <a:pt x="536832" y="218154"/>
                  </a:lnTo>
                  <a:lnTo>
                    <a:pt x="542988" y="172340"/>
                  </a:lnTo>
                  <a:lnTo>
                    <a:pt x="536832" y="126525"/>
                  </a:lnTo>
                  <a:lnTo>
                    <a:pt x="519459" y="85357"/>
                  </a:lnTo>
                  <a:lnTo>
                    <a:pt x="492511" y="50477"/>
                  </a:lnTo>
                  <a:lnTo>
                    <a:pt x="457631" y="23529"/>
                  </a:lnTo>
                  <a:lnTo>
                    <a:pt x="416463" y="6156"/>
                  </a:lnTo>
                  <a:lnTo>
                    <a:pt x="370648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12813805" y="5150656"/>
              <a:ext cx="850900" cy="850900"/>
            </a:xfrm>
            <a:custGeom>
              <a:avLst/>
              <a:gdLst/>
              <a:ahLst/>
              <a:cxnLst/>
              <a:rect l="l" t="t" r="r" b="b"/>
              <a:pathLst>
                <a:path w="850900" h="850900">
                  <a:moveTo>
                    <a:pt x="850277" y="287083"/>
                  </a:moveTo>
                  <a:lnTo>
                    <a:pt x="563206" y="0"/>
                  </a:lnTo>
                  <a:lnTo>
                    <a:pt x="268325" y="107581"/>
                  </a:lnTo>
                  <a:lnTo>
                    <a:pt x="255181" y="112179"/>
                  </a:lnTo>
                  <a:lnTo>
                    <a:pt x="242582" y="118478"/>
                  </a:lnTo>
                  <a:lnTo>
                    <a:pt x="62865" y="292989"/>
                  </a:lnTo>
                  <a:lnTo>
                    <a:pt x="31432" y="332613"/>
                  </a:lnTo>
                  <a:lnTo>
                    <a:pt x="10477" y="376897"/>
                  </a:lnTo>
                  <a:lnTo>
                    <a:pt x="0" y="423964"/>
                  </a:lnTo>
                  <a:lnTo>
                    <a:pt x="0" y="471970"/>
                  </a:lnTo>
                  <a:lnTo>
                    <a:pt x="10477" y="519036"/>
                  </a:lnTo>
                  <a:lnTo>
                    <a:pt x="31432" y="563308"/>
                  </a:lnTo>
                  <a:lnTo>
                    <a:pt x="62865" y="602932"/>
                  </a:lnTo>
                  <a:lnTo>
                    <a:pt x="247332" y="787412"/>
                  </a:lnTo>
                  <a:lnTo>
                    <a:pt x="286969" y="818857"/>
                  </a:lnTo>
                  <a:lnTo>
                    <a:pt x="331254" y="839812"/>
                  </a:lnTo>
                  <a:lnTo>
                    <a:pt x="378333" y="850290"/>
                  </a:lnTo>
                  <a:lnTo>
                    <a:pt x="426326" y="850290"/>
                  </a:lnTo>
                  <a:lnTo>
                    <a:pt x="473392" y="839800"/>
                  </a:lnTo>
                  <a:lnTo>
                    <a:pt x="517664" y="818845"/>
                  </a:lnTo>
                  <a:lnTo>
                    <a:pt x="557276" y="787412"/>
                  </a:lnTo>
                  <a:lnTo>
                    <a:pt x="714133" y="630555"/>
                  </a:lnTo>
                  <a:lnTo>
                    <a:pt x="738886" y="593140"/>
                  </a:lnTo>
                  <a:lnTo>
                    <a:pt x="743572" y="578853"/>
                  </a:lnTo>
                  <a:lnTo>
                    <a:pt x="850277" y="287083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12902918" y="5150643"/>
              <a:ext cx="709930" cy="461009"/>
            </a:xfrm>
            <a:custGeom>
              <a:avLst/>
              <a:gdLst/>
              <a:ahLst/>
              <a:cxnLst/>
              <a:rect l="l" t="t" r="r" b="b"/>
              <a:pathLst>
                <a:path w="709930" h="461010">
                  <a:moveTo>
                    <a:pt x="474090" y="0"/>
                  </a:moveTo>
                  <a:lnTo>
                    <a:pt x="179209" y="107598"/>
                  </a:lnTo>
                  <a:lnTo>
                    <a:pt x="166066" y="112189"/>
                  </a:lnTo>
                  <a:lnTo>
                    <a:pt x="153478" y="118491"/>
                  </a:lnTo>
                  <a:lnTo>
                    <a:pt x="141606" y="126484"/>
                  </a:lnTo>
                  <a:lnTo>
                    <a:pt x="130613" y="136152"/>
                  </a:lnTo>
                  <a:lnTo>
                    <a:pt x="0" y="266766"/>
                  </a:lnTo>
                  <a:lnTo>
                    <a:pt x="92698" y="359475"/>
                  </a:lnTo>
                  <a:lnTo>
                    <a:pt x="131116" y="392719"/>
                  </a:lnTo>
                  <a:lnTo>
                    <a:pt x="172864" y="419431"/>
                  </a:lnTo>
                  <a:lnTo>
                    <a:pt x="217215" y="439611"/>
                  </a:lnTo>
                  <a:lnTo>
                    <a:pt x="263444" y="453258"/>
                  </a:lnTo>
                  <a:lnTo>
                    <a:pt x="310827" y="460370"/>
                  </a:lnTo>
                  <a:lnTo>
                    <a:pt x="358638" y="460947"/>
                  </a:lnTo>
                  <a:lnTo>
                    <a:pt x="406152" y="454987"/>
                  </a:lnTo>
                  <a:lnTo>
                    <a:pt x="452643" y="442489"/>
                  </a:lnTo>
                  <a:lnTo>
                    <a:pt x="497387" y="423453"/>
                  </a:lnTo>
                  <a:lnTo>
                    <a:pt x="534439" y="401586"/>
                  </a:lnTo>
                  <a:lnTo>
                    <a:pt x="566268" y="377161"/>
                  </a:lnTo>
                  <a:lnTo>
                    <a:pt x="709423" y="235333"/>
                  </a:lnTo>
                  <a:lnTo>
                    <a:pt x="47409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13036283" y="5121103"/>
              <a:ext cx="652780" cy="652780"/>
            </a:xfrm>
            <a:custGeom>
              <a:avLst/>
              <a:gdLst/>
              <a:ahLst/>
              <a:cxnLst/>
              <a:rect l="l" t="t" r="r" b="b"/>
              <a:pathLst>
                <a:path w="652780" h="652779">
                  <a:moveTo>
                    <a:pt x="535571" y="634492"/>
                  </a:moveTo>
                  <a:lnTo>
                    <a:pt x="31178" y="122542"/>
                  </a:lnTo>
                  <a:lnTo>
                    <a:pt x="18262" y="117195"/>
                  </a:lnTo>
                  <a:lnTo>
                    <a:pt x="11391" y="118529"/>
                  </a:lnTo>
                  <a:lnTo>
                    <a:pt x="5346" y="122542"/>
                  </a:lnTo>
                  <a:lnTo>
                    <a:pt x="1333" y="128574"/>
                  </a:lnTo>
                  <a:lnTo>
                    <a:pt x="0" y="135445"/>
                  </a:lnTo>
                  <a:lnTo>
                    <a:pt x="1333" y="142316"/>
                  </a:lnTo>
                  <a:lnTo>
                    <a:pt x="5346" y="148361"/>
                  </a:lnTo>
                  <a:lnTo>
                    <a:pt x="504393" y="647407"/>
                  </a:lnTo>
                  <a:lnTo>
                    <a:pt x="510425" y="651408"/>
                  </a:lnTo>
                  <a:lnTo>
                    <a:pt x="517309" y="652754"/>
                  </a:lnTo>
                  <a:lnTo>
                    <a:pt x="524179" y="651408"/>
                  </a:lnTo>
                  <a:lnTo>
                    <a:pt x="530225" y="647407"/>
                  </a:lnTo>
                  <a:lnTo>
                    <a:pt x="534238" y="641362"/>
                  </a:lnTo>
                  <a:lnTo>
                    <a:pt x="535571" y="634492"/>
                  </a:lnTo>
                  <a:close/>
                </a:path>
                <a:path w="652780" h="652779">
                  <a:moveTo>
                    <a:pt x="652754" y="321614"/>
                  </a:moveTo>
                  <a:lnTo>
                    <a:pt x="344284" y="5448"/>
                  </a:lnTo>
                  <a:lnTo>
                    <a:pt x="331139" y="0"/>
                  </a:lnTo>
                  <a:lnTo>
                    <a:pt x="324154" y="1358"/>
                  </a:lnTo>
                  <a:lnTo>
                    <a:pt x="318008" y="5448"/>
                  </a:lnTo>
                  <a:lnTo>
                    <a:pt x="313918" y="11595"/>
                  </a:lnTo>
                  <a:lnTo>
                    <a:pt x="312559" y="18592"/>
                  </a:lnTo>
                  <a:lnTo>
                    <a:pt x="313918" y="25577"/>
                  </a:lnTo>
                  <a:lnTo>
                    <a:pt x="318008" y="31737"/>
                  </a:lnTo>
                  <a:lnTo>
                    <a:pt x="621017" y="334759"/>
                  </a:lnTo>
                  <a:lnTo>
                    <a:pt x="627164" y="338836"/>
                  </a:lnTo>
                  <a:lnTo>
                    <a:pt x="634161" y="340194"/>
                  </a:lnTo>
                  <a:lnTo>
                    <a:pt x="641159" y="338836"/>
                  </a:lnTo>
                  <a:lnTo>
                    <a:pt x="647319" y="334759"/>
                  </a:lnTo>
                  <a:lnTo>
                    <a:pt x="651395" y="328612"/>
                  </a:lnTo>
                  <a:lnTo>
                    <a:pt x="652754" y="321614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7" name="object 39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771899" y="5786329"/>
              <a:ext cx="251905" cy="251916"/>
            </a:xfrm>
            <a:prstGeom prst="rect">
              <a:avLst/>
            </a:prstGeom>
          </p:spPr>
        </p:pic>
        <p:sp>
          <p:nvSpPr>
            <p:cNvPr id="398" name="object 398" descr=""/>
            <p:cNvSpPr/>
            <p:nvPr/>
          </p:nvSpPr>
          <p:spPr>
            <a:xfrm>
              <a:off x="12613506" y="5732230"/>
              <a:ext cx="840740" cy="764540"/>
            </a:xfrm>
            <a:custGeom>
              <a:avLst/>
              <a:gdLst/>
              <a:ahLst/>
              <a:cxnLst/>
              <a:rect l="l" t="t" r="r" b="b"/>
              <a:pathLst>
                <a:path w="840740" h="764539">
                  <a:moveTo>
                    <a:pt x="471996" y="0"/>
                  </a:moveTo>
                  <a:lnTo>
                    <a:pt x="435019" y="14813"/>
                  </a:lnTo>
                  <a:lnTo>
                    <a:pt x="0" y="764217"/>
                  </a:lnTo>
                  <a:lnTo>
                    <a:pt x="58982" y="764217"/>
                  </a:lnTo>
                  <a:lnTo>
                    <a:pt x="470854" y="51234"/>
                  </a:lnTo>
                  <a:lnTo>
                    <a:pt x="795452" y="657100"/>
                  </a:lnTo>
                  <a:lnTo>
                    <a:pt x="840487" y="633017"/>
                  </a:lnTo>
                  <a:lnTo>
                    <a:pt x="516497" y="27171"/>
                  </a:lnTo>
                  <a:lnTo>
                    <a:pt x="485578" y="2059"/>
                  </a:lnTo>
                  <a:lnTo>
                    <a:pt x="471996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9" name="object 39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303794" y="6258118"/>
              <a:ext cx="238327" cy="238338"/>
            </a:xfrm>
            <a:prstGeom prst="rect">
              <a:avLst/>
            </a:prstGeom>
          </p:spPr>
        </p:pic>
        <p:sp>
          <p:nvSpPr>
            <p:cNvPr id="400" name="object 400" descr=""/>
            <p:cNvSpPr/>
            <p:nvPr/>
          </p:nvSpPr>
          <p:spPr>
            <a:xfrm>
              <a:off x="12835849" y="6151718"/>
              <a:ext cx="488315" cy="34290"/>
            </a:xfrm>
            <a:custGeom>
              <a:avLst/>
              <a:gdLst/>
              <a:ahLst/>
              <a:cxnLst/>
              <a:rect l="l" t="t" r="r" b="b"/>
              <a:pathLst>
                <a:path w="488315" h="34289">
                  <a:moveTo>
                    <a:pt x="488016" y="0"/>
                  </a:moveTo>
                  <a:lnTo>
                    <a:pt x="0" y="0"/>
                  </a:lnTo>
                  <a:lnTo>
                    <a:pt x="0" y="34051"/>
                  </a:lnTo>
                  <a:lnTo>
                    <a:pt x="488016" y="34051"/>
                  </a:lnTo>
                  <a:lnTo>
                    <a:pt x="488016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12864719" y="5544546"/>
              <a:ext cx="446405" cy="446405"/>
            </a:xfrm>
            <a:custGeom>
              <a:avLst/>
              <a:gdLst/>
              <a:ahLst/>
              <a:cxnLst/>
              <a:rect l="l" t="t" r="r" b="b"/>
              <a:pathLst>
                <a:path w="446405" h="446404">
                  <a:moveTo>
                    <a:pt x="446265" y="223126"/>
                  </a:moveTo>
                  <a:lnTo>
                    <a:pt x="441718" y="178219"/>
                  </a:lnTo>
                  <a:lnTo>
                    <a:pt x="428701" y="136359"/>
                  </a:lnTo>
                  <a:lnTo>
                    <a:pt x="408101" y="98463"/>
                  </a:lnTo>
                  <a:lnTo>
                    <a:pt x="407543" y="97790"/>
                  </a:lnTo>
                  <a:lnTo>
                    <a:pt x="407543" y="205003"/>
                  </a:lnTo>
                  <a:lnTo>
                    <a:pt x="407543" y="241261"/>
                  </a:lnTo>
                  <a:lnTo>
                    <a:pt x="384441" y="317373"/>
                  </a:lnTo>
                  <a:lnTo>
                    <a:pt x="355193" y="355193"/>
                  </a:lnTo>
                  <a:lnTo>
                    <a:pt x="317373" y="384441"/>
                  </a:lnTo>
                  <a:lnTo>
                    <a:pt x="272745" y="403301"/>
                  </a:lnTo>
                  <a:lnTo>
                    <a:pt x="241261" y="407555"/>
                  </a:lnTo>
                  <a:lnTo>
                    <a:pt x="241261" y="241261"/>
                  </a:lnTo>
                  <a:lnTo>
                    <a:pt x="407543" y="241261"/>
                  </a:lnTo>
                  <a:lnTo>
                    <a:pt x="407543" y="205003"/>
                  </a:lnTo>
                  <a:lnTo>
                    <a:pt x="241261" y="205003"/>
                  </a:lnTo>
                  <a:lnTo>
                    <a:pt x="241261" y="38722"/>
                  </a:lnTo>
                  <a:lnTo>
                    <a:pt x="317373" y="61810"/>
                  </a:lnTo>
                  <a:lnTo>
                    <a:pt x="355193" y="91059"/>
                  </a:lnTo>
                  <a:lnTo>
                    <a:pt x="384441" y="128892"/>
                  </a:lnTo>
                  <a:lnTo>
                    <a:pt x="403301" y="173507"/>
                  </a:lnTo>
                  <a:lnTo>
                    <a:pt x="407543" y="205003"/>
                  </a:lnTo>
                  <a:lnTo>
                    <a:pt x="407543" y="97790"/>
                  </a:lnTo>
                  <a:lnTo>
                    <a:pt x="380834" y="65430"/>
                  </a:lnTo>
                  <a:lnTo>
                    <a:pt x="347802" y="38163"/>
                  </a:lnTo>
                  <a:lnTo>
                    <a:pt x="344309" y="36271"/>
                  </a:lnTo>
                  <a:lnTo>
                    <a:pt x="309892" y="17564"/>
                  </a:lnTo>
                  <a:lnTo>
                    <a:pt x="268046" y="4546"/>
                  </a:lnTo>
                  <a:lnTo>
                    <a:pt x="223126" y="0"/>
                  </a:lnTo>
                  <a:lnTo>
                    <a:pt x="205003" y="1841"/>
                  </a:lnTo>
                  <a:lnTo>
                    <a:pt x="205003" y="38722"/>
                  </a:lnTo>
                  <a:lnTo>
                    <a:pt x="205003" y="205003"/>
                  </a:lnTo>
                  <a:lnTo>
                    <a:pt x="205003" y="241261"/>
                  </a:lnTo>
                  <a:lnTo>
                    <a:pt x="205003" y="407555"/>
                  </a:lnTo>
                  <a:lnTo>
                    <a:pt x="173507" y="403301"/>
                  </a:lnTo>
                  <a:lnTo>
                    <a:pt x="128892" y="384441"/>
                  </a:lnTo>
                  <a:lnTo>
                    <a:pt x="91059" y="355193"/>
                  </a:lnTo>
                  <a:lnTo>
                    <a:pt x="61810" y="317373"/>
                  </a:lnTo>
                  <a:lnTo>
                    <a:pt x="42951" y="272745"/>
                  </a:lnTo>
                  <a:lnTo>
                    <a:pt x="38709" y="241261"/>
                  </a:lnTo>
                  <a:lnTo>
                    <a:pt x="205003" y="241261"/>
                  </a:lnTo>
                  <a:lnTo>
                    <a:pt x="205003" y="205003"/>
                  </a:lnTo>
                  <a:lnTo>
                    <a:pt x="38709" y="205003"/>
                  </a:lnTo>
                  <a:lnTo>
                    <a:pt x="42951" y="173507"/>
                  </a:lnTo>
                  <a:lnTo>
                    <a:pt x="61810" y="128892"/>
                  </a:lnTo>
                  <a:lnTo>
                    <a:pt x="91059" y="91059"/>
                  </a:lnTo>
                  <a:lnTo>
                    <a:pt x="128892" y="61810"/>
                  </a:lnTo>
                  <a:lnTo>
                    <a:pt x="173507" y="42951"/>
                  </a:lnTo>
                  <a:lnTo>
                    <a:pt x="205003" y="38722"/>
                  </a:lnTo>
                  <a:lnTo>
                    <a:pt x="205003" y="1841"/>
                  </a:lnTo>
                  <a:lnTo>
                    <a:pt x="136359" y="17564"/>
                  </a:lnTo>
                  <a:lnTo>
                    <a:pt x="98463" y="38163"/>
                  </a:lnTo>
                  <a:lnTo>
                    <a:pt x="65430" y="65430"/>
                  </a:lnTo>
                  <a:lnTo>
                    <a:pt x="38163" y="98463"/>
                  </a:lnTo>
                  <a:lnTo>
                    <a:pt x="17564" y="136359"/>
                  </a:lnTo>
                  <a:lnTo>
                    <a:pt x="4546" y="178219"/>
                  </a:lnTo>
                  <a:lnTo>
                    <a:pt x="0" y="223126"/>
                  </a:lnTo>
                  <a:lnTo>
                    <a:pt x="4546" y="268046"/>
                  </a:lnTo>
                  <a:lnTo>
                    <a:pt x="17564" y="309892"/>
                  </a:lnTo>
                  <a:lnTo>
                    <a:pt x="38163" y="347789"/>
                  </a:lnTo>
                  <a:lnTo>
                    <a:pt x="65430" y="380822"/>
                  </a:lnTo>
                  <a:lnTo>
                    <a:pt x="98463" y="408089"/>
                  </a:lnTo>
                  <a:lnTo>
                    <a:pt x="136359" y="428688"/>
                  </a:lnTo>
                  <a:lnTo>
                    <a:pt x="178219" y="441706"/>
                  </a:lnTo>
                  <a:lnTo>
                    <a:pt x="223126" y="446252"/>
                  </a:lnTo>
                  <a:lnTo>
                    <a:pt x="268046" y="441706"/>
                  </a:lnTo>
                  <a:lnTo>
                    <a:pt x="309892" y="428688"/>
                  </a:lnTo>
                  <a:lnTo>
                    <a:pt x="344309" y="409994"/>
                  </a:lnTo>
                  <a:lnTo>
                    <a:pt x="380834" y="380822"/>
                  </a:lnTo>
                  <a:lnTo>
                    <a:pt x="408101" y="347789"/>
                  </a:lnTo>
                  <a:lnTo>
                    <a:pt x="428701" y="309892"/>
                  </a:lnTo>
                  <a:lnTo>
                    <a:pt x="441718" y="268046"/>
                  </a:lnTo>
                  <a:lnTo>
                    <a:pt x="446265" y="223126"/>
                  </a:lnTo>
                  <a:close/>
                </a:path>
              </a:pathLst>
            </a:custGeom>
            <a:solidFill>
              <a:srgbClr val="A9ABA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2" name="object 40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036996" y="5720331"/>
              <a:ext cx="101724" cy="101735"/>
            </a:xfrm>
            <a:prstGeom prst="rect">
              <a:avLst/>
            </a:prstGeom>
          </p:spPr>
        </p:pic>
      </p:grpSp>
      <p:grpSp>
        <p:nvGrpSpPr>
          <p:cNvPr id="403" name="object 403" descr=""/>
          <p:cNvGrpSpPr/>
          <p:nvPr/>
        </p:nvGrpSpPr>
        <p:grpSpPr>
          <a:xfrm>
            <a:off x="10300634" y="5750698"/>
            <a:ext cx="2091689" cy="984885"/>
            <a:chOff x="10300634" y="5750698"/>
            <a:chExt cx="2091689" cy="984885"/>
          </a:xfrm>
        </p:grpSpPr>
        <p:sp>
          <p:nvSpPr>
            <p:cNvPr id="404" name="object 404" descr=""/>
            <p:cNvSpPr/>
            <p:nvPr/>
          </p:nvSpPr>
          <p:spPr>
            <a:xfrm>
              <a:off x="10714571" y="6392970"/>
              <a:ext cx="1677670" cy="203200"/>
            </a:xfrm>
            <a:custGeom>
              <a:avLst/>
              <a:gdLst/>
              <a:ahLst/>
              <a:cxnLst/>
              <a:rect l="l" t="t" r="r" b="b"/>
              <a:pathLst>
                <a:path w="1677670" h="203200">
                  <a:moveTo>
                    <a:pt x="1677657" y="0"/>
                  </a:moveTo>
                  <a:lnTo>
                    <a:pt x="0" y="0"/>
                  </a:lnTo>
                  <a:lnTo>
                    <a:pt x="0" y="66382"/>
                  </a:lnTo>
                  <a:lnTo>
                    <a:pt x="0" y="202577"/>
                  </a:lnTo>
                  <a:lnTo>
                    <a:pt x="1677657" y="202577"/>
                  </a:lnTo>
                  <a:lnTo>
                    <a:pt x="1677657" y="66382"/>
                  </a:lnTo>
                  <a:lnTo>
                    <a:pt x="1677657" y="0"/>
                  </a:lnTo>
                  <a:close/>
                </a:path>
              </a:pathLst>
            </a:custGeom>
            <a:solidFill>
              <a:srgbClr val="D9F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 descr=""/>
            <p:cNvSpPr/>
            <p:nvPr/>
          </p:nvSpPr>
          <p:spPr>
            <a:xfrm>
              <a:off x="11978284" y="6457573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0" y="275960"/>
                  </a:moveTo>
                  <a:lnTo>
                    <a:pt x="275970" y="275960"/>
                  </a:lnTo>
                  <a:lnTo>
                    <a:pt x="275970" y="0"/>
                  </a:lnTo>
                  <a:lnTo>
                    <a:pt x="0" y="0"/>
                  </a:lnTo>
                  <a:lnTo>
                    <a:pt x="0" y="27596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12116269" y="6457565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137985" y="0"/>
                  </a:moveTo>
                  <a:lnTo>
                    <a:pt x="94371" y="7034"/>
                  </a:lnTo>
                  <a:lnTo>
                    <a:pt x="56493" y="26623"/>
                  </a:lnTo>
                  <a:lnTo>
                    <a:pt x="26623" y="56493"/>
                  </a:lnTo>
                  <a:lnTo>
                    <a:pt x="7034" y="94371"/>
                  </a:lnTo>
                  <a:lnTo>
                    <a:pt x="0" y="137985"/>
                  </a:lnTo>
                  <a:lnTo>
                    <a:pt x="7034" y="181599"/>
                  </a:lnTo>
                  <a:lnTo>
                    <a:pt x="26623" y="219477"/>
                  </a:lnTo>
                  <a:lnTo>
                    <a:pt x="56493" y="249347"/>
                  </a:lnTo>
                  <a:lnTo>
                    <a:pt x="94371" y="268936"/>
                  </a:lnTo>
                  <a:lnTo>
                    <a:pt x="137985" y="275970"/>
                  </a:lnTo>
                  <a:lnTo>
                    <a:pt x="181594" y="268936"/>
                  </a:lnTo>
                  <a:lnTo>
                    <a:pt x="219469" y="249347"/>
                  </a:lnTo>
                  <a:lnTo>
                    <a:pt x="249337" y="219477"/>
                  </a:lnTo>
                  <a:lnTo>
                    <a:pt x="268925" y="181599"/>
                  </a:lnTo>
                  <a:lnTo>
                    <a:pt x="275960" y="137985"/>
                  </a:lnTo>
                  <a:lnTo>
                    <a:pt x="137985" y="137985"/>
                  </a:lnTo>
                  <a:lnTo>
                    <a:pt x="137985" y="0"/>
                  </a:lnTo>
                  <a:close/>
                </a:path>
              </a:pathLst>
            </a:custGeom>
            <a:solidFill>
              <a:srgbClr val="D9F0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7" name="object 40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251023" y="6457570"/>
              <a:ext cx="94719" cy="189439"/>
            </a:xfrm>
            <a:prstGeom prst="rect">
              <a:avLst/>
            </a:prstGeom>
          </p:spPr>
        </p:pic>
        <p:sp>
          <p:nvSpPr>
            <p:cNvPr id="408" name="object 408" descr=""/>
            <p:cNvSpPr/>
            <p:nvPr/>
          </p:nvSpPr>
          <p:spPr>
            <a:xfrm>
              <a:off x="10576599" y="6171979"/>
              <a:ext cx="1677670" cy="203200"/>
            </a:xfrm>
            <a:custGeom>
              <a:avLst/>
              <a:gdLst/>
              <a:ahLst/>
              <a:cxnLst/>
              <a:rect l="l" t="t" r="r" b="b"/>
              <a:pathLst>
                <a:path w="1677670" h="203200">
                  <a:moveTo>
                    <a:pt x="1677655" y="0"/>
                  </a:moveTo>
                  <a:lnTo>
                    <a:pt x="0" y="0"/>
                  </a:lnTo>
                  <a:lnTo>
                    <a:pt x="0" y="202580"/>
                  </a:lnTo>
                  <a:lnTo>
                    <a:pt x="1677655" y="202580"/>
                  </a:lnTo>
                  <a:lnTo>
                    <a:pt x="1677655" y="0"/>
                  </a:lnTo>
                  <a:close/>
                </a:path>
              </a:pathLst>
            </a:custGeom>
            <a:solidFill>
              <a:srgbClr val="83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10438615" y="6236576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137974" y="0"/>
                  </a:moveTo>
                  <a:lnTo>
                    <a:pt x="94365" y="7034"/>
                  </a:lnTo>
                  <a:lnTo>
                    <a:pt x="56490" y="26623"/>
                  </a:lnTo>
                  <a:lnTo>
                    <a:pt x="26622" y="56493"/>
                  </a:lnTo>
                  <a:lnTo>
                    <a:pt x="7034" y="94371"/>
                  </a:lnTo>
                  <a:lnTo>
                    <a:pt x="0" y="137985"/>
                  </a:lnTo>
                  <a:lnTo>
                    <a:pt x="7034" y="181599"/>
                  </a:lnTo>
                  <a:lnTo>
                    <a:pt x="26622" y="219477"/>
                  </a:lnTo>
                  <a:lnTo>
                    <a:pt x="56490" y="249347"/>
                  </a:lnTo>
                  <a:lnTo>
                    <a:pt x="94365" y="268936"/>
                  </a:lnTo>
                  <a:lnTo>
                    <a:pt x="137974" y="275970"/>
                  </a:lnTo>
                  <a:lnTo>
                    <a:pt x="181588" y="268936"/>
                  </a:lnTo>
                  <a:lnTo>
                    <a:pt x="219467" y="249347"/>
                  </a:lnTo>
                  <a:lnTo>
                    <a:pt x="249336" y="219477"/>
                  </a:lnTo>
                  <a:lnTo>
                    <a:pt x="268925" y="181599"/>
                  </a:lnTo>
                  <a:lnTo>
                    <a:pt x="275960" y="137985"/>
                  </a:lnTo>
                  <a:lnTo>
                    <a:pt x="137974" y="137985"/>
                  </a:lnTo>
                  <a:lnTo>
                    <a:pt x="13797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 descr=""/>
            <p:cNvSpPr/>
            <p:nvPr/>
          </p:nvSpPr>
          <p:spPr>
            <a:xfrm>
              <a:off x="10576598" y="6236595"/>
              <a:ext cx="1539875" cy="276225"/>
            </a:xfrm>
            <a:custGeom>
              <a:avLst/>
              <a:gdLst/>
              <a:ahLst/>
              <a:cxnLst/>
              <a:rect l="l" t="t" r="r" b="b"/>
              <a:pathLst>
                <a:path w="1539875" h="276225">
                  <a:moveTo>
                    <a:pt x="1539659" y="0"/>
                  </a:moveTo>
                  <a:lnTo>
                    <a:pt x="0" y="0"/>
                  </a:lnTo>
                  <a:lnTo>
                    <a:pt x="0" y="222758"/>
                  </a:lnTo>
                  <a:lnTo>
                    <a:pt x="0" y="275958"/>
                  </a:lnTo>
                  <a:lnTo>
                    <a:pt x="1539659" y="275958"/>
                  </a:lnTo>
                  <a:lnTo>
                    <a:pt x="1539659" y="222758"/>
                  </a:lnTo>
                  <a:lnTo>
                    <a:pt x="1539659" y="0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11978289" y="6236576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137985" y="0"/>
                  </a:moveTo>
                  <a:lnTo>
                    <a:pt x="94371" y="7034"/>
                  </a:lnTo>
                  <a:lnTo>
                    <a:pt x="56493" y="26623"/>
                  </a:lnTo>
                  <a:lnTo>
                    <a:pt x="26623" y="56493"/>
                  </a:lnTo>
                  <a:lnTo>
                    <a:pt x="7034" y="94371"/>
                  </a:lnTo>
                  <a:lnTo>
                    <a:pt x="0" y="137985"/>
                  </a:lnTo>
                  <a:lnTo>
                    <a:pt x="7034" y="181599"/>
                  </a:lnTo>
                  <a:lnTo>
                    <a:pt x="26623" y="219477"/>
                  </a:lnTo>
                  <a:lnTo>
                    <a:pt x="56493" y="249347"/>
                  </a:lnTo>
                  <a:lnTo>
                    <a:pt x="94371" y="268936"/>
                  </a:lnTo>
                  <a:lnTo>
                    <a:pt x="137985" y="275970"/>
                  </a:lnTo>
                  <a:lnTo>
                    <a:pt x="181594" y="268936"/>
                  </a:lnTo>
                  <a:lnTo>
                    <a:pt x="219469" y="249347"/>
                  </a:lnTo>
                  <a:lnTo>
                    <a:pt x="249337" y="219477"/>
                  </a:lnTo>
                  <a:lnTo>
                    <a:pt x="268925" y="181599"/>
                  </a:lnTo>
                  <a:lnTo>
                    <a:pt x="275960" y="137985"/>
                  </a:lnTo>
                  <a:lnTo>
                    <a:pt x="137985" y="137985"/>
                  </a:lnTo>
                  <a:lnTo>
                    <a:pt x="137985" y="0"/>
                  </a:lnTo>
                  <a:close/>
                </a:path>
              </a:pathLst>
            </a:custGeom>
            <a:solidFill>
              <a:srgbClr val="83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2" name="object 41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113043" y="6236580"/>
              <a:ext cx="94719" cy="189449"/>
            </a:xfrm>
            <a:prstGeom prst="rect">
              <a:avLst/>
            </a:prstGeom>
          </p:spPr>
        </p:pic>
        <p:sp>
          <p:nvSpPr>
            <p:cNvPr id="413" name="object 413" descr=""/>
            <p:cNvSpPr/>
            <p:nvPr/>
          </p:nvSpPr>
          <p:spPr>
            <a:xfrm>
              <a:off x="11978284" y="6522523"/>
              <a:ext cx="138430" cy="74930"/>
            </a:xfrm>
            <a:custGeom>
              <a:avLst/>
              <a:gdLst/>
              <a:ahLst/>
              <a:cxnLst/>
              <a:rect l="l" t="t" r="r" b="b"/>
              <a:pathLst>
                <a:path w="138429" h="74929">
                  <a:moveTo>
                    <a:pt x="0" y="74804"/>
                  </a:moveTo>
                  <a:lnTo>
                    <a:pt x="137985" y="74804"/>
                  </a:lnTo>
                  <a:lnTo>
                    <a:pt x="137985" y="0"/>
                  </a:lnTo>
                  <a:lnTo>
                    <a:pt x="0" y="0"/>
                  </a:lnTo>
                  <a:lnTo>
                    <a:pt x="0" y="74804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10300627" y="6459353"/>
              <a:ext cx="1677670" cy="276225"/>
            </a:xfrm>
            <a:custGeom>
              <a:avLst/>
              <a:gdLst/>
              <a:ahLst/>
              <a:cxnLst/>
              <a:rect l="l" t="t" r="r" b="b"/>
              <a:pathLst>
                <a:path w="1677670" h="276225">
                  <a:moveTo>
                    <a:pt x="1677657" y="0"/>
                  </a:moveTo>
                  <a:lnTo>
                    <a:pt x="137985" y="0"/>
                  </a:lnTo>
                  <a:lnTo>
                    <a:pt x="94373" y="7035"/>
                  </a:lnTo>
                  <a:lnTo>
                    <a:pt x="56489" y="26619"/>
                  </a:lnTo>
                  <a:lnTo>
                    <a:pt x="26619" y="56489"/>
                  </a:lnTo>
                  <a:lnTo>
                    <a:pt x="7035" y="94361"/>
                  </a:lnTo>
                  <a:lnTo>
                    <a:pt x="0" y="137985"/>
                  </a:lnTo>
                  <a:lnTo>
                    <a:pt x="7035" y="181597"/>
                  </a:lnTo>
                  <a:lnTo>
                    <a:pt x="26619" y="219468"/>
                  </a:lnTo>
                  <a:lnTo>
                    <a:pt x="56489" y="249339"/>
                  </a:lnTo>
                  <a:lnTo>
                    <a:pt x="94373" y="268935"/>
                  </a:lnTo>
                  <a:lnTo>
                    <a:pt x="137985" y="275971"/>
                  </a:lnTo>
                  <a:lnTo>
                    <a:pt x="1677657" y="275958"/>
                  </a:lnTo>
                  <a:lnTo>
                    <a:pt x="1677657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 descr=""/>
            <p:cNvSpPr/>
            <p:nvPr/>
          </p:nvSpPr>
          <p:spPr>
            <a:xfrm>
              <a:off x="11840309" y="6459342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137974" y="0"/>
                  </a:moveTo>
                  <a:lnTo>
                    <a:pt x="94365" y="7034"/>
                  </a:lnTo>
                  <a:lnTo>
                    <a:pt x="56490" y="26623"/>
                  </a:lnTo>
                  <a:lnTo>
                    <a:pt x="26622" y="56493"/>
                  </a:lnTo>
                  <a:lnTo>
                    <a:pt x="7034" y="94371"/>
                  </a:lnTo>
                  <a:lnTo>
                    <a:pt x="0" y="137985"/>
                  </a:lnTo>
                  <a:lnTo>
                    <a:pt x="7034" y="181599"/>
                  </a:lnTo>
                  <a:lnTo>
                    <a:pt x="26622" y="219477"/>
                  </a:lnTo>
                  <a:lnTo>
                    <a:pt x="56490" y="249347"/>
                  </a:lnTo>
                  <a:lnTo>
                    <a:pt x="94365" y="268936"/>
                  </a:lnTo>
                  <a:lnTo>
                    <a:pt x="137974" y="275970"/>
                  </a:lnTo>
                  <a:lnTo>
                    <a:pt x="181588" y="268936"/>
                  </a:lnTo>
                  <a:lnTo>
                    <a:pt x="219467" y="249347"/>
                  </a:lnTo>
                  <a:lnTo>
                    <a:pt x="249336" y="219477"/>
                  </a:lnTo>
                  <a:lnTo>
                    <a:pt x="268925" y="181599"/>
                  </a:lnTo>
                  <a:lnTo>
                    <a:pt x="275960" y="137985"/>
                  </a:lnTo>
                  <a:lnTo>
                    <a:pt x="137974" y="137985"/>
                  </a:lnTo>
                  <a:lnTo>
                    <a:pt x="137974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6" name="object 41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975063" y="6459346"/>
              <a:ext cx="94719" cy="189439"/>
            </a:xfrm>
            <a:prstGeom prst="rect">
              <a:avLst/>
            </a:prstGeom>
          </p:spPr>
        </p:pic>
        <p:sp>
          <p:nvSpPr>
            <p:cNvPr id="417" name="object 417" descr=""/>
            <p:cNvSpPr/>
            <p:nvPr/>
          </p:nvSpPr>
          <p:spPr>
            <a:xfrm>
              <a:off x="10548318" y="6087109"/>
              <a:ext cx="1180465" cy="648335"/>
            </a:xfrm>
            <a:custGeom>
              <a:avLst/>
              <a:gdLst/>
              <a:ahLst/>
              <a:cxnLst/>
              <a:rect l="l" t="t" r="r" b="b"/>
              <a:pathLst>
                <a:path w="1180465" h="648334">
                  <a:moveTo>
                    <a:pt x="2676" y="0"/>
                  </a:moveTo>
                  <a:lnTo>
                    <a:pt x="0" y="6606"/>
                  </a:lnTo>
                  <a:lnTo>
                    <a:pt x="0" y="648199"/>
                  </a:lnTo>
                  <a:lnTo>
                    <a:pt x="1179890" y="648199"/>
                  </a:lnTo>
                  <a:lnTo>
                    <a:pt x="1179890" y="81127"/>
                  </a:lnTo>
                  <a:lnTo>
                    <a:pt x="1148086" y="25641"/>
                  </a:lnTo>
                  <a:lnTo>
                    <a:pt x="1071307" y="15129"/>
                  </a:lnTo>
                  <a:lnTo>
                    <a:pt x="34061" y="15129"/>
                  </a:lnTo>
                  <a:lnTo>
                    <a:pt x="20801" y="11151"/>
                  </a:lnTo>
                  <a:lnTo>
                    <a:pt x="9974" y="3811"/>
                  </a:lnTo>
                  <a:lnTo>
                    <a:pt x="2676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10548319" y="5901738"/>
              <a:ext cx="1180465" cy="410845"/>
            </a:xfrm>
            <a:custGeom>
              <a:avLst/>
              <a:gdLst/>
              <a:ahLst/>
              <a:cxnLst/>
              <a:rect l="l" t="t" r="r" b="b"/>
              <a:pathLst>
                <a:path w="1180465" h="410845">
                  <a:moveTo>
                    <a:pt x="1051057" y="0"/>
                  </a:moveTo>
                  <a:lnTo>
                    <a:pt x="128833" y="0"/>
                  </a:lnTo>
                  <a:lnTo>
                    <a:pt x="78687" y="10124"/>
                  </a:lnTo>
                  <a:lnTo>
                    <a:pt x="37735" y="37735"/>
                  </a:lnTo>
                  <a:lnTo>
                    <a:pt x="10124" y="78687"/>
                  </a:lnTo>
                  <a:lnTo>
                    <a:pt x="0" y="128833"/>
                  </a:lnTo>
                  <a:lnTo>
                    <a:pt x="0" y="281834"/>
                  </a:lnTo>
                  <a:lnTo>
                    <a:pt x="10124" y="331980"/>
                  </a:lnTo>
                  <a:lnTo>
                    <a:pt x="37735" y="372932"/>
                  </a:lnTo>
                  <a:lnTo>
                    <a:pt x="78687" y="400543"/>
                  </a:lnTo>
                  <a:lnTo>
                    <a:pt x="128833" y="410668"/>
                  </a:lnTo>
                  <a:lnTo>
                    <a:pt x="1051057" y="410668"/>
                  </a:lnTo>
                  <a:lnTo>
                    <a:pt x="1101203" y="400543"/>
                  </a:lnTo>
                  <a:lnTo>
                    <a:pt x="1142155" y="372932"/>
                  </a:lnTo>
                  <a:lnTo>
                    <a:pt x="1169765" y="331980"/>
                  </a:lnTo>
                  <a:lnTo>
                    <a:pt x="1179890" y="281834"/>
                  </a:lnTo>
                  <a:lnTo>
                    <a:pt x="1179890" y="128833"/>
                  </a:lnTo>
                  <a:lnTo>
                    <a:pt x="1169765" y="78687"/>
                  </a:lnTo>
                  <a:lnTo>
                    <a:pt x="1142155" y="37735"/>
                  </a:lnTo>
                  <a:lnTo>
                    <a:pt x="1101203" y="10124"/>
                  </a:lnTo>
                  <a:lnTo>
                    <a:pt x="1051057" y="0"/>
                  </a:lnTo>
                  <a:close/>
                </a:path>
              </a:pathLst>
            </a:custGeom>
            <a:solidFill>
              <a:srgbClr val="696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11094698" y="6220575"/>
              <a:ext cx="87630" cy="167005"/>
            </a:xfrm>
            <a:custGeom>
              <a:avLst/>
              <a:gdLst/>
              <a:ahLst/>
              <a:cxnLst/>
              <a:rect l="l" t="t" r="r" b="b"/>
              <a:pathLst>
                <a:path w="87629" h="167004">
                  <a:moveTo>
                    <a:pt x="87138" y="0"/>
                  </a:moveTo>
                  <a:lnTo>
                    <a:pt x="0" y="0"/>
                  </a:lnTo>
                  <a:lnTo>
                    <a:pt x="0" y="166843"/>
                  </a:lnTo>
                  <a:lnTo>
                    <a:pt x="87138" y="166843"/>
                  </a:lnTo>
                  <a:lnTo>
                    <a:pt x="87138" y="0"/>
                  </a:lnTo>
                  <a:close/>
                </a:path>
              </a:pathLst>
            </a:custGeom>
            <a:solidFill>
              <a:srgbClr val="222C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10930230" y="5750698"/>
              <a:ext cx="416559" cy="151130"/>
            </a:xfrm>
            <a:custGeom>
              <a:avLst/>
              <a:gdLst/>
              <a:ahLst/>
              <a:cxnLst/>
              <a:rect l="l" t="t" r="r" b="b"/>
              <a:pathLst>
                <a:path w="416559" h="151129">
                  <a:moveTo>
                    <a:pt x="327654" y="0"/>
                  </a:moveTo>
                  <a:lnTo>
                    <a:pt x="88426" y="0"/>
                  </a:lnTo>
                  <a:lnTo>
                    <a:pt x="54038" y="7923"/>
                  </a:lnTo>
                  <a:lnTo>
                    <a:pt x="25927" y="29520"/>
                  </a:lnTo>
                  <a:lnTo>
                    <a:pt x="6959" y="61525"/>
                  </a:lnTo>
                  <a:lnTo>
                    <a:pt x="0" y="100677"/>
                  </a:lnTo>
                  <a:lnTo>
                    <a:pt x="0" y="151042"/>
                  </a:lnTo>
                  <a:lnTo>
                    <a:pt x="47171" y="151042"/>
                  </a:lnTo>
                  <a:lnTo>
                    <a:pt x="47171" y="100677"/>
                  </a:lnTo>
                  <a:lnTo>
                    <a:pt x="50472" y="79500"/>
                  </a:lnTo>
                  <a:lnTo>
                    <a:pt x="59411" y="61987"/>
                  </a:lnTo>
                  <a:lnTo>
                    <a:pt x="72544" y="50065"/>
                  </a:lnTo>
                  <a:lnTo>
                    <a:pt x="88426" y="45663"/>
                  </a:lnTo>
                  <a:lnTo>
                    <a:pt x="327654" y="45663"/>
                  </a:lnTo>
                  <a:lnTo>
                    <a:pt x="343530" y="50065"/>
                  </a:lnTo>
                  <a:lnTo>
                    <a:pt x="356660" y="61987"/>
                  </a:lnTo>
                  <a:lnTo>
                    <a:pt x="365598" y="79500"/>
                  </a:lnTo>
                  <a:lnTo>
                    <a:pt x="368899" y="100677"/>
                  </a:lnTo>
                  <a:lnTo>
                    <a:pt x="368899" y="151042"/>
                  </a:lnTo>
                  <a:lnTo>
                    <a:pt x="416071" y="151042"/>
                  </a:lnTo>
                  <a:lnTo>
                    <a:pt x="416071" y="100677"/>
                  </a:lnTo>
                  <a:lnTo>
                    <a:pt x="409111" y="61525"/>
                  </a:lnTo>
                  <a:lnTo>
                    <a:pt x="390145" y="29520"/>
                  </a:lnTo>
                  <a:lnTo>
                    <a:pt x="362037" y="7923"/>
                  </a:lnTo>
                  <a:lnTo>
                    <a:pt x="327654" y="0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1" name="object 421" descr=""/>
          <p:cNvSpPr txBox="1"/>
          <p:nvPr/>
        </p:nvSpPr>
        <p:spPr>
          <a:xfrm>
            <a:off x="624158" y="728636"/>
            <a:ext cx="134556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10">
                <a:latin typeface="Open Sans"/>
                <a:cs typeface="Open Sans"/>
              </a:rPr>
              <a:t>Construction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67347" y="8884818"/>
            <a:ext cx="120650" cy="48895"/>
          </a:xfrm>
          <a:custGeom>
            <a:avLst/>
            <a:gdLst/>
            <a:ahLst/>
            <a:cxnLst/>
            <a:rect l="l" t="t" r="r" b="b"/>
            <a:pathLst>
              <a:path w="120650" h="48895">
                <a:moveTo>
                  <a:pt x="120300" y="0"/>
                </a:moveTo>
                <a:lnTo>
                  <a:pt x="0" y="0"/>
                </a:lnTo>
                <a:lnTo>
                  <a:pt x="0" y="48605"/>
                </a:lnTo>
                <a:lnTo>
                  <a:pt x="120300" y="48605"/>
                </a:lnTo>
                <a:lnTo>
                  <a:pt x="120300" y="0"/>
                </a:lnTo>
                <a:close/>
              </a:path>
            </a:pathLst>
          </a:custGeom>
          <a:solidFill>
            <a:srgbClr val="CD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560315" y="8885435"/>
            <a:ext cx="120650" cy="48895"/>
          </a:xfrm>
          <a:custGeom>
            <a:avLst/>
            <a:gdLst/>
            <a:ahLst/>
            <a:cxnLst/>
            <a:rect l="l" t="t" r="r" b="b"/>
            <a:pathLst>
              <a:path w="120650" h="48895">
                <a:moveTo>
                  <a:pt x="120300" y="0"/>
                </a:moveTo>
                <a:lnTo>
                  <a:pt x="0" y="0"/>
                </a:lnTo>
                <a:lnTo>
                  <a:pt x="0" y="48605"/>
                </a:lnTo>
                <a:lnTo>
                  <a:pt x="120300" y="48605"/>
                </a:lnTo>
                <a:lnTo>
                  <a:pt x="120300" y="0"/>
                </a:lnTo>
                <a:close/>
              </a:path>
            </a:pathLst>
          </a:custGeom>
          <a:solidFill>
            <a:srgbClr val="CD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604898" y="8854974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4" h="116204">
                <a:moveTo>
                  <a:pt x="58008" y="0"/>
                </a:moveTo>
                <a:lnTo>
                  <a:pt x="35471" y="4570"/>
                </a:lnTo>
                <a:lnTo>
                  <a:pt x="17028" y="17023"/>
                </a:lnTo>
                <a:lnTo>
                  <a:pt x="4572" y="35471"/>
                </a:lnTo>
                <a:lnTo>
                  <a:pt x="0" y="58029"/>
                </a:lnTo>
                <a:lnTo>
                  <a:pt x="4572" y="80566"/>
                </a:lnTo>
                <a:lnTo>
                  <a:pt x="17028" y="99010"/>
                </a:lnTo>
                <a:lnTo>
                  <a:pt x="35471" y="111465"/>
                </a:lnTo>
                <a:lnTo>
                  <a:pt x="58008" y="116038"/>
                </a:lnTo>
                <a:lnTo>
                  <a:pt x="80557" y="111465"/>
                </a:lnTo>
                <a:lnTo>
                  <a:pt x="99007" y="99010"/>
                </a:lnTo>
                <a:lnTo>
                  <a:pt x="111465" y="80566"/>
                </a:lnTo>
                <a:lnTo>
                  <a:pt x="116038" y="58029"/>
                </a:lnTo>
                <a:lnTo>
                  <a:pt x="111465" y="35471"/>
                </a:lnTo>
                <a:lnTo>
                  <a:pt x="99007" y="17023"/>
                </a:lnTo>
                <a:lnTo>
                  <a:pt x="80557" y="4570"/>
                </a:lnTo>
                <a:lnTo>
                  <a:pt x="58008" y="0"/>
                </a:lnTo>
                <a:close/>
              </a:path>
            </a:pathLst>
          </a:custGeom>
          <a:solidFill>
            <a:srgbClr val="CD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141473" y="8451407"/>
            <a:ext cx="2263775" cy="711835"/>
          </a:xfrm>
          <a:custGeom>
            <a:avLst/>
            <a:gdLst/>
            <a:ahLst/>
            <a:cxnLst/>
            <a:rect l="l" t="t" r="r" b="b"/>
            <a:pathLst>
              <a:path w="2263775" h="711834">
                <a:moveTo>
                  <a:pt x="2263522" y="0"/>
                </a:moveTo>
                <a:lnTo>
                  <a:pt x="0" y="0"/>
                </a:lnTo>
                <a:lnTo>
                  <a:pt x="0" y="711622"/>
                </a:lnTo>
                <a:lnTo>
                  <a:pt x="2263522" y="711622"/>
                </a:lnTo>
                <a:lnTo>
                  <a:pt x="2263522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830600" y="6747691"/>
            <a:ext cx="200025" cy="76200"/>
          </a:xfrm>
          <a:custGeom>
            <a:avLst/>
            <a:gdLst/>
            <a:ahLst/>
            <a:cxnLst/>
            <a:rect l="l" t="t" r="r" b="b"/>
            <a:pathLst>
              <a:path w="200025" h="76200">
                <a:moveTo>
                  <a:pt x="180612" y="0"/>
                </a:moveTo>
                <a:lnTo>
                  <a:pt x="18941" y="0"/>
                </a:lnTo>
                <a:lnTo>
                  <a:pt x="11591" y="1494"/>
                </a:lnTo>
                <a:lnTo>
                  <a:pt x="5567" y="5563"/>
                </a:lnTo>
                <a:lnTo>
                  <a:pt x="1496" y="11586"/>
                </a:lnTo>
                <a:lnTo>
                  <a:pt x="0" y="18941"/>
                </a:lnTo>
                <a:lnTo>
                  <a:pt x="0" y="75756"/>
                </a:lnTo>
                <a:lnTo>
                  <a:pt x="199533" y="75756"/>
                </a:lnTo>
                <a:lnTo>
                  <a:pt x="199533" y="18941"/>
                </a:lnTo>
                <a:lnTo>
                  <a:pt x="198040" y="11586"/>
                </a:lnTo>
                <a:lnTo>
                  <a:pt x="193975" y="5563"/>
                </a:lnTo>
                <a:lnTo>
                  <a:pt x="187959" y="1494"/>
                </a:lnTo>
                <a:lnTo>
                  <a:pt x="180612" y="0"/>
                </a:lnTo>
                <a:close/>
              </a:path>
            </a:pathLst>
          </a:custGeom>
          <a:solidFill>
            <a:srgbClr val="C4D3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156128" y="6750037"/>
            <a:ext cx="200025" cy="76200"/>
          </a:xfrm>
          <a:custGeom>
            <a:avLst/>
            <a:gdLst/>
            <a:ahLst/>
            <a:cxnLst/>
            <a:rect l="l" t="t" r="r" b="b"/>
            <a:pathLst>
              <a:path w="200025" h="76200">
                <a:moveTo>
                  <a:pt x="180580" y="0"/>
                </a:moveTo>
                <a:lnTo>
                  <a:pt x="18920" y="0"/>
                </a:lnTo>
                <a:lnTo>
                  <a:pt x="11569" y="1494"/>
                </a:lnTo>
                <a:lnTo>
                  <a:pt x="5553" y="5563"/>
                </a:lnTo>
                <a:lnTo>
                  <a:pt x="1491" y="11586"/>
                </a:lnTo>
                <a:lnTo>
                  <a:pt x="0" y="18941"/>
                </a:lnTo>
                <a:lnTo>
                  <a:pt x="0" y="75735"/>
                </a:lnTo>
                <a:lnTo>
                  <a:pt x="199512" y="75735"/>
                </a:lnTo>
                <a:lnTo>
                  <a:pt x="199512" y="18941"/>
                </a:lnTo>
                <a:lnTo>
                  <a:pt x="198019" y="11586"/>
                </a:lnTo>
                <a:lnTo>
                  <a:pt x="193953" y="5563"/>
                </a:lnTo>
                <a:lnTo>
                  <a:pt x="187934" y="1494"/>
                </a:lnTo>
                <a:lnTo>
                  <a:pt x="180580" y="0"/>
                </a:lnTo>
                <a:close/>
              </a:path>
            </a:pathLst>
          </a:custGeom>
          <a:solidFill>
            <a:srgbClr val="C4D3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86231" y="6749305"/>
            <a:ext cx="200025" cy="76200"/>
          </a:xfrm>
          <a:custGeom>
            <a:avLst/>
            <a:gdLst/>
            <a:ahLst/>
            <a:cxnLst/>
            <a:rect l="l" t="t" r="r" b="b"/>
            <a:pathLst>
              <a:path w="200025" h="76200">
                <a:moveTo>
                  <a:pt x="180591" y="0"/>
                </a:moveTo>
                <a:lnTo>
                  <a:pt x="18920" y="0"/>
                </a:lnTo>
                <a:lnTo>
                  <a:pt x="11573" y="1497"/>
                </a:lnTo>
                <a:lnTo>
                  <a:pt x="5557" y="5574"/>
                </a:lnTo>
                <a:lnTo>
                  <a:pt x="1492" y="11604"/>
                </a:lnTo>
                <a:lnTo>
                  <a:pt x="0" y="18962"/>
                </a:lnTo>
                <a:lnTo>
                  <a:pt x="0" y="75756"/>
                </a:lnTo>
                <a:lnTo>
                  <a:pt x="199533" y="75756"/>
                </a:lnTo>
                <a:lnTo>
                  <a:pt x="199533" y="18962"/>
                </a:lnTo>
                <a:lnTo>
                  <a:pt x="198037" y="11604"/>
                </a:lnTo>
                <a:lnTo>
                  <a:pt x="193965" y="5574"/>
                </a:lnTo>
                <a:lnTo>
                  <a:pt x="187941" y="1497"/>
                </a:lnTo>
                <a:lnTo>
                  <a:pt x="180591" y="0"/>
                </a:lnTo>
                <a:close/>
              </a:path>
            </a:pathLst>
          </a:custGeom>
          <a:solidFill>
            <a:srgbClr val="C4D3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844443" y="6494559"/>
            <a:ext cx="177165" cy="252729"/>
          </a:xfrm>
          <a:custGeom>
            <a:avLst/>
            <a:gdLst/>
            <a:ahLst/>
            <a:cxnLst/>
            <a:rect l="l" t="t" r="r" b="b"/>
            <a:pathLst>
              <a:path w="177164" h="252729">
                <a:moveTo>
                  <a:pt x="88342" y="0"/>
                </a:moveTo>
                <a:lnTo>
                  <a:pt x="53954" y="6421"/>
                </a:lnTo>
                <a:lnTo>
                  <a:pt x="25873" y="23933"/>
                </a:lnTo>
                <a:lnTo>
                  <a:pt x="6941" y="49907"/>
                </a:lnTo>
                <a:lnTo>
                  <a:pt x="0" y="81714"/>
                </a:lnTo>
                <a:lnTo>
                  <a:pt x="345" y="88751"/>
                </a:lnTo>
                <a:lnTo>
                  <a:pt x="41" y="88751"/>
                </a:lnTo>
                <a:lnTo>
                  <a:pt x="33936" y="252191"/>
                </a:lnTo>
                <a:lnTo>
                  <a:pt x="139294" y="252191"/>
                </a:lnTo>
                <a:lnTo>
                  <a:pt x="176654" y="88751"/>
                </a:lnTo>
                <a:lnTo>
                  <a:pt x="176361" y="88751"/>
                </a:lnTo>
                <a:lnTo>
                  <a:pt x="176696" y="84091"/>
                </a:lnTo>
                <a:lnTo>
                  <a:pt x="176696" y="81714"/>
                </a:lnTo>
                <a:lnTo>
                  <a:pt x="169751" y="49907"/>
                </a:lnTo>
                <a:lnTo>
                  <a:pt x="150813" y="23933"/>
                </a:lnTo>
                <a:lnTo>
                  <a:pt x="122728" y="6421"/>
                </a:lnTo>
                <a:lnTo>
                  <a:pt x="88342" y="0"/>
                </a:lnTo>
                <a:close/>
              </a:path>
            </a:pathLst>
          </a:custGeom>
          <a:solidFill>
            <a:srgbClr val="B7D5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169950" y="6496915"/>
            <a:ext cx="177165" cy="252729"/>
          </a:xfrm>
          <a:custGeom>
            <a:avLst/>
            <a:gdLst/>
            <a:ahLst/>
            <a:cxnLst/>
            <a:rect l="l" t="t" r="r" b="b"/>
            <a:pathLst>
              <a:path w="177164" h="252729">
                <a:moveTo>
                  <a:pt x="88342" y="0"/>
                </a:moveTo>
                <a:lnTo>
                  <a:pt x="53963" y="6423"/>
                </a:lnTo>
                <a:lnTo>
                  <a:pt x="25881" y="23937"/>
                </a:lnTo>
                <a:lnTo>
                  <a:pt x="6944" y="49912"/>
                </a:lnTo>
                <a:lnTo>
                  <a:pt x="0" y="81714"/>
                </a:lnTo>
                <a:lnTo>
                  <a:pt x="345" y="88751"/>
                </a:lnTo>
                <a:lnTo>
                  <a:pt x="41" y="88751"/>
                </a:lnTo>
                <a:lnTo>
                  <a:pt x="33957" y="252201"/>
                </a:lnTo>
                <a:lnTo>
                  <a:pt x="139283" y="252201"/>
                </a:lnTo>
                <a:lnTo>
                  <a:pt x="176654" y="88751"/>
                </a:lnTo>
                <a:lnTo>
                  <a:pt x="176350" y="88751"/>
                </a:lnTo>
                <a:lnTo>
                  <a:pt x="176696" y="84060"/>
                </a:lnTo>
                <a:lnTo>
                  <a:pt x="176696" y="81714"/>
                </a:lnTo>
                <a:lnTo>
                  <a:pt x="169751" y="49912"/>
                </a:lnTo>
                <a:lnTo>
                  <a:pt x="150813" y="23937"/>
                </a:lnTo>
                <a:lnTo>
                  <a:pt x="122728" y="6423"/>
                </a:lnTo>
                <a:lnTo>
                  <a:pt x="88342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500071" y="6496185"/>
            <a:ext cx="177165" cy="252729"/>
          </a:xfrm>
          <a:custGeom>
            <a:avLst/>
            <a:gdLst/>
            <a:ahLst/>
            <a:cxnLst/>
            <a:rect l="l" t="t" r="r" b="b"/>
            <a:pathLst>
              <a:path w="177164" h="252729">
                <a:moveTo>
                  <a:pt x="88353" y="0"/>
                </a:moveTo>
                <a:lnTo>
                  <a:pt x="53967" y="6423"/>
                </a:lnTo>
                <a:lnTo>
                  <a:pt x="25882" y="23940"/>
                </a:lnTo>
                <a:lnTo>
                  <a:pt x="6944" y="49921"/>
                </a:lnTo>
                <a:lnTo>
                  <a:pt x="0" y="81735"/>
                </a:lnTo>
                <a:lnTo>
                  <a:pt x="345" y="88772"/>
                </a:lnTo>
                <a:lnTo>
                  <a:pt x="41" y="88772"/>
                </a:lnTo>
                <a:lnTo>
                  <a:pt x="33957" y="252201"/>
                </a:lnTo>
                <a:lnTo>
                  <a:pt x="139283" y="252201"/>
                </a:lnTo>
                <a:lnTo>
                  <a:pt x="176654" y="88772"/>
                </a:lnTo>
                <a:lnTo>
                  <a:pt x="176350" y="88772"/>
                </a:lnTo>
                <a:lnTo>
                  <a:pt x="176696" y="84081"/>
                </a:lnTo>
                <a:lnTo>
                  <a:pt x="176696" y="81735"/>
                </a:lnTo>
                <a:lnTo>
                  <a:pt x="169751" y="49921"/>
                </a:lnTo>
                <a:lnTo>
                  <a:pt x="150814" y="23940"/>
                </a:lnTo>
                <a:lnTo>
                  <a:pt x="122733" y="6423"/>
                </a:lnTo>
                <a:lnTo>
                  <a:pt x="88353" y="0"/>
                </a:lnTo>
                <a:close/>
              </a:path>
            </a:pathLst>
          </a:custGeom>
          <a:solidFill>
            <a:srgbClr val="E7F0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878535" y="6576824"/>
            <a:ext cx="107314" cy="171450"/>
          </a:xfrm>
          <a:custGeom>
            <a:avLst/>
            <a:gdLst/>
            <a:ahLst/>
            <a:cxnLst/>
            <a:rect l="l" t="t" r="r" b="b"/>
            <a:pathLst>
              <a:path w="107314" h="171450">
                <a:moveTo>
                  <a:pt x="16324" y="27978"/>
                </a:moveTo>
                <a:lnTo>
                  <a:pt x="167" y="27978"/>
                </a:lnTo>
                <a:lnTo>
                  <a:pt x="147" y="28738"/>
                </a:lnTo>
                <a:lnTo>
                  <a:pt x="27737" y="170874"/>
                </a:lnTo>
                <a:lnTo>
                  <a:pt x="43873" y="170874"/>
                </a:lnTo>
                <a:lnTo>
                  <a:pt x="17709" y="36114"/>
                </a:lnTo>
                <a:lnTo>
                  <a:pt x="16324" y="36114"/>
                </a:lnTo>
                <a:lnTo>
                  <a:pt x="16324" y="27978"/>
                </a:lnTo>
                <a:close/>
              </a:path>
              <a:path w="107314" h="171450">
                <a:moveTo>
                  <a:pt x="90430" y="29114"/>
                </a:moveTo>
                <a:lnTo>
                  <a:pt x="55317" y="170235"/>
                </a:lnTo>
                <a:lnTo>
                  <a:pt x="71463" y="170235"/>
                </a:lnTo>
                <a:lnTo>
                  <a:pt x="104811" y="36114"/>
                </a:lnTo>
                <a:lnTo>
                  <a:pt x="90457" y="36114"/>
                </a:lnTo>
                <a:lnTo>
                  <a:pt x="90430" y="29114"/>
                </a:lnTo>
                <a:close/>
              </a:path>
              <a:path w="107314" h="171450">
                <a:moveTo>
                  <a:pt x="16369" y="29213"/>
                </a:moveTo>
                <a:lnTo>
                  <a:pt x="16324" y="36114"/>
                </a:lnTo>
                <a:lnTo>
                  <a:pt x="17709" y="36114"/>
                </a:lnTo>
                <a:lnTo>
                  <a:pt x="16369" y="29213"/>
                </a:lnTo>
                <a:close/>
              </a:path>
              <a:path w="107314" h="171450">
                <a:moveTo>
                  <a:pt x="106855" y="18768"/>
                </a:moveTo>
                <a:lnTo>
                  <a:pt x="81575" y="18768"/>
                </a:lnTo>
                <a:lnTo>
                  <a:pt x="87306" y="19015"/>
                </a:lnTo>
                <a:lnTo>
                  <a:pt x="90437" y="21308"/>
                </a:lnTo>
                <a:lnTo>
                  <a:pt x="90457" y="36114"/>
                </a:lnTo>
                <a:lnTo>
                  <a:pt x="104811" y="36114"/>
                </a:lnTo>
                <a:lnTo>
                  <a:pt x="106645" y="28738"/>
                </a:lnTo>
                <a:lnTo>
                  <a:pt x="106666" y="27978"/>
                </a:lnTo>
                <a:lnTo>
                  <a:pt x="106848" y="27978"/>
                </a:lnTo>
                <a:lnTo>
                  <a:pt x="106855" y="18768"/>
                </a:lnTo>
                <a:close/>
              </a:path>
              <a:path w="107314" h="171450">
                <a:moveTo>
                  <a:pt x="20994" y="0"/>
                </a:moveTo>
                <a:lnTo>
                  <a:pt x="11" y="30703"/>
                </a:lnTo>
                <a:lnTo>
                  <a:pt x="0" y="27978"/>
                </a:lnTo>
                <a:lnTo>
                  <a:pt x="16324" y="27978"/>
                </a:lnTo>
                <a:lnTo>
                  <a:pt x="16324" y="20690"/>
                </a:lnTo>
                <a:lnTo>
                  <a:pt x="19036" y="17214"/>
                </a:lnTo>
                <a:lnTo>
                  <a:pt x="106754" y="17214"/>
                </a:lnTo>
                <a:lnTo>
                  <a:pt x="102964" y="9350"/>
                </a:lnTo>
                <a:lnTo>
                  <a:pt x="55558" y="9350"/>
                </a:lnTo>
                <a:lnTo>
                  <a:pt x="46955" y="7643"/>
                </a:lnTo>
                <a:lnTo>
                  <a:pt x="38712" y="4019"/>
                </a:lnTo>
                <a:lnTo>
                  <a:pt x="30251" y="723"/>
                </a:lnTo>
                <a:lnTo>
                  <a:pt x="20994" y="0"/>
                </a:lnTo>
                <a:close/>
              </a:path>
              <a:path w="107314" h="171450">
                <a:moveTo>
                  <a:pt x="106848" y="27978"/>
                </a:moveTo>
                <a:lnTo>
                  <a:pt x="106812" y="30703"/>
                </a:lnTo>
                <a:lnTo>
                  <a:pt x="106848" y="27978"/>
                </a:lnTo>
                <a:close/>
              </a:path>
              <a:path w="107314" h="171450">
                <a:moveTo>
                  <a:pt x="106754" y="17214"/>
                </a:moveTo>
                <a:lnTo>
                  <a:pt x="19036" y="17214"/>
                </a:lnTo>
                <a:lnTo>
                  <a:pt x="30124" y="18282"/>
                </a:lnTo>
                <a:lnTo>
                  <a:pt x="35684" y="20300"/>
                </a:lnTo>
                <a:lnTo>
                  <a:pt x="41619" y="24058"/>
                </a:lnTo>
                <a:lnTo>
                  <a:pt x="47950" y="27683"/>
                </a:lnTo>
                <a:lnTo>
                  <a:pt x="54699" y="29308"/>
                </a:lnTo>
                <a:lnTo>
                  <a:pt x="64612" y="27081"/>
                </a:lnTo>
                <a:lnTo>
                  <a:pt x="73790" y="22512"/>
                </a:lnTo>
                <a:lnTo>
                  <a:pt x="81575" y="18768"/>
                </a:lnTo>
                <a:lnTo>
                  <a:pt x="106855" y="18768"/>
                </a:lnTo>
                <a:lnTo>
                  <a:pt x="106754" y="17214"/>
                </a:lnTo>
                <a:close/>
              </a:path>
              <a:path w="107314" h="171450">
                <a:moveTo>
                  <a:pt x="16370" y="29088"/>
                </a:moveTo>
                <a:close/>
              </a:path>
              <a:path w="107314" h="171450">
                <a:moveTo>
                  <a:pt x="16376" y="28135"/>
                </a:moveTo>
                <a:lnTo>
                  <a:pt x="16370" y="29088"/>
                </a:lnTo>
                <a:lnTo>
                  <a:pt x="16376" y="28135"/>
                </a:lnTo>
                <a:close/>
              </a:path>
              <a:path w="107314" h="171450">
                <a:moveTo>
                  <a:pt x="90426" y="28135"/>
                </a:moveTo>
                <a:lnTo>
                  <a:pt x="90321" y="29088"/>
                </a:lnTo>
                <a:lnTo>
                  <a:pt x="90426" y="28135"/>
                </a:lnTo>
                <a:close/>
              </a:path>
              <a:path w="107314" h="171450">
                <a:moveTo>
                  <a:pt x="84739" y="1650"/>
                </a:moveTo>
                <a:lnTo>
                  <a:pt x="76238" y="4155"/>
                </a:lnTo>
                <a:lnTo>
                  <a:pt x="66810" y="7608"/>
                </a:lnTo>
                <a:lnTo>
                  <a:pt x="55558" y="9350"/>
                </a:lnTo>
                <a:lnTo>
                  <a:pt x="102964" y="9350"/>
                </a:lnTo>
                <a:lnTo>
                  <a:pt x="101536" y="6387"/>
                </a:lnTo>
                <a:lnTo>
                  <a:pt x="93211" y="2753"/>
                </a:lnTo>
                <a:lnTo>
                  <a:pt x="84739" y="1650"/>
                </a:lnTo>
                <a:close/>
              </a:path>
            </a:pathLst>
          </a:custGeom>
          <a:solidFill>
            <a:srgbClr val="CD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2204043" y="6579168"/>
            <a:ext cx="107314" cy="171450"/>
          </a:xfrm>
          <a:custGeom>
            <a:avLst/>
            <a:gdLst/>
            <a:ahLst/>
            <a:cxnLst/>
            <a:rect l="l" t="t" r="r" b="b"/>
            <a:pathLst>
              <a:path w="107314" h="171450">
                <a:moveTo>
                  <a:pt x="16345" y="27978"/>
                </a:moveTo>
                <a:lnTo>
                  <a:pt x="188" y="27978"/>
                </a:lnTo>
                <a:lnTo>
                  <a:pt x="148" y="28742"/>
                </a:lnTo>
                <a:lnTo>
                  <a:pt x="27758" y="170874"/>
                </a:lnTo>
                <a:lnTo>
                  <a:pt x="43873" y="170874"/>
                </a:lnTo>
                <a:lnTo>
                  <a:pt x="17707" y="36114"/>
                </a:lnTo>
                <a:lnTo>
                  <a:pt x="16345" y="36114"/>
                </a:lnTo>
                <a:lnTo>
                  <a:pt x="16345" y="27978"/>
                </a:lnTo>
                <a:close/>
              </a:path>
              <a:path w="107314" h="171450">
                <a:moveTo>
                  <a:pt x="90433" y="29196"/>
                </a:moveTo>
                <a:lnTo>
                  <a:pt x="55328" y="170256"/>
                </a:lnTo>
                <a:lnTo>
                  <a:pt x="71463" y="170256"/>
                </a:lnTo>
                <a:lnTo>
                  <a:pt x="104831" y="36114"/>
                </a:lnTo>
                <a:lnTo>
                  <a:pt x="90478" y="36114"/>
                </a:lnTo>
                <a:lnTo>
                  <a:pt x="90433" y="29196"/>
                </a:lnTo>
                <a:close/>
              </a:path>
              <a:path w="107314" h="171450">
                <a:moveTo>
                  <a:pt x="16372" y="29237"/>
                </a:moveTo>
                <a:lnTo>
                  <a:pt x="16345" y="36114"/>
                </a:lnTo>
                <a:lnTo>
                  <a:pt x="17707" y="36114"/>
                </a:lnTo>
                <a:lnTo>
                  <a:pt x="16372" y="29237"/>
                </a:lnTo>
                <a:close/>
              </a:path>
              <a:path w="107314" h="171450">
                <a:moveTo>
                  <a:pt x="106876" y="18759"/>
                </a:moveTo>
                <a:lnTo>
                  <a:pt x="81587" y="18759"/>
                </a:lnTo>
                <a:lnTo>
                  <a:pt x="87327" y="19015"/>
                </a:lnTo>
                <a:lnTo>
                  <a:pt x="90437" y="21329"/>
                </a:lnTo>
                <a:lnTo>
                  <a:pt x="90478" y="36114"/>
                </a:lnTo>
                <a:lnTo>
                  <a:pt x="104831" y="36114"/>
                </a:lnTo>
                <a:lnTo>
                  <a:pt x="106665" y="28742"/>
                </a:lnTo>
                <a:lnTo>
                  <a:pt x="106666" y="27978"/>
                </a:lnTo>
                <a:lnTo>
                  <a:pt x="106865" y="27978"/>
                </a:lnTo>
                <a:lnTo>
                  <a:pt x="106876" y="18759"/>
                </a:lnTo>
                <a:close/>
              </a:path>
              <a:path w="107314" h="171450">
                <a:moveTo>
                  <a:pt x="21015" y="0"/>
                </a:moveTo>
                <a:lnTo>
                  <a:pt x="32" y="30713"/>
                </a:lnTo>
                <a:lnTo>
                  <a:pt x="0" y="27978"/>
                </a:lnTo>
                <a:lnTo>
                  <a:pt x="16345" y="27978"/>
                </a:lnTo>
                <a:lnTo>
                  <a:pt x="16345" y="20711"/>
                </a:lnTo>
                <a:lnTo>
                  <a:pt x="19015" y="17214"/>
                </a:lnTo>
                <a:lnTo>
                  <a:pt x="106765" y="17214"/>
                </a:lnTo>
                <a:lnTo>
                  <a:pt x="102977" y="9371"/>
                </a:lnTo>
                <a:lnTo>
                  <a:pt x="55579" y="9371"/>
                </a:lnTo>
                <a:lnTo>
                  <a:pt x="46967" y="7661"/>
                </a:lnTo>
                <a:lnTo>
                  <a:pt x="38725" y="4029"/>
                </a:lnTo>
                <a:lnTo>
                  <a:pt x="30269" y="726"/>
                </a:lnTo>
                <a:lnTo>
                  <a:pt x="21015" y="0"/>
                </a:lnTo>
                <a:close/>
              </a:path>
              <a:path w="107314" h="171450">
                <a:moveTo>
                  <a:pt x="106765" y="17214"/>
                </a:moveTo>
                <a:lnTo>
                  <a:pt x="19015" y="17214"/>
                </a:lnTo>
                <a:lnTo>
                  <a:pt x="30124" y="18303"/>
                </a:lnTo>
                <a:lnTo>
                  <a:pt x="35687" y="20318"/>
                </a:lnTo>
                <a:lnTo>
                  <a:pt x="41627" y="24068"/>
                </a:lnTo>
                <a:lnTo>
                  <a:pt x="47959" y="27687"/>
                </a:lnTo>
                <a:lnTo>
                  <a:pt x="54699" y="29308"/>
                </a:lnTo>
                <a:lnTo>
                  <a:pt x="64621" y="27078"/>
                </a:lnTo>
                <a:lnTo>
                  <a:pt x="73801" y="22504"/>
                </a:lnTo>
                <a:lnTo>
                  <a:pt x="81587" y="18759"/>
                </a:lnTo>
                <a:lnTo>
                  <a:pt x="106876" y="18759"/>
                </a:lnTo>
                <a:lnTo>
                  <a:pt x="106765" y="17214"/>
                </a:lnTo>
                <a:close/>
              </a:path>
              <a:path w="107314" h="171450">
                <a:moveTo>
                  <a:pt x="16372" y="29098"/>
                </a:moveTo>
                <a:lnTo>
                  <a:pt x="16372" y="29237"/>
                </a:lnTo>
                <a:lnTo>
                  <a:pt x="16372" y="29098"/>
                </a:lnTo>
                <a:close/>
              </a:path>
              <a:path w="107314" h="171450">
                <a:moveTo>
                  <a:pt x="90457" y="29098"/>
                </a:moveTo>
                <a:close/>
              </a:path>
              <a:path w="107314" h="171450">
                <a:moveTo>
                  <a:pt x="16376" y="28114"/>
                </a:moveTo>
                <a:lnTo>
                  <a:pt x="16372" y="29098"/>
                </a:lnTo>
                <a:lnTo>
                  <a:pt x="16376" y="28114"/>
                </a:lnTo>
                <a:close/>
              </a:path>
              <a:path w="107314" h="171450">
                <a:moveTo>
                  <a:pt x="90426" y="28114"/>
                </a:moveTo>
                <a:lnTo>
                  <a:pt x="90342" y="29098"/>
                </a:lnTo>
                <a:lnTo>
                  <a:pt x="90426" y="28114"/>
                </a:lnTo>
                <a:close/>
              </a:path>
              <a:path w="107314" h="171450">
                <a:moveTo>
                  <a:pt x="84735" y="1654"/>
                </a:moveTo>
                <a:lnTo>
                  <a:pt x="76234" y="4160"/>
                </a:lnTo>
                <a:lnTo>
                  <a:pt x="66816" y="7623"/>
                </a:lnTo>
                <a:lnTo>
                  <a:pt x="55579" y="9371"/>
                </a:lnTo>
                <a:lnTo>
                  <a:pt x="102977" y="9371"/>
                </a:lnTo>
                <a:lnTo>
                  <a:pt x="101536" y="6387"/>
                </a:lnTo>
                <a:lnTo>
                  <a:pt x="93222" y="2774"/>
                </a:lnTo>
                <a:lnTo>
                  <a:pt x="84735" y="1654"/>
                </a:lnTo>
                <a:close/>
              </a:path>
            </a:pathLst>
          </a:custGeom>
          <a:solidFill>
            <a:srgbClr val="CD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2534167" y="6578457"/>
            <a:ext cx="107314" cy="171450"/>
          </a:xfrm>
          <a:custGeom>
            <a:avLst/>
            <a:gdLst/>
            <a:ahLst/>
            <a:cxnLst/>
            <a:rect l="l" t="t" r="r" b="b"/>
            <a:pathLst>
              <a:path w="107314" h="171450">
                <a:moveTo>
                  <a:pt x="16334" y="27957"/>
                </a:moveTo>
                <a:lnTo>
                  <a:pt x="167" y="27957"/>
                </a:lnTo>
                <a:lnTo>
                  <a:pt x="150" y="28733"/>
                </a:lnTo>
                <a:lnTo>
                  <a:pt x="27737" y="170853"/>
                </a:lnTo>
                <a:lnTo>
                  <a:pt x="43873" y="170853"/>
                </a:lnTo>
                <a:lnTo>
                  <a:pt x="17699" y="36114"/>
                </a:lnTo>
                <a:lnTo>
                  <a:pt x="16334" y="36114"/>
                </a:lnTo>
                <a:lnTo>
                  <a:pt x="16334" y="27957"/>
                </a:lnTo>
                <a:close/>
              </a:path>
              <a:path w="107314" h="171450">
                <a:moveTo>
                  <a:pt x="90424" y="29221"/>
                </a:moveTo>
                <a:lnTo>
                  <a:pt x="55307" y="170256"/>
                </a:lnTo>
                <a:lnTo>
                  <a:pt x="71442" y="170256"/>
                </a:lnTo>
                <a:lnTo>
                  <a:pt x="104825" y="36114"/>
                </a:lnTo>
                <a:lnTo>
                  <a:pt x="90478" y="36114"/>
                </a:lnTo>
                <a:lnTo>
                  <a:pt x="90424" y="29221"/>
                </a:lnTo>
                <a:close/>
              </a:path>
              <a:path w="107314" h="171450">
                <a:moveTo>
                  <a:pt x="16370" y="29272"/>
                </a:moveTo>
                <a:lnTo>
                  <a:pt x="16334" y="36114"/>
                </a:lnTo>
                <a:lnTo>
                  <a:pt x="17699" y="36114"/>
                </a:lnTo>
                <a:lnTo>
                  <a:pt x="16370" y="29272"/>
                </a:lnTo>
                <a:close/>
              </a:path>
              <a:path w="107314" h="171450">
                <a:moveTo>
                  <a:pt x="106876" y="18759"/>
                </a:moveTo>
                <a:lnTo>
                  <a:pt x="81575" y="18759"/>
                </a:lnTo>
                <a:lnTo>
                  <a:pt x="87327" y="19015"/>
                </a:lnTo>
                <a:lnTo>
                  <a:pt x="90457" y="21329"/>
                </a:lnTo>
                <a:lnTo>
                  <a:pt x="90478" y="36114"/>
                </a:lnTo>
                <a:lnTo>
                  <a:pt x="104825" y="36114"/>
                </a:lnTo>
                <a:lnTo>
                  <a:pt x="106662" y="28733"/>
                </a:lnTo>
                <a:lnTo>
                  <a:pt x="106666" y="27957"/>
                </a:lnTo>
                <a:lnTo>
                  <a:pt x="106865" y="27957"/>
                </a:lnTo>
                <a:lnTo>
                  <a:pt x="106876" y="18759"/>
                </a:lnTo>
                <a:close/>
              </a:path>
              <a:path w="107314" h="171450">
                <a:moveTo>
                  <a:pt x="21004" y="0"/>
                </a:moveTo>
                <a:lnTo>
                  <a:pt x="22" y="30708"/>
                </a:lnTo>
                <a:lnTo>
                  <a:pt x="0" y="27957"/>
                </a:lnTo>
                <a:lnTo>
                  <a:pt x="16334" y="27957"/>
                </a:lnTo>
                <a:lnTo>
                  <a:pt x="16334" y="20690"/>
                </a:lnTo>
                <a:lnTo>
                  <a:pt x="19015" y="17214"/>
                </a:lnTo>
                <a:lnTo>
                  <a:pt x="106765" y="17214"/>
                </a:lnTo>
                <a:lnTo>
                  <a:pt x="102977" y="9371"/>
                </a:lnTo>
                <a:lnTo>
                  <a:pt x="55579" y="9371"/>
                </a:lnTo>
                <a:lnTo>
                  <a:pt x="46958" y="7661"/>
                </a:lnTo>
                <a:lnTo>
                  <a:pt x="38716" y="4029"/>
                </a:lnTo>
                <a:lnTo>
                  <a:pt x="30261" y="726"/>
                </a:lnTo>
                <a:lnTo>
                  <a:pt x="21004" y="0"/>
                </a:lnTo>
                <a:close/>
              </a:path>
              <a:path w="107314" h="171450">
                <a:moveTo>
                  <a:pt x="106765" y="17214"/>
                </a:moveTo>
                <a:lnTo>
                  <a:pt x="19015" y="17214"/>
                </a:lnTo>
                <a:lnTo>
                  <a:pt x="30124" y="18292"/>
                </a:lnTo>
                <a:lnTo>
                  <a:pt x="35684" y="20309"/>
                </a:lnTo>
                <a:lnTo>
                  <a:pt x="41619" y="24063"/>
                </a:lnTo>
                <a:lnTo>
                  <a:pt x="47950" y="27685"/>
                </a:lnTo>
                <a:lnTo>
                  <a:pt x="54699" y="29308"/>
                </a:lnTo>
                <a:lnTo>
                  <a:pt x="64609" y="27078"/>
                </a:lnTo>
                <a:lnTo>
                  <a:pt x="73785" y="22504"/>
                </a:lnTo>
                <a:lnTo>
                  <a:pt x="81575" y="18759"/>
                </a:lnTo>
                <a:lnTo>
                  <a:pt x="106876" y="18759"/>
                </a:lnTo>
                <a:lnTo>
                  <a:pt x="106765" y="17214"/>
                </a:lnTo>
                <a:close/>
              </a:path>
              <a:path w="107314" h="171450">
                <a:moveTo>
                  <a:pt x="16371" y="29088"/>
                </a:moveTo>
                <a:lnTo>
                  <a:pt x="16370" y="29272"/>
                </a:lnTo>
                <a:lnTo>
                  <a:pt x="16371" y="29088"/>
                </a:lnTo>
                <a:close/>
              </a:path>
              <a:path w="107314" h="171450">
                <a:moveTo>
                  <a:pt x="90457" y="29088"/>
                </a:moveTo>
                <a:lnTo>
                  <a:pt x="90424" y="29221"/>
                </a:lnTo>
                <a:lnTo>
                  <a:pt x="90457" y="29088"/>
                </a:lnTo>
                <a:close/>
              </a:path>
              <a:path w="107314" h="171450">
                <a:moveTo>
                  <a:pt x="16376" y="28114"/>
                </a:moveTo>
                <a:lnTo>
                  <a:pt x="16371" y="29088"/>
                </a:lnTo>
                <a:lnTo>
                  <a:pt x="16376" y="28114"/>
                </a:lnTo>
                <a:close/>
              </a:path>
              <a:path w="107314" h="171450">
                <a:moveTo>
                  <a:pt x="90416" y="28114"/>
                </a:moveTo>
                <a:lnTo>
                  <a:pt x="90342" y="29088"/>
                </a:lnTo>
                <a:lnTo>
                  <a:pt x="90416" y="28114"/>
                </a:lnTo>
                <a:close/>
              </a:path>
              <a:path w="107314" h="171450">
                <a:moveTo>
                  <a:pt x="84735" y="1654"/>
                </a:moveTo>
                <a:lnTo>
                  <a:pt x="76234" y="4160"/>
                </a:lnTo>
                <a:lnTo>
                  <a:pt x="66816" y="7623"/>
                </a:lnTo>
                <a:lnTo>
                  <a:pt x="55579" y="9371"/>
                </a:lnTo>
                <a:lnTo>
                  <a:pt x="102977" y="9371"/>
                </a:lnTo>
                <a:lnTo>
                  <a:pt x="101536" y="6387"/>
                </a:lnTo>
                <a:lnTo>
                  <a:pt x="93222" y="2774"/>
                </a:lnTo>
                <a:lnTo>
                  <a:pt x="84735" y="1654"/>
                </a:lnTo>
                <a:close/>
              </a:path>
            </a:pathLst>
          </a:custGeom>
          <a:solidFill>
            <a:srgbClr val="CDF1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9663" y="9535648"/>
            <a:ext cx="3453633" cy="385339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66277" y="9538282"/>
            <a:ext cx="1448594" cy="38535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46637" y="7834016"/>
            <a:ext cx="566443" cy="570231"/>
          </a:xfrm>
          <a:prstGeom prst="rect">
            <a:avLst/>
          </a:prstGeom>
        </p:spPr>
      </p:pic>
      <p:grpSp>
        <p:nvGrpSpPr>
          <p:cNvPr id="18" name="object 18" descr=""/>
          <p:cNvGrpSpPr/>
          <p:nvPr/>
        </p:nvGrpSpPr>
        <p:grpSpPr>
          <a:xfrm>
            <a:off x="9712587" y="9386458"/>
            <a:ext cx="635000" cy="625475"/>
            <a:chOff x="9712587" y="9386458"/>
            <a:chExt cx="635000" cy="625475"/>
          </a:xfrm>
        </p:grpSpPr>
        <p:sp>
          <p:nvSpPr>
            <p:cNvPr id="19" name="object 19" descr=""/>
            <p:cNvSpPr/>
            <p:nvPr/>
          </p:nvSpPr>
          <p:spPr>
            <a:xfrm>
              <a:off x="9712587" y="9386458"/>
              <a:ext cx="635000" cy="625475"/>
            </a:xfrm>
            <a:custGeom>
              <a:avLst/>
              <a:gdLst/>
              <a:ahLst/>
              <a:cxnLst/>
              <a:rect l="l" t="t" r="r" b="b"/>
              <a:pathLst>
                <a:path w="635000" h="625475">
                  <a:moveTo>
                    <a:pt x="440182" y="546873"/>
                  </a:moveTo>
                  <a:lnTo>
                    <a:pt x="348795" y="546873"/>
                  </a:lnTo>
                  <a:lnTo>
                    <a:pt x="402574" y="625352"/>
                  </a:lnTo>
                  <a:lnTo>
                    <a:pt x="446792" y="609279"/>
                  </a:lnTo>
                  <a:lnTo>
                    <a:pt x="440182" y="546873"/>
                  </a:lnTo>
                  <a:close/>
                </a:path>
                <a:path w="635000" h="625475">
                  <a:moveTo>
                    <a:pt x="596372" y="470310"/>
                  </a:moveTo>
                  <a:lnTo>
                    <a:pt x="143409" y="470310"/>
                  </a:lnTo>
                  <a:lnTo>
                    <a:pt x="154891" y="482477"/>
                  </a:lnTo>
                  <a:lnTo>
                    <a:pt x="167231" y="493797"/>
                  </a:lnTo>
                  <a:lnTo>
                    <a:pt x="180375" y="504216"/>
                  </a:lnTo>
                  <a:lnTo>
                    <a:pt x="194266" y="513680"/>
                  </a:lnTo>
                  <a:lnTo>
                    <a:pt x="184999" y="608431"/>
                  </a:lnTo>
                  <a:lnTo>
                    <a:pt x="229218" y="624504"/>
                  </a:lnTo>
                  <a:lnTo>
                    <a:pt x="281865" y="546370"/>
                  </a:lnTo>
                  <a:lnTo>
                    <a:pt x="440129" y="546370"/>
                  </a:lnTo>
                  <a:lnTo>
                    <a:pt x="436866" y="515565"/>
                  </a:lnTo>
                  <a:lnTo>
                    <a:pt x="450906" y="506320"/>
                  </a:lnTo>
                  <a:lnTo>
                    <a:pt x="464205" y="496092"/>
                  </a:lnTo>
                  <a:lnTo>
                    <a:pt x="476720" y="484941"/>
                  </a:lnTo>
                  <a:lnTo>
                    <a:pt x="488403" y="472928"/>
                  </a:lnTo>
                  <a:lnTo>
                    <a:pt x="594862" y="472928"/>
                  </a:lnTo>
                  <a:lnTo>
                    <a:pt x="596372" y="470310"/>
                  </a:lnTo>
                  <a:close/>
                </a:path>
                <a:path w="635000" h="625475">
                  <a:moveTo>
                    <a:pt x="440129" y="546370"/>
                  </a:moveTo>
                  <a:lnTo>
                    <a:pt x="281865" y="546370"/>
                  </a:lnTo>
                  <a:lnTo>
                    <a:pt x="290535" y="547537"/>
                  </a:lnTo>
                  <a:lnTo>
                    <a:pt x="299297" y="548379"/>
                  </a:lnTo>
                  <a:lnTo>
                    <a:pt x="308149" y="548890"/>
                  </a:lnTo>
                  <a:lnTo>
                    <a:pt x="317089" y="549061"/>
                  </a:lnTo>
                  <a:lnTo>
                    <a:pt x="325127" y="548920"/>
                  </a:lnTo>
                  <a:lnTo>
                    <a:pt x="333091" y="548501"/>
                  </a:lnTo>
                  <a:lnTo>
                    <a:pt x="340982" y="547816"/>
                  </a:lnTo>
                  <a:lnTo>
                    <a:pt x="348795" y="546873"/>
                  </a:lnTo>
                  <a:lnTo>
                    <a:pt x="440182" y="546873"/>
                  </a:lnTo>
                  <a:lnTo>
                    <a:pt x="440129" y="546370"/>
                  </a:lnTo>
                  <a:close/>
                </a:path>
                <a:path w="635000" h="625475">
                  <a:moveTo>
                    <a:pt x="594862" y="472928"/>
                  </a:moveTo>
                  <a:lnTo>
                    <a:pt x="488403" y="472928"/>
                  </a:lnTo>
                  <a:lnTo>
                    <a:pt x="580107" y="498497"/>
                  </a:lnTo>
                  <a:lnTo>
                    <a:pt x="594862" y="472928"/>
                  </a:lnTo>
                  <a:close/>
                </a:path>
                <a:path w="635000" h="625475">
                  <a:moveTo>
                    <a:pt x="131587" y="58490"/>
                  </a:moveTo>
                  <a:lnTo>
                    <a:pt x="95557" y="88740"/>
                  </a:lnTo>
                  <a:lnTo>
                    <a:pt x="136938" y="173387"/>
                  </a:lnTo>
                  <a:lnTo>
                    <a:pt x="126936" y="186783"/>
                  </a:lnTo>
                  <a:lnTo>
                    <a:pt x="117911" y="200899"/>
                  </a:lnTo>
                  <a:lnTo>
                    <a:pt x="109905" y="215691"/>
                  </a:lnTo>
                  <a:lnTo>
                    <a:pt x="102960" y="231113"/>
                  </a:lnTo>
                  <a:lnTo>
                    <a:pt x="8167" y="238432"/>
                  </a:lnTo>
                  <a:lnTo>
                    <a:pt x="0" y="284755"/>
                  </a:lnTo>
                  <a:lnTo>
                    <a:pt x="86102" y="323026"/>
                  </a:lnTo>
                  <a:lnTo>
                    <a:pt x="87091" y="340103"/>
                  </a:lnTo>
                  <a:lnTo>
                    <a:pt x="89304" y="356828"/>
                  </a:lnTo>
                  <a:lnTo>
                    <a:pt x="92694" y="373154"/>
                  </a:lnTo>
                  <a:lnTo>
                    <a:pt x="97211" y="389035"/>
                  </a:lnTo>
                  <a:lnTo>
                    <a:pt x="29266" y="455619"/>
                  </a:lnTo>
                  <a:lnTo>
                    <a:pt x="52794" y="496340"/>
                  </a:lnTo>
                  <a:lnTo>
                    <a:pt x="143409" y="470310"/>
                  </a:lnTo>
                  <a:lnTo>
                    <a:pt x="596372" y="470310"/>
                  </a:lnTo>
                  <a:lnTo>
                    <a:pt x="597502" y="468352"/>
                  </a:lnTo>
                  <a:lnTo>
                    <a:pt x="303613" y="468352"/>
                  </a:lnTo>
                  <a:lnTo>
                    <a:pt x="280343" y="464424"/>
                  </a:lnTo>
                  <a:lnTo>
                    <a:pt x="258426" y="457099"/>
                  </a:lnTo>
                  <a:lnTo>
                    <a:pt x="238150" y="446655"/>
                  </a:lnTo>
                  <a:lnTo>
                    <a:pt x="219804" y="433369"/>
                  </a:lnTo>
                  <a:lnTo>
                    <a:pt x="239085" y="414259"/>
                  </a:lnTo>
                  <a:lnTo>
                    <a:pt x="200883" y="414259"/>
                  </a:lnTo>
                  <a:lnTo>
                    <a:pt x="177736" y="376042"/>
                  </a:lnTo>
                  <a:lnTo>
                    <a:pt x="166769" y="331487"/>
                  </a:lnTo>
                  <a:lnTo>
                    <a:pt x="283734" y="331487"/>
                  </a:lnTo>
                  <a:lnTo>
                    <a:pt x="281017" y="318032"/>
                  </a:lnTo>
                  <a:lnTo>
                    <a:pt x="283729" y="304598"/>
                  </a:lnTo>
                  <a:lnTo>
                    <a:pt x="166769" y="304598"/>
                  </a:lnTo>
                  <a:lnTo>
                    <a:pt x="170632" y="281493"/>
                  </a:lnTo>
                  <a:lnTo>
                    <a:pt x="177865" y="259719"/>
                  </a:lnTo>
                  <a:lnTo>
                    <a:pt x="188178" y="239556"/>
                  </a:lnTo>
                  <a:lnTo>
                    <a:pt x="201281" y="221281"/>
                  </a:lnTo>
                  <a:lnTo>
                    <a:pt x="239345" y="221281"/>
                  </a:lnTo>
                  <a:lnTo>
                    <a:pt x="220317" y="202234"/>
                  </a:lnTo>
                  <a:lnTo>
                    <a:pt x="238582" y="189139"/>
                  </a:lnTo>
                  <a:lnTo>
                    <a:pt x="258742" y="178833"/>
                  </a:lnTo>
                  <a:lnTo>
                    <a:pt x="280513" y="171599"/>
                  </a:lnTo>
                  <a:lnTo>
                    <a:pt x="303613" y="167722"/>
                  </a:lnTo>
                  <a:lnTo>
                    <a:pt x="503398" y="167722"/>
                  </a:lnTo>
                  <a:lnTo>
                    <a:pt x="528418" y="115483"/>
                  </a:lnTo>
                  <a:lnTo>
                    <a:pt x="428259" y="115483"/>
                  </a:lnTo>
                  <a:lnTo>
                    <a:pt x="425019" y="113849"/>
                  </a:lnTo>
                  <a:lnTo>
                    <a:pt x="208956" y="113849"/>
                  </a:lnTo>
                  <a:lnTo>
                    <a:pt x="131587" y="58490"/>
                  </a:lnTo>
                  <a:close/>
                </a:path>
                <a:path w="635000" h="625475">
                  <a:moveTo>
                    <a:pt x="397795" y="379716"/>
                  </a:moveTo>
                  <a:lnTo>
                    <a:pt x="273939" y="379716"/>
                  </a:lnTo>
                  <a:lnTo>
                    <a:pt x="280722" y="383942"/>
                  </a:lnTo>
                  <a:lnTo>
                    <a:pt x="287967" y="387445"/>
                  </a:lnTo>
                  <a:lnTo>
                    <a:pt x="295616" y="390172"/>
                  </a:lnTo>
                  <a:lnTo>
                    <a:pt x="303613" y="392071"/>
                  </a:lnTo>
                  <a:lnTo>
                    <a:pt x="303613" y="468352"/>
                  </a:lnTo>
                  <a:lnTo>
                    <a:pt x="330544" y="468352"/>
                  </a:lnTo>
                  <a:lnTo>
                    <a:pt x="330544" y="392071"/>
                  </a:lnTo>
                  <a:lnTo>
                    <a:pt x="338546" y="390172"/>
                  </a:lnTo>
                  <a:lnTo>
                    <a:pt x="346011" y="387516"/>
                  </a:lnTo>
                  <a:lnTo>
                    <a:pt x="353172" y="384058"/>
                  </a:lnTo>
                  <a:lnTo>
                    <a:pt x="359884" y="379883"/>
                  </a:lnTo>
                  <a:lnTo>
                    <a:pt x="397962" y="379883"/>
                  </a:lnTo>
                  <a:lnTo>
                    <a:pt x="397795" y="379716"/>
                  </a:lnTo>
                  <a:close/>
                </a:path>
                <a:path w="635000" h="625475">
                  <a:moveTo>
                    <a:pt x="397962" y="379883"/>
                  </a:moveTo>
                  <a:lnTo>
                    <a:pt x="359884" y="379883"/>
                  </a:lnTo>
                  <a:lnTo>
                    <a:pt x="413798" y="433798"/>
                  </a:lnTo>
                  <a:lnTo>
                    <a:pt x="395541" y="446902"/>
                  </a:lnTo>
                  <a:lnTo>
                    <a:pt x="375387" y="457220"/>
                  </a:lnTo>
                  <a:lnTo>
                    <a:pt x="353626" y="464465"/>
                  </a:lnTo>
                  <a:lnTo>
                    <a:pt x="330544" y="468352"/>
                  </a:lnTo>
                  <a:lnTo>
                    <a:pt x="597502" y="468352"/>
                  </a:lnTo>
                  <a:lnTo>
                    <a:pt x="603604" y="457776"/>
                  </a:lnTo>
                  <a:lnTo>
                    <a:pt x="559055" y="414783"/>
                  </a:lnTo>
                  <a:lnTo>
                    <a:pt x="432834" y="414783"/>
                  </a:lnTo>
                  <a:lnTo>
                    <a:pt x="397962" y="379883"/>
                  </a:lnTo>
                  <a:close/>
                </a:path>
                <a:path w="635000" h="625475">
                  <a:moveTo>
                    <a:pt x="547562" y="331487"/>
                  </a:moveTo>
                  <a:lnTo>
                    <a:pt x="467367" y="331487"/>
                  </a:lnTo>
                  <a:lnTo>
                    <a:pt x="463505" y="354588"/>
                  </a:lnTo>
                  <a:lnTo>
                    <a:pt x="456270" y="376362"/>
                  </a:lnTo>
                  <a:lnTo>
                    <a:pt x="445950" y="396523"/>
                  </a:lnTo>
                  <a:lnTo>
                    <a:pt x="432834" y="414783"/>
                  </a:lnTo>
                  <a:lnTo>
                    <a:pt x="559055" y="414783"/>
                  </a:lnTo>
                  <a:lnTo>
                    <a:pt x="535847" y="392385"/>
                  </a:lnTo>
                  <a:lnTo>
                    <a:pt x="540606" y="376555"/>
                  </a:lnTo>
                  <a:lnTo>
                    <a:pt x="544236" y="360273"/>
                  </a:lnTo>
                  <a:lnTo>
                    <a:pt x="546692" y="343534"/>
                  </a:lnTo>
                  <a:lnTo>
                    <a:pt x="547562" y="331487"/>
                  </a:lnTo>
                  <a:close/>
                </a:path>
                <a:path w="635000" h="625475">
                  <a:moveTo>
                    <a:pt x="283734" y="331487"/>
                  </a:moveTo>
                  <a:lnTo>
                    <a:pt x="243029" y="331487"/>
                  </a:lnTo>
                  <a:lnTo>
                    <a:pt x="244907" y="339401"/>
                  </a:lnTo>
                  <a:lnTo>
                    <a:pt x="247519" y="346817"/>
                  </a:lnTo>
                  <a:lnTo>
                    <a:pt x="250905" y="353926"/>
                  </a:lnTo>
                  <a:lnTo>
                    <a:pt x="254987" y="360585"/>
                  </a:lnTo>
                  <a:lnTo>
                    <a:pt x="200883" y="414259"/>
                  </a:lnTo>
                  <a:lnTo>
                    <a:pt x="239085" y="414259"/>
                  </a:lnTo>
                  <a:lnTo>
                    <a:pt x="273939" y="379716"/>
                  </a:lnTo>
                  <a:lnTo>
                    <a:pt x="397795" y="379716"/>
                  </a:lnTo>
                  <a:lnTo>
                    <a:pt x="378962" y="360868"/>
                  </a:lnTo>
                  <a:lnTo>
                    <a:pt x="383147" y="354083"/>
                  </a:lnTo>
                  <a:lnTo>
                    <a:pt x="317089" y="354083"/>
                  </a:lnTo>
                  <a:lnTo>
                    <a:pt x="303051" y="351254"/>
                  </a:lnTo>
                  <a:lnTo>
                    <a:pt x="291585" y="343534"/>
                  </a:lnTo>
                  <a:lnTo>
                    <a:pt x="283853" y="332075"/>
                  </a:lnTo>
                  <a:lnTo>
                    <a:pt x="283734" y="331487"/>
                  </a:lnTo>
                  <a:close/>
                </a:path>
                <a:path w="635000" h="625475">
                  <a:moveTo>
                    <a:pt x="383114" y="281960"/>
                  </a:moveTo>
                  <a:lnTo>
                    <a:pt x="317089" y="281960"/>
                  </a:lnTo>
                  <a:lnTo>
                    <a:pt x="331107" y="284792"/>
                  </a:lnTo>
                  <a:lnTo>
                    <a:pt x="342568" y="292519"/>
                  </a:lnTo>
                  <a:lnTo>
                    <a:pt x="350302" y="303985"/>
                  </a:lnTo>
                  <a:lnTo>
                    <a:pt x="353141" y="318032"/>
                  </a:lnTo>
                  <a:lnTo>
                    <a:pt x="350302" y="332075"/>
                  </a:lnTo>
                  <a:lnTo>
                    <a:pt x="342568" y="343534"/>
                  </a:lnTo>
                  <a:lnTo>
                    <a:pt x="331107" y="351254"/>
                  </a:lnTo>
                  <a:lnTo>
                    <a:pt x="317089" y="354083"/>
                  </a:lnTo>
                  <a:lnTo>
                    <a:pt x="383147" y="354083"/>
                  </a:lnTo>
                  <a:lnTo>
                    <a:pt x="386551" y="346975"/>
                  </a:lnTo>
                  <a:lnTo>
                    <a:pt x="389247" y="339319"/>
                  </a:lnTo>
                  <a:lnTo>
                    <a:pt x="391108" y="331487"/>
                  </a:lnTo>
                  <a:lnTo>
                    <a:pt x="547562" y="331487"/>
                  </a:lnTo>
                  <a:lnTo>
                    <a:pt x="547920" y="326534"/>
                  </a:lnTo>
                  <a:lnTo>
                    <a:pt x="596256" y="304598"/>
                  </a:lnTo>
                  <a:lnTo>
                    <a:pt x="391108" y="304598"/>
                  </a:lnTo>
                  <a:lnTo>
                    <a:pt x="389234" y="296674"/>
                  </a:lnTo>
                  <a:lnTo>
                    <a:pt x="386608" y="289222"/>
                  </a:lnTo>
                  <a:lnTo>
                    <a:pt x="383201" y="282100"/>
                  </a:lnTo>
                  <a:lnTo>
                    <a:pt x="383114" y="281960"/>
                  </a:lnTo>
                  <a:close/>
                </a:path>
                <a:path w="635000" h="625475">
                  <a:moveTo>
                    <a:pt x="239345" y="221281"/>
                  </a:moveTo>
                  <a:lnTo>
                    <a:pt x="201281" y="221281"/>
                  </a:lnTo>
                  <a:lnTo>
                    <a:pt x="255196" y="275174"/>
                  </a:lnTo>
                  <a:lnTo>
                    <a:pt x="251036" y="281914"/>
                  </a:lnTo>
                  <a:lnTo>
                    <a:pt x="247589" y="289097"/>
                  </a:lnTo>
                  <a:lnTo>
                    <a:pt x="244888" y="296740"/>
                  </a:lnTo>
                  <a:lnTo>
                    <a:pt x="243029" y="304598"/>
                  </a:lnTo>
                  <a:lnTo>
                    <a:pt x="283729" y="304598"/>
                  </a:lnTo>
                  <a:lnTo>
                    <a:pt x="283853" y="303985"/>
                  </a:lnTo>
                  <a:lnTo>
                    <a:pt x="291585" y="292519"/>
                  </a:lnTo>
                  <a:lnTo>
                    <a:pt x="303051" y="284792"/>
                  </a:lnTo>
                  <a:lnTo>
                    <a:pt x="317089" y="281960"/>
                  </a:lnTo>
                  <a:lnTo>
                    <a:pt x="383114" y="281960"/>
                  </a:lnTo>
                  <a:lnTo>
                    <a:pt x="379077" y="275426"/>
                  </a:lnTo>
                  <a:lnTo>
                    <a:pt x="398347" y="256316"/>
                  </a:lnTo>
                  <a:lnTo>
                    <a:pt x="360114" y="256316"/>
                  </a:lnTo>
                  <a:lnTo>
                    <a:pt x="359896" y="256180"/>
                  </a:lnTo>
                  <a:lnTo>
                    <a:pt x="274211" y="256180"/>
                  </a:lnTo>
                  <a:lnTo>
                    <a:pt x="239345" y="221281"/>
                  </a:lnTo>
                  <a:close/>
                </a:path>
                <a:path w="635000" h="625475">
                  <a:moveTo>
                    <a:pt x="527007" y="221741"/>
                  </a:moveTo>
                  <a:lnTo>
                    <a:pt x="433211" y="221741"/>
                  </a:lnTo>
                  <a:lnTo>
                    <a:pt x="446176" y="239925"/>
                  </a:lnTo>
                  <a:lnTo>
                    <a:pt x="456376" y="259985"/>
                  </a:lnTo>
                  <a:lnTo>
                    <a:pt x="463485" y="281493"/>
                  </a:lnTo>
                  <a:lnTo>
                    <a:pt x="463610" y="282100"/>
                  </a:lnTo>
                  <a:lnTo>
                    <a:pt x="467367" y="304598"/>
                  </a:lnTo>
                  <a:lnTo>
                    <a:pt x="596256" y="304598"/>
                  </a:lnTo>
                  <a:lnTo>
                    <a:pt x="634556" y="287216"/>
                  </a:lnTo>
                  <a:lnTo>
                    <a:pt x="626368" y="240861"/>
                  </a:lnTo>
                  <a:lnTo>
                    <a:pt x="532465" y="234380"/>
                  </a:lnTo>
                  <a:lnTo>
                    <a:pt x="527007" y="221741"/>
                  </a:lnTo>
                  <a:close/>
                </a:path>
                <a:path w="635000" h="625475">
                  <a:moveTo>
                    <a:pt x="503398" y="167722"/>
                  </a:moveTo>
                  <a:lnTo>
                    <a:pt x="330544" y="167722"/>
                  </a:lnTo>
                  <a:lnTo>
                    <a:pt x="353788" y="171637"/>
                  </a:lnTo>
                  <a:lnTo>
                    <a:pt x="375677" y="178950"/>
                  </a:lnTo>
                  <a:lnTo>
                    <a:pt x="395928" y="189376"/>
                  </a:lnTo>
                  <a:lnTo>
                    <a:pt x="414259" y="202632"/>
                  </a:lnTo>
                  <a:lnTo>
                    <a:pt x="360114" y="256316"/>
                  </a:lnTo>
                  <a:lnTo>
                    <a:pt x="398347" y="256316"/>
                  </a:lnTo>
                  <a:lnTo>
                    <a:pt x="433211" y="221741"/>
                  </a:lnTo>
                  <a:lnTo>
                    <a:pt x="527007" y="221741"/>
                  </a:lnTo>
                  <a:lnTo>
                    <a:pt x="525762" y="218859"/>
                  </a:lnTo>
                  <a:lnTo>
                    <a:pt x="517972" y="203947"/>
                  </a:lnTo>
                  <a:lnTo>
                    <a:pt x="509151" y="189698"/>
                  </a:lnTo>
                  <a:lnTo>
                    <a:pt x="499356" y="176162"/>
                  </a:lnTo>
                  <a:lnTo>
                    <a:pt x="503398" y="167722"/>
                  </a:lnTo>
                  <a:close/>
                </a:path>
                <a:path w="635000" h="625475">
                  <a:moveTo>
                    <a:pt x="330544" y="167722"/>
                  </a:moveTo>
                  <a:lnTo>
                    <a:pt x="303613" y="167722"/>
                  </a:lnTo>
                  <a:lnTo>
                    <a:pt x="303613" y="243971"/>
                  </a:lnTo>
                  <a:lnTo>
                    <a:pt x="295683" y="245859"/>
                  </a:lnTo>
                  <a:lnTo>
                    <a:pt x="288040" y="248594"/>
                  </a:lnTo>
                  <a:lnTo>
                    <a:pt x="280946" y="252015"/>
                  </a:lnTo>
                  <a:lnTo>
                    <a:pt x="274211" y="256180"/>
                  </a:lnTo>
                  <a:lnTo>
                    <a:pt x="359896" y="256180"/>
                  </a:lnTo>
                  <a:lnTo>
                    <a:pt x="353362" y="252099"/>
                  </a:lnTo>
                  <a:lnTo>
                    <a:pt x="346040" y="248556"/>
                  </a:lnTo>
                  <a:lnTo>
                    <a:pt x="338513" y="245857"/>
                  </a:lnTo>
                  <a:lnTo>
                    <a:pt x="330632" y="243971"/>
                  </a:lnTo>
                  <a:lnTo>
                    <a:pt x="330544" y="167722"/>
                  </a:lnTo>
                  <a:close/>
                </a:path>
                <a:path w="635000" h="625475">
                  <a:moveTo>
                    <a:pt x="504393" y="60092"/>
                  </a:moveTo>
                  <a:lnTo>
                    <a:pt x="428259" y="115483"/>
                  </a:lnTo>
                  <a:lnTo>
                    <a:pt x="528418" y="115483"/>
                  </a:lnTo>
                  <a:lnTo>
                    <a:pt x="540465" y="90332"/>
                  </a:lnTo>
                  <a:lnTo>
                    <a:pt x="504393" y="60092"/>
                  </a:lnTo>
                  <a:close/>
                </a:path>
                <a:path w="635000" h="625475">
                  <a:moveTo>
                    <a:pt x="341832" y="0"/>
                  </a:moveTo>
                  <a:lnTo>
                    <a:pt x="294807" y="0"/>
                  </a:lnTo>
                  <a:lnTo>
                    <a:pt x="272054" y="91389"/>
                  </a:lnTo>
                  <a:lnTo>
                    <a:pt x="255512" y="95302"/>
                  </a:lnTo>
                  <a:lnTo>
                    <a:pt x="239449" y="100381"/>
                  </a:lnTo>
                  <a:lnTo>
                    <a:pt x="223915" y="106579"/>
                  </a:lnTo>
                  <a:lnTo>
                    <a:pt x="208956" y="113849"/>
                  </a:lnTo>
                  <a:lnTo>
                    <a:pt x="425019" y="113849"/>
                  </a:lnTo>
                  <a:lnTo>
                    <a:pt x="413407" y="107995"/>
                  </a:lnTo>
                  <a:lnTo>
                    <a:pt x="397957" y="101570"/>
                  </a:lnTo>
                  <a:lnTo>
                    <a:pt x="381960" y="96255"/>
                  </a:lnTo>
                  <a:lnTo>
                    <a:pt x="365465" y="92101"/>
                  </a:lnTo>
                  <a:lnTo>
                    <a:pt x="341832" y="0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763482" y="9561557"/>
              <a:ext cx="584200" cy="450850"/>
            </a:xfrm>
            <a:custGeom>
              <a:avLst/>
              <a:gdLst/>
              <a:ahLst/>
              <a:cxnLst/>
              <a:rect l="l" t="t" r="r" b="b"/>
              <a:pathLst>
                <a:path w="584200" h="450850">
                  <a:moveTo>
                    <a:pt x="389289" y="371768"/>
                  </a:moveTo>
                  <a:lnTo>
                    <a:pt x="297896" y="371768"/>
                  </a:lnTo>
                  <a:lnTo>
                    <a:pt x="351675" y="450258"/>
                  </a:lnTo>
                  <a:lnTo>
                    <a:pt x="395893" y="434185"/>
                  </a:lnTo>
                  <a:lnTo>
                    <a:pt x="389289" y="371768"/>
                  </a:lnTo>
                  <a:close/>
                </a:path>
                <a:path w="584200" h="450850">
                  <a:moveTo>
                    <a:pt x="545476" y="295205"/>
                  </a:moveTo>
                  <a:lnTo>
                    <a:pt x="92520" y="295205"/>
                  </a:lnTo>
                  <a:lnTo>
                    <a:pt x="104000" y="307379"/>
                  </a:lnTo>
                  <a:lnTo>
                    <a:pt x="116338" y="318702"/>
                  </a:lnTo>
                  <a:lnTo>
                    <a:pt x="129478" y="329122"/>
                  </a:lnTo>
                  <a:lnTo>
                    <a:pt x="143367" y="338586"/>
                  </a:lnTo>
                  <a:lnTo>
                    <a:pt x="134100" y="433337"/>
                  </a:lnTo>
                  <a:lnTo>
                    <a:pt x="178329" y="449410"/>
                  </a:lnTo>
                  <a:lnTo>
                    <a:pt x="230966" y="371276"/>
                  </a:lnTo>
                  <a:lnTo>
                    <a:pt x="389237" y="371276"/>
                  </a:lnTo>
                  <a:lnTo>
                    <a:pt x="385977" y="340471"/>
                  </a:lnTo>
                  <a:lnTo>
                    <a:pt x="400011" y="331221"/>
                  </a:lnTo>
                  <a:lnTo>
                    <a:pt x="413308" y="320992"/>
                  </a:lnTo>
                  <a:lnTo>
                    <a:pt x="425821" y="309841"/>
                  </a:lnTo>
                  <a:lnTo>
                    <a:pt x="437505" y="297823"/>
                  </a:lnTo>
                  <a:lnTo>
                    <a:pt x="543967" y="297823"/>
                  </a:lnTo>
                  <a:lnTo>
                    <a:pt x="545476" y="295205"/>
                  </a:lnTo>
                  <a:close/>
                </a:path>
                <a:path w="584200" h="450850">
                  <a:moveTo>
                    <a:pt x="389237" y="371276"/>
                  </a:moveTo>
                  <a:lnTo>
                    <a:pt x="230966" y="371276"/>
                  </a:lnTo>
                  <a:lnTo>
                    <a:pt x="239636" y="372439"/>
                  </a:lnTo>
                  <a:lnTo>
                    <a:pt x="248398" y="373281"/>
                  </a:lnTo>
                  <a:lnTo>
                    <a:pt x="257250" y="373794"/>
                  </a:lnTo>
                  <a:lnTo>
                    <a:pt x="266190" y="373967"/>
                  </a:lnTo>
                  <a:lnTo>
                    <a:pt x="274232" y="373824"/>
                  </a:lnTo>
                  <a:lnTo>
                    <a:pt x="282196" y="373402"/>
                  </a:lnTo>
                  <a:lnTo>
                    <a:pt x="290084" y="372713"/>
                  </a:lnTo>
                  <a:lnTo>
                    <a:pt x="297896" y="371768"/>
                  </a:lnTo>
                  <a:lnTo>
                    <a:pt x="389289" y="371768"/>
                  </a:lnTo>
                  <a:lnTo>
                    <a:pt x="389237" y="371276"/>
                  </a:lnTo>
                  <a:close/>
                </a:path>
                <a:path w="584200" h="450850">
                  <a:moveTo>
                    <a:pt x="543967" y="297823"/>
                  </a:moveTo>
                  <a:lnTo>
                    <a:pt x="437505" y="297823"/>
                  </a:lnTo>
                  <a:lnTo>
                    <a:pt x="529219" y="323393"/>
                  </a:lnTo>
                  <a:lnTo>
                    <a:pt x="543967" y="297823"/>
                  </a:lnTo>
                  <a:close/>
                </a:path>
                <a:path w="584200" h="450850">
                  <a:moveTo>
                    <a:pt x="137011" y="220935"/>
                  </a:moveTo>
                  <a:lnTo>
                    <a:pt x="0" y="317979"/>
                  </a:lnTo>
                  <a:lnTo>
                    <a:pt x="1905" y="321246"/>
                  </a:lnTo>
                  <a:lnTo>
                    <a:pt x="92520" y="295205"/>
                  </a:lnTo>
                  <a:lnTo>
                    <a:pt x="545476" y="295205"/>
                  </a:lnTo>
                  <a:lnTo>
                    <a:pt x="546606" y="293247"/>
                  </a:lnTo>
                  <a:lnTo>
                    <a:pt x="252714" y="293247"/>
                  </a:lnTo>
                  <a:lnTo>
                    <a:pt x="229446" y="289320"/>
                  </a:lnTo>
                  <a:lnTo>
                    <a:pt x="207531" y="281996"/>
                  </a:lnTo>
                  <a:lnTo>
                    <a:pt x="187256" y="271555"/>
                  </a:lnTo>
                  <a:lnTo>
                    <a:pt x="168905" y="258274"/>
                  </a:lnTo>
                  <a:lnTo>
                    <a:pt x="188186" y="239165"/>
                  </a:lnTo>
                  <a:lnTo>
                    <a:pt x="149984" y="239165"/>
                  </a:lnTo>
                  <a:lnTo>
                    <a:pt x="145220" y="233437"/>
                  </a:lnTo>
                  <a:lnTo>
                    <a:pt x="140896" y="227343"/>
                  </a:lnTo>
                  <a:lnTo>
                    <a:pt x="137011" y="220935"/>
                  </a:lnTo>
                  <a:close/>
                </a:path>
                <a:path w="584200" h="450850">
                  <a:moveTo>
                    <a:pt x="346885" y="204611"/>
                  </a:moveTo>
                  <a:lnTo>
                    <a:pt x="223050" y="204611"/>
                  </a:lnTo>
                  <a:lnTo>
                    <a:pt x="229834" y="208839"/>
                  </a:lnTo>
                  <a:lnTo>
                    <a:pt x="237077" y="212345"/>
                  </a:lnTo>
                  <a:lnTo>
                    <a:pt x="244724" y="215076"/>
                  </a:lnTo>
                  <a:lnTo>
                    <a:pt x="252714" y="216977"/>
                  </a:lnTo>
                  <a:lnTo>
                    <a:pt x="252714" y="293247"/>
                  </a:lnTo>
                  <a:lnTo>
                    <a:pt x="279656" y="293247"/>
                  </a:lnTo>
                  <a:lnTo>
                    <a:pt x="279656" y="216977"/>
                  </a:lnTo>
                  <a:lnTo>
                    <a:pt x="287644" y="215076"/>
                  </a:lnTo>
                  <a:lnTo>
                    <a:pt x="295115" y="212418"/>
                  </a:lnTo>
                  <a:lnTo>
                    <a:pt x="302277" y="208963"/>
                  </a:lnTo>
                  <a:lnTo>
                    <a:pt x="308995" y="204789"/>
                  </a:lnTo>
                  <a:lnTo>
                    <a:pt x="347063" y="204789"/>
                  </a:lnTo>
                  <a:lnTo>
                    <a:pt x="346885" y="204611"/>
                  </a:lnTo>
                  <a:close/>
                </a:path>
                <a:path w="584200" h="450850">
                  <a:moveTo>
                    <a:pt x="347063" y="204789"/>
                  </a:moveTo>
                  <a:lnTo>
                    <a:pt x="308995" y="204789"/>
                  </a:lnTo>
                  <a:lnTo>
                    <a:pt x="362899" y="258693"/>
                  </a:lnTo>
                  <a:lnTo>
                    <a:pt x="344643" y="271804"/>
                  </a:lnTo>
                  <a:lnTo>
                    <a:pt x="324494" y="282123"/>
                  </a:lnTo>
                  <a:lnTo>
                    <a:pt x="302736" y="289366"/>
                  </a:lnTo>
                  <a:lnTo>
                    <a:pt x="279656" y="293247"/>
                  </a:lnTo>
                  <a:lnTo>
                    <a:pt x="546606" y="293247"/>
                  </a:lnTo>
                  <a:lnTo>
                    <a:pt x="552705" y="282672"/>
                  </a:lnTo>
                  <a:lnTo>
                    <a:pt x="508174" y="239689"/>
                  </a:lnTo>
                  <a:lnTo>
                    <a:pt x="381936" y="239689"/>
                  </a:lnTo>
                  <a:lnTo>
                    <a:pt x="347063" y="204789"/>
                  </a:lnTo>
                  <a:close/>
                </a:path>
                <a:path w="584200" h="450850">
                  <a:moveTo>
                    <a:pt x="496673" y="156393"/>
                  </a:moveTo>
                  <a:lnTo>
                    <a:pt x="416468" y="156393"/>
                  </a:lnTo>
                  <a:lnTo>
                    <a:pt x="412610" y="179488"/>
                  </a:lnTo>
                  <a:lnTo>
                    <a:pt x="405375" y="201260"/>
                  </a:lnTo>
                  <a:lnTo>
                    <a:pt x="395053" y="221423"/>
                  </a:lnTo>
                  <a:lnTo>
                    <a:pt x="381936" y="239689"/>
                  </a:lnTo>
                  <a:lnTo>
                    <a:pt x="508174" y="239689"/>
                  </a:lnTo>
                  <a:lnTo>
                    <a:pt x="484959" y="217281"/>
                  </a:lnTo>
                  <a:lnTo>
                    <a:pt x="489713" y="201452"/>
                  </a:lnTo>
                  <a:lnTo>
                    <a:pt x="493343" y="185172"/>
                  </a:lnTo>
                  <a:lnTo>
                    <a:pt x="495802" y="168439"/>
                  </a:lnTo>
                  <a:lnTo>
                    <a:pt x="496673" y="156393"/>
                  </a:lnTo>
                  <a:close/>
                </a:path>
                <a:path w="584200" h="450850">
                  <a:moveTo>
                    <a:pt x="231793" y="153796"/>
                  </a:moveTo>
                  <a:lnTo>
                    <a:pt x="199072" y="176989"/>
                  </a:lnTo>
                  <a:lnTo>
                    <a:pt x="200569" y="179931"/>
                  </a:lnTo>
                  <a:lnTo>
                    <a:pt x="202245" y="182790"/>
                  </a:lnTo>
                  <a:lnTo>
                    <a:pt x="204088" y="185481"/>
                  </a:lnTo>
                  <a:lnTo>
                    <a:pt x="149984" y="239165"/>
                  </a:lnTo>
                  <a:lnTo>
                    <a:pt x="188186" y="239165"/>
                  </a:lnTo>
                  <a:lnTo>
                    <a:pt x="223050" y="204611"/>
                  </a:lnTo>
                  <a:lnTo>
                    <a:pt x="346885" y="204611"/>
                  </a:lnTo>
                  <a:lnTo>
                    <a:pt x="328063" y="185774"/>
                  </a:lnTo>
                  <a:lnTo>
                    <a:pt x="332246" y="178989"/>
                  </a:lnTo>
                  <a:lnTo>
                    <a:pt x="266190" y="178989"/>
                  </a:lnTo>
                  <a:lnTo>
                    <a:pt x="254662" y="177108"/>
                  </a:lnTo>
                  <a:lnTo>
                    <a:pt x="244675" y="171873"/>
                  </a:lnTo>
                  <a:lnTo>
                    <a:pt x="236848" y="163899"/>
                  </a:lnTo>
                  <a:lnTo>
                    <a:pt x="231793" y="153796"/>
                  </a:lnTo>
                  <a:close/>
                </a:path>
                <a:path w="584200" h="450850">
                  <a:moveTo>
                    <a:pt x="380323" y="48647"/>
                  </a:moveTo>
                  <a:lnTo>
                    <a:pt x="287896" y="114090"/>
                  </a:lnTo>
                  <a:lnTo>
                    <a:pt x="293813" y="119714"/>
                  </a:lnTo>
                  <a:lnTo>
                    <a:pt x="298336" y="126558"/>
                  </a:lnTo>
                  <a:lnTo>
                    <a:pt x="301225" y="134381"/>
                  </a:lnTo>
                  <a:lnTo>
                    <a:pt x="302242" y="142938"/>
                  </a:lnTo>
                  <a:lnTo>
                    <a:pt x="299405" y="156981"/>
                  </a:lnTo>
                  <a:lnTo>
                    <a:pt x="291673" y="168439"/>
                  </a:lnTo>
                  <a:lnTo>
                    <a:pt x="280212" y="176159"/>
                  </a:lnTo>
                  <a:lnTo>
                    <a:pt x="266190" y="178989"/>
                  </a:lnTo>
                  <a:lnTo>
                    <a:pt x="332246" y="178989"/>
                  </a:lnTo>
                  <a:lnTo>
                    <a:pt x="335653" y="171873"/>
                  </a:lnTo>
                  <a:lnTo>
                    <a:pt x="338333" y="164301"/>
                  </a:lnTo>
                  <a:lnTo>
                    <a:pt x="340220" y="156393"/>
                  </a:lnTo>
                  <a:lnTo>
                    <a:pt x="496673" y="156393"/>
                  </a:lnTo>
                  <a:lnTo>
                    <a:pt x="497031" y="151429"/>
                  </a:lnTo>
                  <a:lnTo>
                    <a:pt x="545368" y="129493"/>
                  </a:lnTo>
                  <a:lnTo>
                    <a:pt x="340220" y="129493"/>
                  </a:lnTo>
                  <a:lnTo>
                    <a:pt x="338363" y="121641"/>
                  </a:lnTo>
                  <a:lnTo>
                    <a:pt x="335693" y="114090"/>
                  </a:lnTo>
                  <a:lnTo>
                    <a:pt x="332302" y="107005"/>
                  </a:lnTo>
                  <a:lnTo>
                    <a:pt x="328178" y="100332"/>
                  </a:lnTo>
                  <a:lnTo>
                    <a:pt x="380323" y="48647"/>
                  </a:lnTo>
                  <a:close/>
                </a:path>
                <a:path w="584200" h="450850">
                  <a:moveTo>
                    <a:pt x="448960" y="0"/>
                  </a:moveTo>
                  <a:lnTo>
                    <a:pt x="382627" y="46993"/>
                  </a:lnTo>
                  <a:lnTo>
                    <a:pt x="395459" y="65128"/>
                  </a:lnTo>
                  <a:lnTo>
                    <a:pt x="405563" y="85109"/>
                  </a:lnTo>
                  <a:lnTo>
                    <a:pt x="412659" y="106657"/>
                  </a:lnTo>
                  <a:lnTo>
                    <a:pt x="416468" y="129493"/>
                  </a:lnTo>
                  <a:lnTo>
                    <a:pt x="545368" y="129493"/>
                  </a:lnTo>
                  <a:lnTo>
                    <a:pt x="583668" y="112111"/>
                  </a:lnTo>
                  <a:lnTo>
                    <a:pt x="575469" y="65757"/>
                  </a:lnTo>
                  <a:lnTo>
                    <a:pt x="481566" y="59275"/>
                  </a:lnTo>
                  <a:lnTo>
                    <a:pt x="474864" y="43760"/>
                  </a:lnTo>
                  <a:lnTo>
                    <a:pt x="467077" y="28851"/>
                  </a:lnTo>
                  <a:lnTo>
                    <a:pt x="458257" y="14599"/>
                  </a:lnTo>
                  <a:lnTo>
                    <a:pt x="448457" y="1057"/>
                  </a:lnTo>
                  <a:lnTo>
                    <a:pt x="448960" y="0"/>
                  </a:lnTo>
                  <a:close/>
                </a:path>
              </a:pathLst>
            </a:custGeom>
            <a:solidFill>
              <a:srgbClr val="A4D6D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66254" y="6391676"/>
            <a:ext cx="527250" cy="527252"/>
          </a:xfrm>
          <a:prstGeom prst="rect">
            <a:avLst/>
          </a:prstGeom>
        </p:spPr>
      </p:pic>
      <p:grpSp>
        <p:nvGrpSpPr>
          <p:cNvPr id="22" name="object 22" descr=""/>
          <p:cNvGrpSpPr/>
          <p:nvPr/>
        </p:nvGrpSpPr>
        <p:grpSpPr>
          <a:xfrm>
            <a:off x="8932848" y="7029461"/>
            <a:ext cx="659765" cy="659765"/>
            <a:chOff x="8932848" y="7029461"/>
            <a:chExt cx="659765" cy="659765"/>
          </a:xfrm>
        </p:grpSpPr>
        <p:sp>
          <p:nvSpPr>
            <p:cNvPr id="23" name="object 23" descr=""/>
            <p:cNvSpPr/>
            <p:nvPr/>
          </p:nvSpPr>
          <p:spPr>
            <a:xfrm>
              <a:off x="9007513" y="7029469"/>
              <a:ext cx="510540" cy="584835"/>
            </a:xfrm>
            <a:custGeom>
              <a:avLst/>
              <a:gdLst/>
              <a:ahLst/>
              <a:cxnLst/>
              <a:rect l="l" t="t" r="r" b="b"/>
              <a:pathLst>
                <a:path w="510540" h="584834">
                  <a:moveTo>
                    <a:pt x="510120" y="329717"/>
                  </a:moveTo>
                  <a:lnTo>
                    <a:pt x="507949" y="305473"/>
                  </a:lnTo>
                  <a:lnTo>
                    <a:pt x="507834" y="304165"/>
                  </a:lnTo>
                  <a:lnTo>
                    <a:pt x="506018" y="283870"/>
                  </a:lnTo>
                  <a:lnTo>
                    <a:pt x="494169" y="240728"/>
                  </a:lnTo>
                  <a:lnTo>
                    <a:pt x="491096" y="234264"/>
                  </a:lnTo>
                  <a:lnTo>
                    <a:pt x="475297" y="200990"/>
                  </a:lnTo>
                  <a:lnTo>
                    <a:pt x="468896" y="191935"/>
                  </a:lnTo>
                  <a:lnTo>
                    <a:pt x="468896" y="321525"/>
                  </a:lnTo>
                  <a:lnTo>
                    <a:pt x="468896" y="337934"/>
                  </a:lnTo>
                  <a:lnTo>
                    <a:pt x="468401" y="346036"/>
                  </a:lnTo>
                  <a:lnTo>
                    <a:pt x="467487" y="353999"/>
                  </a:lnTo>
                  <a:lnTo>
                    <a:pt x="463003" y="353212"/>
                  </a:lnTo>
                  <a:lnTo>
                    <a:pt x="463003" y="379577"/>
                  </a:lnTo>
                  <a:lnTo>
                    <a:pt x="459803" y="391439"/>
                  </a:lnTo>
                  <a:lnTo>
                    <a:pt x="455968" y="402996"/>
                  </a:lnTo>
                  <a:lnTo>
                    <a:pt x="451485" y="414261"/>
                  </a:lnTo>
                  <a:lnTo>
                    <a:pt x="446392" y="425196"/>
                  </a:lnTo>
                  <a:lnTo>
                    <a:pt x="433374" y="417690"/>
                  </a:lnTo>
                  <a:lnTo>
                    <a:pt x="433374" y="447662"/>
                  </a:lnTo>
                  <a:lnTo>
                    <a:pt x="426339" y="457631"/>
                  </a:lnTo>
                  <a:lnTo>
                    <a:pt x="418782" y="467156"/>
                  </a:lnTo>
                  <a:lnTo>
                    <a:pt x="410705" y="476237"/>
                  </a:lnTo>
                  <a:lnTo>
                    <a:pt x="402170" y="484822"/>
                  </a:lnTo>
                  <a:lnTo>
                    <a:pt x="382270" y="461111"/>
                  </a:lnTo>
                  <a:lnTo>
                    <a:pt x="382270" y="501510"/>
                  </a:lnTo>
                  <a:lnTo>
                    <a:pt x="372313" y="508482"/>
                  </a:lnTo>
                  <a:lnTo>
                    <a:pt x="362000" y="514858"/>
                  </a:lnTo>
                  <a:lnTo>
                    <a:pt x="351307" y="520649"/>
                  </a:lnTo>
                  <a:lnTo>
                    <a:pt x="340271" y="525830"/>
                  </a:lnTo>
                  <a:lnTo>
                    <a:pt x="315874" y="458787"/>
                  </a:lnTo>
                  <a:lnTo>
                    <a:pt x="315874" y="534708"/>
                  </a:lnTo>
                  <a:lnTo>
                    <a:pt x="304266" y="537806"/>
                  </a:lnTo>
                  <a:lnTo>
                    <a:pt x="292417" y="540245"/>
                  </a:lnTo>
                  <a:lnTo>
                    <a:pt x="280352" y="542036"/>
                  </a:lnTo>
                  <a:lnTo>
                    <a:pt x="268071" y="543128"/>
                  </a:lnTo>
                  <a:lnTo>
                    <a:pt x="268071" y="403415"/>
                  </a:lnTo>
                  <a:lnTo>
                    <a:pt x="315874" y="534708"/>
                  </a:lnTo>
                  <a:lnTo>
                    <a:pt x="315874" y="458787"/>
                  </a:lnTo>
                  <a:lnTo>
                    <a:pt x="295732" y="403415"/>
                  </a:lnTo>
                  <a:lnTo>
                    <a:pt x="292493" y="394500"/>
                  </a:lnTo>
                  <a:lnTo>
                    <a:pt x="382270" y="501510"/>
                  </a:lnTo>
                  <a:lnTo>
                    <a:pt x="382270" y="461111"/>
                  </a:lnTo>
                  <a:lnTo>
                    <a:pt x="326377" y="394500"/>
                  </a:lnTo>
                  <a:lnTo>
                    <a:pt x="312381" y="377825"/>
                  </a:lnTo>
                  <a:lnTo>
                    <a:pt x="433374" y="447662"/>
                  </a:lnTo>
                  <a:lnTo>
                    <a:pt x="433374" y="417690"/>
                  </a:lnTo>
                  <a:lnTo>
                    <a:pt x="364324" y="377799"/>
                  </a:lnTo>
                  <a:lnTo>
                    <a:pt x="351040" y="370128"/>
                  </a:lnTo>
                  <a:lnTo>
                    <a:pt x="325361" y="355307"/>
                  </a:lnTo>
                  <a:lnTo>
                    <a:pt x="463003" y="379577"/>
                  </a:lnTo>
                  <a:lnTo>
                    <a:pt x="463003" y="353212"/>
                  </a:lnTo>
                  <a:lnTo>
                    <a:pt x="329857" y="329717"/>
                  </a:lnTo>
                  <a:lnTo>
                    <a:pt x="467487" y="305473"/>
                  </a:lnTo>
                  <a:lnTo>
                    <a:pt x="468388" y="313436"/>
                  </a:lnTo>
                  <a:lnTo>
                    <a:pt x="468896" y="321525"/>
                  </a:lnTo>
                  <a:lnTo>
                    <a:pt x="468896" y="191935"/>
                  </a:lnTo>
                  <a:lnTo>
                    <a:pt x="463003" y="183603"/>
                  </a:lnTo>
                  <a:lnTo>
                    <a:pt x="463003" y="279882"/>
                  </a:lnTo>
                  <a:lnTo>
                    <a:pt x="325361" y="304165"/>
                  </a:lnTo>
                  <a:lnTo>
                    <a:pt x="351053" y="289331"/>
                  </a:lnTo>
                  <a:lnTo>
                    <a:pt x="364350" y="281647"/>
                  </a:lnTo>
                  <a:lnTo>
                    <a:pt x="446392" y="234264"/>
                  </a:lnTo>
                  <a:lnTo>
                    <a:pt x="451472" y="245211"/>
                  </a:lnTo>
                  <a:lnTo>
                    <a:pt x="455955" y="256476"/>
                  </a:lnTo>
                  <a:lnTo>
                    <a:pt x="459816" y="268046"/>
                  </a:lnTo>
                  <a:lnTo>
                    <a:pt x="463003" y="279882"/>
                  </a:lnTo>
                  <a:lnTo>
                    <a:pt x="463003" y="183603"/>
                  </a:lnTo>
                  <a:lnTo>
                    <a:pt x="456653" y="174612"/>
                  </a:lnTo>
                  <a:lnTo>
                    <a:pt x="450138" y="165392"/>
                  </a:lnTo>
                  <a:lnTo>
                    <a:pt x="433374" y="148628"/>
                  </a:lnTo>
                  <a:lnTo>
                    <a:pt x="433374" y="211797"/>
                  </a:lnTo>
                  <a:lnTo>
                    <a:pt x="312356" y="281647"/>
                  </a:lnTo>
                  <a:lnTo>
                    <a:pt x="326364" y="264960"/>
                  </a:lnTo>
                  <a:lnTo>
                    <a:pt x="402196" y="174612"/>
                  </a:lnTo>
                  <a:lnTo>
                    <a:pt x="410756" y="183248"/>
                  </a:lnTo>
                  <a:lnTo>
                    <a:pt x="418820" y="192316"/>
                  </a:lnTo>
                  <a:lnTo>
                    <a:pt x="426364" y="201841"/>
                  </a:lnTo>
                  <a:lnTo>
                    <a:pt x="433374" y="211797"/>
                  </a:lnTo>
                  <a:lnTo>
                    <a:pt x="433374" y="148628"/>
                  </a:lnTo>
                  <a:lnTo>
                    <a:pt x="419392" y="134645"/>
                  </a:lnTo>
                  <a:lnTo>
                    <a:pt x="417906" y="133604"/>
                  </a:lnTo>
                  <a:lnTo>
                    <a:pt x="393458" y="116319"/>
                  </a:lnTo>
                  <a:lnTo>
                    <a:pt x="383794" y="109486"/>
                  </a:lnTo>
                  <a:lnTo>
                    <a:pt x="382295" y="108775"/>
                  </a:lnTo>
                  <a:lnTo>
                    <a:pt x="382295" y="157924"/>
                  </a:lnTo>
                  <a:lnTo>
                    <a:pt x="295478" y="261378"/>
                  </a:lnTo>
                  <a:lnTo>
                    <a:pt x="295478" y="329730"/>
                  </a:lnTo>
                  <a:lnTo>
                    <a:pt x="292303" y="345440"/>
                  </a:lnTo>
                  <a:lnTo>
                    <a:pt x="283641" y="358292"/>
                  </a:lnTo>
                  <a:lnTo>
                    <a:pt x="270802" y="366953"/>
                  </a:lnTo>
                  <a:lnTo>
                    <a:pt x="255066" y="370128"/>
                  </a:lnTo>
                  <a:lnTo>
                    <a:pt x="242087" y="367512"/>
                  </a:lnTo>
                  <a:lnTo>
                    <a:pt x="242087" y="403415"/>
                  </a:lnTo>
                  <a:lnTo>
                    <a:pt x="242087" y="543128"/>
                  </a:lnTo>
                  <a:lnTo>
                    <a:pt x="229717" y="542036"/>
                  </a:lnTo>
                  <a:lnTo>
                    <a:pt x="217614" y="540245"/>
                  </a:lnTo>
                  <a:lnTo>
                    <a:pt x="205879" y="537832"/>
                  </a:lnTo>
                  <a:lnTo>
                    <a:pt x="194271" y="534758"/>
                  </a:lnTo>
                  <a:lnTo>
                    <a:pt x="197510" y="525856"/>
                  </a:lnTo>
                  <a:lnTo>
                    <a:pt x="242087" y="403415"/>
                  </a:lnTo>
                  <a:lnTo>
                    <a:pt x="242087" y="367512"/>
                  </a:lnTo>
                  <a:lnTo>
                    <a:pt x="239344" y="366953"/>
                  </a:lnTo>
                  <a:lnTo>
                    <a:pt x="226504" y="358292"/>
                  </a:lnTo>
                  <a:lnTo>
                    <a:pt x="224485" y="355307"/>
                  </a:lnTo>
                  <a:lnTo>
                    <a:pt x="223608" y="353999"/>
                  </a:lnTo>
                  <a:lnTo>
                    <a:pt x="217843" y="345440"/>
                  </a:lnTo>
                  <a:lnTo>
                    <a:pt x="217678" y="344627"/>
                  </a:lnTo>
                  <a:lnTo>
                    <a:pt x="217678" y="394500"/>
                  </a:lnTo>
                  <a:lnTo>
                    <a:pt x="169875" y="525856"/>
                  </a:lnTo>
                  <a:lnTo>
                    <a:pt x="158800" y="520636"/>
                  </a:lnTo>
                  <a:lnTo>
                    <a:pt x="148107" y="514845"/>
                  </a:lnTo>
                  <a:lnTo>
                    <a:pt x="137769" y="508457"/>
                  </a:lnTo>
                  <a:lnTo>
                    <a:pt x="127889" y="501548"/>
                  </a:lnTo>
                  <a:lnTo>
                    <a:pt x="141897" y="484835"/>
                  </a:lnTo>
                  <a:lnTo>
                    <a:pt x="217678" y="394500"/>
                  </a:lnTo>
                  <a:lnTo>
                    <a:pt x="217678" y="344627"/>
                  </a:lnTo>
                  <a:lnTo>
                    <a:pt x="214668" y="329717"/>
                  </a:lnTo>
                  <a:lnTo>
                    <a:pt x="217843" y="313994"/>
                  </a:lnTo>
                  <a:lnTo>
                    <a:pt x="223596" y="305473"/>
                  </a:lnTo>
                  <a:lnTo>
                    <a:pt x="224472" y="304165"/>
                  </a:lnTo>
                  <a:lnTo>
                    <a:pt x="226504" y="301155"/>
                  </a:lnTo>
                  <a:lnTo>
                    <a:pt x="239344" y="292506"/>
                  </a:lnTo>
                  <a:lnTo>
                    <a:pt x="255066" y="289331"/>
                  </a:lnTo>
                  <a:lnTo>
                    <a:pt x="270802" y="292506"/>
                  </a:lnTo>
                  <a:lnTo>
                    <a:pt x="283641" y="301155"/>
                  </a:lnTo>
                  <a:lnTo>
                    <a:pt x="292303" y="313994"/>
                  </a:lnTo>
                  <a:lnTo>
                    <a:pt x="295478" y="329730"/>
                  </a:lnTo>
                  <a:lnTo>
                    <a:pt x="295478" y="261378"/>
                  </a:lnTo>
                  <a:lnTo>
                    <a:pt x="292468" y="264960"/>
                  </a:lnTo>
                  <a:lnTo>
                    <a:pt x="295706" y="256057"/>
                  </a:lnTo>
                  <a:lnTo>
                    <a:pt x="340271" y="133604"/>
                  </a:lnTo>
                  <a:lnTo>
                    <a:pt x="351358" y="138811"/>
                  </a:lnTo>
                  <a:lnTo>
                    <a:pt x="362051" y="144614"/>
                  </a:lnTo>
                  <a:lnTo>
                    <a:pt x="372364" y="150990"/>
                  </a:lnTo>
                  <a:lnTo>
                    <a:pt x="382295" y="157924"/>
                  </a:lnTo>
                  <a:lnTo>
                    <a:pt x="382295" y="108775"/>
                  </a:lnTo>
                  <a:lnTo>
                    <a:pt x="344055" y="90614"/>
                  </a:lnTo>
                  <a:lnTo>
                    <a:pt x="315874" y="82880"/>
                  </a:lnTo>
                  <a:lnTo>
                    <a:pt x="315874" y="124726"/>
                  </a:lnTo>
                  <a:lnTo>
                    <a:pt x="268071" y="256057"/>
                  </a:lnTo>
                  <a:lnTo>
                    <a:pt x="268071" y="116319"/>
                  </a:lnTo>
                  <a:lnTo>
                    <a:pt x="280390" y="117411"/>
                  </a:lnTo>
                  <a:lnTo>
                    <a:pt x="292493" y="119202"/>
                  </a:lnTo>
                  <a:lnTo>
                    <a:pt x="304355" y="121653"/>
                  </a:lnTo>
                  <a:lnTo>
                    <a:pt x="315874" y="124726"/>
                  </a:lnTo>
                  <a:lnTo>
                    <a:pt x="315874" y="82880"/>
                  </a:lnTo>
                  <a:lnTo>
                    <a:pt x="300913" y="78765"/>
                  </a:lnTo>
                  <a:lnTo>
                    <a:pt x="282968" y="77165"/>
                  </a:lnTo>
                  <a:lnTo>
                    <a:pt x="282968" y="25590"/>
                  </a:lnTo>
                  <a:lnTo>
                    <a:pt x="280949" y="15646"/>
                  </a:lnTo>
                  <a:lnTo>
                    <a:pt x="275450" y="7518"/>
                  </a:lnTo>
                  <a:lnTo>
                    <a:pt x="267296" y="2019"/>
                  </a:lnTo>
                  <a:lnTo>
                    <a:pt x="257365" y="0"/>
                  </a:lnTo>
                  <a:lnTo>
                    <a:pt x="247434" y="2019"/>
                  </a:lnTo>
                  <a:lnTo>
                    <a:pt x="242087" y="5638"/>
                  </a:lnTo>
                  <a:lnTo>
                    <a:pt x="242087" y="116319"/>
                  </a:lnTo>
                  <a:lnTo>
                    <a:pt x="242087" y="256057"/>
                  </a:lnTo>
                  <a:lnTo>
                    <a:pt x="217678" y="189026"/>
                  </a:lnTo>
                  <a:lnTo>
                    <a:pt x="217678" y="264934"/>
                  </a:lnTo>
                  <a:lnTo>
                    <a:pt x="197764" y="241211"/>
                  </a:lnTo>
                  <a:lnTo>
                    <a:pt x="197764" y="281647"/>
                  </a:lnTo>
                  <a:lnTo>
                    <a:pt x="197764" y="377825"/>
                  </a:lnTo>
                  <a:lnTo>
                    <a:pt x="107975" y="484835"/>
                  </a:lnTo>
                  <a:lnTo>
                    <a:pt x="99390" y="476211"/>
                  </a:lnTo>
                  <a:lnTo>
                    <a:pt x="91325" y="467131"/>
                  </a:lnTo>
                  <a:lnTo>
                    <a:pt x="83769" y="457606"/>
                  </a:lnTo>
                  <a:lnTo>
                    <a:pt x="76771" y="447675"/>
                  </a:lnTo>
                  <a:lnTo>
                    <a:pt x="115722" y="425196"/>
                  </a:lnTo>
                  <a:lnTo>
                    <a:pt x="197764" y="377825"/>
                  </a:lnTo>
                  <a:lnTo>
                    <a:pt x="197764" y="281647"/>
                  </a:lnTo>
                  <a:lnTo>
                    <a:pt x="184797" y="274167"/>
                  </a:lnTo>
                  <a:lnTo>
                    <a:pt x="184797" y="304165"/>
                  </a:lnTo>
                  <a:lnTo>
                    <a:pt x="184797" y="355307"/>
                  </a:lnTo>
                  <a:lnTo>
                    <a:pt x="63766" y="425196"/>
                  </a:lnTo>
                  <a:lnTo>
                    <a:pt x="58674" y="414248"/>
                  </a:lnTo>
                  <a:lnTo>
                    <a:pt x="54190" y="402996"/>
                  </a:lnTo>
                  <a:lnTo>
                    <a:pt x="50342" y="391426"/>
                  </a:lnTo>
                  <a:lnTo>
                    <a:pt x="47155" y="379590"/>
                  </a:lnTo>
                  <a:lnTo>
                    <a:pt x="184797" y="355307"/>
                  </a:lnTo>
                  <a:lnTo>
                    <a:pt x="184797" y="304165"/>
                  </a:lnTo>
                  <a:lnTo>
                    <a:pt x="180276" y="303377"/>
                  </a:lnTo>
                  <a:lnTo>
                    <a:pt x="180276" y="329730"/>
                  </a:lnTo>
                  <a:lnTo>
                    <a:pt x="42646" y="353999"/>
                  </a:lnTo>
                  <a:lnTo>
                    <a:pt x="41757" y="346036"/>
                  </a:lnTo>
                  <a:lnTo>
                    <a:pt x="41287" y="337934"/>
                  </a:lnTo>
                  <a:lnTo>
                    <a:pt x="41287" y="321525"/>
                  </a:lnTo>
                  <a:lnTo>
                    <a:pt x="41732" y="313436"/>
                  </a:lnTo>
                  <a:lnTo>
                    <a:pt x="42633" y="305473"/>
                  </a:lnTo>
                  <a:lnTo>
                    <a:pt x="180276" y="329730"/>
                  </a:lnTo>
                  <a:lnTo>
                    <a:pt x="180276" y="303377"/>
                  </a:lnTo>
                  <a:lnTo>
                    <a:pt x="47129" y="279882"/>
                  </a:lnTo>
                  <a:lnTo>
                    <a:pt x="50330" y="268033"/>
                  </a:lnTo>
                  <a:lnTo>
                    <a:pt x="54178" y="256476"/>
                  </a:lnTo>
                  <a:lnTo>
                    <a:pt x="58648" y="245211"/>
                  </a:lnTo>
                  <a:lnTo>
                    <a:pt x="63741" y="234264"/>
                  </a:lnTo>
                  <a:lnTo>
                    <a:pt x="184797" y="304165"/>
                  </a:lnTo>
                  <a:lnTo>
                    <a:pt x="184797" y="274167"/>
                  </a:lnTo>
                  <a:lnTo>
                    <a:pt x="115684" y="234264"/>
                  </a:lnTo>
                  <a:lnTo>
                    <a:pt x="76758" y="211797"/>
                  </a:lnTo>
                  <a:lnTo>
                    <a:pt x="83769" y="201841"/>
                  </a:lnTo>
                  <a:lnTo>
                    <a:pt x="91325" y="192316"/>
                  </a:lnTo>
                  <a:lnTo>
                    <a:pt x="99402" y="183235"/>
                  </a:lnTo>
                  <a:lnTo>
                    <a:pt x="107975" y="174637"/>
                  </a:lnTo>
                  <a:lnTo>
                    <a:pt x="197764" y="281647"/>
                  </a:lnTo>
                  <a:lnTo>
                    <a:pt x="197764" y="241211"/>
                  </a:lnTo>
                  <a:lnTo>
                    <a:pt x="141884" y="174637"/>
                  </a:lnTo>
                  <a:lnTo>
                    <a:pt x="127863" y="157924"/>
                  </a:lnTo>
                  <a:lnTo>
                    <a:pt x="137795" y="150990"/>
                  </a:lnTo>
                  <a:lnTo>
                    <a:pt x="148120" y="144602"/>
                  </a:lnTo>
                  <a:lnTo>
                    <a:pt x="158826" y="138798"/>
                  </a:lnTo>
                  <a:lnTo>
                    <a:pt x="169849" y="133629"/>
                  </a:lnTo>
                  <a:lnTo>
                    <a:pt x="217678" y="264934"/>
                  </a:lnTo>
                  <a:lnTo>
                    <a:pt x="217678" y="189026"/>
                  </a:lnTo>
                  <a:lnTo>
                    <a:pt x="197510" y="133629"/>
                  </a:lnTo>
                  <a:lnTo>
                    <a:pt x="194271" y="124739"/>
                  </a:lnTo>
                  <a:lnTo>
                    <a:pt x="205981" y="121627"/>
                  </a:lnTo>
                  <a:lnTo>
                    <a:pt x="217830" y="119189"/>
                  </a:lnTo>
                  <a:lnTo>
                    <a:pt x="229857" y="117411"/>
                  </a:lnTo>
                  <a:lnTo>
                    <a:pt x="242087" y="116319"/>
                  </a:lnTo>
                  <a:lnTo>
                    <a:pt x="242087" y="5638"/>
                  </a:lnTo>
                  <a:lnTo>
                    <a:pt x="239306" y="7518"/>
                  </a:lnTo>
                  <a:lnTo>
                    <a:pt x="233807" y="15646"/>
                  </a:lnTo>
                  <a:lnTo>
                    <a:pt x="231787" y="25590"/>
                  </a:lnTo>
                  <a:lnTo>
                    <a:pt x="231787" y="76746"/>
                  </a:lnTo>
                  <a:lnTo>
                    <a:pt x="209219" y="78765"/>
                  </a:lnTo>
                  <a:lnTo>
                    <a:pt x="166077" y="90614"/>
                  </a:lnTo>
                  <a:lnTo>
                    <a:pt x="126339" y="109486"/>
                  </a:lnTo>
                  <a:lnTo>
                    <a:pt x="90741" y="134645"/>
                  </a:lnTo>
                  <a:lnTo>
                    <a:pt x="60007" y="165392"/>
                  </a:lnTo>
                  <a:lnTo>
                    <a:pt x="34836" y="200990"/>
                  </a:lnTo>
                  <a:lnTo>
                    <a:pt x="15963" y="240728"/>
                  </a:lnTo>
                  <a:lnTo>
                    <a:pt x="4114" y="283870"/>
                  </a:lnTo>
                  <a:lnTo>
                    <a:pt x="0" y="329730"/>
                  </a:lnTo>
                  <a:lnTo>
                    <a:pt x="4114" y="375564"/>
                  </a:lnTo>
                  <a:lnTo>
                    <a:pt x="15963" y="418719"/>
                  </a:lnTo>
                  <a:lnTo>
                    <a:pt x="34836" y="458457"/>
                  </a:lnTo>
                  <a:lnTo>
                    <a:pt x="60007" y="494055"/>
                  </a:lnTo>
                  <a:lnTo>
                    <a:pt x="90741" y="524802"/>
                  </a:lnTo>
                  <a:lnTo>
                    <a:pt x="126339" y="549960"/>
                  </a:lnTo>
                  <a:lnTo>
                    <a:pt x="166077" y="568833"/>
                  </a:lnTo>
                  <a:lnTo>
                    <a:pt x="209219" y="580682"/>
                  </a:lnTo>
                  <a:lnTo>
                    <a:pt x="255066" y="584796"/>
                  </a:lnTo>
                  <a:lnTo>
                    <a:pt x="300913" y="580682"/>
                  </a:lnTo>
                  <a:lnTo>
                    <a:pt x="344055" y="568833"/>
                  </a:lnTo>
                  <a:lnTo>
                    <a:pt x="383794" y="549960"/>
                  </a:lnTo>
                  <a:lnTo>
                    <a:pt x="393458" y="543128"/>
                  </a:lnTo>
                  <a:lnTo>
                    <a:pt x="417931" y="525830"/>
                  </a:lnTo>
                  <a:lnTo>
                    <a:pt x="450138" y="494055"/>
                  </a:lnTo>
                  <a:lnTo>
                    <a:pt x="475297" y="458457"/>
                  </a:lnTo>
                  <a:lnTo>
                    <a:pt x="491083" y="425196"/>
                  </a:lnTo>
                  <a:lnTo>
                    <a:pt x="494169" y="418719"/>
                  </a:lnTo>
                  <a:lnTo>
                    <a:pt x="506018" y="375564"/>
                  </a:lnTo>
                  <a:lnTo>
                    <a:pt x="507834" y="355307"/>
                  </a:lnTo>
                  <a:lnTo>
                    <a:pt x="507949" y="353999"/>
                  </a:lnTo>
                  <a:lnTo>
                    <a:pt x="510120" y="329717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74958" y="7069267"/>
              <a:ext cx="194979" cy="193298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8932848" y="7331322"/>
              <a:ext cx="96520" cy="51435"/>
            </a:xfrm>
            <a:custGeom>
              <a:avLst/>
              <a:gdLst/>
              <a:ahLst/>
              <a:cxnLst/>
              <a:rect l="l" t="t" r="r" b="b"/>
              <a:pathLst>
                <a:path w="96520" h="51434">
                  <a:moveTo>
                    <a:pt x="96154" y="0"/>
                  </a:moveTo>
                  <a:lnTo>
                    <a:pt x="25590" y="0"/>
                  </a:lnTo>
                  <a:lnTo>
                    <a:pt x="15655" y="2016"/>
                  </a:lnTo>
                  <a:lnTo>
                    <a:pt x="7518" y="7507"/>
                  </a:lnTo>
                  <a:lnTo>
                    <a:pt x="2019" y="15637"/>
                  </a:lnTo>
                  <a:lnTo>
                    <a:pt x="0" y="25569"/>
                  </a:lnTo>
                  <a:lnTo>
                    <a:pt x="2019" y="35505"/>
                  </a:lnTo>
                  <a:lnTo>
                    <a:pt x="7518" y="43642"/>
                  </a:lnTo>
                  <a:lnTo>
                    <a:pt x="15655" y="49141"/>
                  </a:lnTo>
                  <a:lnTo>
                    <a:pt x="25590" y="51160"/>
                  </a:lnTo>
                  <a:lnTo>
                    <a:pt x="96154" y="51160"/>
                  </a:lnTo>
                  <a:lnTo>
                    <a:pt x="96154" y="0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72658" y="7451836"/>
              <a:ext cx="193313" cy="194987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9234711" y="7592783"/>
              <a:ext cx="51435" cy="96520"/>
            </a:xfrm>
            <a:custGeom>
              <a:avLst/>
              <a:gdLst/>
              <a:ahLst/>
              <a:cxnLst/>
              <a:rect l="l" t="t" r="r" b="b"/>
              <a:pathLst>
                <a:path w="51434" h="96520">
                  <a:moveTo>
                    <a:pt x="25580" y="96152"/>
                  </a:moveTo>
                  <a:close/>
                </a:path>
                <a:path w="51434" h="96520">
                  <a:moveTo>
                    <a:pt x="51160" y="0"/>
                  </a:moveTo>
                  <a:lnTo>
                    <a:pt x="0" y="0"/>
                  </a:lnTo>
                  <a:lnTo>
                    <a:pt x="0" y="70563"/>
                  </a:lnTo>
                  <a:lnTo>
                    <a:pt x="2016" y="80498"/>
                  </a:lnTo>
                  <a:lnTo>
                    <a:pt x="7510" y="88636"/>
                  </a:lnTo>
                  <a:lnTo>
                    <a:pt x="15646" y="94134"/>
                  </a:lnTo>
                  <a:lnTo>
                    <a:pt x="25580" y="96152"/>
                  </a:lnTo>
                  <a:lnTo>
                    <a:pt x="35505" y="94134"/>
                  </a:lnTo>
                  <a:lnTo>
                    <a:pt x="43642" y="88636"/>
                  </a:lnTo>
                  <a:lnTo>
                    <a:pt x="49141" y="80498"/>
                  </a:lnTo>
                  <a:lnTo>
                    <a:pt x="51160" y="70563"/>
                  </a:lnTo>
                  <a:lnTo>
                    <a:pt x="51160" y="0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55246" y="7455832"/>
              <a:ext cx="194975" cy="193297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9496171" y="7335916"/>
              <a:ext cx="96520" cy="51435"/>
            </a:xfrm>
            <a:custGeom>
              <a:avLst/>
              <a:gdLst/>
              <a:ahLst/>
              <a:cxnLst/>
              <a:rect l="l" t="t" r="r" b="b"/>
              <a:pathLst>
                <a:path w="96520" h="51434">
                  <a:moveTo>
                    <a:pt x="70584" y="0"/>
                  </a:moveTo>
                  <a:lnTo>
                    <a:pt x="0" y="0"/>
                  </a:lnTo>
                  <a:lnTo>
                    <a:pt x="0" y="51160"/>
                  </a:lnTo>
                  <a:lnTo>
                    <a:pt x="70584" y="51160"/>
                  </a:lnTo>
                  <a:lnTo>
                    <a:pt x="80516" y="49141"/>
                  </a:lnTo>
                  <a:lnTo>
                    <a:pt x="88646" y="43642"/>
                  </a:lnTo>
                  <a:lnTo>
                    <a:pt x="94137" y="35505"/>
                  </a:lnTo>
                  <a:lnTo>
                    <a:pt x="96154" y="25569"/>
                  </a:lnTo>
                  <a:lnTo>
                    <a:pt x="94137" y="15637"/>
                  </a:lnTo>
                  <a:lnTo>
                    <a:pt x="88646" y="7507"/>
                  </a:lnTo>
                  <a:lnTo>
                    <a:pt x="80516" y="2016"/>
                  </a:lnTo>
                  <a:lnTo>
                    <a:pt x="70584" y="0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59202" y="7071572"/>
              <a:ext cx="193317" cy="194977"/>
            </a:xfrm>
            <a:prstGeom prst="rect">
              <a:avLst/>
            </a:prstGeom>
          </p:spPr>
        </p:pic>
      </p:grpSp>
      <p:grpSp>
        <p:nvGrpSpPr>
          <p:cNvPr id="31" name="object 31" descr=""/>
          <p:cNvGrpSpPr/>
          <p:nvPr/>
        </p:nvGrpSpPr>
        <p:grpSpPr>
          <a:xfrm>
            <a:off x="8992661" y="8669418"/>
            <a:ext cx="540385" cy="540385"/>
            <a:chOff x="8992661" y="8669418"/>
            <a:chExt cx="540385" cy="540385"/>
          </a:xfrm>
        </p:grpSpPr>
        <p:sp>
          <p:nvSpPr>
            <p:cNvPr id="32" name="object 32" descr=""/>
            <p:cNvSpPr/>
            <p:nvPr/>
          </p:nvSpPr>
          <p:spPr>
            <a:xfrm>
              <a:off x="8992661" y="8669418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4">
                  <a:moveTo>
                    <a:pt x="269928" y="0"/>
                  </a:moveTo>
                  <a:lnTo>
                    <a:pt x="221418" y="4350"/>
                  </a:lnTo>
                  <a:lnTo>
                    <a:pt x="175756" y="16892"/>
                  </a:lnTo>
                  <a:lnTo>
                    <a:pt x="133706" y="36864"/>
                  </a:lnTo>
                  <a:lnTo>
                    <a:pt x="96031" y="63500"/>
                  </a:lnTo>
                  <a:lnTo>
                    <a:pt x="63495" y="96039"/>
                  </a:lnTo>
                  <a:lnTo>
                    <a:pt x="36861" y="133717"/>
                  </a:lnTo>
                  <a:lnTo>
                    <a:pt x="16891" y="175770"/>
                  </a:lnTo>
                  <a:lnTo>
                    <a:pt x="4350" y="221435"/>
                  </a:lnTo>
                  <a:lnTo>
                    <a:pt x="0" y="269949"/>
                  </a:lnTo>
                  <a:lnTo>
                    <a:pt x="4350" y="318461"/>
                  </a:lnTo>
                  <a:lnTo>
                    <a:pt x="16891" y="364124"/>
                  </a:lnTo>
                  <a:lnTo>
                    <a:pt x="36861" y="406175"/>
                  </a:lnTo>
                  <a:lnTo>
                    <a:pt x="63495" y="443851"/>
                  </a:lnTo>
                  <a:lnTo>
                    <a:pt x="96031" y="476389"/>
                  </a:lnTo>
                  <a:lnTo>
                    <a:pt x="133706" y="503025"/>
                  </a:lnTo>
                  <a:lnTo>
                    <a:pt x="175756" y="522996"/>
                  </a:lnTo>
                  <a:lnTo>
                    <a:pt x="221418" y="535538"/>
                  </a:lnTo>
                  <a:lnTo>
                    <a:pt x="269928" y="539889"/>
                  </a:lnTo>
                  <a:lnTo>
                    <a:pt x="318440" y="535538"/>
                  </a:lnTo>
                  <a:lnTo>
                    <a:pt x="364103" y="522996"/>
                  </a:lnTo>
                  <a:lnTo>
                    <a:pt x="403680" y="504200"/>
                  </a:lnTo>
                  <a:lnTo>
                    <a:pt x="274780" y="504200"/>
                  </a:lnTo>
                  <a:lnTo>
                    <a:pt x="231227" y="500952"/>
                  </a:lnTo>
                  <a:lnTo>
                    <a:pt x="186279" y="490841"/>
                  </a:lnTo>
                  <a:lnTo>
                    <a:pt x="139629" y="474111"/>
                  </a:lnTo>
                  <a:lnTo>
                    <a:pt x="182283" y="400228"/>
                  </a:lnTo>
                  <a:lnTo>
                    <a:pt x="69547" y="400228"/>
                  </a:lnTo>
                  <a:lnTo>
                    <a:pt x="50737" y="358982"/>
                  </a:lnTo>
                  <a:lnTo>
                    <a:pt x="39526" y="317274"/>
                  </a:lnTo>
                  <a:lnTo>
                    <a:pt x="35669" y="274797"/>
                  </a:lnTo>
                  <a:lnTo>
                    <a:pt x="38921" y="231242"/>
                  </a:lnTo>
                  <a:lnTo>
                    <a:pt x="49039" y="186299"/>
                  </a:lnTo>
                  <a:lnTo>
                    <a:pt x="65778" y="139660"/>
                  </a:lnTo>
                  <a:lnTo>
                    <a:pt x="180098" y="139660"/>
                  </a:lnTo>
                  <a:lnTo>
                    <a:pt x="139650" y="69589"/>
                  </a:lnTo>
                  <a:lnTo>
                    <a:pt x="180891" y="50770"/>
                  </a:lnTo>
                  <a:lnTo>
                    <a:pt x="222594" y="39552"/>
                  </a:lnTo>
                  <a:lnTo>
                    <a:pt x="265067" y="35690"/>
                  </a:lnTo>
                  <a:lnTo>
                    <a:pt x="403682" y="35690"/>
                  </a:lnTo>
                  <a:lnTo>
                    <a:pt x="364103" y="16892"/>
                  </a:lnTo>
                  <a:lnTo>
                    <a:pt x="318440" y="4350"/>
                  </a:lnTo>
                  <a:lnTo>
                    <a:pt x="269928" y="0"/>
                  </a:lnTo>
                  <a:close/>
                </a:path>
                <a:path w="540384" h="540384">
                  <a:moveTo>
                    <a:pt x="355591" y="331822"/>
                  </a:moveTo>
                  <a:lnTo>
                    <a:pt x="320241" y="331822"/>
                  </a:lnTo>
                  <a:lnTo>
                    <a:pt x="400186" y="470310"/>
                  </a:lnTo>
                  <a:lnTo>
                    <a:pt x="358950" y="489124"/>
                  </a:lnTo>
                  <a:lnTo>
                    <a:pt x="317251" y="500339"/>
                  </a:lnTo>
                  <a:lnTo>
                    <a:pt x="274780" y="504200"/>
                  </a:lnTo>
                  <a:lnTo>
                    <a:pt x="403680" y="504200"/>
                  </a:lnTo>
                  <a:lnTo>
                    <a:pt x="443830" y="476389"/>
                  </a:lnTo>
                  <a:lnTo>
                    <a:pt x="476368" y="443851"/>
                  </a:lnTo>
                  <a:lnTo>
                    <a:pt x="503004" y="406175"/>
                  </a:lnTo>
                  <a:lnTo>
                    <a:pt x="505828" y="400228"/>
                  </a:lnTo>
                  <a:lnTo>
                    <a:pt x="474079" y="400228"/>
                  </a:lnTo>
                  <a:lnTo>
                    <a:pt x="355591" y="331822"/>
                  </a:lnTo>
                  <a:close/>
                </a:path>
                <a:path w="540384" h="540384">
                  <a:moveTo>
                    <a:pt x="180098" y="139660"/>
                  </a:moveTo>
                  <a:lnTo>
                    <a:pt x="65778" y="139660"/>
                  </a:lnTo>
                  <a:lnTo>
                    <a:pt x="206841" y="221113"/>
                  </a:lnTo>
                  <a:lnTo>
                    <a:pt x="199820" y="231849"/>
                  </a:lnTo>
                  <a:lnTo>
                    <a:pt x="194573" y="243690"/>
                  </a:lnTo>
                  <a:lnTo>
                    <a:pt x="191288" y="256451"/>
                  </a:lnTo>
                  <a:lnTo>
                    <a:pt x="190151" y="269949"/>
                  </a:lnTo>
                  <a:lnTo>
                    <a:pt x="191374" y="283924"/>
                  </a:lnTo>
                  <a:lnTo>
                    <a:pt x="194903" y="297108"/>
                  </a:lnTo>
                  <a:lnTo>
                    <a:pt x="200527" y="309291"/>
                  </a:lnTo>
                  <a:lnTo>
                    <a:pt x="208035" y="320262"/>
                  </a:lnTo>
                  <a:lnTo>
                    <a:pt x="69547" y="400228"/>
                  </a:lnTo>
                  <a:lnTo>
                    <a:pt x="182283" y="400228"/>
                  </a:lnTo>
                  <a:lnTo>
                    <a:pt x="221092" y="333005"/>
                  </a:lnTo>
                  <a:lnTo>
                    <a:pt x="318513" y="333005"/>
                  </a:lnTo>
                  <a:lnTo>
                    <a:pt x="320241" y="331822"/>
                  </a:lnTo>
                  <a:lnTo>
                    <a:pt x="355591" y="331822"/>
                  </a:lnTo>
                  <a:lnTo>
                    <a:pt x="332995" y="318765"/>
                  </a:lnTo>
                  <a:lnTo>
                    <a:pt x="340013" y="308030"/>
                  </a:lnTo>
                  <a:lnTo>
                    <a:pt x="343320" y="300577"/>
                  </a:lnTo>
                  <a:lnTo>
                    <a:pt x="269928" y="300577"/>
                  </a:lnTo>
                  <a:lnTo>
                    <a:pt x="258004" y="298168"/>
                  </a:lnTo>
                  <a:lnTo>
                    <a:pt x="248269" y="291601"/>
                  </a:lnTo>
                  <a:lnTo>
                    <a:pt x="241707" y="281865"/>
                  </a:lnTo>
                  <a:lnTo>
                    <a:pt x="239301" y="269949"/>
                  </a:lnTo>
                  <a:lnTo>
                    <a:pt x="241707" y="258034"/>
                  </a:lnTo>
                  <a:lnTo>
                    <a:pt x="248269" y="248298"/>
                  </a:lnTo>
                  <a:lnTo>
                    <a:pt x="258004" y="241731"/>
                  </a:lnTo>
                  <a:lnTo>
                    <a:pt x="269928" y="239322"/>
                  </a:lnTo>
                  <a:lnTo>
                    <a:pt x="343354" y="239322"/>
                  </a:lnTo>
                  <a:lnTo>
                    <a:pt x="339324" y="230589"/>
                  </a:lnTo>
                  <a:lnTo>
                    <a:pt x="331801" y="219605"/>
                  </a:lnTo>
                  <a:lnTo>
                    <a:pt x="351826" y="208056"/>
                  </a:lnTo>
                  <a:lnTo>
                    <a:pt x="219605" y="208056"/>
                  </a:lnTo>
                  <a:lnTo>
                    <a:pt x="180098" y="139660"/>
                  </a:lnTo>
                  <a:close/>
                </a:path>
                <a:path w="540384" h="540384">
                  <a:moveTo>
                    <a:pt x="505827" y="139660"/>
                  </a:moveTo>
                  <a:lnTo>
                    <a:pt x="470289" y="139660"/>
                  </a:lnTo>
                  <a:lnTo>
                    <a:pt x="489094" y="180907"/>
                  </a:lnTo>
                  <a:lnTo>
                    <a:pt x="500304" y="222614"/>
                  </a:lnTo>
                  <a:lnTo>
                    <a:pt x="504162" y="265091"/>
                  </a:lnTo>
                  <a:lnTo>
                    <a:pt x="500914" y="308646"/>
                  </a:lnTo>
                  <a:lnTo>
                    <a:pt x="490805" y="353589"/>
                  </a:lnTo>
                  <a:lnTo>
                    <a:pt x="474079" y="400228"/>
                  </a:lnTo>
                  <a:lnTo>
                    <a:pt x="505828" y="400228"/>
                  </a:lnTo>
                  <a:lnTo>
                    <a:pt x="522975" y="364124"/>
                  </a:lnTo>
                  <a:lnTo>
                    <a:pt x="535517" y="318461"/>
                  </a:lnTo>
                  <a:lnTo>
                    <a:pt x="539868" y="269949"/>
                  </a:lnTo>
                  <a:lnTo>
                    <a:pt x="535517" y="221435"/>
                  </a:lnTo>
                  <a:lnTo>
                    <a:pt x="522975" y="175770"/>
                  </a:lnTo>
                  <a:lnTo>
                    <a:pt x="505827" y="139660"/>
                  </a:lnTo>
                  <a:close/>
                </a:path>
                <a:path w="540384" h="540384">
                  <a:moveTo>
                    <a:pt x="318513" y="333005"/>
                  </a:moveTo>
                  <a:lnTo>
                    <a:pt x="221092" y="333005"/>
                  </a:lnTo>
                  <a:lnTo>
                    <a:pt x="231830" y="340029"/>
                  </a:lnTo>
                  <a:lnTo>
                    <a:pt x="243673" y="345283"/>
                  </a:lnTo>
                  <a:lnTo>
                    <a:pt x="256434" y="348576"/>
                  </a:lnTo>
                  <a:lnTo>
                    <a:pt x="269928" y="349717"/>
                  </a:lnTo>
                  <a:lnTo>
                    <a:pt x="283903" y="348493"/>
                  </a:lnTo>
                  <a:lnTo>
                    <a:pt x="297087" y="344963"/>
                  </a:lnTo>
                  <a:lnTo>
                    <a:pt x="309270" y="339336"/>
                  </a:lnTo>
                  <a:lnTo>
                    <a:pt x="318513" y="333005"/>
                  </a:lnTo>
                  <a:close/>
                </a:path>
                <a:path w="540384" h="540384">
                  <a:moveTo>
                    <a:pt x="343354" y="239322"/>
                  </a:moveTo>
                  <a:lnTo>
                    <a:pt x="269928" y="239322"/>
                  </a:lnTo>
                  <a:lnTo>
                    <a:pt x="281844" y="241731"/>
                  </a:lnTo>
                  <a:lnTo>
                    <a:pt x="291580" y="248298"/>
                  </a:lnTo>
                  <a:lnTo>
                    <a:pt x="298147" y="258034"/>
                  </a:lnTo>
                  <a:lnTo>
                    <a:pt x="300556" y="269949"/>
                  </a:lnTo>
                  <a:lnTo>
                    <a:pt x="298147" y="281865"/>
                  </a:lnTo>
                  <a:lnTo>
                    <a:pt x="291580" y="291601"/>
                  </a:lnTo>
                  <a:lnTo>
                    <a:pt x="281844" y="298168"/>
                  </a:lnTo>
                  <a:lnTo>
                    <a:pt x="269928" y="300577"/>
                  </a:lnTo>
                  <a:lnTo>
                    <a:pt x="343320" y="300577"/>
                  </a:lnTo>
                  <a:lnTo>
                    <a:pt x="345264" y="296195"/>
                  </a:lnTo>
                  <a:lnTo>
                    <a:pt x="348556" y="283440"/>
                  </a:lnTo>
                  <a:lnTo>
                    <a:pt x="349696" y="269949"/>
                  </a:lnTo>
                  <a:lnTo>
                    <a:pt x="348475" y="255968"/>
                  </a:lnTo>
                  <a:lnTo>
                    <a:pt x="344950" y="242779"/>
                  </a:lnTo>
                  <a:lnTo>
                    <a:pt x="343354" y="239322"/>
                  </a:lnTo>
                  <a:close/>
                </a:path>
                <a:path w="540384" h="540384">
                  <a:moveTo>
                    <a:pt x="269928" y="190172"/>
                  </a:moveTo>
                  <a:lnTo>
                    <a:pt x="255946" y="191395"/>
                  </a:lnTo>
                  <a:lnTo>
                    <a:pt x="242757" y="194924"/>
                  </a:lnTo>
                  <a:lnTo>
                    <a:pt x="230572" y="200548"/>
                  </a:lnTo>
                  <a:lnTo>
                    <a:pt x="219605" y="208056"/>
                  </a:lnTo>
                  <a:lnTo>
                    <a:pt x="351826" y="208056"/>
                  </a:lnTo>
                  <a:lnTo>
                    <a:pt x="353895" y="206862"/>
                  </a:lnTo>
                  <a:lnTo>
                    <a:pt x="318744" y="206862"/>
                  </a:lnTo>
                  <a:lnTo>
                    <a:pt x="308009" y="199841"/>
                  </a:lnTo>
                  <a:lnTo>
                    <a:pt x="296174" y="194594"/>
                  </a:lnTo>
                  <a:lnTo>
                    <a:pt x="283419" y="191309"/>
                  </a:lnTo>
                  <a:lnTo>
                    <a:pt x="269928" y="190172"/>
                  </a:lnTo>
                  <a:close/>
                </a:path>
                <a:path w="540384" h="540384">
                  <a:moveTo>
                    <a:pt x="403682" y="35690"/>
                  </a:moveTo>
                  <a:lnTo>
                    <a:pt x="265067" y="35690"/>
                  </a:lnTo>
                  <a:lnTo>
                    <a:pt x="308621" y="38936"/>
                  </a:lnTo>
                  <a:lnTo>
                    <a:pt x="353565" y="49048"/>
                  </a:lnTo>
                  <a:lnTo>
                    <a:pt x="400207" y="65778"/>
                  </a:lnTo>
                  <a:lnTo>
                    <a:pt x="318744" y="206862"/>
                  </a:lnTo>
                  <a:lnTo>
                    <a:pt x="353895" y="206862"/>
                  </a:lnTo>
                  <a:lnTo>
                    <a:pt x="470289" y="139660"/>
                  </a:lnTo>
                  <a:lnTo>
                    <a:pt x="505827" y="139660"/>
                  </a:lnTo>
                  <a:lnTo>
                    <a:pt x="503004" y="133717"/>
                  </a:lnTo>
                  <a:lnTo>
                    <a:pt x="476368" y="96039"/>
                  </a:lnTo>
                  <a:lnTo>
                    <a:pt x="443830" y="63500"/>
                  </a:lnTo>
                  <a:lnTo>
                    <a:pt x="406154" y="36864"/>
                  </a:lnTo>
                  <a:lnTo>
                    <a:pt x="403682" y="35690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069267" y="8747642"/>
              <a:ext cx="463550" cy="462280"/>
            </a:xfrm>
            <a:custGeom>
              <a:avLst/>
              <a:gdLst/>
              <a:ahLst/>
              <a:cxnLst/>
              <a:rect l="l" t="t" r="r" b="b"/>
              <a:pathLst>
                <a:path w="463550" h="462279">
                  <a:moveTo>
                    <a:pt x="169984" y="211511"/>
                  </a:moveTo>
                  <a:lnTo>
                    <a:pt x="0" y="380072"/>
                  </a:lnTo>
                  <a:lnTo>
                    <a:pt x="40238" y="414049"/>
                  </a:lnTo>
                  <a:lnTo>
                    <a:pt x="86629" y="439744"/>
                  </a:lnTo>
                  <a:lnTo>
                    <a:pt x="138036" y="456005"/>
                  </a:lnTo>
                  <a:lnTo>
                    <a:pt x="193323" y="461682"/>
                  </a:lnTo>
                  <a:lnTo>
                    <a:pt x="241834" y="457331"/>
                  </a:lnTo>
                  <a:lnTo>
                    <a:pt x="287495" y="444786"/>
                  </a:lnTo>
                  <a:lnTo>
                    <a:pt x="327094" y="425976"/>
                  </a:lnTo>
                  <a:lnTo>
                    <a:pt x="198168" y="425976"/>
                  </a:lnTo>
                  <a:lnTo>
                    <a:pt x="154617" y="422726"/>
                  </a:lnTo>
                  <a:lnTo>
                    <a:pt x="109673" y="412616"/>
                  </a:lnTo>
                  <a:lnTo>
                    <a:pt x="63024" y="395893"/>
                  </a:lnTo>
                  <a:lnTo>
                    <a:pt x="144487" y="254788"/>
                  </a:lnTo>
                  <a:lnTo>
                    <a:pt x="241895" y="254788"/>
                  </a:lnTo>
                  <a:lnTo>
                    <a:pt x="243636" y="253594"/>
                  </a:lnTo>
                  <a:lnTo>
                    <a:pt x="278976" y="253594"/>
                  </a:lnTo>
                  <a:lnTo>
                    <a:pt x="256400" y="240558"/>
                  </a:lnTo>
                  <a:lnTo>
                    <a:pt x="263418" y="229811"/>
                  </a:lnTo>
                  <a:lnTo>
                    <a:pt x="266729" y="222328"/>
                  </a:lnTo>
                  <a:lnTo>
                    <a:pt x="193323" y="222328"/>
                  </a:lnTo>
                  <a:lnTo>
                    <a:pt x="186515" y="221567"/>
                  </a:lnTo>
                  <a:lnTo>
                    <a:pt x="180252" y="219397"/>
                  </a:lnTo>
                  <a:lnTo>
                    <a:pt x="174689" y="215989"/>
                  </a:lnTo>
                  <a:lnTo>
                    <a:pt x="169984" y="211511"/>
                  </a:lnTo>
                  <a:close/>
                </a:path>
                <a:path w="463550" h="462279">
                  <a:moveTo>
                    <a:pt x="278976" y="253594"/>
                  </a:moveTo>
                  <a:lnTo>
                    <a:pt x="243636" y="253594"/>
                  </a:lnTo>
                  <a:lnTo>
                    <a:pt x="323581" y="392103"/>
                  </a:lnTo>
                  <a:lnTo>
                    <a:pt x="282338" y="410911"/>
                  </a:lnTo>
                  <a:lnTo>
                    <a:pt x="240637" y="422120"/>
                  </a:lnTo>
                  <a:lnTo>
                    <a:pt x="198168" y="425976"/>
                  </a:lnTo>
                  <a:lnTo>
                    <a:pt x="327094" y="425976"/>
                  </a:lnTo>
                  <a:lnTo>
                    <a:pt x="367216" y="398173"/>
                  </a:lnTo>
                  <a:lnTo>
                    <a:pt x="399751" y="365632"/>
                  </a:lnTo>
                  <a:lnTo>
                    <a:pt x="426384" y="327952"/>
                  </a:lnTo>
                  <a:lnTo>
                    <a:pt x="429200" y="322021"/>
                  </a:lnTo>
                  <a:lnTo>
                    <a:pt x="397474" y="322021"/>
                  </a:lnTo>
                  <a:lnTo>
                    <a:pt x="278976" y="253594"/>
                  </a:lnTo>
                  <a:close/>
                </a:path>
                <a:path w="463550" h="462279">
                  <a:moveTo>
                    <a:pt x="428309" y="61443"/>
                  </a:moveTo>
                  <a:lnTo>
                    <a:pt x="393684" y="61443"/>
                  </a:lnTo>
                  <a:lnTo>
                    <a:pt x="412498" y="102684"/>
                  </a:lnTo>
                  <a:lnTo>
                    <a:pt x="423713" y="144388"/>
                  </a:lnTo>
                  <a:lnTo>
                    <a:pt x="427573" y="186863"/>
                  </a:lnTo>
                  <a:lnTo>
                    <a:pt x="424323" y="230420"/>
                  </a:lnTo>
                  <a:lnTo>
                    <a:pt x="414209" y="275370"/>
                  </a:lnTo>
                  <a:lnTo>
                    <a:pt x="397474" y="322021"/>
                  </a:lnTo>
                  <a:lnTo>
                    <a:pt x="429200" y="322021"/>
                  </a:lnTo>
                  <a:lnTo>
                    <a:pt x="446352" y="285898"/>
                  </a:lnTo>
                  <a:lnTo>
                    <a:pt x="458892" y="240233"/>
                  </a:lnTo>
                  <a:lnTo>
                    <a:pt x="463242" y="191721"/>
                  </a:lnTo>
                  <a:lnTo>
                    <a:pt x="457692" y="137010"/>
                  </a:lnTo>
                  <a:lnTo>
                    <a:pt x="441779" y="86083"/>
                  </a:lnTo>
                  <a:lnTo>
                    <a:pt x="428309" y="61443"/>
                  </a:lnTo>
                  <a:close/>
                </a:path>
                <a:path w="463550" h="462279">
                  <a:moveTo>
                    <a:pt x="241895" y="254788"/>
                  </a:moveTo>
                  <a:lnTo>
                    <a:pt x="144487" y="254788"/>
                  </a:lnTo>
                  <a:lnTo>
                    <a:pt x="155223" y="261813"/>
                  </a:lnTo>
                  <a:lnTo>
                    <a:pt x="167064" y="267071"/>
                  </a:lnTo>
                  <a:lnTo>
                    <a:pt x="179825" y="270368"/>
                  </a:lnTo>
                  <a:lnTo>
                    <a:pt x="193323" y="271510"/>
                  </a:lnTo>
                  <a:lnTo>
                    <a:pt x="207307" y="270284"/>
                  </a:lnTo>
                  <a:lnTo>
                    <a:pt x="220490" y="266749"/>
                  </a:lnTo>
                  <a:lnTo>
                    <a:pt x="232668" y="261115"/>
                  </a:lnTo>
                  <a:lnTo>
                    <a:pt x="241895" y="254788"/>
                  </a:lnTo>
                  <a:close/>
                </a:path>
                <a:path w="463550" h="462279">
                  <a:moveTo>
                    <a:pt x="383297" y="0"/>
                  </a:moveTo>
                  <a:lnTo>
                    <a:pt x="213333" y="168539"/>
                  </a:lnTo>
                  <a:lnTo>
                    <a:pt x="217739" y="173229"/>
                  </a:lnTo>
                  <a:lnTo>
                    <a:pt x="221091" y="178768"/>
                  </a:lnTo>
                  <a:lnTo>
                    <a:pt x="223224" y="184988"/>
                  </a:lnTo>
                  <a:lnTo>
                    <a:pt x="223972" y="191721"/>
                  </a:lnTo>
                  <a:lnTo>
                    <a:pt x="221560" y="203633"/>
                  </a:lnTo>
                  <a:lnTo>
                    <a:pt x="214985" y="213362"/>
                  </a:lnTo>
                  <a:lnTo>
                    <a:pt x="205242" y="219922"/>
                  </a:lnTo>
                  <a:lnTo>
                    <a:pt x="193323" y="222328"/>
                  </a:lnTo>
                  <a:lnTo>
                    <a:pt x="266729" y="222328"/>
                  </a:lnTo>
                  <a:lnTo>
                    <a:pt x="268658" y="217969"/>
                  </a:lnTo>
                  <a:lnTo>
                    <a:pt x="271936" y="205212"/>
                  </a:lnTo>
                  <a:lnTo>
                    <a:pt x="273070" y="191721"/>
                  </a:lnTo>
                  <a:lnTo>
                    <a:pt x="271850" y="177737"/>
                  </a:lnTo>
                  <a:lnTo>
                    <a:pt x="268328" y="164552"/>
                  </a:lnTo>
                  <a:lnTo>
                    <a:pt x="262711" y="152368"/>
                  </a:lnTo>
                  <a:lnTo>
                    <a:pt x="255206" y="141388"/>
                  </a:lnTo>
                  <a:lnTo>
                    <a:pt x="393684" y="61443"/>
                  </a:lnTo>
                  <a:lnTo>
                    <a:pt x="428309" y="61443"/>
                  </a:lnTo>
                  <a:lnTo>
                    <a:pt x="416612" y="40045"/>
                  </a:lnTo>
                  <a:lnTo>
                    <a:pt x="383297" y="0"/>
                  </a:lnTo>
                  <a:close/>
                </a:path>
              </a:pathLst>
            </a:custGeom>
            <a:solidFill>
              <a:srgbClr val="A4D6D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4" name="object 3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710301" y="7039955"/>
            <a:ext cx="639158" cy="638810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697049" y="8605251"/>
            <a:ext cx="665634" cy="669290"/>
          </a:xfrm>
          <a:prstGeom prst="rect">
            <a:avLst/>
          </a:prstGeom>
        </p:spPr>
      </p:pic>
      <p:grpSp>
        <p:nvGrpSpPr>
          <p:cNvPr id="36" name="object 36" descr=""/>
          <p:cNvGrpSpPr/>
          <p:nvPr/>
        </p:nvGrpSpPr>
        <p:grpSpPr>
          <a:xfrm>
            <a:off x="9007156" y="9427031"/>
            <a:ext cx="511175" cy="544830"/>
            <a:chOff x="9007156" y="9427031"/>
            <a:chExt cx="511175" cy="544830"/>
          </a:xfrm>
        </p:grpSpPr>
        <p:sp>
          <p:nvSpPr>
            <p:cNvPr id="37" name="object 37" descr=""/>
            <p:cNvSpPr/>
            <p:nvPr/>
          </p:nvSpPr>
          <p:spPr>
            <a:xfrm>
              <a:off x="9007156" y="9427031"/>
              <a:ext cx="511175" cy="544830"/>
            </a:xfrm>
            <a:custGeom>
              <a:avLst/>
              <a:gdLst/>
              <a:ahLst/>
              <a:cxnLst/>
              <a:rect l="l" t="t" r="r" b="b"/>
              <a:pathLst>
                <a:path w="511175" h="544829">
                  <a:moveTo>
                    <a:pt x="167102" y="422049"/>
                  </a:moveTo>
                  <a:lnTo>
                    <a:pt x="106677" y="422049"/>
                  </a:lnTo>
                  <a:lnTo>
                    <a:pt x="116482" y="431159"/>
                  </a:lnTo>
                  <a:lnTo>
                    <a:pt x="149838" y="455001"/>
                  </a:lnTo>
                  <a:lnTo>
                    <a:pt x="193941" y="474153"/>
                  </a:lnTo>
                  <a:lnTo>
                    <a:pt x="215899" y="544245"/>
                  </a:lnTo>
                  <a:lnTo>
                    <a:pt x="290347" y="544245"/>
                  </a:lnTo>
                  <a:lnTo>
                    <a:pt x="310922" y="475838"/>
                  </a:lnTo>
                  <a:lnTo>
                    <a:pt x="335031" y="467690"/>
                  </a:lnTo>
                  <a:lnTo>
                    <a:pt x="358053" y="456675"/>
                  </a:lnTo>
                  <a:lnTo>
                    <a:pt x="379702" y="442871"/>
                  </a:lnTo>
                  <a:lnTo>
                    <a:pt x="397233" y="428387"/>
                  </a:lnTo>
                  <a:lnTo>
                    <a:pt x="184046" y="428387"/>
                  </a:lnTo>
                  <a:lnTo>
                    <a:pt x="168277" y="423086"/>
                  </a:lnTo>
                  <a:lnTo>
                    <a:pt x="167102" y="422049"/>
                  </a:lnTo>
                  <a:close/>
                </a:path>
                <a:path w="511175" h="544829">
                  <a:moveTo>
                    <a:pt x="480611" y="426353"/>
                  </a:moveTo>
                  <a:lnTo>
                    <a:pt x="399694" y="426353"/>
                  </a:lnTo>
                  <a:lnTo>
                    <a:pt x="471346" y="442384"/>
                  </a:lnTo>
                  <a:lnTo>
                    <a:pt x="480611" y="426353"/>
                  </a:lnTo>
                  <a:close/>
                </a:path>
                <a:path w="511175" h="544829">
                  <a:moveTo>
                    <a:pt x="39517" y="101839"/>
                  </a:moveTo>
                  <a:lnTo>
                    <a:pt x="2314" y="166309"/>
                  </a:lnTo>
                  <a:lnTo>
                    <a:pt x="51223" y="218265"/>
                  </a:lnTo>
                  <a:lnTo>
                    <a:pt x="46162" y="243722"/>
                  </a:lnTo>
                  <a:lnTo>
                    <a:pt x="44280" y="269328"/>
                  </a:lnTo>
                  <a:lnTo>
                    <a:pt x="45505" y="294794"/>
                  </a:lnTo>
                  <a:lnTo>
                    <a:pt x="49768" y="319833"/>
                  </a:lnTo>
                  <a:lnTo>
                    <a:pt x="0" y="373957"/>
                  </a:lnTo>
                  <a:lnTo>
                    <a:pt x="37213" y="438426"/>
                  </a:lnTo>
                  <a:lnTo>
                    <a:pt x="106677" y="422049"/>
                  </a:lnTo>
                  <a:lnTo>
                    <a:pt x="167102" y="422049"/>
                  </a:lnTo>
                  <a:lnTo>
                    <a:pt x="155789" y="412058"/>
                  </a:lnTo>
                  <a:lnTo>
                    <a:pt x="148752" y="397616"/>
                  </a:lnTo>
                  <a:lnTo>
                    <a:pt x="147639" y="381595"/>
                  </a:lnTo>
                  <a:lnTo>
                    <a:pt x="152937" y="365831"/>
                  </a:lnTo>
                  <a:lnTo>
                    <a:pt x="163939" y="353339"/>
                  </a:lnTo>
                  <a:lnTo>
                    <a:pt x="178382" y="346286"/>
                  </a:lnTo>
                  <a:lnTo>
                    <a:pt x="194411" y="345168"/>
                  </a:lnTo>
                  <a:lnTo>
                    <a:pt x="477750" y="345168"/>
                  </a:lnTo>
                  <a:lnTo>
                    <a:pt x="459640" y="325927"/>
                  </a:lnTo>
                  <a:lnTo>
                    <a:pt x="462004" y="314032"/>
                  </a:lnTo>
                  <a:lnTo>
                    <a:pt x="123022" y="314032"/>
                  </a:lnTo>
                  <a:lnTo>
                    <a:pt x="106716" y="310738"/>
                  </a:lnTo>
                  <a:lnTo>
                    <a:pt x="93396" y="301753"/>
                  </a:lnTo>
                  <a:lnTo>
                    <a:pt x="84412" y="288424"/>
                  </a:lnTo>
                  <a:lnTo>
                    <a:pt x="81117" y="272096"/>
                  </a:lnTo>
                  <a:lnTo>
                    <a:pt x="84409" y="255792"/>
                  </a:lnTo>
                  <a:lnTo>
                    <a:pt x="93388" y="242475"/>
                  </a:lnTo>
                  <a:lnTo>
                    <a:pt x="106707" y="233495"/>
                  </a:lnTo>
                  <a:lnTo>
                    <a:pt x="123022" y="230202"/>
                  </a:lnTo>
                  <a:lnTo>
                    <a:pt x="462083" y="230202"/>
                  </a:lnTo>
                  <a:lnTo>
                    <a:pt x="461095" y="224391"/>
                  </a:lnTo>
                  <a:lnTo>
                    <a:pt x="484398" y="199049"/>
                  </a:lnTo>
                  <a:lnTo>
                    <a:pt x="194351" y="199045"/>
                  </a:lnTo>
                  <a:lnTo>
                    <a:pt x="178387" y="197924"/>
                  </a:lnTo>
                  <a:lnTo>
                    <a:pt x="163947" y="190880"/>
                  </a:lnTo>
                  <a:lnTo>
                    <a:pt x="152937" y="178402"/>
                  </a:lnTo>
                  <a:lnTo>
                    <a:pt x="147640" y="162615"/>
                  </a:lnTo>
                  <a:lnTo>
                    <a:pt x="148761" y="146587"/>
                  </a:lnTo>
                  <a:lnTo>
                    <a:pt x="155804" y="132152"/>
                  </a:lnTo>
                  <a:lnTo>
                    <a:pt x="168277" y="121148"/>
                  </a:lnTo>
                  <a:lnTo>
                    <a:pt x="178114" y="117839"/>
                  </a:lnTo>
                  <a:lnTo>
                    <a:pt x="111158" y="117839"/>
                  </a:lnTo>
                  <a:lnTo>
                    <a:pt x="39517" y="101839"/>
                  </a:lnTo>
                  <a:close/>
                </a:path>
                <a:path w="511175" h="544829">
                  <a:moveTo>
                    <a:pt x="316458" y="345168"/>
                  </a:moveTo>
                  <a:lnTo>
                    <a:pt x="194411" y="345168"/>
                  </a:lnTo>
                  <a:lnTo>
                    <a:pt x="210171" y="350481"/>
                  </a:lnTo>
                  <a:lnTo>
                    <a:pt x="222659" y="361495"/>
                  </a:lnTo>
                  <a:lnTo>
                    <a:pt x="229711" y="375936"/>
                  </a:lnTo>
                  <a:lnTo>
                    <a:pt x="230828" y="391955"/>
                  </a:lnTo>
                  <a:lnTo>
                    <a:pt x="225511" y="407704"/>
                  </a:lnTo>
                  <a:lnTo>
                    <a:pt x="214513" y="420203"/>
                  </a:lnTo>
                  <a:lnTo>
                    <a:pt x="200075" y="427261"/>
                  </a:lnTo>
                  <a:lnTo>
                    <a:pt x="184046" y="428387"/>
                  </a:lnTo>
                  <a:lnTo>
                    <a:pt x="326808" y="428387"/>
                  </a:lnTo>
                  <a:lnTo>
                    <a:pt x="310781" y="427261"/>
                  </a:lnTo>
                  <a:lnTo>
                    <a:pt x="296347" y="420203"/>
                  </a:lnTo>
                  <a:lnTo>
                    <a:pt x="285352" y="407704"/>
                  </a:lnTo>
                  <a:lnTo>
                    <a:pt x="280043" y="391955"/>
                  </a:lnTo>
                  <a:lnTo>
                    <a:pt x="281160" y="375936"/>
                  </a:lnTo>
                  <a:lnTo>
                    <a:pt x="288207" y="361495"/>
                  </a:lnTo>
                  <a:lnTo>
                    <a:pt x="300692" y="350481"/>
                  </a:lnTo>
                  <a:lnTo>
                    <a:pt x="316458" y="345168"/>
                  </a:lnTo>
                  <a:close/>
                </a:path>
                <a:path w="511175" h="544829">
                  <a:moveTo>
                    <a:pt x="477750" y="345168"/>
                  </a:moveTo>
                  <a:lnTo>
                    <a:pt x="316458" y="345168"/>
                  </a:lnTo>
                  <a:lnTo>
                    <a:pt x="332482" y="346286"/>
                  </a:lnTo>
                  <a:lnTo>
                    <a:pt x="346919" y="353339"/>
                  </a:lnTo>
                  <a:lnTo>
                    <a:pt x="357926" y="365831"/>
                  </a:lnTo>
                  <a:lnTo>
                    <a:pt x="363243" y="381599"/>
                  </a:lnTo>
                  <a:lnTo>
                    <a:pt x="362120" y="397627"/>
                  </a:lnTo>
                  <a:lnTo>
                    <a:pt x="355059" y="412071"/>
                  </a:lnTo>
                  <a:lnTo>
                    <a:pt x="342586" y="423086"/>
                  </a:lnTo>
                  <a:lnTo>
                    <a:pt x="326808" y="428387"/>
                  </a:lnTo>
                  <a:lnTo>
                    <a:pt x="397233" y="428387"/>
                  </a:lnTo>
                  <a:lnTo>
                    <a:pt x="399694" y="426353"/>
                  </a:lnTo>
                  <a:lnTo>
                    <a:pt x="480611" y="426353"/>
                  </a:lnTo>
                  <a:lnTo>
                    <a:pt x="508591" y="377936"/>
                  </a:lnTo>
                  <a:lnTo>
                    <a:pt x="477750" y="345168"/>
                  </a:lnTo>
                  <a:close/>
                </a:path>
                <a:path w="511175" h="544829">
                  <a:moveTo>
                    <a:pt x="387831" y="230202"/>
                  </a:moveTo>
                  <a:lnTo>
                    <a:pt x="123022" y="230202"/>
                  </a:lnTo>
                  <a:lnTo>
                    <a:pt x="139343" y="233495"/>
                  </a:lnTo>
                  <a:lnTo>
                    <a:pt x="152666" y="242475"/>
                  </a:lnTo>
                  <a:lnTo>
                    <a:pt x="161649" y="255792"/>
                  </a:lnTo>
                  <a:lnTo>
                    <a:pt x="164947" y="272096"/>
                  </a:lnTo>
                  <a:lnTo>
                    <a:pt x="161649" y="288424"/>
                  </a:lnTo>
                  <a:lnTo>
                    <a:pt x="152666" y="301753"/>
                  </a:lnTo>
                  <a:lnTo>
                    <a:pt x="139343" y="310738"/>
                  </a:lnTo>
                  <a:lnTo>
                    <a:pt x="123022" y="314032"/>
                  </a:lnTo>
                  <a:lnTo>
                    <a:pt x="387852" y="314032"/>
                  </a:lnTo>
                  <a:lnTo>
                    <a:pt x="371532" y="310738"/>
                  </a:lnTo>
                  <a:lnTo>
                    <a:pt x="358202" y="301753"/>
                  </a:lnTo>
                  <a:lnTo>
                    <a:pt x="356736" y="299579"/>
                  </a:lnTo>
                  <a:lnTo>
                    <a:pt x="252000" y="299579"/>
                  </a:lnTo>
                  <a:lnTo>
                    <a:pt x="241584" y="296074"/>
                  </a:lnTo>
                  <a:lnTo>
                    <a:pt x="233358" y="288808"/>
                  </a:lnTo>
                  <a:lnTo>
                    <a:pt x="228707" y="279274"/>
                  </a:lnTo>
                  <a:lnTo>
                    <a:pt x="227963" y="268695"/>
                  </a:lnTo>
                  <a:lnTo>
                    <a:pt x="231458" y="258295"/>
                  </a:lnTo>
                  <a:lnTo>
                    <a:pt x="238733" y="250051"/>
                  </a:lnTo>
                  <a:lnTo>
                    <a:pt x="248266" y="245391"/>
                  </a:lnTo>
                  <a:lnTo>
                    <a:pt x="258845" y="244644"/>
                  </a:lnTo>
                  <a:lnTo>
                    <a:pt x="356736" y="244644"/>
                  </a:lnTo>
                  <a:lnTo>
                    <a:pt x="358199" y="242475"/>
                  </a:lnTo>
                  <a:lnTo>
                    <a:pt x="371523" y="233495"/>
                  </a:lnTo>
                  <a:lnTo>
                    <a:pt x="387831" y="230202"/>
                  </a:lnTo>
                  <a:close/>
                </a:path>
                <a:path w="511175" h="544829">
                  <a:moveTo>
                    <a:pt x="462083" y="230202"/>
                  </a:moveTo>
                  <a:lnTo>
                    <a:pt x="387831" y="230202"/>
                  </a:lnTo>
                  <a:lnTo>
                    <a:pt x="404138" y="233495"/>
                  </a:lnTo>
                  <a:lnTo>
                    <a:pt x="417462" y="242475"/>
                  </a:lnTo>
                  <a:lnTo>
                    <a:pt x="426449" y="255792"/>
                  </a:lnTo>
                  <a:lnTo>
                    <a:pt x="429746" y="272096"/>
                  </a:lnTo>
                  <a:lnTo>
                    <a:pt x="426451" y="288424"/>
                  </a:lnTo>
                  <a:lnTo>
                    <a:pt x="417468" y="301753"/>
                  </a:lnTo>
                  <a:lnTo>
                    <a:pt x="404151" y="310738"/>
                  </a:lnTo>
                  <a:lnTo>
                    <a:pt x="387852" y="314032"/>
                  </a:lnTo>
                  <a:lnTo>
                    <a:pt x="462004" y="314032"/>
                  </a:lnTo>
                  <a:lnTo>
                    <a:pt x="464699" y="300479"/>
                  </a:lnTo>
                  <a:lnTo>
                    <a:pt x="466576" y="274884"/>
                  </a:lnTo>
                  <a:lnTo>
                    <a:pt x="465349" y="249426"/>
                  </a:lnTo>
                  <a:lnTo>
                    <a:pt x="462083" y="230202"/>
                  </a:lnTo>
                  <a:close/>
                </a:path>
                <a:path w="511175" h="544829">
                  <a:moveTo>
                    <a:pt x="356736" y="244644"/>
                  </a:moveTo>
                  <a:lnTo>
                    <a:pt x="258845" y="244644"/>
                  </a:lnTo>
                  <a:lnTo>
                    <a:pt x="269258" y="248139"/>
                  </a:lnTo>
                  <a:lnTo>
                    <a:pt x="277502" y="255417"/>
                  </a:lnTo>
                  <a:lnTo>
                    <a:pt x="282151" y="264957"/>
                  </a:lnTo>
                  <a:lnTo>
                    <a:pt x="282885" y="275538"/>
                  </a:lnTo>
                  <a:lnTo>
                    <a:pt x="279384" y="285938"/>
                  </a:lnTo>
                  <a:lnTo>
                    <a:pt x="272118" y="294178"/>
                  </a:lnTo>
                  <a:lnTo>
                    <a:pt x="262584" y="298836"/>
                  </a:lnTo>
                  <a:lnTo>
                    <a:pt x="252000" y="299579"/>
                  </a:lnTo>
                  <a:lnTo>
                    <a:pt x="356736" y="299579"/>
                  </a:lnTo>
                  <a:lnTo>
                    <a:pt x="349213" y="288424"/>
                  </a:lnTo>
                  <a:lnTo>
                    <a:pt x="345916" y="272096"/>
                  </a:lnTo>
                  <a:lnTo>
                    <a:pt x="349212" y="255792"/>
                  </a:lnTo>
                  <a:lnTo>
                    <a:pt x="356736" y="244644"/>
                  </a:lnTo>
                  <a:close/>
                </a:path>
                <a:path w="511175" h="544829">
                  <a:moveTo>
                    <a:pt x="326820" y="115843"/>
                  </a:moveTo>
                  <a:lnTo>
                    <a:pt x="184046" y="115843"/>
                  </a:lnTo>
                  <a:lnTo>
                    <a:pt x="200075" y="116959"/>
                  </a:lnTo>
                  <a:lnTo>
                    <a:pt x="214513" y="124004"/>
                  </a:lnTo>
                  <a:lnTo>
                    <a:pt x="225511" y="136487"/>
                  </a:lnTo>
                  <a:lnTo>
                    <a:pt x="230828" y="152262"/>
                  </a:lnTo>
                  <a:lnTo>
                    <a:pt x="229711" y="168294"/>
                  </a:lnTo>
                  <a:lnTo>
                    <a:pt x="222659" y="182742"/>
                  </a:lnTo>
                  <a:lnTo>
                    <a:pt x="210171" y="193763"/>
                  </a:lnTo>
                  <a:lnTo>
                    <a:pt x="194414" y="199049"/>
                  </a:lnTo>
                  <a:lnTo>
                    <a:pt x="484402" y="199045"/>
                  </a:lnTo>
                  <a:lnTo>
                    <a:pt x="316458" y="199045"/>
                  </a:lnTo>
                  <a:lnTo>
                    <a:pt x="300692" y="193753"/>
                  </a:lnTo>
                  <a:lnTo>
                    <a:pt x="288207" y="182738"/>
                  </a:lnTo>
                  <a:lnTo>
                    <a:pt x="281160" y="168293"/>
                  </a:lnTo>
                  <a:lnTo>
                    <a:pt x="280043" y="152262"/>
                  </a:lnTo>
                  <a:lnTo>
                    <a:pt x="285352" y="136487"/>
                  </a:lnTo>
                  <a:lnTo>
                    <a:pt x="296359" y="124004"/>
                  </a:lnTo>
                  <a:lnTo>
                    <a:pt x="310796" y="116959"/>
                  </a:lnTo>
                  <a:lnTo>
                    <a:pt x="326820" y="115843"/>
                  </a:lnTo>
                  <a:close/>
                </a:path>
                <a:path w="511175" h="544829">
                  <a:moveTo>
                    <a:pt x="397390" y="115843"/>
                  </a:moveTo>
                  <a:lnTo>
                    <a:pt x="326820" y="115843"/>
                  </a:lnTo>
                  <a:lnTo>
                    <a:pt x="342586" y="121148"/>
                  </a:lnTo>
                  <a:lnTo>
                    <a:pt x="355074" y="132155"/>
                  </a:lnTo>
                  <a:lnTo>
                    <a:pt x="362126" y="146595"/>
                  </a:lnTo>
                  <a:lnTo>
                    <a:pt x="363243" y="162624"/>
                  </a:lnTo>
                  <a:lnTo>
                    <a:pt x="357926" y="178402"/>
                  </a:lnTo>
                  <a:lnTo>
                    <a:pt x="346918" y="190880"/>
                  </a:lnTo>
                  <a:lnTo>
                    <a:pt x="332463" y="197925"/>
                  </a:lnTo>
                  <a:lnTo>
                    <a:pt x="316458" y="199045"/>
                  </a:lnTo>
                  <a:lnTo>
                    <a:pt x="484402" y="199045"/>
                  </a:lnTo>
                  <a:lnTo>
                    <a:pt x="510874" y="170256"/>
                  </a:lnTo>
                  <a:lnTo>
                    <a:pt x="483106" y="122163"/>
                  </a:lnTo>
                  <a:lnTo>
                    <a:pt x="404186" y="122163"/>
                  </a:lnTo>
                  <a:lnTo>
                    <a:pt x="397390" y="115843"/>
                  </a:lnTo>
                  <a:close/>
                </a:path>
                <a:path w="511175" h="544829">
                  <a:moveTo>
                    <a:pt x="473650" y="105787"/>
                  </a:moveTo>
                  <a:lnTo>
                    <a:pt x="404186" y="122163"/>
                  </a:lnTo>
                  <a:lnTo>
                    <a:pt x="483106" y="122163"/>
                  </a:lnTo>
                  <a:lnTo>
                    <a:pt x="473650" y="105787"/>
                  </a:lnTo>
                  <a:close/>
                </a:path>
                <a:path w="511175" h="544829">
                  <a:moveTo>
                    <a:pt x="294964" y="0"/>
                  </a:moveTo>
                  <a:lnTo>
                    <a:pt x="220495" y="0"/>
                  </a:lnTo>
                  <a:lnTo>
                    <a:pt x="199941" y="68385"/>
                  </a:lnTo>
                  <a:lnTo>
                    <a:pt x="175832" y="76532"/>
                  </a:lnTo>
                  <a:lnTo>
                    <a:pt x="152809" y="87540"/>
                  </a:lnTo>
                  <a:lnTo>
                    <a:pt x="131156" y="101334"/>
                  </a:lnTo>
                  <a:lnTo>
                    <a:pt x="111158" y="117839"/>
                  </a:lnTo>
                  <a:lnTo>
                    <a:pt x="178114" y="117839"/>
                  </a:lnTo>
                  <a:lnTo>
                    <a:pt x="184046" y="115843"/>
                  </a:lnTo>
                  <a:lnTo>
                    <a:pt x="397390" y="115843"/>
                  </a:lnTo>
                  <a:lnTo>
                    <a:pt x="361004" y="89232"/>
                  </a:lnTo>
                  <a:lnTo>
                    <a:pt x="316880" y="70039"/>
                  </a:lnTo>
                  <a:lnTo>
                    <a:pt x="294964" y="0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9025605" y="9564197"/>
              <a:ext cx="492759" cy="407670"/>
            </a:xfrm>
            <a:custGeom>
              <a:avLst/>
              <a:gdLst/>
              <a:ahLst/>
              <a:cxnLst/>
              <a:rect l="l" t="t" r="r" b="b"/>
              <a:pathLst>
                <a:path w="492759" h="407670">
                  <a:moveTo>
                    <a:pt x="148652" y="284881"/>
                  </a:moveTo>
                  <a:lnTo>
                    <a:pt x="88227" y="284881"/>
                  </a:lnTo>
                  <a:lnTo>
                    <a:pt x="98032" y="293991"/>
                  </a:lnTo>
                  <a:lnTo>
                    <a:pt x="131388" y="317833"/>
                  </a:lnTo>
                  <a:lnTo>
                    <a:pt x="175492" y="336984"/>
                  </a:lnTo>
                  <a:lnTo>
                    <a:pt x="197449" y="407087"/>
                  </a:lnTo>
                  <a:lnTo>
                    <a:pt x="271897" y="407087"/>
                  </a:lnTo>
                  <a:lnTo>
                    <a:pt x="292472" y="338680"/>
                  </a:lnTo>
                  <a:lnTo>
                    <a:pt x="316581" y="330530"/>
                  </a:lnTo>
                  <a:lnTo>
                    <a:pt x="339603" y="319512"/>
                  </a:lnTo>
                  <a:lnTo>
                    <a:pt x="361253" y="305704"/>
                  </a:lnTo>
                  <a:lnTo>
                    <a:pt x="378783" y="291218"/>
                  </a:lnTo>
                  <a:lnTo>
                    <a:pt x="165597" y="291218"/>
                  </a:lnTo>
                  <a:lnTo>
                    <a:pt x="149827" y="285917"/>
                  </a:lnTo>
                  <a:lnTo>
                    <a:pt x="148652" y="284881"/>
                  </a:lnTo>
                  <a:close/>
                </a:path>
                <a:path w="492759" h="407670">
                  <a:moveTo>
                    <a:pt x="462167" y="289184"/>
                  </a:moveTo>
                  <a:lnTo>
                    <a:pt x="381244" y="289184"/>
                  </a:lnTo>
                  <a:lnTo>
                    <a:pt x="452897" y="305226"/>
                  </a:lnTo>
                  <a:lnTo>
                    <a:pt x="462167" y="289184"/>
                  </a:lnTo>
                  <a:close/>
                </a:path>
                <a:path w="492759" h="407670">
                  <a:moveTo>
                    <a:pt x="212621" y="148026"/>
                  </a:moveTo>
                  <a:lnTo>
                    <a:pt x="0" y="268766"/>
                  </a:lnTo>
                  <a:lnTo>
                    <a:pt x="18763" y="301257"/>
                  </a:lnTo>
                  <a:lnTo>
                    <a:pt x="88227" y="284881"/>
                  </a:lnTo>
                  <a:lnTo>
                    <a:pt x="148652" y="284881"/>
                  </a:lnTo>
                  <a:lnTo>
                    <a:pt x="137337" y="274889"/>
                  </a:lnTo>
                  <a:lnTo>
                    <a:pt x="130302" y="260447"/>
                  </a:lnTo>
                  <a:lnTo>
                    <a:pt x="129190" y="244426"/>
                  </a:lnTo>
                  <a:lnTo>
                    <a:pt x="134488" y="228663"/>
                  </a:lnTo>
                  <a:lnTo>
                    <a:pt x="145489" y="216175"/>
                  </a:lnTo>
                  <a:lnTo>
                    <a:pt x="159932" y="209121"/>
                  </a:lnTo>
                  <a:lnTo>
                    <a:pt x="175961" y="208001"/>
                  </a:lnTo>
                  <a:lnTo>
                    <a:pt x="459292" y="208001"/>
                  </a:lnTo>
                  <a:lnTo>
                    <a:pt x="441190" y="188769"/>
                  </a:lnTo>
                  <a:lnTo>
                    <a:pt x="443557" y="176863"/>
                  </a:lnTo>
                  <a:lnTo>
                    <a:pt x="369402" y="176863"/>
                  </a:lnTo>
                  <a:lnTo>
                    <a:pt x="353082" y="173569"/>
                  </a:lnTo>
                  <a:lnTo>
                    <a:pt x="339752" y="164585"/>
                  </a:lnTo>
                  <a:lnTo>
                    <a:pt x="338287" y="162412"/>
                  </a:lnTo>
                  <a:lnTo>
                    <a:pt x="233552" y="162412"/>
                  </a:lnTo>
                  <a:lnTo>
                    <a:pt x="223134" y="158906"/>
                  </a:lnTo>
                  <a:lnTo>
                    <a:pt x="218527" y="156236"/>
                  </a:lnTo>
                  <a:lnTo>
                    <a:pt x="214967" y="152424"/>
                  </a:lnTo>
                  <a:lnTo>
                    <a:pt x="212621" y="148026"/>
                  </a:lnTo>
                  <a:close/>
                </a:path>
                <a:path w="492759" h="407670">
                  <a:moveTo>
                    <a:pt x="298008" y="208001"/>
                  </a:moveTo>
                  <a:lnTo>
                    <a:pt x="175961" y="208001"/>
                  </a:lnTo>
                  <a:lnTo>
                    <a:pt x="191721" y="213312"/>
                  </a:lnTo>
                  <a:lnTo>
                    <a:pt x="204209" y="224328"/>
                  </a:lnTo>
                  <a:lnTo>
                    <a:pt x="211261" y="238771"/>
                  </a:lnTo>
                  <a:lnTo>
                    <a:pt x="212379" y="254790"/>
                  </a:lnTo>
                  <a:lnTo>
                    <a:pt x="207061" y="270536"/>
                  </a:lnTo>
                  <a:lnTo>
                    <a:pt x="196063" y="283034"/>
                  </a:lnTo>
                  <a:lnTo>
                    <a:pt x="181625" y="290093"/>
                  </a:lnTo>
                  <a:lnTo>
                    <a:pt x="165597" y="291218"/>
                  </a:lnTo>
                  <a:lnTo>
                    <a:pt x="308358" y="291218"/>
                  </a:lnTo>
                  <a:lnTo>
                    <a:pt x="292331" y="290093"/>
                  </a:lnTo>
                  <a:lnTo>
                    <a:pt x="277898" y="283034"/>
                  </a:lnTo>
                  <a:lnTo>
                    <a:pt x="266902" y="270536"/>
                  </a:lnTo>
                  <a:lnTo>
                    <a:pt x="261594" y="254790"/>
                  </a:lnTo>
                  <a:lnTo>
                    <a:pt x="262710" y="238771"/>
                  </a:lnTo>
                  <a:lnTo>
                    <a:pt x="269757" y="224328"/>
                  </a:lnTo>
                  <a:lnTo>
                    <a:pt x="282242" y="213312"/>
                  </a:lnTo>
                  <a:lnTo>
                    <a:pt x="298008" y="208001"/>
                  </a:lnTo>
                  <a:close/>
                </a:path>
                <a:path w="492759" h="407670">
                  <a:moveTo>
                    <a:pt x="459292" y="208001"/>
                  </a:moveTo>
                  <a:lnTo>
                    <a:pt x="298008" y="208001"/>
                  </a:lnTo>
                  <a:lnTo>
                    <a:pt x="314032" y="209121"/>
                  </a:lnTo>
                  <a:lnTo>
                    <a:pt x="328469" y="216175"/>
                  </a:lnTo>
                  <a:lnTo>
                    <a:pt x="339476" y="228663"/>
                  </a:lnTo>
                  <a:lnTo>
                    <a:pt x="344793" y="244432"/>
                  </a:lnTo>
                  <a:lnTo>
                    <a:pt x="343669" y="260463"/>
                  </a:lnTo>
                  <a:lnTo>
                    <a:pt x="336604" y="274907"/>
                  </a:lnTo>
                  <a:lnTo>
                    <a:pt x="324136" y="285917"/>
                  </a:lnTo>
                  <a:lnTo>
                    <a:pt x="308358" y="291218"/>
                  </a:lnTo>
                  <a:lnTo>
                    <a:pt x="378783" y="291218"/>
                  </a:lnTo>
                  <a:lnTo>
                    <a:pt x="381244" y="289184"/>
                  </a:lnTo>
                  <a:lnTo>
                    <a:pt x="462167" y="289184"/>
                  </a:lnTo>
                  <a:lnTo>
                    <a:pt x="490142" y="240778"/>
                  </a:lnTo>
                  <a:lnTo>
                    <a:pt x="459292" y="208001"/>
                  </a:lnTo>
                  <a:close/>
                </a:path>
                <a:path w="492759" h="407670">
                  <a:moveTo>
                    <a:pt x="443640" y="93033"/>
                  </a:moveTo>
                  <a:lnTo>
                    <a:pt x="369381" y="93033"/>
                  </a:lnTo>
                  <a:lnTo>
                    <a:pt x="385688" y="96327"/>
                  </a:lnTo>
                  <a:lnTo>
                    <a:pt x="399012" y="105307"/>
                  </a:lnTo>
                  <a:lnTo>
                    <a:pt x="407999" y="118623"/>
                  </a:lnTo>
                  <a:lnTo>
                    <a:pt x="411296" y="134927"/>
                  </a:lnTo>
                  <a:lnTo>
                    <a:pt x="408003" y="151256"/>
                  </a:lnTo>
                  <a:lnTo>
                    <a:pt x="399023" y="164585"/>
                  </a:lnTo>
                  <a:lnTo>
                    <a:pt x="385706" y="173569"/>
                  </a:lnTo>
                  <a:lnTo>
                    <a:pt x="369402" y="176863"/>
                  </a:lnTo>
                  <a:lnTo>
                    <a:pt x="443557" y="176863"/>
                  </a:lnTo>
                  <a:lnTo>
                    <a:pt x="446249" y="163321"/>
                  </a:lnTo>
                  <a:lnTo>
                    <a:pt x="448127" y="137726"/>
                  </a:lnTo>
                  <a:lnTo>
                    <a:pt x="446903" y="112268"/>
                  </a:lnTo>
                  <a:lnTo>
                    <a:pt x="443640" y="93033"/>
                  </a:lnTo>
                  <a:close/>
                </a:path>
                <a:path w="492759" h="407670">
                  <a:moveTo>
                    <a:pt x="473315" y="0"/>
                  </a:moveTo>
                  <a:lnTo>
                    <a:pt x="260725" y="120697"/>
                  </a:lnTo>
                  <a:lnTo>
                    <a:pt x="263590" y="127347"/>
                  </a:lnTo>
                  <a:lnTo>
                    <a:pt x="264647" y="134502"/>
                  </a:lnTo>
                  <a:lnTo>
                    <a:pt x="233552" y="162412"/>
                  </a:lnTo>
                  <a:lnTo>
                    <a:pt x="338287" y="162412"/>
                  </a:lnTo>
                  <a:lnTo>
                    <a:pt x="330763" y="151256"/>
                  </a:lnTo>
                  <a:lnTo>
                    <a:pt x="327466" y="134927"/>
                  </a:lnTo>
                  <a:lnTo>
                    <a:pt x="330762" y="118623"/>
                  </a:lnTo>
                  <a:lnTo>
                    <a:pt x="339750" y="105307"/>
                  </a:lnTo>
                  <a:lnTo>
                    <a:pt x="353074" y="96327"/>
                  </a:lnTo>
                  <a:lnTo>
                    <a:pt x="369381" y="93033"/>
                  </a:lnTo>
                  <a:lnTo>
                    <a:pt x="443640" y="93033"/>
                  </a:lnTo>
                  <a:lnTo>
                    <a:pt x="442656" y="87232"/>
                  </a:lnTo>
                  <a:lnTo>
                    <a:pt x="492424" y="33087"/>
                  </a:lnTo>
                  <a:lnTo>
                    <a:pt x="473315" y="0"/>
                  </a:lnTo>
                  <a:close/>
                </a:path>
              </a:pathLst>
            </a:custGeom>
            <a:solidFill>
              <a:srgbClr val="A4D6D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/>
          <p:nvPr/>
        </p:nvSpPr>
        <p:spPr>
          <a:xfrm>
            <a:off x="9193255" y="7805279"/>
            <a:ext cx="145415" cy="97155"/>
          </a:xfrm>
          <a:custGeom>
            <a:avLst/>
            <a:gdLst/>
            <a:ahLst/>
            <a:cxnLst/>
            <a:rect l="l" t="t" r="r" b="b"/>
            <a:pathLst>
              <a:path w="145415" h="97154">
                <a:moveTo>
                  <a:pt x="114897" y="0"/>
                </a:moveTo>
                <a:lnTo>
                  <a:pt x="29067" y="0"/>
                </a:lnTo>
                <a:lnTo>
                  <a:pt x="0" y="96688"/>
                </a:lnTo>
                <a:lnTo>
                  <a:pt x="145157" y="96688"/>
                </a:lnTo>
                <a:lnTo>
                  <a:pt x="114897" y="0"/>
                </a:lnTo>
                <a:close/>
              </a:path>
            </a:pathLst>
          </a:custGeom>
          <a:solidFill>
            <a:srgbClr val="B1DC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8970788" y="7922652"/>
            <a:ext cx="142240" cy="147955"/>
          </a:xfrm>
          <a:custGeom>
            <a:avLst/>
            <a:gdLst/>
            <a:ahLst/>
            <a:cxnLst/>
            <a:rect l="l" t="t" r="r" b="b"/>
            <a:pathLst>
              <a:path w="142240" h="147954">
                <a:moveTo>
                  <a:pt x="42909" y="0"/>
                </a:moveTo>
                <a:lnTo>
                  <a:pt x="0" y="74332"/>
                </a:lnTo>
                <a:lnTo>
                  <a:pt x="69191" y="147838"/>
                </a:lnTo>
                <a:lnTo>
                  <a:pt x="141775" y="22135"/>
                </a:lnTo>
                <a:lnTo>
                  <a:pt x="42909" y="0"/>
                </a:lnTo>
                <a:close/>
              </a:path>
            </a:pathLst>
          </a:custGeom>
          <a:solidFill>
            <a:srgbClr val="B1DC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8968113" y="8161821"/>
            <a:ext cx="141605" cy="149225"/>
          </a:xfrm>
          <a:custGeom>
            <a:avLst/>
            <a:gdLst/>
            <a:ahLst/>
            <a:cxnLst/>
            <a:rect l="l" t="t" r="r" b="b"/>
            <a:pathLst>
              <a:path w="141604" h="149225">
                <a:moveTo>
                  <a:pt x="68594" y="0"/>
                </a:moveTo>
                <a:lnTo>
                  <a:pt x="0" y="74542"/>
                </a:lnTo>
                <a:lnTo>
                  <a:pt x="42930" y="148864"/>
                </a:lnTo>
                <a:lnTo>
                  <a:pt x="141178" y="125682"/>
                </a:lnTo>
                <a:lnTo>
                  <a:pt x="68594" y="0"/>
                </a:lnTo>
                <a:close/>
              </a:path>
            </a:pathLst>
          </a:custGeom>
          <a:solidFill>
            <a:srgbClr val="B1DC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9186742" y="8336011"/>
            <a:ext cx="145415" cy="97155"/>
          </a:xfrm>
          <a:custGeom>
            <a:avLst/>
            <a:gdLst/>
            <a:ahLst/>
            <a:cxnLst/>
            <a:rect l="l" t="t" r="r" b="b"/>
            <a:pathLst>
              <a:path w="145415" h="97154">
                <a:moveTo>
                  <a:pt x="145157" y="0"/>
                </a:moveTo>
                <a:lnTo>
                  <a:pt x="0" y="0"/>
                </a:lnTo>
                <a:lnTo>
                  <a:pt x="30281" y="96677"/>
                </a:lnTo>
                <a:lnTo>
                  <a:pt x="116090" y="96677"/>
                </a:lnTo>
                <a:lnTo>
                  <a:pt x="145157" y="0"/>
                </a:lnTo>
                <a:close/>
              </a:path>
            </a:pathLst>
          </a:custGeom>
          <a:solidFill>
            <a:srgbClr val="B1DC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9412630" y="8167431"/>
            <a:ext cx="142240" cy="147955"/>
          </a:xfrm>
          <a:custGeom>
            <a:avLst/>
            <a:gdLst/>
            <a:ahLst/>
            <a:cxnLst/>
            <a:rect l="l" t="t" r="r" b="b"/>
            <a:pathLst>
              <a:path w="142240" h="147954">
                <a:moveTo>
                  <a:pt x="72563" y="0"/>
                </a:moveTo>
                <a:lnTo>
                  <a:pt x="0" y="125723"/>
                </a:lnTo>
                <a:lnTo>
                  <a:pt x="98845" y="147859"/>
                </a:lnTo>
                <a:lnTo>
                  <a:pt x="141775" y="73526"/>
                </a:lnTo>
                <a:lnTo>
                  <a:pt x="72563" y="0"/>
                </a:lnTo>
                <a:close/>
              </a:path>
            </a:pathLst>
          </a:custGeom>
          <a:solidFill>
            <a:srgbClr val="B1DCD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" name="object 44" descr=""/>
          <p:cNvGrpSpPr/>
          <p:nvPr/>
        </p:nvGrpSpPr>
        <p:grpSpPr>
          <a:xfrm>
            <a:off x="9019722" y="7876116"/>
            <a:ext cx="537845" cy="485775"/>
            <a:chOff x="9019722" y="7876116"/>
            <a:chExt cx="537845" cy="485775"/>
          </a:xfrm>
        </p:grpSpPr>
        <p:sp>
          <p:nvSpPr>
            <p:cNvPr id="45" name="object 45" descr=""/>
            <p:cNvSpPr/>
            <p:nvPr/>
          </p:nvSpPr>
          <p:spPr>
            <a:xfrm>
              <a:off x="9019718" y="7876127"/>
              <a:ext cx="537845" cy="485775"/>
            </a:xfrm>
            <a:custGeom>
              <a:avLst/>
              <a:gdLst/>
              <a:ahLst/>
              <a:cxnLst/>
              <a:rect l="l" t="t" r="r" b="b"/>
              <a:pathLst>
                <a:path w="537845" h="485775">
                  <a:moveTo>
                    <a:pt x="537311" y="125437"/>
                  </a:moveTo>
                  <a:lnTo>
                    <a:pt x="494423" y="51130"/>
                  </a:lnTo>
                  <a:lnTo>
                    <a:pt x="413258" y="70256"/>
                  </a:lnTo>
                  <a:lnTo>
                    <a:pt x="404571" y="60858"/>
                  </a:lnTo>
                  <a:lnTo>
                    <a:pt x="364566" y="32042"/>
                  </a:lnTo>
                  <a:lnTo>
                    <a:pt x="319608" y="11798"/>
                  </a:lnTo>
                  <a:lnTo>
                    <a:pt x="274535" y="1600"/>
                  </a:lnTo>
                  <a:lnTo>
                    <a:pt x="274535" y="246799"/>
                  </a:lnTo>
                  <a:lnTo>
                    <a:pt x="270497" y="258800"/>
                  </a:lnTo>
                  <a:lnTo>
                    <a:pt x="262115" y="268300"/>
                  </a:lnTo>
                  <a:lnTo>
                    <a:pt x="251117" y="273659"/>
                  </a:lnTo>
                  <a:lnTo>
                    <a:pt x="238925" y="274497"/>
                  </a:lnTo>
                  <a:lnTo>
                    <a:pt x="226910" y="270471"/>
                  </a:lnTo>
                  <a:lnTo>
                    <a:pt x="217411" y="262102"/>
                  </a:lnTo>
                  <a:lnTo>
                    <a:pt x="212051" y="251104"/>
                  </a:lnTo>
                  <a:lnTo>
                    <a:pt x="211201" y="238899"/>
                  </a:lnTo>
                  <a:lnTo>
                    <a:pt x="215226" y="226898"/>
                  </a:lnTo>
                  <a:lnTo>
                    <a:pt x="223596" y="217398"/>
                  </a:lnTo>
                  <a:lnTo>
                    <a:pt x="234594" y="212026"/>
                  </a:lnTo>
                  <a:lnTo>
                    <a:pt x="246799" y="211175"/>
                  </a:lnTo>
                  <a:lnTo>
                    <a:pt x="258800" y="215214"/>
                  </a:lnTo>
                  <a:lnTo>
                    <a:pt x="268312" y="223596"/>
                  </a:lnTo>
                  <a:lnTo>
                    <a:pt x="273672" y="234594"/>
                  </a:lnTo>
                  <a:lnTo>
                    <a:pt x="274535" y="246799"/>
                  </a:lnTo>
                  <a:lnTo>
                    <a:pt x="274535" y="1600"/>
                  </a:lnTo>
                  <a:lnTo>
                    <a:pt x="272948" y="1231"/>
                  </a:lnTo>
                  <a:lnTo>
                    <a:pt x="225907" y="0"/>
                  </a:lnTo>
                  <a:lnTo>
                    <a:pt x="179844" y="7721"/>
                  </a:lnTo>
                  <a:lnTo>
                    <a:pt x="136093" y="24066"/>
                  </a:lnTo>
                  <a:lnTo>
                    <a:pt x="95973" y="48653"/>
                  </a:lnTo>
                  <a:lnTo>
                    <a:pt x="60845" y="81127"/>
                  </a:lnTo>
                  <a:lnTo>
                    <a:pt x="32042" y="121145"/>
                  </a:lnTo>
                  <a:lnTo>
                    <a:pt x="11798" y="166103"/>
                  </a:lnTo>
                  <a:lnTo>
                    <a:pt x="1231" y="212763"/>
                  </a:lnTo>
                  <a:lnTo>
                    <a:pt x="0" y="259791"/>
                  </a:lnTo>
                  <a:lnTo>
                    <a:pt x="7734" y="305854"/>
                  </a:lnTo>
                  <a:lnTo>
                    <a:pt x="24066" y="349618"/>
                  </a:lnTo>
                  <a:lnTo>
                    <a:pt x="48653" y="389724"/>
                  </a:lnTo>
                  <a:lnTo>
                    <a:pt x="81127" y="424853"/>
                  </a:lnTo>
                  <a:lnTo>
                    <a:pt x="121145" y="453669"/>
                  </a:lnTo>
                  <a:lnTo>
                    <a:pt x="166090" y="473913"/>
                  </a:lnTo>
                  <a:lnTo>
                    <a:pt x="212763" y="484466"/>
                  </a:lnTo>
                  <a:lnTo>
                    <a:pt x="259791" y="485711"/>
                  </a:lnTo>
                  <a:lnTo>
                    <a:pt x="305866" y="477977"/>
                  </a:lnTo>
                  <a:lnTo>
                    <a:pt x="349618" y="461645"/>
                  </a:lnTo>
                  <a:lnTo>
                    <a:pt x="389737" y="437057"/>
                  </a:lnTo>
                  <a:lnTo>
                    <a:pt x="424865" y="404583"/>
                  </a:lnTo>
                  <a:lnTo>
                    <a:pt x="453682" y="364566"/>
                  </a:lnTo>
                  <a:lnTo>
                    <a:pt x="473925" y="319608"/>
                  </a:lnTo>
                  <a:lnTo>
                    <a:pt x="484124" y="274497"/>
                  </a:lnTo>
                  <a:lnTo>
                    <a:pt x="484479" y="272948"/>
                  </a:lnTo>
                  <a:lnTo>
                    <a:pt x="485711" y="225920"/>
                  </a:lnTo>
                  <a:lnTo>
                    <a:pt x="483235" y="211175"/>
                  </a:lnTo>
                  <a:lnTo>
                    <a:pt x="479412" y="188417"/>
                  </a:lnTo>
                  <a:lnTo>
                    <a:pt x="537311" y="125437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9050443" y="7997930"/>
              <a:ext cx="454659" cy="364490"/>
            </a:xfrm>
            <a:custGeom>
              <a:avLst/>
              <a:gdLst/>
              <a:ahLst/>
              <a:cxnLst/>
              <a:rect l="l" t="t" r="r" b="b"/>
              <a:pathLst>
                <a:path w="454659" h="364490">
                  <a:moveTo>
                    <a:pt x="423369" y="0"/>
                  </a:moveTo>
                  <a:lnTo>
                    <a:pt x="239427" y="104457"/>
                  </a:lnTo>
                  <a:lnTo>
                    <a:pt x="242792" y="112136"/>
                  </a:lnTo>
                  <a:lnTo>
                    <a:pt x="244048" y="120421"/>
                  </a:lnTo>
                  <a:lnTo>
                    <a:pt x="220400" y="151842"/>
                  </a:lnTo>
                  <a:lnTo>
                    <a:pt x="208195" y="152691"/>
                  </a:lnTo>
                  <a:lnTo>
                    <a:pt x="196182" y="148655"/>
                  </a:lnTo>
                  <a:lnTo>
                    <a:pt x="190800" y="145566"/>
                  </a:lnTo>
                  <a:lnTo>
                    <a:pt x="186664" y="141084"/>
                  </a:lnTo>
                  <a:lnTo>
                    <a:pt x="183952" y="135953"/>
                  </a:lnTo>
                  <a:lnTo>
                    <a:pt x="0" y="240432"/>
                  </a:lnTo>
                  <a:lnTo>
                    <a:pt x="38254" y="291455"/>
                  </a:lnTo>
                  <a:lnTo>
                    <a:pt x="90416" y="331853"/>
                  </a:lnTo>
                  <a:lnTo>
                    <a:pt x="135369" y="352097"/>
                  </a:lnTo>
                  <a:lnTo>
                    <a:pt x="182032" y="362658"/>
                  </a:lnTo>
                  <a:lnTo>
                    <a:pt x="229067" y="363895"/>
                  </a:lnTo>
                  <a:lnTo>
                    <a:pt x="275134" y="356165"/>
                  </a:lnTo>
                  <a:lnTo>
                    <a:pt x="318895" y="339828"/>
                  </a:lnTo>
                  <a:lnTo>
                    <a:pt x="359010" y="315242"/>
                  </a:lnTo>
                  <a:lnTo>
                    <a:pt x="394141" y="282766"/>
                  </a:lnTo>
                  <a:lnTo>
                    <a:pt x="422950" y="242757"/>
                  </a:lnTo>
                  <a:lnTo>
                    <a:pt x="444217" y="194633"/>
                  </a:lnTo>
                  <a:lnTo>
                    <a:pt x="454449" y="144662"/>
                  </a:lnTo>
                  <a:lnTo>
                    <a:pt x="454089" y="94476"/>
                  </a:lnTo>
                  <a:lnTo>
                    <a:pt x="443581" y="45710"/>
                  </a:lnTo>
                  <a:lnTo>
                    <a:pt x="423369" y="0"/>
                  </a:lnTo>
                  <a:close/>
                </a:path>
              </a:pathLst>
            </a:custGeom>
            <a:solidFill>
              <a:srgbClr val="A4D6D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 descr=""/>
          <p:cNvGrpSpPr/>
          <p:nvPr/>
        </p:nvGrpSpPr>
        <p:grpSpPr>
          <a:xfrm>
            <a:off x="9019413" y="6412126"/>
            <a:ext cx="486409" cy="486409"/>
            <a:chOff x="9019413" y="6412126"/>
            <a:chExt cx="486409" cy="486409"/>
          </a:xfrm>
        </p:grpSpPr>
        <p:sp>
          <p:nvSpPr>
            <p:cNvPr id="48" name="object 48" descr=""/>
            <p:cNvSpPr/>
            <p:nvPr/>
          </p:nvSpPr>
          <p:spPr>
            <a:xfrm>
              <a:off x="9070963" y="6466580"/>
              <a:ext cx="377825" cy="377825"/>
            </a:xfrm>
            <a:custGeom>
              <a:avLst/>
              <a:gdLst/>
              <a:ahLst/>
              <a:cxnLst/>
              <a:rect l="l" t="t" r="r" b="b"/>
              <a:pathLst>
                <a:path w="377825" h="377825">
                  <a:moveTo>
                    <a:pt x="187700" y="0"/>
                  </a:moveTo>
                  <a:lnTo>
                    <a:pt x="139871" y="6455"/>
                  </a:lnTo>
                  <a:lnTo>
                    <a:pt x="95221" y="24772"/>
                  </a:lnTo>
                  <a:lnTo>
                    <a:pt x="56208" y="54293"/>
                  </a:lnTo>
                  <a:lnTo>
                    <a:pt x="25289" y="94362"/>
                  </a:lnTo>
                  <a:lnTo>
                    <a:pt x="6056" y="141171"/>
                  </a:lnTo>
                  <a:lnTo>
                    <a:pt x="0" y="189719"/>
                  </a:lnTo>
                  <a:lnTo>
                    <a:pt x="6460" y="237546"/>
                  </a:lnTo>
                  <a:lnTo>
                    <a:pt x="24779" y="282195"/>
                  </a:lnTo>
                  <a:lnTo>
                    <a:pt x="54297" y="321203"/>
                  </a:lnTo>
                  <a:lnTo>
                    <a:pt x="94355" y="352114"/>
                  </a:lnTo>
                  <a:lnTo>
                    <a:pt x="141168" y="371356"/>
                  </a:lnTo>
                  <a:lnTo>
                    <a:pt x="189717" y="377418"/>
                  </a:lnTo>
                  <a:lnTo>
                    <a:pt x="237546" y="370960"/>
                  </a:lnTo>
                  <a:lnTo>
                    <a:pt x="282196" y="352641"/>
                  </a:lnTo>
                  <a:lnTo>
                    <a:pt x="321209" y="323121"/>
                  </a:lnTo>
                  <a:lnTo>
                    <a:pt x="352128" y="283058"/>
                  </a:lnTo>
                  <a:lnTo>
                    <a:pt x="371362" y="236250"/>
                  </a:lnTo>
                  <a:lnTo>
                    <a:pt x="374234" y="213246"/>
                  </a:lnTo>
                  <a:lnTo>
                    <a:pt x="185664" y="213246"/>
                  </a:lnTo>
                  <a:lnTo>
                    <a:pt x="176353" y="210108"/>
                  </a:lnTo>
                  <a:lnTo>
                    <a:pt x="168992" y="203624"/>
                  </a:lnTo>
                  <a:lnTo>
                    <a:pt x="164836" y="195107"/>
                  </a:lnTo>
                  <a:lnTo>
                    <a:pt x="164177" y="185645"/>
                  </a:lnTo>
                  <a:lnTo>
                    <a:pt x="167306" y="176328"/>
                  </a:lnTo>
                  <a:lnTo>
                    <a:pt x="173796" y="168974"/>
                  </a:lnTo>
                  <a:lnTo>
                    <a:pt x="182312" y="164821"/>
                  </a:lnTo>
                  <a:lnTo>
                    <a:pt x="191765" y="164163"/>
                  </a:lnTo>
                  <a:lnTo>
                    <a:pt x="374244" y="164163"/>
                  </a:lnTo>
                  <a:lnTo>
                    <a:pt x="370965" y="139873"/>
                  </a:lnTo>
                  <a:lnTo>
                    <a:pt x="352647" y="95223"/>
                  </a:lnTo>
                  <a:lnTo>
                    <a:pt x="323127" y="56211"/>
                  </a:lnTo>
                  <a:lnTo>
                    <a:pt x="283062" y="25296"/>
                  </a:lnTo>
                  <a:lnTo>
                    <a:pt x="236249" y="6061"/>
                  </a:lnTo>
                  <a:lnTo>
                    <a:pt x="187700" y="0"/>
                  </a:lnTo>
                  <a:close/>
                </a:path>
                <a:path w="377825" h="377825">
                  <a:moveTo>
                    <a:pt x="374244" y="164163"/>
                  </a:moveTo>
                  <a:lnTo>
                    <a:pt x="191765" y="164163"/>
                  </a:lnTo>
                  <a:lnTo>
                    <a:pt x="201064" y="167292"/>
                  </a:lnTo>
                  <a:lnTo>
                    <a:pt x="208427" y="173797"/>
                  </a:lnTo>
                  <a:lnTo>
                    <a:pt x="212586" y="182316"/>
                  </a:lnTo>
                  <a:lnTo>
                    <a:pt x="213249" y="191769"/>
                  </a:lnTo>
                  <a:lnTo>
                    <a:pt x="210121" y="201071"/>
                  </a:lnTo>
                  <a:lnTo>
                    <a:pt x="203638" y="208429"/>
                  </a:lnTo>
                  <a:lnTo>
                    <a:pt x="195122" y="212586"/>
                  </a:lnTo>
                  <a:lnTo>
                    <a:pt x="185664" y="213246"/>
                  </a:lnTo>
                  <a:lnTo>
                    <a:pt x="374234" y="213246"/>
                  </a:lnTo>
                  <a:lnTo>
                    <a:pt x="377422" y="187701"/>
                  </a:lnTo>
                  <a:lnTo>
                    <a:pt x="374244" y="164163"/>
                  </a:lnTo>
                  <a:close/>
                </a:path>
              </a:pathLst>
            </a:custGeom>
            <a:solidFill>
              <a:srgbClr val="A4D6D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19413" y="6412126"/>
              <a:ext cx="486348" cy="486327"/>
            </a:xfrm>
            <a:prstGeom prst="rect">
              <a:avLst/>
            </a:prstGeom>
          </p:spPr>
        </p:pic>
      </p:grpSp>
      <p:grpSp>
        <p:nvGrpSpPr>
          <p:cNvPr id="50" name="object 50" descr=""/>
          <p:cNvGrpSpPr/>
          <p:nvPr/>
        </p:nvGrpSpPr>
        <p:grpSpPr>
          <a:xfrm>
            <a:off x="1468270" y="4717215"/>
            <a:ext cx="671830" cy="1354455"/>
            <a:chOff x="1468270" y="4717215"/>
            <a:chExt cx="671830" cy="1354455"/>
          </a:xfrm>
        </p:grpSpPr>
        <p:sp>
          <p:nvSpPr>
            <p:cNvPr id="51" name="object 51" descr=""/>
            <p:cNvSpPr/>
            <p:nvPr/>
          </p:nvSpPr>
          <p:spPr>
            <a:xfrm>
              <a:off x="1730679" y="5994533"/>
              <a:ext cx="156210" cy="19050"/>
            </a:xfrm>
            <a:custGeom>
              <a:avLst/>
              <a:gdLst/>
              <a:ahLst/>
              <a:cxnLst/>
              <a:rect l="l" t="t" r="r" b="b"/>
              <a:pathLst>
                <a:path w="156210" h="19050">
                  <a:moveTo>
                    <a:pt x="155727" y="0"/>
                  </a:moveTo>
                  <a:lnTo>
                    <a:pt x="0" y="0"/>
                  </a:lnTo>
                  <a:lnTo>
                    <a:pt x="0" y="13766"/>
                  </a:lnTo>
                  <a:lnTo>
                    <a:pt x="1866" y="13766"/>
                  </a:lnTo>
                  <a:lnTo>
                    <a:pt x="1866" y="18846"/>
                  </a:lnTo>
                  <a:lnTo>
                    <a:pt x="153847" y="18846"/>
                  </a:lnTo>
                  <a:lnTo>
                    <a:pt x="153847" y="13766"/>
                  </a:lnTo>
                  <a:lnTo>
                    <a:pt x="155727" y="13766"/>
                  </a:lnTo>
                  <a:lnTo>
                    <a:pt x="155727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730701" y="5630603"/>
              <a:ext cx="156210" cy="364490"/>
            </a:xfrm>
            <a:custGeom>
              <a:avLst/>
              <a:gdLst/>
              <a:ahLst/>
              <a:cxnLst/>
              <a:rect l="l" t="t" r="r" b="b"/>
              <a:pathLst>
                <a:path w="156210" h="364489">
                  <a:moveTo>
                    <a:pt x="155681" y="0"/>
                  </a:moveTo>
                  <a:lnTo>
                    <a:pt x="0" y="0"/>
                  </a:lnTo>
                  <a:lnTo>
                    <a:pt x="0" y="363926"/>
                  </a:lnTo>
                  <a:lnTo>
                    <a:pt x="155681" y="363926"/>
                  </a:lnTo>
                  <a:lnTo>
                    <a:pt x="155681" y="0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730692" y="5630614"/>
              <a:ext cx="156210" cy="364490"/>
            </a:xfrm>
            <a:custGeom>
              <a:avLst/>
              <a:gdLst/>
              <a:ahLst/>
              <a:cxnLst/>
              <a:rect l="l" t="t" r="r" b="b"/>
              <a:pathLst>
                <a:path w="156210" h="364489">
                  <a:moveTo>
                    <a:pt x="155676" y="272719"/>
                  </a:moveTo>
                  <a:lnTo>
                    <a:pt x="129451" y="287502"/>
                  </a:lnTo>
                  <a:lnTo>
                    <a:pt x="129451" y="0"/>
                  </a:lnTo>
                  <a:lnTo>
                    <a:pt x="98844" y="0"/>
                  </a:lnTo>
                  <a:lnTo>
                    <a:pt x="98844" y="304736"/>
                  </a:lnTo>
                  <a:lnTo>
                    <a:pt x="0" y="360413"/>
                  </a:lnTo>
                  <a:lnTo>
                    <a:pt x="0" y="363918"/>
                  </a:lnTo>
                  <a:lnTo>
                    <a:pt x="98844" y="363918"/>
                  </a:lnTo>
                  <a:lnTo>
                    <a:pt x="129451" y="363918"/>
                  </a:lnTo>
                  <a:lnTo>
                    <a:pt x="155676" y="363918"/>
                  </a:lnTo>
                  <a:lnTo>
                    <a:pt x="155676" y="27271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700110" y="5629115"/>
              <a:ext cx="213360" cy="321945"/>
            </a:xfrm>
            <a:custGeom>
              <a:avLst/>
              <a:gdLst/>
              <a:ahLst/>
              <a:cxnLst/>
              <a:rect l="l" t="t" r="r" b="b"/>
              <a:pathLst>
                <a:path w="213360" h="321945">
                  <a:moveTo>
                    <a:pt x="89992" y="56934"/>
                  </a:moveTo>
                  <a:lnTo>
                    <a:pt x="83566" y="42545"/>
                  </a:lnTo>
                  <a:lnTo>
                    <a:pt x="69430" y="37744"/>
                  </a:lnTo>
                  <a:lnTo>
                    <a:pt x="55295" y="42545"/>
                  </a:lnTo>
                  <a:lnTo>
                    <a:pt x="48856" y="56934"/>
                  </a:lnTo>
                  <a:lnTo>
                    <a:pt x="48856" y="302221"/>
                  </a:lnTo>
                  <a:lnTo>
                    <a:pt x="55295" y="316598"/>
                  </a:lnTo>
                  <a:lnTo>
                    <a:pt x="69430" y="321398"/>
                  </a:lnTo>
                  <a:lnTo>
                    <a:pt x="83566" y="316598"/>
                  </a:lnTo>
                  <a:lnTo>
                    <a:pt x="89992" y="302221"/>
                  </a:lnTo>
                  <a:lnTo>
                    <a:pt x="89992" y="56934"/>
                  </a:lnTo>
                  <a:close/>
                </a:path>
                <a:path w="213360" h="321945">
                  <a:moveTo>
                    <a:pt x="212750" y="0"/>
                  </a:moveTo>
                  <a:lnTo>
                    <a:pt x="0" y="0"/>
                  </a:lnTo>
                  <a:lnTo>
                    <a:pt x="0" y="7607"/>
                  </a:lnTo>
                  <a:lnTo>
                    <a:pt x="2832" y="7607"/>
                  </a:lnTo>
                  <a:lnTo>
                    <a:pt x="2832" y="13957"/>
                  </a:lnTo>
                  <a:lnTo>
                    <a:pt x="209931" y="13957"/>
                  </a:lnTo>
                  <a:lnTo>
                    <a:pt x="209931" y="7607"/>
                  </a:lnTo>
                  <a:lnTo>
                    <a:pt x="212750" y="7607"/>
                  </a:lnTo>
                  <a:lnTo>
                    <a:pt x="212750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700187" y="5132012"/>
              <a:ext cx="212725" cy="497205"/>
            </a:xfrm>
            <a:custGeom>
              <a:avLst/>
              <a:gdLst/>
              <a:ahLst/>
              <a:cxnLst/>
              <a:rect l="l" t="t" r="r" b="b"/>
              <a:pathLst>
                <a:path w="212725" h="497204">
                  <a:moveTo>
                    <a:pt x="123545" y="0"/>
                  </a:moveTo>
                  <a:lnTo>
                    <a:pt x="0" y="0"/>
                  </a:lnTo>
                  <a:lnTo>
                    <a:pt x="0" y="497103"/>
                  </a:lnTo>
                  <a:lnTo>
                    <a:pt x="123545" y="497103"/>
                  </a:lnTo>
                  <a:lnTo>
                    <a:pt x="123545" y="0"/>
                  </a:lnTo>
                  <a:close/>
                </a:path>
                <a:path w="212725" h="497204">
                  <a:moveTo>
                    <a:pt x="212623" y="0"/>
                  </a:moveTo>
                  <a:lnTo>
                    <a:pt x="182511" y="0"/>
                  </a:lnTo>
                  <a:lnTo>
                    <a:pt x="182511" y="497103"/>
                  </a:lnTo>
                  <a:lnTo>
                    <a:pt x="212623" y="497103"/>
                  </a:lnTo>
                  <a:lnTo>
                    <a:pt x="212623" y="0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823735" y="5132000"/>
              <a:ext cx="59055" cy="497205"/>
            </a:xfrm>
            <a:custGeom>
              <a:avLst/>
              <a:gdLst/>
              <a:ahLst/>
              <a:cxnLst/>
              <a:rect l="l" t="t" r="r" b="b"/>
              <a:pathLst>
                <a:path w="59055" h="497204">
                  <a:moveTo>
                    <a:pt x="58972" y="0"/>
                  </a:moveTo>
                  <a:lnTo>
                    <a:pt x="0" y="0"/>
                  </a:lnTo>
                  <a:lnTo>
                    <a:pt x="0" y="497105"/>
                  </a:lnTo>
                  <a:lnTo>
                    <a:pt x="58972" y="497105"/>
                  </a:lnTo>
                  <a:lnTo>
                    <a:pt x="589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656283" y="5121306"/>
              <a:ext cx="304165" cy="469900"/>
            </a:xfrm>
            <a:custGeom>
              <a:avLst/>
              <a:gdLst/>
              <a:ahLst/>
              <a:cxnLst/>
              <a:rect l="l" t="t" r="r" b="b"/>
              <a:pathLst>
                <a:path w="304164" h="469900">
                  <a:moveTo>
                    <a:pt x="110578" y="97066"/>
                  </a:moveTo>
                  <a:lnTo>
                    <a:pt x="103022" y="79108"/>
                  </a:lnTo>
                  <a:lnTo>
                    <a:pt x="86410" y="73126"/>
                  </a:lnTo>
                  <a:lnTo>
                    <a:pt x="69799" y="79108"/>
                  </a:lnTo>
                  <a:lnTo>
                    <a:pt x="62242" y="97066"/>
                  </a:lnTo>
                  <a:lnTo>
                    <a:pt x="62242" y="445909"/>
                  </a:lnTo>
                  <a:lnTo>
                    <a:pt x="69799" y="463842"/>
                  </a:lnTo>
                  <a:lnTo>
                    <a:pt x="86410" y="469823"/>
                  </a:lnTo>
                  <a:lnTo>
                    <a:pt x="103022" y="463842"/>
                  </a:lnTo>
                  <a:lnTo>
                    <a:pt x="110578" y="445909"/>
                  </a:lnTo>
                  <a:lnTo>
                    <a:pt x="110578" y="97066"/>
                  </a:lnTo>
                  <a:close/>
                </a:path>
                <a:path w="304164" h="469900">
                  <a:moveTo>
                    <a:pt x="303999" y="0"/>
                  </a:moveTo>
                  <a:lnTo>
                    <a:pt x="0" y="0"/>
                  </a:lnTo>
                  <a:lnTo>
                    <a:pt x="0" y="30022"/>
                  </a:lnTo>
                  <a:lnTo>
                    <a:pt x="1422" y="37795"/>
                  </a:lnTo>
                  <a:lnTo>
                    <a:pt x="5308" y="44157"/>
                  </a:lnTo>
                  <a:lnTo>
                    <a:pt x="11049" y="48450"/>
                  </a:lnTo>
                  <a:lnTo>
                    <a:pt x="18059" y="50038"/>
                  </a:lnTo>
                  <a:lnTo>
                    <a:pt x="285940" y="50038"/>
                  </a:lnTo>
                  <a:lnTo>
                    <a:pt x="292950" y="48450"/>
                  </a:lnTo>
                  <a:lnTo>
                    <a:pt x="298691" y="44157"/>
                  </a:lnTo>
                  <a:lnTo>
                    <a:pt x="302577" y="37795"/>
                  </a:lnTo>
                  <a:lnTo>
                    <a:pt x="303999" y="30022"/>
                  </a:lnTo>
                  <a:lnTo>
                    <a:pt x="303999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656359" y="4731073"/>
              <a:ext cx="304165" cy="420370"/>
            </a:xfrm>
            <a:custGeom>
              <a:avLst/>
              <a:gdLst/>
              <a:ahLst/>
              <a:cxnLst/>
              <a:rect l="l" t="t" r="r" b="b"/>
              <a:pathLst>
                <a:path w="304164" h="420370">
                  <a:moveTo>
                    <a:pt x="200075" y="0"/>
                  </a:moveTo>
                  <a:lnTo>
                    <a:pt x="0" y="0"/>
                  </a:lnTo>
                  <a:lnTo>
                    <a:pt x="0" y="420293"/>
                  </a:lnTo>
                  <a:lnTo>
                    <a:pt x="200075" y="420293"/>
                  </a:lnTo>
                  <a:lnTo>
                    <a:pt x="200075" y="0"/>
                  </a:lnTo>
                  <a:close/>
                </a:path>
                <a:path w="304164" h="420370">
                  <a:moveTo>
                    <a:pt x="303847" y="0"/>
                  </a:moveTo>
                  <a:lnTo>
                    <a:pt x="274002" y="0"/>
                  </a:lnTo>
                  <a:lnTo>
                    <a:pt x="274002" y="420293"/>
                  </a:lnTo>
                  <a:lnTo>
                    <a:pt x="303847" y="420293"/>
                  </a:lnTo>
                  <a:lnTo>
                    <a:pt x="303847" y="0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856446" y="4772533"/>
              <a:ext cx="74295" cy="379095"/>
            </a:xfrm>
            <a:custGeom>
              <a:avLst/>
              <a:gdLst/>
              <a:ahLst/>
              <a:cxnLst/>
              <a:rect l="l" t="t" r="r" b="b"/>
              <a:pathLst>
                <a:path w="74294" h="379095">
                  <a:moveTo>
                    <a:pt x="0" y="378828"/>
                  </a:moveTo>
                  <a:lnTo>
                    <a:pt x="73924" y="378828"/>
                  </a:lnTo>
                  <a:lnTo>
                    <a:pt x="73924" y="0"/>
                  </a:lnTo>
                  <a:lnTo>
                    <a:pt x="0" y="0"/>
                  </a:lnTo>
                  <a:lnTo>
                    <a:pt x="0" y="37882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477101" y="4717215"/>
              <a:ext cx="662940" cy="55880"/>
            </a:xfrm>
            <a:custGeom>
              <a:avLst/>
              <a:gdLst/>
              <a:ahLst/>
              <a:cxnLst/>
              <a:rect l="l" t="t" r="r" b="b"/>
              <a:pathLst>
                <a:path w="662939" h="55879">
                  <a:moveTo>
                    <a:pt x="635001" y="0"/>
                  </a:moveTo>
                  <a:lnTo>
                    <a:pt x="27376" y="0"/>
                  </a:lnTo>
                  <a:lnTo>
                    <a:pt x="6846" y="8643"/>
                  </a:lnTo>
                  <a:lnTo>
                    <a:pt x="0" y="27658"/>
                  </a:lnTo>
                  <a:lnTo>
                    <a:pt x="6841" y="46674"/>
                  </a:lnTo>
                  <a:lnTo>
                    <a:pt x="27376" y="55317"/>
                  </a:lnTo>
                  <a:lnTo>
                    <a:pt x="635001" y="55317"/>
                  </a:lnTo>
                  <a:lnTo>
                    <a:pt x="655536" y="46674"/>
                  </a:lnTo>
                  <a:lnTo>
                    <a:pt x="662377" y="27658"/>
                  </a:lnTo>
                  <a:lnTo>
                    <a:pt x="655530" y="8643"/>
                  </a:lnTo>
                  <a:lnTo>
                    <a:pt x="635001" y="0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477187" y="4747354"/>
              <a:ext cx="662305" cy="379095"/>
            </a:xfrm>
            <a:custGeom>
              <a:avLst/>
              <a:gdLst/>
              <a:ahLst/>
              <a:cxnLst/>
              <a:rect l="l" t="t" r="r" b="b"/>
              <a:pathLst>
                <a:path w="662305" h="379095">
                  <a:moveTo>
                    <a:pt x="261810" y="64249"/>
                  </a:moveTo>
                  <a:lnTo>
                    <a:pt x="253187" y="43764"/>
                  </a:lnTo>
                  <a:lnTo>
                    <a:pt x="234226" y="36931"/>
                  </a:lnTo>
                  <a:lnTo>
                    <a:pt x="215265" y="43764"/>
                  </a:lnTo>
                  <a:lnTo>
                    <a:pt x="206654" y="64249"/>
                  </a:lnTo>
                  <a:lnTo>
                    <a:pt x="206654" y="351332"/>
                  </a:lnTo>
                  <a:lnTo>
                    <a:pt x="215265" y="371830"/>
                  </a:lnTo>
                  <a:lnTo>
                    <a:pt x="234226" y="378663"/>
                  </a:lnTo>
                  <a:lnTo>
                    <a:pt x="253187" y="371830"/>
                  </a:lnTo>
                  <a:lnTo>
                    <a:pt x="261810" y="351332"/>
                  </a:lnTo>
                  <a:lnTo>
                    <a:pt x="261810" y="64249"/>
                  </a:lnTo>
                  <a:close/>
                </a:path>
                <a:path w="662305" h="379095">
                  <a:moveTo>
                    <a:pt x="662165" y="0"/>
                  </a:moveTo>
                  <a:lnTo>
                    <a:pt x="0" y="0"/>
                  </a:lnTo>
                  <a:lnTo>
                    <a:pt x="2273" y="9385"/>
                  </a:lnTo>
                  <a:lnTo>
                    <a:pt x="7581" y="17424"/>
                  </a:lnTo>
                  <a:lnTo>
                    <a:pt x="15925" y="23037"/>
                  </a:lnTo>
                  <a:lnTo>
                    <a:pt x="27279" y="25146"/>
                  </a:lnTo>
                  <a:lnTo>
                    <a:pt x="634911" y="25146"/>
                  </a:lnTo>
                  <a:lnTo>
                    <a:pt x="646264" y="23037"/>
                  </a:lnTo>
                  <a:lnTo>
                    <a:pt x="654596" y="17424"/>
                  </a:lnTo>
                  <a:lnTo>
                    <a:pt x="659892" y="9385"/>
                  </a:lnTo>
                  <a:lnTo>
                    <a:pt x="662165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468270" y="5980413"/>
              <a:ext cx="663575" cy="91440"/>
            </a:xfrm>
            <a:custGeom>
              <a:avLst/>
              <a:gdLst/>
              <a:ahLst/>
              <a:cxnLst/>
              <a:rect l="l" t="t" r="r" b="b"/>
              <a:pathLst>
                <a:path w="663575" h="91439">
                  <a:moveTo>
                    <a:pt x="640409" y="0"/>
                  </a:moveTo>
                  <a:lnTo>
                    <a:pt x="22805" y="0"/>
                  </a:lnTo>
                  <a:lnTo>
                    <a:pt x="13954" y="1794"/>
                  </a:lnTo>
                  <a:lnTo>
                    <a:pt x="6702" y="6681"/>
                  </a:lnTo>
                  <a:lnTo>
                    <a:pt x="1800" y="13919"/>
                  </a:lnTo>
                  <a:lnTo>
                    <a:pt x="0" y="22763"/>
                  </a:lnTo>
                  <a:lnTo>
                    <a:pt x="0" y="68312"/>
                  </a:lnTo>
                  <a:lnTo>
                    <a:pt x="1800" y="77150"/>
                  </a:lnTo>
                  <a:lnTo>
                    <a:pt x="6702" y="84396"/>
                  </a:lnTo>
                  <a:lnTo>
                    <a:pt x="13954" y="89296"/>
                  </a:lnTo>
                  <a:lnTo>
                    <a:pt x="22805" y="91096"/>
                  </a:lnTo>
                  <a:lnTo>
                    <a:pt x="640409" y="91096"/>
                  </a:lnTo>
                  <a:lnTo>
                    <a:pt x="649257" y="89296"/>
                  </a:lnTo>
                  <a:lnTo>
                    <a:pt x="656502" y="84396"/>
                  </a:lnTo>
                  <a:lnTo>
                    <a:pt x="661396" y="77150"/>
                  </a:lnTo>
                  <a:lnTo>
                    <a:pt x="663194" y="68312"/>
                  </a:lnTo>
                  <a:lnTo>
                    <a:pt x="663194" y="22763"/>
                  </a:lnTo>
                  <a:lnTo>
                    <a:pt x="661396" y="13919"/>
                  </a:lnTo>
                  <a:lnTo>
                    <a:pt x="656502" y="6681"/>
                  </a:lnTo>
                  <a:lnTo>
                    <a:pt x="649257" y="1794"/>
                  </a:lnTo>
                  <a:lnTo>
                    <a:pt x="640409" y="0"/>
                  </a:lnTo>
                  <a:close/>
                </a:path>
              </a:pathLst>
            </a:custGeom>
            <a:solidFill>
              <a:srgbClr val="E7F0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468276" y="5980414"/>
              <a:ext cx="663575" cy="46355"/>
            </a:xfrm>
            <a:custGeom>
              <a:avLst/>
              <a:gdLst/>
              <a:ahLst/>
              <a:cxnLst/>
              <a:rect l="l" t="t" r="r" b="b"/>
              <a:pathLst>
                <a:path w="663575" h="46354">
                  <a:moveTo>
                    <a:pt x="640399" y="0"/>
                  </a:moveTo>
                  <a:lnTo>
                    <a:pt x="22795" y="0"/>
                  </a:lnTo>
                  <a:lnTo>
                    <a:pt x="13945" y="1794"/>
                  </a:lnTo>
                  <a:lnTo>
                    <a:pt x="6697" y="6681"/>
                  </a:lnTo>
                  <a:lnTo>
                    <a:pt x="1799" y="13919"/>
                  </a:lnTo>
                  <a:lnTo>
                    <a:pt x="0" y="22763"/>
                  </a:lnTo>
                  <a:lnTo>
                    <a:pt x="0" y="45757"/>
                  </a:lnTo>
                  <a:lnTo>
                    <a:pt x="663183" y="45757"/>
                  </a:lnTo>
                  <a:lnTo>
                    <a:pt x="663183" y="22763"/>
                  </a:lnTo>
                  <a:lnTo>
                    <a:pt x="661386" y="13919"/>
                  </a:lnTo>
                  <a:lnTo>
                    <a:pt x="656491" y="6681"/>
                  </a:lnTo>
                  <a:lnTo>
                    <a:pt x="649247" y="1794"/>
                  </a:lnTo>
                  <a:lnTo>
                    <a:pt x="640399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/>
          <p:nvPr/>
        </p:nvSpPr>
        <p:spPr>
          <a:xfrm>
            <a:off x="2646984" y="5335199"/>
            <a:ext cx="156210" cy="19050"/>
          </a:xfrm>
          <a:custGeom>
            <a:avLst/>
            <a:gdLst/>
            <a:ahLst/>
            <a:cxnLst/>
            <a:rect l="l" t="t" r="r" b="b"/>
            <a:pathLst>
              <a:path w="156210" h="19050">
                <a:moveTo>
                  <a:pt x="155752" y="0"/>
                </a:moveTo>
                <a:lnTo>
                  <a:pt x="0" y="0"/>
                </a:lnTo>
                <a:lnTo>
                  <a:pt x="0" y="13792"/>
                </a:lnTo>
                <a:lnTo>
                  <a:pt x="1866" y="13792"/>
                </a:lnTo>
                <a:lnTo>
                  <a:pt x="1866" y="18872"/>
                </a:lnTo>
                <a:lnTo>
                  <a:pt x="153873" y="18872"/>
                </a:lnTo>
                <a:lnTo>
                  <a:pt x="153873" y="13792"/>
                </a:lnTo>
                <a:lnTo>
                  <a:pt x="155752" y="13792"/>
                </a:lnTo>
                <a:lnTo>
                  <a:pt x="155752" y="0"/>
                </a:lnTo>
                <a:close/>
              </a:path>
            </a:pathLst>
          </a:custGeom>
          <a:solidFill>
            <a:srgbClr val="81D3F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5" name="object 65" descr=""/>
          <p:cNvGrpSpPr/>
          <p:nvPr/>
        </p:nvGrpSpPr>
        <p:grpSpPr>
          <a:xfrm>
            <a:off x="2396629" y="4717215"/>
            <a:ext cx="663575" cy="723900"/>
            <a:chOff x="2396629" y="4717215"/>
            <a:chExt cx="663575" cy="723900"/>
          </a:xfrm>
        </p:grpSpPr>
        <p:sp>
          <p:nvSpPr>
            <p:cNvPr id="66" name="object 66" descr=""/>
            <p:cNvSpPr/>
            <p:nvPr/>
          </p:nvSpPr>
          <p:spPr>
            <a:xfrm>
              <a:off x="2647023" y="4971281"/>
              <a:ext cx="156210" cy="364490"/>
            </a:xfrm>
            <a:custGeom>
              <a:avLst/>
              <a:gdLst/>
              <a:ahLst/>
              <a:cxnLst/>
              <a:rect l="l" t="t" r="r" b="b"/>
              <a:pathLst>
                <a:path w="156210" h="364489">
                  <a:moveTo>
                    <a:pt x="155663" y="0"/>
                  </a:moveTo>
                  <a:lnTo>
                    <a:pt x="0" y="0"/>
                  </a:lnTo>
                  <a:lnTo>
                    <a:pt x="0" y="296964"/>
                  </a:lnTo>
                  <a:lnTo>
                    <a:pt x="0" y="363918"/>
                  </a:lnTo>
                  <a:lnTo>
                    <a:pt x="155663" y="363918"/>
                  </a:lnTo>
                  <a:lnTo>
                    <a:pt x="155663" y="296964"/>
                  </a:lnTo>
                  <a:lnTo>
                    <a:pt x="155663" y="0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647023" y="4971281"/>
              <a:ext cx="156210" cy="364490"/>
            </a:xfrm>
            <a:custGeom>
              <a:avLst/>
              <a:gdLst/>
              <a:ahLst/>
              <a:cxnLst/>
              <a:rect l="l" t="t" r="r" b="b"/>
              <a:pathLst>
                <a:path w="156210" h="364489">
                  <a:moveTo>
                    <a:pt x="155651" y="272757"/>
                  </a:moveTo>
                  <a:lnTo>
                    <a:pt x="129438" y="287528"/>
                  </a:lnTo>
                  <a:lnTo>
                    <a:pt x="129438" y="0"/>
                  </a:lnTo>
                  <a:lnTo>
                    <a:pt x="98831" y="0"/>
                  </a:lnTo>
                  <a:lnTo>
                    <a:pt x="98831" y="304761"/>
                  </a:lnTo>
                  <a:lnTo>
                    <a:pt x="0" y="360426"/>
                  </a:lnTo>
                  <a:lnTo>
                    <a:pt x="0" y="363931"/>
                  </a:lnTo>
                  <a:lnTo>
                    <a:pt x="155651" y="363931"/>
                  </a:lnTo>
                  <a:lnTo>
                    <a:pt x="155651" y="27275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620187" y="5007552"/>
              <a:ext cx="212725" cy="283845"/>
            </a:xfrm>
            <a:custGeom>
              <a:avLst/>
              <a:gdLst/>
              <a:ahLst/>
              <a:cxnLst/>
              <a:rect l="l" t="t" r="r" b="b"/>
              <a:pathLst>
                <a:path w="212725" h="283845">
                  <a:moveTo>
                    <a:pt x="212725" y="260692"/>
                  </a:moveTo>
                  <a:lnTo>
                    <a:pt x="86220" y="260692"/>
                  </a:lnTo>
                  <a:lnTo>
                    <a:pt x="86220" y="19164"/>
                  </a:lnTo>
                  <a:lnTo>
                    <a:pt x="79794" y="4787"/>
                  </a:lnTo>
                  <a:lnTo>
                    <a:pt x="65671" y="0"/>
                  </a:lnTo>
                  <a:lnTo>
                    <a:pt x="51536" y="4787"/>
                  </a:lnTo>
                  <a:lnTo>
                    <a:pt x="45110" y="19164"/>
                  </a:lnTo>
                  <a:lnTo>
                    <a:pt x="45110" y="260692"/>
                  </a:lnTo>
                  <a:lnTo>
                    <a:pt x="0" y="260692"/>
                  </a:lnTo>
                  <a:lnTo>
                    <a:pt x="0" y="268300"/>
                  </a:lnTo>
                  <a:lnTo>
                    <a:pt x="2806" y="268300"/>
                  </a:lnTo>
                  <a:lnTo>
                    <a:pt x="2806" y="274650"/>
                  </a:lnTo>
                  <a:lnTo>
                    <a:pt x="49657" y="274650"/>
                  </a:lnTo>
                  <a:lnTo>
                    <a:pt x="51536" y="278853"/>
                  </a:lnTo>
                  <a:lnTo>
                    <a:pt x="65671" y="283654"/>
                  </a:lnTo>
                  <a:lnTo>
                    <a:pt x="79794" y="278853"/>
                  </a:lnTo>
                  <a:lnTo>
                    <a:pt x="81661" y="274650"/>
                  </a:lnTo>
                  <a:lnTo>
                    <a:pt x="209918" y="274650"/>
                  </a:lnTo>
                  <a:lnTo>
                    <a:pt x="209918" y="268300"/>
                  </a:lnTo>
                  <a:lnTo>
                    <a:pt x="212725" y="268300"/>
                  </a:lnTo>
                  <a:lnTo>
                    <a:pt x="212725" y="260692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2620213" y="4771154"/>
              <a:ext cx="212725" cy="497205"/>
            </a:xfrm>
            <a:custGeom>
              <a:avLst/>
              <a:gdLst/>
              <a:ahLst/>
              <a:cxnLst/>
              <a:rect l="l" t="t" r="r" b="b"/>
              <a:pathLst>
                <a:path w="212725" h="497204">
                  <a:moveTo>
                    <a:pt x="123571" y="0"/>
                  </a:moveTo>
                  <a:lnTo>
                    <a:pt x="0" y="0"/>
                  </a:lnTo>
                  <a:lnTo>
                    <a:pt x="0" y="497090"/>
                  </a:lnTo>
                  <a:lnTo>
                    <a:pt x="123571" y="497090"/>
                  </a:lnTo>
                  <a:lnTo>
                    <a:pt x="123571" y="0"/>
                  </a:lnTo>
                  <a:close/>
                </a:path>
                <a:path w="212725" h="497204">
                  <a:moveTo>
                    <a:pt x="212648" y="0"/>
                  </a:moveTo>
                  <a:lnTo>
                    <a:pt x="182537" y="0"/>
                  </a:lnTo>
                  <a:lnTo>
                    <a:pt x="182537" y="497090"/>
                  </a:lnTo>
                  <a:lnTo>
                    <a:pt x="212648" y="497090"/>
                  </a:lnTo>
                  <a:lnTo>
                    <a:pt x="212648" y="0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743790" y="4771153"/>
              <a:ext cx="59055" cy="497205"/>
            </a:xfrm>
            <a:custGeom>
              <a:avLst/>
              <a:gdLst/>
              <a:ahLst/>
              <a:cxnLst/>
              <a:rect l="l" t="t" r="r" b="b"/>
              <a:pathLst>
                <a:path w="59055" h="497204">
                  <a:moveTo>
                    <a:pt x="58972" y="0"/>
                  </a:moveTo>
                  <a:lnTo>
                    <a:pt x="0" y="0"/>
                  </a:lnTo>
                  <a:lnTo>
                    <a:pt x="0" y="497084"/>
                  </a:lnTo>
                  <a:lnTo>
                    <a:pt x="58972" y="497084"/>
                  </a:lnTo>
                  <a:lnTo>
                    <a:pt x="589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576334" y="4833575"/>
              <a:ext cx="304165" cy="396875"/>
            </a:xfrm>
            <a:custGeom>
              <a:avLst/>
              <a:gdLst/>
              <a:ahLst/>
              <a:cxnLst/>
              <a:rect l="l" t="t" r="r" b="b"/>
              <a:pathLst>
                <a:path w="304164" h="396875">
                  <a:moveTo>
                    <a:pt x="303999" y="287731"/>
                  </a:moveTo>
                  <a:lnTo>
                    <a:pt x="110578" y="287731"/>
                  </a:lnTo>
                  <a:lnTo>
                    <a:pt x="110578" y="23926"/>
                  </a:lnTo>
                  <a:lnTo>
                    <a:pt x="103022" y="5981"/>
                  </a:lnTo>
                  <a:lnTo>
                    <a:pt x="86410" y="0"/>
                  </a:lnTo>
                  <a:lnTo>
                    <a:pt x="69799" y="5981"/>
                  </a:lnTo>
                  <a:lnTo>
                    <a:pt x="62242" y="23926"/>
                  </a:lnTo>
                  <a:lnTo>
                    <a:pt x="62242" y="287731"/>
                  </a:lnTo>
                  <a:lnTo>
                    <a:pt x="0" y="287731"/>
                  </a:lnTo>
                  <a:lnTo>
                    <a:pt x="0" y="317741"/>
                  </a:lnTo>
                  <a:lnTo>
                    <a:pt x="1422" y="325513"/>
                  </a:lnTo>
                  <a:lnTo>
                    <a:pt x="5295" y="331876"/>
                  </a:lnTo>
                  <a:lnTo>
                    <a:pt x="11036" y="336169"/>
                  </a:lnTo>
                  <a:lnTo>
                    <a:pt x="18046" y="337743"/>
                  </a:lnTo>
                  <a:lnTo>
                    <a:pt x="62242" y="337743"/>
                  </a:lnTo>
                  <a:lnTo>
                    <a:pt x="62242" y="372757"/>
                  </a:lnTo>
                  <a:lnTo>
                    <a:pt x="69799" y="390715"/>
                  </a:lnTo>
                  <a:lnTo>
                    <a:pt x="86410" y="396697"/>
                  </a:lnTo>
                  <a:lnTo>
                    <a:pt x="103022" y="390715"/>
                  </a:lnTo>
                  <a:lnTo>
                    <a:pt x="110578" y="372757"/>
                  </a:lnTo>
                  <a:lnTo>
                    <a:pt x="110578" y="337743"/>
                  </a:lnTo>
                  <a:lnTo>
                    <a:pt x="285927" y="337743"/>
                  </a:lnTo>
                  <a:lnTo>
                    <a:pt x="292950" y="336169"/>
                  </a:lnTo>
                  <a:lnTo>
                    <a:pt x="298691" y="331876"/>
                  </a:lnTo>
                  <a:lnTo>
                    <a:pt x="302577" y="325513"/>
                  </a:lnTo>
                  <a:lnTo>
                    <a:pt x="303999" y="317741"/>
                  </a:lnTo>
                  <a:lnTo>
                    <a:pt x="303999" y="287731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576398" y="4731073"/>
              <a:ext cx="304165" cy="420370"/>
            </a:xfrm>
            <a:custGeom>
              <a:avLst/>
              <a:gdLst/>
              <a:ahLst/>
              <a:cxnLst/>
              <a:rect l="l" t="t" r="r" b="b"/>
              <a:pathLst>
                <a:path w="304164" h="420370">
                  <a:moveTo>
                    <a:pt x="200101" y="0"/>
                  </a:moveTo>
                  <a:lnTo>
                    <a:pt x="0" y="0"/>
                  </a:lnTo>
                  <a:lnTo>
                    <a:pt x="0" y="420293"/>
                  </a:lnTo>
                  <a:lnTo>
                    <a:pt x="200101" y="420293"/>
                  </a:lnTo>
                  <a:lnTo>
                    <a:pt x="200101" y="0"/>
                  </a:lnTo>
                  <a:close/>
                </a:path>
                <a:path w="304164" h="420370">
                  <a:moveTo>
                    <a:pt x="303847" y="0"/>
                  </a:moveTo>
                  <a:lnTo>
                    <a:pt x="274040" y="0"/>
                  </a:lnTo>
                  <a:lnTo>
                    <a:pt x="274040" y="420293"/>
                  </a:lnTo>
                  <a:lnTo>
                    <a:pt x="303847" y="420293"/>
                  </a:lnTo>
                  <a:lnTo>
                    <a:pt x="303847" y="0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776501" y="4772533"/>
              <a:ext cx="74295" cy="379095"/>
            </a:xfrm>
            <a:custGeom>
              <a:avLst/>
              <a:gdLst/>
              <a:ahLst/>
              <a:cxnLst/>
              <a:rect l="l" t="t" r="r" b="b"/>
              <a:pathLst>
                <a:path w="74294" h="379095">
                  <a:moveTo>
                    <a:pt x="0" y="378828"/>
                  </a:moveTo>
                  <a:lnTo>
                    <a:pt x="73945" y="378828"/>
                  </a:lnTo>
                  <a:lnTo>
                    <a:pt x="73945" y="0"/>
                  </a:lnTo>
                  <a:lnTo>
                    <a:pt x="0" y="0"/>
                  </a:lnTo>
                  <a:lnTo>
                    <a:pt x="0" y="37882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2397144" y="4717215"/>
              <a:ext cx="662940" cy="55880"/>
            </a:xfrm>
            <a:custGeom>
              <a:avLst/>
              <a:gdLst/>
              <a:ahLst/>
              <a:cxnLst/>
              <a:rect l="l" t="t" r="r" b="b"/>
              <a:pathLst>
                <a:path w="662939" h="55879">
                  <a:moveTo>
                    <a:pt x="635014" y="0"/>
                  </a:moveTo>
                  <a:lnTo>
                    <a:pt x="27368" y="0"/>
                  </a:lnTo>
                  <a:lnTo>
                    <a:pt x="6842" y="8643"/>
                  </a:lnTo>
                  <a:lnTo>
                    <a:pt x="0" y="27658"/>
                  </a:lnTo>
                  <a:lnTo>
                    <a:pt x="6842" y="46674"/>
                  </a:lnTo>
                  <a:lnTo>
                    <a:pt x="27368" y="55317"/>
                  </a:lnTo>
                  <a:lnTo>
                    <a:pt x="635014" y="55317"/>
                  </a:lnTo>
                  <a:lnTo>
                    <a:pt x="655545" y="46674"/>
                  </a:lnTo>
                  <a:lnTo>
                    <a:pt x="662386" y="27658"/>
                  </a:lnTo>
                  <a:lnTo>
                    <a:pt x="655542" y="8643"/>
                  </a:lnTo>
                  <a:lnTo>
                    <a:pt x="635014" y="0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397252" y="4747354"/>
              <a:ext cx="662305" cy="379095"/>
            </a:xfrm>
            <a:custGeom>
              <a:avLst/>
              <a:gdLst/>
              <a:ahLst/>
              <a:cxnLst/>
              <a:rect l="l" t="t" r="r" b="b"/>
              <a:pathLst>
                <a:path w="662305" h="379095">
                  <a:moveTo>
                    <a:pt x="261823" y="64249"/>
                  </a:moveTo>
                  <a:lnTo>
                    <a:pt x="253199" y="43751"/>
                  </a:lnTo>
                  <a:lnTo>
                    <a:pt x="234213" y="36931"/>
                  </a:lnTo>
                  <a:lnTo>
                    <a:pt x="215239" y="43751"/>
                  </a:lnTo>
                  <a:lnTo>
                    <a:pt x="206616" y="64249"/>
                  </a:lnTo>
                  <a:lnTo>
                    <a:pt x="206616" y="351332"/>
                  </a:lnTo>
                  <a:lnTo>
                    <a:pt x="215239" y="371830"/>
                  </a:lnTo>
                  <a:lnTo>
                    <a:pt x="234213" y="378663"/>
                  </a:lnTo>
                  <a:lnTo>
                    <a:pt x="253199" y="371830"/>
                  </a:lnTo>
                  <a:lnTo>
                    <a:pt x="261823" y="351332"/>
                  </a:lnTo>
                  <a:lnTo>
                    <a:pt x="261823" y="64249"/>
                  </a:lnTo>
                  <a:close/>
                </a:path>
                <a:path w="662305" h="379095">
                  <a:moveTo>
                    <a:pt x="662178" y="0"/>
                  </a:moveTo>
                  <a:lnTo>
                    <a:pt x="0" y="0"/>
                  </a:lnTo>
                  <a:lnTo>
                    <a:pt x="2273" y="9385"/>
                  </a:lnTo>
                  <a:lnTo>
                    <a:pt x="7569" y="17424"/>
                  </a:lnTo>
                  <a:lnTo>
                    <a:pt x="15900" y="23037"/>
                  </a:lnTo>
                  <a:lnTo>
                    <a:pt x="27279" y="25146"/>
                  </a:lnTo>
                  <a:lnTo>
                    <a:pt x="634898" y="25146"/>
                  </a:lnTo>
                  <a:lnTo>
                    <a:pt x="646252" y="23037"/>
                  </a:lnTo>
                  <a:lnTo>
                    <a:pt x="654583" y="17424"/>
                  </a:lnTo>
                  <a:lnTo>
                    <a:pt x="659892" y="9385"/>
                  </a:lnTo>
                  <a:lnTo>
                    <a:pt x="662178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2396637" y="5349432"/>
              <a:ext cx="663575" cy="91440"/>
            </a:xfrm>
            <a:custGeom>
              <a:avLst/>
              <a:gdLst/>
              <a:ahLst/>
              <a:cxnLst/>
              <a:rect l="l" t="t" r="r" b="b"/>
              <a:pathLst>
                <a:path w="663575" h="91439">
                  <a:moveTo>
                    <a:pt x="640399" y="0"/>
                  </a:moveTo>
                  <a:lnTo>
                    <a:pt x="22763" y="0"/>
                  </a:lnTo>
                  <a:lnTo>
                    <a:pt x="13928" y="1794"/>
                  </a:lnTo>
                  <a:lnTo>
                    <a:pt x="6689" y="6681"/>
                  </a:lnTo>
                  <a:lnTo>
                    <a:pt x="1797" y="13919"/>
                  </a:lnTo>
                  <a:lnTo>
                    <a:pt x="0" y="22763"/>
                  </a:lnTo>
                  <a:lnTo>
                    <a:pt x="0" y="68312"/>
                  </a:lnTo>
                  <a:lnTo>
                    <a:pt x="1797" y="77147"/>
                  </a:lnTo>
                  <a:lnTo>
                    <a:pt x="6689" y="84386"/>
                  </a:lnTo>
                  <a:lnTo>
                    <a:pt x="13928" y="89278"/>
                  </a:lnTo>
                  <a:lnTo>
                    <a:pt x="22763" y="91075"/>
                  </a:lnTo>
                  <a:lnTo>
                    <a:pt x="640399" y="91075"/>
                  </a:lnTo>
                  <a:lnTo>
                    <a:pt x="649227" y="89278"/>
                  </a:lnTo>
                  <a:lnTo>
                    <a:pt x="656459" y="84386"/>
                  </a:lnTo>
                  <a:lnTo>
                    <a:pt x="661346" y="77147"/>
                  </a:lnTo>
                  <a:lnTo>
                    <a:pt x="663142" y="68312"/>
                  </a:lnTo>
                  <a:lnTo>
                    <a:pt x="663142" y="22763"/>
                  </a:lnTo>
                  <a:lnTo>
                    <a:pt x="661346" y="13919"/>
                  </a:lnTo>
                  <a:lnTo>
                    <a:pt x="656459" y="6681"/>
                  </a:lnTo>
                  <a:lnTo>
                    <a:pt x="649227" y="1794"/>
                  </a:lnTo>
                  <a:lnTo>
                    <a:pt x="640399" y="0"/>
                  </a:lnTo>
                  <a:close/>
                </a:path>
              </a:pathLst>
            </a:custGeom>
            <a:solidFill>
              <a:srgbClr val="E7F0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2396629" y="5349432"/>
              <a:ext cx="663575" cy="46355"/>
            </a:xfrm>
            <a:custGeom>
              <a:avLst/>
              <a:gdLst/>
              <a:ahLst/>
              <a:cxnLst/>
              <a:rect l="l" t="t" r="r" b="b"/>
              <a:pathLst>
                <a:path w="663575" h="46354">
                  <a:moveTo>
                    <a:pt x="640409" y="0"/>
                  </a:moveTo>
                  <a:lnTo>
                    <a:pt x="22774" y="0"/>
                  </a:lnTo>
                  <a:lnTo>
                    <a:pt x="13932" y="1794"/>
                  </a:lnTo>
                  <a:lnTo>
                    <a:pt x="6690" y="6681"/>
                  </a:lnTo>
                  <a:lnTo>
                    <a:pt x="1797" y="13919"/>
                  </a:lnTo>
                  <a:lnTo>
                    <a:pt x="0" y="22763"/>
                  </a:lnTo>
                  <a:lnTo>
                    <a:pt x="0" y="45757"/>
                  </a:lnTo>
                  <a:lnTo>
                    <a:pt x="663152" y="45757"/>
                  </a:lnTo>
                  <a:lnTo>
                    <a:pt x="663152" y="22763"/>
                  </a:lnTo>
                  <a:lnTo>
                    <a:pt x="661355" y="13919"/>
                  </a:lnTo>
                  <a:lnTo>
                    <a:pt x="656465" y="6681"/>
                  </a:lnTo>
                  <a:lnTo>
                    <a:pt x="649233" y="1794"/>
                  </a:lnTo>
                  <a:lnTo>
                    <a:pt x="640409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8" name="object 78" descr=""/>
          <p:cNvGrpSpPr/>
          <p:nvPr/>
        </p:nvGrpSpPr>
        <p:grpSpPr>
          <a:xfrm>
            <a:off x="3361347" y="5182927"/>
            <a:ext cx="1356995" cy="1203325"/>
            <a:chOff x="3361347" y="5182927"/>
            <a:chExt cx="1356995" cy="1203325"/>
          </a:xfrm>
        </p:grpSpPr>
        <p:sp>
          <p:nvSpPr>
            <p:cNvPr id="79" name="object 79" descr=""/>
            <p:cNvSpPr/>
            <p:nvPr/>
          </p:nvSpPr>
          <p:spPr>
            <a:xfrm>
              <a:off x="3855711" y="5296328"/>
              <a:ext cx="365125" cy="207645"/>
            </a:xfrm>
            <a:custGeom>
              <a:avLst/>
              <a:gdLst/>
              <a:ahLst/>
              <a:cxnLst/>
              <a:rect l="l" t="t" r="r" b="b"/>
              <a:pathLst>
                <a:path w="365125" h="207645">
                  <a:moveTo>
                    <a:pt x="335371" y="0"/>
                  </a:moveTo>
                  <a:lnTo>
                    <a:pt x="29527" y="0"/>
                  </a:lnTo>
                  <a:lnTo>
                    <a:pt x="18062" y="2332"/>
                  </a:lnTo>
                  <a:lnTo>
                    <a:pt x="8673" y="8681"/>
                  </a:lnTo>
                  <a:lnTo>
                    <a:pt x="2329" y="18071"/>
                  </a:lnTo>
                  <a:lnTo>
                    <a:pt x="0" y="29527"/>
                  </a:lnTo>
                  <a:lnTo>
                    <a:pt x="0" y="207396"/>
                  </a:lnTo>
                  <a:lnTo>
                    <a:pt x="364899" y="207396"/>
                  </a:lnTo>
                  <a:lnTo>
                    <a:pt x="364899" y="29527"/>
                  </a:lnTo>
                  <a:lnTo>
                    <a:pt x="362571" y="18062"/>
                  </a:lnTo>
                  <a:lnTo>
                    <a:pt x="356229" y="8673"/>
                  </a:lnTo>
                  <a:lnTo>
                    <a:pt x="346841" y="2329"/>
                  </a:lnTo>
                  <a:lnTo>
                    <a:pt x="33537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3856131" y="5296323"/>
              <a:ext cx="364490" cy="24765"/>
            </a:xfrm>
            <a:custGeom>
              <a:avLst/>
              <a:gdLst/>
              <a:ahLst/>
              <a:cxnLst/>
              <a:rect l="l" t="t" r="r" b="b"/>
              <a:pathLst>
                <a:path w="364489" h="24764">
                  <a:moveTo>
                    <a:pt x="334953" y="0"/>
                  </a:moveTo>
                  <a:lnTo>
                    <a:pt x="29109" y="0"/>
                  </a:lnTo>
                  <a:lnTo>
                    <a:pt x="18753" y="1887"/>
                  </a:lnTo>
                  <a:lnTo>
                    <a:pt x="9983" y="7083"/>
                  </a:lnTo>
                  <a:lnTo>
                    <a:pt x="3499" y="14886"/>
                  </a:lnTo>
                  <a:lnTo>
                    <a:pt x="0" y="24596"/>
                  </a:lnTo>
                  <a:lnTo>
                    <a:pt x="364041" y="24596"/>
                  </a:lnTo>
                  <a:lnTo>
                    <a:pt x="360553" y="14886"/>
                  </a:lnTo>
                  <a:lnTo>
                    <a:pt x="354075" y="7083"/>
                  </a:lnTo>
                  <a:lnTo>
                    <a:pt x="345308" y="1887"/>
                  </a:lnTo>
                  <a:lnTo>
                    <a:pt x="334953" y="0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931541" y="5182927"/>
              <a:ext cx="213239" cy="118111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3388779" y="5488895"/>
              <a:ext cx="1302385" cy="535305"/>
            </a:xfrm>
            <a:custGeom>
              <a:avLst/>
              <a:gdLst/>
              <a:ahLst/>
              <a:cxnLst/>
              <a:rect l="l" t="t" r="r" b="b"/>
              <a:pathLst>
                <a:path w="1302385" h="535304">
                  <a:moveTo>
                    <a:pt x="509320" y="166585"/>
                  </a:moveTo>
                  <a:lnTo>
                    <a:pt x="333743" y="3492"/>
                  </a:lnTo>
                  <a:lnTo>
                    <a:pt x="329361" y="9436"/>
                  </a:lnTo>
                  <a:lnTo>
                    <a:pt x="329361" y="207429"/>
                  </a:lnTo>
                  <a:lnTo>
                    <a:pt x="327952" y="215912"/>
                  </a:lnTo>
                  <a:lnTo>
                    <a:pt x="323253" y="223443"/>
                  </a:lnTo>
                  <a:lnTo>
                    <a:pt x="187198" y="367131"/>
                  </a:lnTo>
                  <a:lnTo>
                    <a:pt x="179933" y="372224"/>
                  </a:lnTo>
                  <a:lnTo>
                    <a:pt x="171526" y="374091"/>
                  </a:lnTo>
                  <a:lnTo>
                    <a:pt x="163042" y="372694"/>
                  </a:lnTo>
                  <a:lnTo>
                    <a:pt x="155498" y="367995"/>
                  </a:lnTo>
                  <a:lnTo>
                    <a:pt x="150393" y="360718"/>
                  </a:lnTo>
                  <a:lnTo>
                    <a:pt x="148526" y="352323"/>
                  </a:lnTo>
                  <a:lnTo>
                    <a:pt x="149936" y="343827"/>
                  </a:lnTo>
                  <a:lnTo>
                    <a:pt x="154647" y="336296"/>
                  </a:lnTo>
                  <a:lnTo>
                    <a:pt x="290677" y="192633"/>
                  </a:lnTo>
                  <a:lnTo>
                    <a:pt x="297942" y="187515"/>
                  </a:lnTo>
                  <a:lnTo>
                    <a:pt x="306349" y="185648"/>
                  </a:lnTo>
                  <a:lnTo>
                    <a:pt x="314833" y="187058"/>
                  </a:lnTo>
                  <a:lnTo>
                    <a:pt x="322376" y="191757"/>
                  </a:lnTo>
                  <a:lnTo>
                    <a:pt x="327494" y="199034"/>
                  </a:lnTo>
                  <a:lnTo>
                    <a:pt x="329361" y="207429"/>
                  </a:lnTo>
                  <a:lnTo>
                    <a:pt x="329361" y="9436"/>
                  </a:lnTo>
                  <a:lnTo>
                    <a:pt x="0" y="455726"/>
                  </a:lnTo>
                  <a:lnTo>
                    <a:pt x="85509" y="535165"/>
                  </a:lnTo>
                  <a:lnTo>
                    <a:pt x="270713" y="374091"/>
                  </a:lnTo>
                  <a:lnTo>
                    <a:pt x="487387" y="185648"/>
                  </a:lnTo>
                  <a:lnTo>
                    <a:pt x="509320" y="166585"/>
                  </a:lnTo>
                  <a:close/>
                </a:path>
                <a:path w="1302385" h="535304">
                  <a:moveTo>
                    <a:pt x="1302067" y="452208"/>
                  </a:moveTo>
                  <a:lnTo>
                    <a:pt x="1241831" y="370586"/>
                  </a:lnTo>
                  <a:lnTo>
                    <a:pt x="1153528" y="250952"/>
                  </a:lnTo>
                  <a:lnTo>
                    <a:pt x="1153528" y="348805"/>
                  </a:lnTo>
                  <a:lnTo>
                    <a:pt x="1151661" y="357200"/>
                  </a:lnTo>
                  <a:lnTo>
                    <a:pt x="1146543" y="364477"/>
                  </a:lnTo>
                  <a:lnTo>
                    <a:pt x="1139012" y="369189"/>
                  </a:lnTo>
                  <a:lnTo>
                    <a:pt x="1130528" y="370586"/>
                  </a:lnTo>
                  <a:lnTo>
                    <a:pt x="1122133" y="368731"/>
                  </a:lnTo>
                  <a:lnTo>
                    <a:pt x="1114869" y="363626"/>
                  </a:lnTo>
                  <a:lnTo>
                    <a:pt x="978814" y="219951"/>
                  </a:lnTo>
                  <a:lnTo>
                    <a:pt x="974115" y="212420"/>
                  </a:lnTo>
                  <a:lnTo>
                    <a:pt x="972693" y="203936"/>
                  </a:lnTo>
                  <a:lnTo>
                    <a:pt x="974559" y="195529"/>
                  </a:lnTo>
                  <a:lnTo>
                    <a:pt x="979665" y="188264"/>
                  </a:lnTo>
                  <a:lnTo>
                    <a:pt x="987209" y="183553"/>
                  </a:lnTo>
                  <a:lnTo>
                    <a:pt x="995705" y="182143"/>
                  </a:lnTo>
                  <a:lnTo>
                    <a:pt x="1004100" y="184010"/>
                  </a:lnTo>
                  <a:lnTo>
                    <a:pt x="1011364" y="189115"/>
                  </a:lnTo>
                  <a:lnTo>
                    <a:pt x="1147445" y="332790"/>
                  </a:lnTo>
                  <a:lnTo>
                    <a:pt x="1152131" y="340321"/>
                  </a:lnTo>
                  <a:lnTo>
                    <a:pt x="1153528" y="348805"/>
                  </a:lnTo>
                  <a:lnTo>
                    <a:pt x="1153528" y="250952"/>
                  </a:lnTo>
                  <a:lnTo>
                    <a:pt x="1102753" y="182143"/>
                  </a:lnTo>
                  <a:lnTo>
                    <a:pt x="968336" y="0"/>
                  </a:lnTo>
                  <a:lnTo>
                    <a:pt x="792721" y="163093"/>
                  </a:lnTo>
                  <a:lnTo>
                    <a:pt x="1216558" y="531660"/>
                  </a:lnTo>
                  <a:lnTo>
                    <a:pt x="1302067" y="45220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88777" y="5456002"/>
              <a:ext cx="239843" cy="239842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51011" y="5452498"/>
              <a:ext cx="239839" cy="239850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3384334" y="5897708"/>
              <a:ext cx="1311275" cy="446405"/>
            </a:xfrm>
            <a:custGeom>
              <a:avLst/>
              <a:gdLst/>
              <a:ahLst/>
              <a:cxnLst/>
              <a:rect l="l" t="t" r="r" b="b"/>
              <a:pathLst>
                <a:path w="1311275" h="446404">
                  <a:moveTo>
                    <a:pt x="415798" y="382638"/>
                  </a:moveTo>
                  <a:lnTo>
                    <a:pt x="365239" y="310845"/>
                  </a:lnTo>
                  <a:lnTo>
                    <a:pt x="288493" y="201879"/>
                  </a:lnTo>
                  <a:lnTo>
                    <a:pt x="288493" y="294081"/>
                  </a:lnTo>
                  <a:lnTo>
                    <a:pt x="286664" y="300824"/>
                  </a:lnTo>
                  <a:lnTo>
                    <a:pt x="282232" y="306514"/>
                  </a:lnTo>
                  <a:lnTo>
                    <a:pt x="275932" y="310032"/>
                  </a:lnTo>
                  <a:lnTo>
                    <a:pt x="268973" y="310845"/>
                  </a:lnTo>
                  <a:lnTo>
                    <a:pt x="262229" y="309003"/>
                  </a:lnTo>
                  <a:lnTo>
                    <a:pt x="256527" y="304571"/>
                  </a:lnTo>
                  <a:lnTo>
                    <a:pt x="151688" y="182626"/>
                  </a:lnTo>
                  <a:lnTo>
                    <a:pt x="148170" y="176326"/>
                  </a:lnTo>
                  <a:lnTo>
                    <a:pt x="147370" y="169379"/>
                  </a:lnTo>
                  <a:lnTo>
                    <a:pt x="149212" y="162636"/>
                  </a:lnTo>
                  <a:lnTo>
                    <a:pt x="153631" y="156946"/>
                  </a:lnTo>
                  <a:lnTo>
                    <a:pt x="159931" y="153416"/>
                  </a:lnTo>
                  <a:lnTo>
                    <a:pt x="166878" y="152603"/>
                  </a:lnTo>
                  <a:lnTo>
                    <a:pt x="173621" y="154444"/>
                  </a:lnTo>
                  <a:lnTo>
                    <a:pt x="179336" y="158864"/>
                  </a:lnTo>
                  <a:lnTo>
                    <a:pt x="284162" y="280822"/>
                  </a:lnTo>
                  <a:lnTo>
                    <a:pt x="287680" y="287134"/>
                  </a:lnTo>
                  <a:lnTo>
                    <a:pt x="288493" y="294081"/>
                  </a:lnTo>
                  <a:lnTo>
                    <a:pt x="288493" y="201879"/>
                  </a:lnTo>
                  <a:lnTo>
                    <a:pt x="253796" y="152603"/>
                  </a:lnTo>
                  <a:lnTo>
                    <a:pt x="148780" y="3492"/>
                  </a:lnTo>
                  <a:lnTo>
                    <a:pt x="0" y="133997"/>
                  </a:lnTo>
                  <a:lnTo>
                    <a:pt x="343382" y="446176"/>
                  </a:lnTo>
                  <a:lnTo>
                    <a:pt x="415798" y="382638"/>
                  </a:lnTo>
                  <a:close/>
                </a:path>
                <a:path w="1311275" h="446404">
                  <a:moveTo>
                    <a:pt x="1310944" y="130467"/>
                  </a:moveTo>
                  <a:lnTo>
                    <a:pt x="1163574" y="1219"/>
                  </a:lnTo>
                  <a:lnTo>
                    <a:pt x="1163574" y="165874"/>
                  </a:lnTo>
                  <a:lnTo>
                    <a:pt x="1162761" y="172821"/>
                  </a:lnTo>
                  <a:lnTo>
                    <a:pt x="1159243" y="179133"/>
                  </a:lnTo>
                  <a:lnTo>
                    <a:pt x="1054417" y="301066"/>
                  </a:lnTo>
                  <a:lnTo>
                    <a:pt x="1048715" y="305498"/>
                  </a:lnTo>
                  <a:lnTo>
                    <a:pt x="1041971" y="307352"/>
                  </a:lnTo>
                  <a:lnTo>
                    <a:pt x="1035024" y="306539"/>
                  </a:lnTo>
                  <a:lnTo>
                    <a:pt x="1028712" y="303009"/>
                  </a:lnTo>
                  <a:lnTo>
                    <a:pt x="1024293" y="297307"/>
                  </a:lnTo>
                  <a:lnTo>
                    <a:pt x="1022451" y="290563"/>
                  </a:lnTo>
                  <a:lnTo>
                    <a:pt x="1023264" y="283629"/>
                  </a:lnTo>
                  <a:lnTo>
                    <a:pt x="1026782" y="277329"/>
                  </a:lnTo>
                  <a:lnTo>
                    <a:pt x="1131595" y="155397"/>
                  </a:lnTo>
                  <a:lnTo>
                    <a:pt x="1137310" y="150952"/>
                  </a:lnTo>
                  <a:lnTo>
                    <a:pt x="1144066" y="149110"/>
                  </a:lnTo>
                  <a:lnTo>
                    <a:pt x="1151001" y="149923"/>
                  </a:lnTo>
                  <a:lnTo>
                    <a:pt x="1157300" y="153441"/>
                  </a:lnTo>
                  <a:lnTo>
                    <a:pt x="1161732" y="159131"/>
                  </a:lnTo>
                  <a:lnTo>
                    <a:pt x="1163574" y="165874"/>
                  </a:lnTo>
                  <a:lnTo>
                    <a:pt x="1163574" y="1219"/>
                  </a:lnTo>
                  <a:lnTo>
                    <a:pt x="1162189" y="0"/>
                  </a:lnTo>
                  <a:lnTo>
                    <a:pt x="895121" y="379133"/>
                  </a:lnTo>
                  <a:lnTo>
                    <a:pt x="967549" y="442696"/>
                  </a:lnTo>
                  <a:lnTo>
                    <a:pt x="1116418" y="307352"/>
                  </a:lnTo>
                  <a:lnTo>
                    <a:pt x="1290447" y="149110"/>
                  </a:lnTo>
                  <a:lnTo>
                    <a:pt x="1310944" y="13046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61347" y="5869081"/>
              <a:ext cx="197755" cy="197746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20523" y="5865574"/>
              <a:ext cx="197747" cy="197754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3730975" y="5502321"/>
              <a:ext cx="614680" cy="147320"/>
            </a:xfrm>
            <a:custGeom>
              <a:avLst/>
              <a:gdLst/>
              <a:ahLst/>
              <a:cxnLst/>
              <a:rect l="l" t="t" r="r" b="b"/>
              <a:pathLst>
                <a:path w="614679" h="147320">
                  <a:moveTo>
                    <a:pt x="546207" y="0"/>
                  </a:moveTo>
                  <a:lnTo>
                    <a:pt x="68169" y="0"/>
                  </a:lnTo>
                  <a:lnTo>
                    <a:pt x="30296" y="10903"/>
                  </a:lnTo>
                  <a:lnTo>
                    <a:pt x="7573" y="38162"/>
                  </a:lnTo>
                  <a:lnTo>
                    <a:pt x="0" y="73599"/>
                  </a:lnTo>
                  <a:lnTo>
                    <a:pt x="7575" y="109036"/>
                  </a:lnTo>
                  <a:lnTo>
                    <a:pt x="30298" y="136296"/>
                  </a:lnTo>
                  <a:lnTo>
                    <a:pt x="68169" y="147199"/>
                  </a:lnTo>
                  <a:lnTo>
                    <a:pt x="546207" y="147199"/>
                  </a:lnTo>
                  <a:lnTo>
                    <a:pt x="584081" y="136296"/>
                  </a:lnTo>
                  <a:lnTo>
                    <a:pt x="606805" y="109036"/>
                  </a:lnTo>
                  <a:lnTo>
                    <a:pt x="614380" y="73599"/>
                  </a:lnTo>
                  <a:lnTo>
                    <a:pt x="606805" y="38162"/>
                  </a:lnTo>
                  <a:lnTo>
                    <a:pt x="584081" y="10903"/>
                  </a:lnTo>
                  <a:lnTo>
                    <a:pt x="546207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3739108" y="6249434"/>
              <a:ext cx="601980" cy="100330"/>
            </a:xfrm>
            <a:custGeom>
              <a:avLst/>
              <a:gdLst/>
              <a:ahLst/>
              <a:cxnLst/>
              <a:rect l="l" t="t" r="r" b="b"/>
              <a:pathLst>
                <a:path w="601979" h="100329">
                  <a:moveTo>
                    <a:pt x="230746" y="64439"/>
                  </a:moveTo>
                  <a:lnTo>
                    <a:pt x="7251" y="3505"/>
                  </a:lnTo>
                  <a:lnTo>
                    <a:pt x="0" y="100215"/>
                  </a:lnTo>
                  <a:lnTo>
                    <a:pt x="229857" y="76200"/>
                  </a:lnTo>
                  <a:lnTo>
                    <a:pt x="230746" y="64439"/>
                  </a:lnTo>
                  <a:close/>
                </a:path>
                <a:path w="601979" h="100329">
                  <a:moveTo>
                    <a:pt x="601395" y="96710"/>
                  </a:moveTo>
                  <a:lnTo>
                    <a:pt x="594131" y="0"/>
                  </a:lnTo>
                  <a:lnTo>
                    <a:pt x="370662" y="60934"/>
                  </a:lnTo>
                  <a:lnTo>
                    <a:pt x="371563" y="72707"/>
                  </a:lnTo>
                  <a:lnTo>
                    <a:pt x="601395" y="96710"/>
                  </a:lnTo>
                  <a:close/>
                </a:path>
              </a:pathLst>
            </a:custGeom>
            <a:solidFill>
              <a:srgbClr val="E7F0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3660406" y="6184652"/>
              <a:ext cx="758825" cy="201295"/>
            </a:xfrm>
            <a:custGeom>
              <a:avLst/>
              <a:gdLst/>
              <a:ahLst/>
              <a:cxnLst/>
              <a:rect l="l" t="t" r="r" b="b"/>
              <a:pathLst>
                <a:path w="758825" h="201295">
                  <a:moveTo>
                    <a:pt x="197751" y="108851"/>
                  </a:moveTo>
                  <a:lnTo>
                    <a:pt x="192938" y="71158"/>
                  </a:lnTo>
                  <a:lnTo>
                    <a:pt x="173355" y="37020"/>
                  </a:lnTo>
                  <a:lnTo>
                    <a:pt x="142074" y="13169"/>
                  </a:lnTo>
                  <a:lnTo>
                    <a:pt x="105346" y="3505"/>
                  </a:lnTo>
                  <a:lnTo>
                    <a:pt x="67652" y="8318"/>
                  </a:lnTo>
                  <a:lnTo>
                    <a:pt x="33515" y="27889"/>
                  </a:lnTo>
                  <a:lnTo>
                    <a:pt x="9664" y="59169"/>
                  </a:lnTo>
                  <a:lnTo>
                    <a:pt x="0" y="95910"/>
                  </a:lnTo>
                  <a:lnTo>
                    <a:pt x="4813" y="133604"/>
                  </a:lnTo>
                  <a:lnTo>
                    <a:pt x="24384" y="167728"/>
                  </a:lnTo>
                  <a:lnTo>
                    <a:pt x="55676" y="191592"/>
                  </a:lnTo>
                  <a:lnTo>
                    <a:pt x="92417" y="201256"/>
                  </a:lnTo>
                  <a:lnTo>
                    <a:pt x="130098" y="196443"/>
                  </a:lnTo>
                  <a:lnTo>
                    <a:pt x="164223" y="176860"/>
                  </a:lnTo>
                  <a:lnTo>
                    <a:pt x="188087" y="145580"/>
                  </a:lnTo>
                  <a:lnTo>
                    <a:pt x="197751" y="108851"/>
                  </a:lnTo>
                  <a:close/>
                </a:path>
                <a:path w="758825" h="201295">
                  <a:moveTo>
                    <a:pt x="758799" y="92417"/>
                  </a:moveTo>
                  <a:lnTo>
                    <a:pt x="749134" y="55689"/>
                  </a:lnTo>
                  <a:lnTo>
                    <a:pt x="725271" y="24396"/>
                  </a:lnTo>
                  <a:lnTo>
                    <a:pt x="691146" y="4813"/>
                  </a:lnTo>
                  <a:lnTo>
                    <a:pt x="653453" y="0"/>
                  </a:lnTo>
                  <a:lnTo>
                    <a:pt x="616724" y="9677"/>
                  </a:lnTo>
                  <a:lnTo>
                    <a:pt x="585444" y="33528"/>
                  </a:lnTo>
                  <a:lnTo>
                    <a:pt x="565861" y="67652"/>
                  </a:lnTo>
                  <a:lnTo>
                    <a:pt x="561060" y="105333"/>
                  </a:lnTo>
                  <a:lnTo>
                    <a:pt x="570725" y="142062"/>
                  </a:lnTo>
                  <a:lnTo>
                    <a:pt x="594575" y="173355"/>
                  </a:lnTo>
                  <a:lnTo>
                    <a:pt x="628713" y="192938"/>
                  </a:lnTo>
                  <a:lnTo>
                    <a:pt x="666394" y="197751"/>
                  </a:lnTo>
                  <a:lnTo>
                    <a:pt x="703135" y="188074"/>
                  </a:lnTo>
                  <a:lnTo>
                    <a:pt x="734415" y="164223"/>
                  </a:lnTo>
                  <a:lnTo>
                    <a:pt x="753999" y="130098"/>
                  </a:lnTo>
                  <a:lnTo>
                    <a:pt x="758799" y="92417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3400894" y="5905125"/>
              <a:ext cx="1278255" cy="122555"/>
            </a:xfrm>
            <a:custGeom>
              <a:avLst/>
              <a:gdLst/>
              <a:ahLst/>
              <a:cxnLst/>
              <a:rect l="l" t="t" r="r" b="b"/>
              <a:pathLst>
                <a:path w="1278254" h="122554">
                  <a:moveTo>
                    <a:pt x="118656" y="62826"/>
                  </a:moveTo>
                  <a:lnTo>
                    <a:pt x="113982" y="39776"/>
                  </a:lnTo>
                  <a:lnTo>
                    <a:pt x="101244" y="20929"/>
                  </a:lnTo>
                  <a:lnTo>
                    <a:pt x="82384" y="8191"/>
                  </a:lnTo>
                  <a:lnTo>
                    <a:pt x="59334" y="3530"/>
                  </a:lnTo>
                  <a:lnTo>
                    <a:pt x="36283" y="8191"/>
                  </a:lnTo>
                  <a:lnTo>
                    <a:pt x="17411" y="20929"/>
                  </a:lnTo>
                  <a:lnTo>
                    <a:pt x="4673" y="39776"/>
                  </a:lnTo>
                  <a:lnTo>
                    <a:pt x="0" y="62826"/>
                  </a:lnTo>
                  <a:lnTo>
                    <a:pt x="4673" y="85890"/>
                  </a:lnTo>
                  <a:lnTo>
                    <a:pt x="17411" y="104749"/>
                  </a:lnTo>
                  <a:lnTo>
                    <a:pt x="36283" y="117475"/>
                  </a:lnTo>
                  <a:lnTo>
                    <a:pt x="59334" y="122148"/>
                  </a:lnTo>
                  <a:lnTo>
                    <a:pt x="82384" y="117475"/>
                  </a:lnTo>
                  <a:lnTo>
                    <a:pt x="101244" y="104749"/>
                  </a:lnTo>
                  <a:lnTo>
                    <a:pt x="113982" y="85890"/>
                  </a:lnTo>
                  <a:lnTo>
                    <a:pt x="118656" y="62826"/>
                  </a:lnTo>
                  <a:close/>
                </a:path>
                <a:path w="1278254" h="122554">
                  <a:moveTo>
                    <a:pt x="1277835" y="59334"/>
                  </a:moveTo>
                  <a:lnTo>
                    <a:pt x="1273149" y="36271"/>
                  </a:lnTo>
                  <a:lnTo>
                    <a:pt x="1260411" y="17411"/>
                  </a:lnTo>
                  <a:lnTo>
                    <a:pt x="1241552" y="4686"/>
                  </a:lnTo>
                  <a:lnTo>
                    <a:pt x="1218514" y="0"/>
                  </a:lnTo>
                  <a:lnTo>
                    <a:pt x="1195451" y="4686"/>
                  </a:lnTo>
                  <a:lnTo>
                    <a:pt x="1176591" y="17411"/>
                  </a:lnTo>
                  <a:lnTo>
                    <a:pt x="1163853" y="36271"/>
                  </a:lnTo>
                  <a:lnTo>
                    <a:pt x="1159179" y="59334"/>
                  </a:lnTo>
                  <a:lnTo>
                    <a:pt x="1163853" y="82384"/>
                  </a:lnTo>
                  <a:lnTo>
                    <a:pt x="1176591" y="101244"/>
                  </a:lnTo>
                  <a:lnTo>
                    <a:pt x="1195451" y="113982"/>
                  </a:lnTo>
                  <a:lnTo>
                    <a:pt x="1218514" y="118656"/>
                  </a:lnTo>
                  <a:lnTo>
                    <a:pt x="1241552" y="113982"/>
                  </a:lnTo>
                  <a:lnTo>
                    <a:pt x="1260411" y="101244"/>
                  </a:lnTo>
                  <a:lnTo>
                    <a:pt x="1273149" y="82384"/>
                  </a:lnTo>
                  <a:lnTo>
                    <a:pt x="1277835" y="59334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3428885" y="5933128"/>
              <a:ext cx="1222375" cy="66675"/>
            </a:xfrm>
            <a:custGeom>
              <a:avLst/>
              <a:gdLst/>
              <a:ahLst/>
              <a:cxnLst/>
              <a:rect l="l" t="t" r="r" b="b"/>
              <a:pathLst>
                <a:path w="1222375" h="66675">
                  <a:moveTo>
                    <a:pt x="62661" y="34836"/>
                  </a:moveTo>
                  <a:lnTo>
                    <a:pt x="60198" y="22669"/>
                  </a:lnTo>
                  <a:lnTo>
                    <a:pt x="53467" y="12712"/>
                  </a:lnTo>
                  <a:lnTo>
                    <a:pt x="43510" y="5981"/>
                  </a:lnTo>
                  <a:lnTo>
                    <a:pt x="31343" y="3517"/>
                  </a:lnTo>
                  <a:lnTo>
                    <a:pt x="19164" y="5981"/>
                  </a:lnTo>
                  <a:lnTo>
                    <a:pt x="9194" y="12712"/>
                  </a:lnTo>
                  <a:lnTo>
                    <a:pt x="2476" y="22669"/>
                  </a:lnTo>
                  <a:lnTo>
                    <a:pt x="0" y="34836"/>
                  </a:lnTo>
                  <a:lnTo>
                    <a:pt x="2476" y="47002"/>
                  </a:lnTo>
                  <a:lnTo>
                    <a:pt x="9194" y="56959"/>
                  </a:lnTo>
                  <a:lnTo>
                    <a:pt x="19164" y="63677"/>
                  </a:lnTo>
                  <a:lnTo>
                    <a:pt x="31343" y="66154"/>
                  </a:lnTo>
                  <a:lnTo>
                    <a:pt x="43510" y="63677"/>
                  </a:lnTo>
                  <a:lnTo>
                    <a:pt x="53467" y="56959"/>
                  </a:lnTo>
                  <a:lnTo>
                    <a:pt x="60198" y="47002"/>
                  </a:lnTo>
                  <a:lnTo>
                    <a:pt x="62661" y="34836"/>
                  </a:lnTo>
                  <a:close/>
                </a:path>
                <a:path w="1222375" h="66675">
                  <a:moveTo>
                    <a:pt x="1221841" y="31330"/>
                  </a:moveTo>
                  <a:lnTo>
                    <a:pt x="1219377" y="19151"/>
                  </a:lnTo>
                  <a:lnTo>
                    <a:pt x="1212646" y="9194"/>
                  </a:lnTo>
                  <a:lnTo>
                    <a:pt x="1202690" y="2463"/>
                  </a:lnTo>
                  <a:lnTo>
                    <a:pt x="1190523" y="0"/>
                  </a:lnTo>
                  <a:lnTo>
                    <a:pt x="1178344" y="2463"/>
                  </a:lnTo>
                  <a:lnTo>
                    <a:pt x="1168374" y="9194"/>
                  </a:lnTo>
                  <a:lnTo>
                    <a:pt x="1161656" y="19151"/>
                  </a:lnTo>
                  <a:lnTo>
                    <a:pt x="1159179" y="31330"/>
                  </a:lnTo>
                  <a:lnTo>
                    <a:pt x="1161656" y="43497"/>
                  </a:lnTo>
                  <a:lnTo>
                    <a:pt x="1168374" y="53467"/>
                  </a:lnTo>
                  <a:lnTo>
                    <a:pt x="1178344" y="60185"/>
                  </a:lnTo>
                  <a:lnTo>
                    <a:pt x="1190523" y="62649"/>
                  </a:lnTo>
                  <a:lnTo>
                    <a:pt x="1202690" y="60185"/>
                  </a:lnTo>
                  <a:lnTo>
                    <a:pt x="1212646" y="53467"/>
                  </a:lnTo>
                  <a:lnTo>
                    <a:pt x="1219377" y="43497"/>
                  </a:lnTo>
                  <a:lnTo>
                    <a:pt x="1221841" y="3133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3699967" y="6224199"/>
              <a:ext cx="680085" cy="122555"/>
            </a:xfrm>
            <a:custGeom>
              <a:avLst/>
              <a:gdLst/>
              <a:ahLst/>
              <a:cxnLst/>
              <a:rect l="l" t="t" r="r" b="b"/>
              <a:pathLst>
                <a:path w="680085" h="122554">
                  <a:moveTo>
                    <a:pt x="118630" y="62826"/>
                  </a:moveTo>
                  <a:lnTo>
                    <a:pt x="113957" y="39776"/>
                  </a:lnTo>
                  <a:lnTo>
                    <a:pt x="101231" y="20916"/>
                  </a:lnTo>
                  <a:lnTo>
                    <a:pt x="82372" y="8166"/>
                  </a:lnTo>
                  <a:lnTo>
                    <a:pt x="59309" y="3492"/>
                  </a:lnTo>
                  <a:lnTo>
                    <a:pt x="36258" y="8166"/>
                  </a:lnTo>
                  <a:lnTo>
                    <a:pt x="17411" y="20916"/>
                  </a:lnTo>
                  <a:lnTo>
                    <a:pt x="4673" y="39776"/>
                  </a:lnTo>
                  <a:lnTo>
                    <a:pt x="0" y="62826"/>
                  </a:lnTo>
                  <a:lnTo>
                    <a:pt x="4673" y="85890"/>
                  </a:lnTo>
                  <a:lnTo>
                    <a:pt x="17411" y="104749"/>
                  </a:lnTo>
                  <a:lnTo>
                    <a:pt x="36258" y="117487"/>
                  </a:lnTo>
                  <a:lnTo>
                    <a:pt x="59309" y="122161"/>
                  </a:lnTo>
                  <a:lnTo>
                    <a:pt x="82372" y="117487"/>
                  </a:lnTo>
                  <a:lnTo>
                    <a:pt x="101231" y="104749"/>
                  </a:lnTo>
                  <a:lnTo>
                    <a:pt x="113957" y="85890"/>
                  </a:lnTo>
                  <a:lnTo>
                    <a:pt x="118630" y="62826"/>
                  </a:lnTo>
                  <a:close/>
                </a:path>
                <a:path w="680085" h="122554">
                  <a:moveTo>
                    <a:pt x="679704" y="59321"/>
                  </a:moveTo>
                  <a:lnTo>
                    <a:pt x="675030" y="36271"/>
                  </a:lnTo>
                  <a:lnTo>
                    <a:pt x="662292" y="17411"/>
                  </a:lnTo>
                  <a:lnTo>
                    <a:pt x="643432" y="4673"/>
                  </a:lnTo>
                  <a:lnTo>
                    <a:pt x="620395" y="0"/>
                  </a:lnTo>
                  <a:lnTo>
                    <a:pt x="597319" y="4673"/>
                  </a:lnTo>
                  <a:lnTo>
                    <a:pt x="578446" y="17411"/>
                  </a:lnTo>
                  <a:lnTo>
                    <a:pt x="565708" y="36271"/>
                  </a:lnTo>
                  <a:lnTo>
                    <a:pt x="561035" y="59321"/>
                  </a:lnTo>
                  <a:lnTo>
                    <a:pt x="565708" y="82372"/>
                  </a:lnTo>
                  <a:lnTo>
                    <a:pt x="578446" y="101231"/>
                  </a:lnTo>
                  <a:lnTo>
                    <a:pt x="597319" y="113969"/>
                  </a:lnTo>
                  <a:lnTo>
                    <a:pt x="620395" y="118643"/>
                  </a:lnTo>
                  <a:lnTo>
                    <a:pt x="643432" y="113969"/>
                  </a:lnTo>
                  <a:lnTo>
                    <a:pt x="662292" y="101231"/>
                  </a:lnTo>
                  <a:lnTo>
                    <a:pt x="675030" y="82372"/>
                  </a:lnTo>
                  <a:lnTo>
                    <a:pt x="679704" y="59321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3727945" y="5521153"/>
              <a:ext cx="624205" cy="797560"/>
            </a:xfrm>
            <a:custGeom>
              <a:avLst/>
              <a:gdLst/>
              <a:ahLst/>
              <a:cxnLst/>
              <a:rect l="l" t="t" r="r" b="b"/>
              <a:pathLst>
                <a:path w="624204" h="797560">
                  <a:moveTo>
                    <a:pt x="62674" y="765873"/>
                  </a:moveTo>
                  <a:lnTo>
                    <a:pt x="60210" y="753706"/>
                  </a:lnTo>
                  <a:lnTo>
                    <a:pt x="53479" y="743750"/>
                  </a:lnTo>
                  <a:lnTo>
                    <a:pt x="43522" y="737031"/>
                  </a:lnTo>
                  <a:lnTo>
                    <a:pt x="31330" y="734555"/>
                  </a:lnTo>
                  <a:lnTo>
                    <a:pt x="19151" y="737031"/>
                  </a:lnTo>
                  <a:lnTo>
                    <a:pt x="9194" y="743750"/>
                  </a:lnTo>
                  <a:lnTo>
                    <a:pt x="2463" y="753706"/>
                  </a:lnTo>
                  <a:lnTo>
                    <a:pt x="0" y="765873"/>
                  </a:lnTo>
                  <a:lnTo>
                    <a:pt x="2463" y="778040"/>
                  </a:lnTo>
                  <a:lnTo>
                    <a:pt x="9194" y="788009"/>
                  </a:lnTo>
                  <a:lnTo>
                    <a:pt x="19151" y="794727"/>
                  </a:lnTo>
                  <a:lnTo>
                    <a:pt x="31330" y="797191"/>
                  </a:lnTo>
                  <a:lnTo>
                    <a:pt x="43522" y="794727"/>
                  </a:lnTo>
                  <a:lnTo>
                    <a:pt x="53479" y="788009"/>
                  </a:lnTo>
                  <a:lnTo>
                    <a:pt x="60210" y="778040"/>
                  </a:lnTo>
                  <a:lnTo>
                    <a:pt x="62674" y="765873"/>
                  </a:lnTo>
                  <a:close/>
                </a:path>
                <a:path w="624204" h="797560">
                  <a:moveTo>
                    <a:pt x="132029" y="54775"/>
                  </a:moveTo>
                  <a:lnTo>
                    <a:pt x="127977" y="34848"/>
                  </a:lnTo>
                  <a:lnTo>
                    <a:pt x="116979" y="18554"/>
                  </a:lnTo>
                  <a:lnTo>
                    <a:pt x="100672" y="7556"/>
                  </a:lnTo>
                  <a:lnTo>
                    <a:pt x="80746" y="3517"/>
                  </a:lnTo>
                  <a:lnTo>
                    <a:pt x="60833" y="7556"/>
                  </a:lnTo>
                  <a:lnTo>
                    <a:pt x="44526" y="18554"/>
                  </a:lnTo>
                  <a:lnTo>
                    <a:pt x="33515" y="34848"/>
                  </a:lnTo>
                  <a:lnTo>
                    <a:pt x="29476" y="54775"/>
                  </a:lnTo>
                  <a:lnTo>
                    <a:pt x="33515" y="74688"/>
                  </a:lnTo>
                  <a:lnTo>
                    <a:pt x="44526" y="90995"/>
                  </a:lnTo>
                  <a:lnTo>
                    <a:pt x="60833" y="102006"/>
                  </a:lnTo>
                  <a:lnTo>
                    <a:pt x="80746" y="106057"/>
                  </a:lnTo>
                  <a:lnTo>
                    <a:pt x="100672" y="102006"/>
                  </a:lnTo>
                  <a:lnTo>
                    <a:pt x="116979" y="90995"/>
                  </a:lnTo>
                  <a:lnTo>
                    <a:pt x="127977" y="74688"/>
                  </a:lnTo>
                  <a:lnTo>
                    <a:pt x="132029" y="54775"/>
                  </a:lnTo>
                  <a:close/>
                </a:path>
                <a:path w="624204" h="797560">
                  <a:moveTo>
                    <a:pt x="594233" y="51257"/>
                  </a:moveTo>
                  <a:lnTo>
                    <a:pt x="590194" y="31343"/>
                  </a:lnTo>
                  <a:lnTo>
                    <a:pt x="579196" y="15049"/>
                  </a:lnTo>
                  <a:lnTo>
                    <a:pt x="562902" y="4038"/>
                  </a:lnTo>
                  <a:lnTo>
                    <a:pt x="543001" y="0"/>
                  </a:lnTo>
                  <a:lnTo>
                    <a:pt x="523074" y="4038"/>
                  </a:lnTo>
                  <a:lnTo>
                    <a:pt x="506768" y="15049"/>
                  </a:lnTo>
                  <a:lnTo>
                    <a:pt x="495769" y="31343"/>
                  </a:lnTo>
                  <a:lnTo>
                    <a:pt x="491718" y="51257"/>
                  </a:lnTo>
                  <a:lnTo>
                    <a:pt x="495769" y="71196"/>
                  </a:lnTo>
                  <a:lnTo>
                    <a:pt x="506768" y="87490"/>
                  </a:lnTo>
                  <a:lnTo>
                    <a:pt x="523074" y="98501"/>
                  </a:lnTo>
                  <a:lnTo>
                    <a:pt x="543001" y="102539"/>
                  </a:lnTo>
                  <a:lnTo>
                    <a:pt x="562902" y="98501"/>
                  </a:lnTo>
                  <a:lnTo>
                    <a:pt x="579196" y="87490"/>
                  </a:lnTo>
                  <a:lnTo>
                    <a:pt x="590194" y="71196"/>
                  </a:lnTo>
                  <a:lnTo>
                    <a:pt x="594233" y="51257"/>
                  </a:lnTo>
                  <a:close/>
                </a:path>
                <a:path w="624204" h="797560">
                  <a:moveTo>
                    <a:pt x="623709" y="762381"/>
                  </a:moveTo>
                  <a:lnTo>
                    <a:pt x="621245" y="750201"/>
                  </a:lnTo>
                  <a:lnTo>
                    <a:pt x="614527" y="740244"/>
                  </a:lnTo>
                  <a:lnTo>
                    <a:pt x="604583" y="733526"/>
                  </a:lnTo>
                  <a:lnTo>
                    <a:pt x="592416" y="731062"/>
                  </a:lnTo>
                  <a:lnTo>
                    <a:pt x="580224" y="733526"/>
                  </a:lnTo>
                  <a:lnTo>
                    <a:pt x="570268" y="740244"/>
                  </a:lnTo>
                  <a:lnTo>
                    <a:pt x="563537" y="750201"/>
                  </a:lnTo>
                  <a:lnTo>
                    <a:pt x="561073" y="762381"/>
                  </a:lnTo>
                  <a:lnTo>
                    <a:pt x="563537" y="774547"/>
                  </a:lnTo>
                  <a:lnTo>
                    <a:pt x="570268" y="784504"/>
                  </a:lnTo>
                  <a:lnTo>
                    <a:pt x="580224" y="791222"/>
                  </a:lnTo>
                  <a:lnTo>
                    <a:pt x="592416" y="793699"/>
                  </a:lnTo>
                  <a:lnTo>
                    <a:pt x="604583" y="791222"/>
                  </a:lnTo>
                  <a:lnTo>
                    <a:pt x="614527" y="784504"/>
                  </a:lnTo>
                  <a:lnTo>
                    <a:pt x="621245" y="774547"/>
                  </a:lnTo>
                  <a:lnTo>
                    <a:pt x="623709" y="762381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3784307" y="5545892"/>
              <a:ext cx="511175" cy="52705"/>
            </a:xfrm>
            <a:custGeom>
              <a:avLst/>
              <a:gdLst/>
              <a:ahLst/>
              <a:cxnLst/>
              <a:rect l="l" t="t" r="r" b="b"/>
              <a:pathLst>
                <a:path w="511175" h="52704">
                  <a:moveTo>
                    <a:pt x="49098" y="27139"/>
                  </a:moveTo>
                  <a:lnTo>
                    <a:pt x="46964" y="17970"/>
                  </a:lnTo>
                  <a:lnTo>
                    <a:pt x="41262" y="10045"/>
                  </a:lnTo>
                  <a:lnTo>
                    <a:pt x="32956" y="4953"/>
                  </a:lnTo>
                  <a:lnTo>
                    <a:pt x="23660" y="3492"/>
                  </a:lnTo>
                  <a:lnTo>
                    <a:pt x="14478" y="5638"/>
                  </a:lnTo>
                  <a:lnTo>
                    <a:pt x="6540" y="11328"/>
                  </a:lnTo>
                  <a:lnTo>
                    <a:pt x="1460" y="19646"/>
                  </a:lnTo>
                  <a:lnTo>
                    <a:pt x="0" y="28956"/>
                  </a:lnTo>
                  <a:lnTo>
                    <a:pt x="2146" y="38125"/>
                  </a:lnTo>
                  <a:lnTo>
                    <a:pt x="7835" y="46037"/>
                  </a:lnTo>
                  <a:lnTo>
                    <a:pt x="16154" y="51117"/>
                  </a:lnTo>
                  <a:lnTo>
                    <a:pt x="25463" y="52578"/>
                  </a:lnTo>
                  <a:lnTo>
                    <a:pt x="34632" y="50431"/>
                  </a:lnTo>
                  <a:lnTo>
                    <a:pt x="42557" y="44742"/>
                  </a:lnTo>
                  <a:lnTo>
                    <a:pt x="47650" y="36436"/>
                  </a:lnTo>
                  <a:lnTo>
                    <a:pt x="49098" y="27139"/>
                  </a:lnTo>
                  <a:close/>
                </a:path>
                <a:path w="511175" h="52704">
                  <a:moveTo>
                    <a:pt x="510984" y="25438"/>
                  </a:moveTo>
                  <a:lnTo>
                    <a:pt x="509524" y="16141"/>
                  </a:lnTo>
                  <a:lnTo>
                    <a:pt x="504444" y="7835"/>
                  </a:lnTo>
                  <a:lnTo>
                    <a:pt x="496519" y="2133"/>
                  </a:lnTo>
                  <a:lnTo>
                    <a:pt x="487349" y="0"/>
                  </a:lnTo>
                  <a:lnTo>
                    <a:pt x="478053" y="1447"/>
                  </a:lnTo>
                  <a:lnTo>
                    <a:pt x="469734" y="6540"/>
                  </a:lnTo>
                  <a:lnTo>
                    <a:pt x="464045" y="14452"/>
                  </a:lnTo>
                  <a:lnTo>
                    <a:pt x="461911" y="23634"/>
                  </a:lnTo>
                  <a:lnTo>
                    <a:pt x="463372" y="32943"/>
                  </a:lnTo>
                  <a:lnTo>
                    <a:pt x="468452" y="41262"/>
                  </a:lnTo>
                  <a:lnTo>
                    <a:pt x="476364" y="46951"/>
                  </a:lnTo>
                  <a:lnTo>
                    <a:pt x="485533" y="49098"/>
                  </a:lnTo>
                  <a:lnTo>
                    <a:pt x="494830" y="47637"/>
                  </a:lnTo>
                  <a:lnTo>
                    <a:pt x="503148" y="42532"/>
                  </a:lnTo>
                  <a:lnTo>
                    <a:pt x="508838" y="34620"/>
                  </a:lnTo>
                  <a:lnTo>
                    <a:pt x="510984" y="25438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 descr=""/>
          <p:cNvSpPr/>
          <p:nvPr/>
        </p:nvSpPr>
        <p:spPr>
          <a:xfrm>
            <a:off x="4816678" y="5682748"/>
            <a:ext cx="365125" cy="563880"/>
          </a:xfrm>
          <a:custGeom>
            <a:avLst/>
            <a:gdLst/>
            <a:ahLst/>
            <a:cxnLst/>
            <a:rect l="l" t="t" r="r" b="b"/>
            <a:pathLst>
              <a:path w="365125" h="563879">
                <a:moveTo>
                  <a:pt x="184670" y="298577"/>
                </a:moveTo>
                <a:lnTo>
                  <a:pt x="183476" y="293027"/>
                </a:lnTo>
                <a:lnTo>
                  <a:pt x="179336" y="290385"/>
                </a:lnTo>
                <a:lnTo>
                  <a:pt x="175209" y="287718"/>
                </a:lnTo>
                <a:lnTo>
                  <a:pt x="169633" y="288925"/>
                </a:lnTo>
                <a:lnTo>
                  <a:pt x="0" y="552831"/>
                </a:lnTo>
                <a:lnTo>
                  <a:pt x="1206" y="558406"/>
                </a:lnTo>
                <a:lnTo>
                  <a:pt x="9448" y="563702"/>
                </a:lnTo>
                <a:lnTo>
                  <a:pt x="15036" y="562508"/>
                </a:lnTo>
                <a:lnTo>
                  <a:pt x="184670" y="298577"/>
                </a:lnTo>
                <a:close/>
              </a:path>
              <a:path w="365125" h="563879">
                <a:moveTo>
                  <a:pt x="365112" y="10858"/>
                </a:moveTo>
                <a:lnTo>
                  <a:pt x="363905" y="5308"/>
                </a:lnTo>
                <a:lnTo>
                  <a:pt x="359791" y="2679"/>
                </a:lnTo>
                <a:lnTo>
                  <a:pt x="355625" y="0"/>
                </a:lnTo>
                <a:lnTo>
                  <a:pt x="350100" y="1206"/>
                </a:lnTo>
                <a:lnTo>
                  <a:pt x="180441" y="265112"/>
                </a:lnTo>
                <a:lnTo>
                  <a:pt x="181648" y="270700"/>
                </a:lnTo>
                <a:lnTo>
                  <a:pt x="189915" y="275996"/>
                </a:lnTo>
                <a:lnTo>
                  <a:pt x="195453" y="274789"/>
                </a:lnTo>
                <a:lnTo>
                  <a:pt x="365112" y="10858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7" name="object 97" descr=""/>
          <p:cNvGrpSpPr/>
          <p:nvPr/>
        </p:nvGrpSpPr>
        <p:grpSpPr>
          <a:xfrm>
            <a:off x="5141068" y="5199712"/>
            <a:ext cx="1147445" cy="1176020"/>
            <a:chOff x="5141068" y="5199712"/>
            <a:chExt cx="1147445" cy="1176020"/>
          </a:xfrm>
        </p:grpSpPr>
        <p:sp>
          <p:nvSpPr>
            <p:cNvPr id="98" name="object 98" descr=""/>
            <p:cNvSpPr/>
            <p:nvPr/>
          </p:nvSpPr>
          <p:spPr>
            <a:xfrm>
              <a:off x="5790683" y="5353639"/>
              <a:ext cx="279400" cy="783590"/>
            </a:xfrm>
            <a:custGeom>
              <a:avLst/>
              <a:gdLst/>
              <a:ahLst/>
              <a:cxnLst/>
              <a:rect l="l" t="t" r="r" b="b"/>
              <a:pathLst>
                <a:path w="279400" h="783589">
                  <a:moveTo>
                    <a:pt x="197658" y="0"/>
                  </a:moveTo>
                  <a:lnTo>
                    <a:pt x="61568" y="2041"/>
                  </a:lnTo>
                  <a:lnTo>
                    <a:pt x="0" y="783295"/>
                  </a:lnTo>
                  <a:lnTo>
                    <a:pt x="279405" y="779107"/>
                  </a:lnTo>
                  <a:lnTo>
                    <a:pt x="197658" y="0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5683676" y="6023187"/>
              <a:ext cx="508634" cy="259715"/>
            </a:xfrm>
            <a:custGeom>
              <a:avLst/>
              <a:gdLst/>
              <a:ahLst/>
              <a:cxnLst/>
              <a:rect l="l" t="t" r="r" b="b"/>
              <a:pathLst>
                <a:path w="508635" h="259714">
                  <a:moveTo>
                    <a:pt x="244133" y="0"/>
                  </a:moveTo>
                  <a:lnTo>
                    <a:pt x="198664" y="5966"/>
                  </a:lnTo>
                  <a:lnTo>
                    <a:pt x="149707" y="22236"/>
                  </a:lnTo>
                  <a:lnTo>
                    <a:pt x="106310" y="47188"/>
                  </a:lnTo>
                  <a:lnTo>
                    <a:pt x="69252" y="79593"/>
                  </a:lnTo>
                  <a:lnTo>
                    <a:pt x="39312" y="118222"/>
                  </a:lnTo>
                  <a:lnTo>
                    <a:pt x="17270" y="161846"/>
                  </a:lnTo>
                  <a:lnTo>
                    <a:pt x="3906" y="209236"/>
                  </a:lnTo>
                  <a:lnTo>
                    <a:pt x="0" y="259162"/>
                  </a:lnTo>
                  <a:lnTo>
                    <a:pt x="508267" y="259162"/>
                  </a:lnTo>
                  <a:lnTo>
                    <a:pt x="505099" y="213790"/>
                  </a:lnTo>
                  <a:lnTo>
                    <a:pt x="488206" y="154857"/>
                  </a:lnTo>
                  <a:lnTo>
                    <a:pt x="467298" y="115473"/>
                  </a:lnTo>
                  <a:lnTo>
                    <a:pt x="440306" y="80937"/>
                  </a:lnTo>
                  <a:lnTo>
                    <a:pt x="408089" y="51792"/>
                  </a:lnTo>
                  <a:lnTo>
                    <a:pt x="371504" y="28582"/>
                  </a:lnTo>
                  <a:lnTo>
                    <a:pt x="331411" y="11851"/>
                  </a:lnTo>
                  <a:lnTo>
                    <a:pt x="288668" y="2142"/>
                  </a:lnTo>
                  <a:lnTo>
                    <a:pt x="244133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5379983" y="5199712"/>
              <a:ext cx="554355" cy="235585"/>
            </a:xfrm>
            <a:custGeom>
              <a:avLst/>
              <a:gdLst/>
              <a:ahLst/>
              <a:cxnLst/>
              <a:rect l="l" t="t" r="r" b="b"/>
              <a:pathLst>
                <a:path w="554354" h="235585">
                  <a:moveTo>
                    <a:pt x="526716" y="0"/>
                  </a:moveTo>
                  <a:lnTo>
                    <a:pt x="0" y="123723"/>
                  </a:lnTo>
                  <a:lnTo>
                    <a:pt x="13235" y="235312"/>
                  </a:lnTo>
                  <a:lnTo>
                    <a:pt x="553867" y="229123"/>
                  </a:lnTo>
                  <a:lnTo>
                    <a:pt x="526716" y="0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03127" y="5200018"/>
              <a:ext cx="229448" cy="229448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5183068" y="5347374"/>
              <a:ext cx="274320" cy="310515"/>
            </a:xfrm>
            <a:custGeom>
              <a:avLst/>
              <a:gdLst/>
              <a:ahLst/>
              <a:cxnLst/>
              <a:rect l="l" t="t" r="r" b="b"/>
              <a:pathLst>
                <a:path w="274320" h="310514">
                  <a:moveTo>
                    <a:pt x="162769" y="0"/>
                  </a:moveTo>
                  <a:lnTo>
                    <a:pt x="0" y="299268"/>
                  </a:lnTo>
                  <a:lnTo>
                    <a:pt x="13570" y="310189"/>
                  </a:lnTo>
                  <a:lnTo>
                    <a:pt x="274190" y="89578"/>
                  </a:lnTo>
                  <a:lnTo>
                    <a:pt x="162769" y="0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313978" y="5291520"/>
              <a:ext cx="199596" cy="199616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141068" y="5592207"/>
              <a:ext cx="115849" cy="115839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825791" y="6087390"/>
              <a:ext cx="217899" cy="183062"/>
            </a:xfrm>
            <a:prstGeom prst="rect">
              <a:avLst/>
            </a:prstGeom>
          </p:spPr>
        </p:pic>
        <p:sp>
          <p:nvSpPr>
            <p:cNvPr id="106" name="object 106" descr=""/>
            <p:cNvSpPr/>
            <p:nvPr/>
          </p:nvSpPr>
          <p:spPr>
            <a:xfrm>
              <a:off x="5572126" y="6203905"/>
              <a:ext cx="716280" cy="172085"/>
            </a:xfrm>
            <a:custGeom>
              <a:avLst/>
              <a:gdLst/>
              <a:ahLst/>
              <a:cxnLst/>
              <a:rect l="l" t="t" r="r" b="b"/>
              <a:pathLst>
                <a:path w="716279" h="172085">
                  <a:moveTo>
                    <a:pt x="636797" y="0"/>
                  </a:moveTo>
                  <a:lnTo>
                    <a:pt x="79474" y="0"/>
                  </a:lnTo>
                  <a:lnTo>
                    <a:pt x="44701" y="7375"/>
                  </a:lnTo>
                  <a:lnTo>
                    <a:pt x="19865" y="26818"/>
                  </a:lnTo>
                  <a:lnTo>
                    <a:pt x="4965" y="54307"/>
                  </a:lnTo>
                  <a:lnTo>
                    <a:pt x="0" y="85819"/>
                  </a:lnTo>
                  <a:lnTo>
                    <a:pt x="4968" y="117331"/>
                  </a:lnTo>
                  <a:lnTo>
                    <a:pt x="19871" y="144820"/>
                  </a:lnTo>
                  <a:lnTo>
                    <a:pt x="44706" y="164263"/>
                  </a:lnTo>
                  <a:lnTo>
                    <a:pt x="79474" y="171638"/>
                  </a:lnTo>
                  <a:lnTo>
                    <a:pt x="636797" y="171638"/>
                  </a:lnTo>
                  <a:lnTo>
                    <a:pt x="671570" y="164263"/>
                  </a:lnTo>
                  <a:lnTo>
                    <a:pt x="696408" y="144820"/>
                  </a:lnTo>
                  <a:lnTo>
                    <a:pt x="711311" y="117331"/>
                  </a:lnTo>
                  <a:lnTo>
                    <a:pt x="716279" y="85819"/>
                  </a:lnTo>
                  <a:lnTo>
                    <a:pt x="711311" y="54307"/>
                  </a:lnTo>
                  <a:lnTo>
                    <a:pt x="696408" y="26818"/>
                  </a:lnTo>
                  <a:lnTo>
                    <a:pt x="671570" y="7375"/>
                  </a:lnTo>
                  <a:lnTo>
                    <a:pt x="636797" y="0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5175322" y="5625118"/>
              <a:ext cx="39370" cy="39370"/>
            </a:xfrm>
            <a:custGeom>
              <a:avLst/>
              <a:gdLst/>
              <a:ahLst/>
              <a:cxnLst/>
              <a:rect l="l" t="t" r="r" b="b"/>
              <a:pathLst>
                <a:path w="39370" h="39370">
                  <a:moveTo>
                    <a:pt x="19433" y="0"/>
                  </a:moveTo>
                  <a:lnTo>
                    <a:pt x="11878" y="1531"/>
                  </a:lnTo>
                  <a:lnTo>
                    <a:pt x="5700" y="5705"/>
                  </a:lnTo>
                  <a:lnTo>
                    <a:pt x="1530" y="11887"/>
                  </a:lnTo>
                  <a:lnTo>
                    <a:pt x="0" y="19444"/>
                  </a:lnTo>
                  <a:lnTo>
                    <a:pt x="1530" y="27003"/>
                  </a:lnTo>
                  <a:lnTo>
                    <a:pt x="5700" y="33188"/>
                  </a:lnTo>
                  <a:lnTo>
                    <a:pt x="11878" y="37365"/>
                  </a:lnTo>
                  <a:lnTo>
                    <a:pt x="19433" y="38899"/>
                  </a:lnTo>
                  <a:lnTo>
                    <a:pt x="26992" y="37365"/>
                  </a:lnTo>
                  <a:lnTo>
                    <a:pt x="33178" y="33188"/>
                  </a:lnTo>
                  <a:lnTo>
                    <a:pt x="37355" y="27003"/>
                  </a:lnTo>
                  <a:lnTo>
                    <a:pt x="38888" y="19444"/>
                  </a:lnTo>
                  <a:lnTo>
                    <a:pt x="37355" y="11887"/>
                  </a:lnTo>
                  <a:lnTo>
                    <a:pt x="33178" y="5705"/>
                  </a:lnTo>
                  <a:lnTo>
                    <a:pt x="26992" y="1531"/>
                  </a:lnTo>
                  <a:lnTo>
                    <a:pt x="194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369661" y="5350934"/>
              <a:ext cx="80730" cy="80730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879958" y="5273930"/>
              <a:ext cx="80709" cy="80730"/>
            </a:xfrm>
            <a:prstGeom prst="rect">
              <a:avLst/>
            </a:prstGeom>
          </p:spPr>
        </p:pic>
      </p:grpSp>
      <p:grpSp>
        <p:nvGrpSpPr>
          <p:cNvPr id="110" name="object 110" descr=""/>
          <p:cNvGrpSpPr/>
          <p:nvPr/>
        </p:nvGrpSpPr>
        <p:grpSpPr>
          <a:xfrm>
            <a:off x="1446066" y="6800412"/>
            <a:ext cx="1654810" cy="2366645"/>
            <a:chOff x="1446066" y="6800412"/>
            <a:chExt cx="1654810" cy="2366645"/>
          </a:xfrm>
        </p:grpSpPr>
        <p:sp>
          <p:nvSpPr>
            <p:cNvPr id="111" name="object 111" descr=""/>
            <p:cNvSpPr/>
            <p:nvPr/>
          </p:nvSpPr>
          <p:spPr>
            <a:xfrm>
              <a:off x="1446066" y="6800412"/>
              <a:ext cx="1654810" cy="2366645"/>
            </a:xfrm>
            <a:custGeom>
              <a:avLst/>
              <a:gdLst/>
              <a:ahLst/>
              <a:cxnLst/>
              <a:rect l="l" t="t" r="r" b="b"/>
              <a:pathLst>
                <a:path w="1654810" h="2366645">
                  <a:moveTo>
                    <a:pt x="1488897" y="0"/>
                  </a:moveTo>
                  <a:lnTo>
                    <a:pt x="165429" y="0"/>
                  </a:lnTo>
                  <a:lnTo>
                    <a:pt x="121584" y="5935"/>
                  </a:lnTo>
                  <a:lnTo>
                    <a:pt x="82104" y="22671"/>
                  </a:lnTo>
                  <a:lnTo>
                    <a:pt x="48596" y="48596"/>
                  </a:lnTo>
                  <a:lnTo>
                    <a:pt x="22671" y="82104"/>
                  </a:lnTo>
                  <a:lnTo>
                    <a:pt x="5935" y="121584"/>
                  </a:lnTo>
                  <a:lnTo>
                    <a:pt x="0" y="165429"/>
                  </a:lnTo>
                  <a:lnTo>
                    <a:pt x="0" y="2366461"/>
                  </a:lnTo>
                  <a:lnTo>
                    <a:pt x="1654326" y="2366461"/>
                  </a:lnTo>
                  <a:lnTo>
                    <a:pt x="1654326" y="165429"/>
                  </a:lnTo>
                  <a:lnTo>
                    <a:pt x="1648392" y="121584"/>
                  </a:lnTo>
                  <a:lnTo>
                    <a:pt x="1631660" y="82104"/>
                  </a:lnTo>
                  <a:lnTo>
                    <a:pt x="1605737" y="48596"/>
                  </a:lnTo>
                  <a:lnTo>
                    <a:pt x="1572231" y="22671"/>
                  </a:lnTo>
                  <a:lnTo>
                    <a:pt x="1532749" y="5935"/>
                  </a:lnTo>
                  <a:lnTo>
                    <a:pt x="1488897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521396" y="6956882"/>
              <a:ext cx="1503680" cy="2112645"/>
            </a:xfrm>
            <a:custGeom>
              <a:avLst/>
              <a:gdLst/>
              <a:ahLst/>
              <a:cxnLst/>
              <a:rect l="l" t="t" r="r" b="b"/>
              <a:pathLst>
                <a:path w="1503680" h="2112645">
                  <a:moveTo>
                    <a:pt x="1453945" y="0"/>
                  </a:moveTo>
                  <a:lnTo>
                    <a:pt x="0" y="2104857"/>
                  </a:lnTo>
                  <a:lnTo>
                    <a:pt x="0" y="2112071"/>
                  </a:lnTo>
                  <a:lnTo>
                    <a:pt x="1503681" y="2112071"/>
                  </a:lnTo>
                  <a:lnTo>
                    <a:pt x="1503681" y="111452"/>
                  </a:lnTo>
                  <a:lnTo>
                    <a:pt x="1500198" y="79317"/>
                  </a:lnTo>
                  <a:lnTo>
                    <a:pt x="1490247" y="49533"/>
                  </a:lnTo>
                  <a:lnTo>
                    <a:pt x="1474580" y="22846"/>
                  </a:lnTo>
                  <a:lnTo>
                    <a:pt x="145394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603361" y="6980969"/>
              <a:ext cx="369570" cy="215900"/>
            </a:xfrm>
            <a:custGeom>
              <a:avLst/>
              <a:gdLst/>
              <a:ahLst/>
              <a:cxnLst/>
              <a:rect l="l" t="t" r="r" b="b"/>
              <a:pathLst>
                <a:path w="369569" h="215900">
                  <a:moveTo>
                    <a:pt x="205830" y="0"/>
                  </a:moveTo>
                  <a:lnTo>
                    <a:pt x="163320" y="0"/>
                  </a:lnTo>
                  <a:lnTo>
                    <a:pt x="121818" y="5571"/>
                  </a:lnTo>
                  <a:lnTo>
                    <a:pt x="83340" y="16714"/>
                  </a:lnTo>
                  <a:lnTo>
                    <a:pt x="23523" y="55713"/>
                  </a:lnTo>
                  <a:lnTo>
                    <a:pt x="0" y="116998"/>
                  </a:lnTo>
                  <a:lnTo>
                    <a:pt x="0" y="215456"/>
                  </a:lnTo>
                  <a:lnTo>
                    <a:pt x="369151" y="215456"/>
                  </a:lnTo>
                  <a:lnTo>
                    <a:pt x="369151" y="116998"/>
                  </a:lnTo>
                  <a:lnTo>
                    <a:pt x="345627" y="55713"/>
                  </a:lnTo>
                  <a:lnTo>
                    <a:pt x="285810" y="16714"/>
                  </a:lnTo>
                  <a:lnTo>
                    <a:pt x="247332" y="5571"/>
                  </a:lnTo>
                  <a:lnTo>
                    <a:pt x="205830" y="0"/>
                  </a:lnTo>
                  <a:close/>
                </a:path>
              </a:pathLst>
            </a:custGeom>
            <a:solidFill>
              <a:srgbClr val="9FDE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77309" y="7058128"/>
              <a:ext cx="152930" cy="160050"/>
            </a:xfrm>
            <a:prstGeom prst="rect">
              <a:avLst/>
            </a:prstGeom>
          </p:spPr>
        </p:pic>
        <p:sp>
          <p:nvSpPr>
            <p:cNvPr id="115" name="object 115" descr=""/>
            <p:cNvSpPr/>
            <p:nvPr/>
          </p:nvSpPr>
          <p:spPr>
            <a:xfrm>
              <a:off x="1578726" y="6955644"/>
              <a:ext cx="418465" cy="265430"/>
            </a:xfrm>
            <a:custGeom>
              <a:avLst/>
              <a:gdLst/>
              <a:ahLst/>
              <a:cxnLst/>
              <a:rect l="l" t="t" r="r" b="b"/>
              <a:pathLst>
                <a:path w="418464" h="265429">
                  <a:moveTo>
                    <a:pt x="209208" y="0"/>
                  </a:moveTo>
                  <a:lnTo>
                    <a:pt x="167777" y="2536"/>
                  </a:lnTo>
                  <a:lnTo>
                    <a:pt x="127556" y="10114"/>
                  </a:lnTo>
                  <a:lnTo>
                    <a:pt x="77428" y="28745"/>
                  </a:lnTo>
                  <a:lnTo>
                    <a:pt x="36936" y="56953"/>
                  </a:lnTo>
                  <a:lnTo>
                    <a:pt x="9864" y="94793"/>
                  </a:lnTo>
                  <a:lnTo>
                    <a:pt x="0" y="142320"/>
                  </a:lnTo>
                  <a:lnTo>
                    <a:pt x="0" y="265374"/>
                  </a:lnTo>
                  <a:lnTo>
                    <a:pt x="418395" y="265374"/>
                  </a:lnTo>
                  <a:lnTo>
                    <a:pt x="418395" y="216150"/>
                  </a:lnTo>
                  <a:lnTo>
                    <a:pt x="49265" y="216150"/>
                  </a:lnTo>
                  <a:lnTo>
                    <a:pt x="49265" y="142320"/>
                  </a:lnTo>
                  <a:lnTo>
                    <a:pt x="75493" y="88709"/>
                  </a:lnTo>
                  <a:lnTo>
                    <a:pt x="139880" y="57589"/>
                  </a:lnTo>
                  <a:lnTo>
                    <a:pt x="191268" y="49748"/>
                  </a:lnTo>
                  <a:lnTo>
                    <a:pt x="209208" y="49223"/>
                  </a:lnTo>
                  <a:lnTo>
                    <a:pt x="370252" y="49129"/>
                  </a:lnTo>
                  <a:lnTo>
                    <a:pt x="340993" y="28737"/>
                  </a:lnTo>
                  <a:lnTo>
                    <a:pt x="290870" y="10093"/>
                  </a:lnTo>
                  <a:lnTo>
                    <a:pt x="250828" y="2605"/>
                  </a:lnTo>
                  <a:lnTo>
                    <a:pt x="209208" y="104"/>
                  </a:lnTo>
                  <a:close/>
                </a:path>
                <a:path w="418464" h="265429">
                  <a:moveTo>
                    <a:pt x="370252" y="49129"/>
                  </a:moveTo>
                  <a:lnTo>
                    <a:pt x="209208" y="49129"/>
                  </a:lnTo>
                  <a:lnTo>
                    <a:pt x="227002" y="49659"/>
                  </a:lnTo>
                  <a:lnTo>
                    <a:pt x="244610" y="51247"/>
                  </a:lnTo>
                  <a:lnTo>
                    <a:pt x="314162" y="70310"/>
                  </a:lnTo>
                  <a:lnTo>
                    <a:pt x="362164" y="112730"/>
                  </a:lnTo>
                  <a:lnTo>
                    <a:pt x="369172" y="142320"/>
                  </a:lnTo>
                  <a:lnTo>
                    <a:pt x="369172" y="216150"/>
                  </a:lnTo>
                  <a:lnTo>
                    <a:pt x="418395" y="216150"/>
                  </a:lnTo>
                  <a:lnTo>
                    <a:pt x="418395" y="142320"/>
                  </a:lnTo>
                  <a:lnTo>
                    <a:pt x="408535" y="94793"/>
                  </a:lnTo>
                  <a:lnTo>
                    <a:pt x="381475" y="56951"/>
                  </a:lnTo>
                  <a:lnTo>
                    <a:pt x="370252" y="49129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609400" y="7355624"/>
              <a:ext cx="369570" cy="215900"/>
            </a:xfrm>
            <a:custGeom>
              <a:avLst/>
              <a:gdLst/>
              <a:ahLst/>
              <a:cxnLst/>
              <a:rect l="l" t="t" r="r" b="b"/>
              <a:pathLst>
                <a:path w="369569" h="215900">
                  <a:moveTo>
                    <a:pt x="205830" y="0"/>
                  </a:moveTo>
                  <a:lnTo>
                    <a:pt x="163320" y="0"/>
                  </a:lnTo>
                  <a:lnTo>
                    <a:pt x="121818" y="5572"/>
                  </a:lnTo>
                  <a:lnTo>
                    <a:pt x="83340" y="16716"/>
                  </a:lnTo>
                  <a:lnTo>
                    <a:pt x="23523" y="55721"/>
                  </a:lnTo>
                  <a:lnTo>
                    <a:pt x="0" y="117014"/>
                  </a:lnTo>
                  <a:lnTo>
                    <a:pt x="0" y="215472"/>
                  </a:lnTo>
                  <a:lnTo>
                    <a:pt x="369151" y="215472"/>
                  </a:lnTo>
                  <a:lnTo>
                    <a:pt x="369151" y="117014"/>
                  </a:lnTo>
                  <a:lnTo>
                    <a:pt x="345627" y="55721"/>
                  </a:lnTo>
                  <a:lnTo>
                    <a:pt x="285810" y="16716"/>
                  </a:lnTo>
                  <a:lnTo>
                    <a:pt x="247332" y="5572"/>
                  </a:lnTo>
                  <a:lnTo>
                    <a:pt x="205830" y="0"/>
                  </a:lnTo>
                  <a:close/>
                </a:path>
              </a:pathLst>
            </a:custGeom>
            <a:solidFill>
              <a:srgbClr val="9FDE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731744" y="7421045"/>
              <a:ext cx="150864" cy="162061"/>
            </a:xfrm>
            <a:prstGeom prst="rect">
              <a:avLst/>
            </a:prstGeom>
          </p:spPr>
        </p:pic>
        <p:sp>
          <p:nvSpPr>
            <p:cNvPr id="118" name="object 118" descr=""/>
            <p:cNvSpPr/>
            <p:nvPr/>
          </p:nvSpPr>
          <p:spPr>
            <a:xfrm>
              <a:off x="1584786" y="7330316"/>
              <a:ext cx="418465" cy="265430"/>
            </a:xfrm>
            <a:custGeom>
              <a:avLst/>
              <a:gdLst/>
              <a:ahLst/>
              <a:cxnLst/>
              <a:rect l="l" t="t" r="r" b="b"/>
              <a:pathLst>
                <a:path w="418464" h="265429">
                  <a:moveTo>
                    <a:pt x="209208" y="0"/>
                  </a:moveTo>
                  <a:lnTo>
                    <a:pt x="167763" y="2526"/>
                  </a:lnTo>
                  <a:lnTo>
                    <a:pt x="127535" y="10093"/>
                  </a:lnTo>
                  <a:lnTo>
                    <a:pt x="77410" y="28737"/>
                  </a:lnTo>
                  <a:lnTo>
                    <a:pt x="36925" y="56951"/>
                  </a:lnTo>
                  <a:lnTo>
                    <a:pt x="9861" y="94793"/>
                  </a:lnTo>
                  <a:lnTo>
                    <a:pt x="0" y="142320"/>
                  </a:lnTo>
                  <a:lnTo>
                    <a:pt x="0" y="265395"/>
                  </a:lnTo>
                  <a:lnTo>
                    <a:pt x="418374" y="265395"/>
                  </a:lnTo>
                  <a:lnTo>
                    <a:pt x="418374" y="216171"/>
                  </a:lnTo>
                  <a:lnTo>
                    <a:pt x="49244" y="216171"/>
                  </a:lnTo>
                  <a:lnTo>
                    <a:pt x="49244" y="142320"/>
                  </a:lnTo>
                  <a:lnTo>
                    <a:pt x="75485" y="88701"/>
                  </a:lnTo>
                  <a:lnTo>
                    <a:pt x="139859" y="57589"/>
                  </a:lnTo>
                  <a:lnTo>
                    <a:pt x="191264" y="49763"/>
                  </a:lnTo>
                  <a:lnTo>
                    <a:pt x="209208" y="49244"/>
                  </a:lnTo>
                  <a:lnTo>
                    <a:pt x="370229" y="49129"/>
                  </a:lnTo>
                  <a:lnTo>
                    <a:pt x="340964" y="28737"/>
                  </a:lnTo>
                  <a:lnTo>
                    <a:pt x="290818" y="10093"/>
                  </a:lnTo>
                  <a:lnTo>
                    <a:pt x="250814" y="2607"/>
                  </a:lnTo>
                  <a:lnTo>
                    <a:pt x="209208" y="115"/>
                  </a:lnTo>
                  <a:close/>
                </a:path>
                <a:path w="418464" h="265429">
                  <a:moveTo>
                    <a:pt x="370229" y="49129"/>
                  </a:moveTo>
                  <a:lnTo>
                    <a:pt x="209208" y="49129"/>
                  </a:lnTo>
                  <a:lnTo>
                    <a:pt x="226995" y="49659"/>
                  </a:lnTo>
                  <a:lnTo>
                    <a:pt x="244598" y="51247"/>
                  </a:lnTo>
                  <a:lnTo>
                    <a:pt x="314175" y="70310"/>
                  </a:lnTo>
                  <a:lnTo>
                    <a:pt x="362165" y="112730"/>
                  </a:lnTo>
                  <a:lnTo>
                    <a:pt x="369172" y="142320"/>
                  </a:lnTo>
                  <a:lnTo>
                    <a:pt x="369172" y="216171"/>
                  </a:lnTo>
                  <a:lnTo>
                    <a:pt x="418374" y="216171"/>
                  </a:lnTo>
                  <a:lnTo>
                    <a:pt x="418374" y="142320"/>
                  </a:lnTo>
                  <a:lnTo>
                    <a:pt x="408515" y="94793"/>
                  </a:lnTo>
                  <a:lnTo>
                    <a:pt x="381454" y="56951"/>
                  </a:lnTo>
                  <a:lnTo>
                    <a:pt x="370229" y="49129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824274" y="7961528"/>
              <a:ext cx="196674" cy="137514"/>
            </a:xfrm>
            <a:prstGeom prst="rect">
              <a:avLst/>
            </a:prstGeom>
          </p:spPr>
        </p:pic>
        <p:sp>
          <p:nvSpPr>
            <p:cNvPr id="120" name="object 120" descr=""/>
            <p:cNvSpPr/>
            <p:nvPr/>
          </p:nvSpPr>
          <p:spPr>
            <a:xfrm>
              <a:off x="1789064" y="8096044"/>
              <a:ext cx="267335" cy="46355"/>
            </a:xfrm>
            <a:custGeom>
              <a:avLst/>
              <a:gdLst/>
              <a:ahLst/>
              <a:cxnLst/>
              <a:rect l="l" t="t" r="r" b="b"/>
              <a:pathLst>
                <a:path w="267335" h="46354">
                  <a:moveTo>
                    <a:pt x="261908" y="0"/>
                  </a:moveTo>
                  <a:lnTo>
                    <a:pt x="11465" y="0"/>
                  </a:lnTo>
                  <a:lnTo>
                    <a:pt x="5162" y="0"/>
                  </a:lnTo>
                  <a:lnTo>
                    <a:pt x="0" y="5151"/>
                  </a:lnTo>
                  <a:lnTo>
                    <a:pt x="0" y="40627"/>
                  </a:lnTo>
                  <a:lnTo>
                    <a:pt x="5162" y="45757"/>
                  </a:lnTo>
                  <a:lnTo>
                    <a:pt x="261908" y="45757"/>
                  </a:lnTo>
                  <a:lnTo>
                    <a:pt x="267059" y="40627"/>
                  </a:lnTo>
                  <a:lnTo>
                    <a:pt x="267059" y="5151"/>
                  </a:lnTo>
                  <a:lnTo>
                    <a:pt x="26190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789064" y="8096044"/>
              <a:ext cx="267335" cy="20955"/>
            </a:xfrm>
            <a:custGeom>
              <a:avLst/>
              <a:gdLst/>
              <a:ahLst/>
              <a:cxnLst/>
              <a:rect l="l" t="t" r="r" b="b"/>
              <a:pathLst>
                <a:path w="267335" h="20954">
                  <a:moveTo>
                    <a:pt x="261908" y="0"/>
                  </a:moveTo>
                  <a:lnTo>
                    <a:pt x="11465" y="0"/>
                  </a:lnTo>
                  <a:lnTo>
                    <a:pt x="5162" y="0"/>
                  </a:lnTo>
                  <a:lnTo>
                    <a:pt x="0" y="5151"/>
                  </a:lnTo>
                  <a:lnTo>
                    <a:pt x="0" y="20481"/>
                  </a:lnTo>
                  <a:lnTo>
                    <a:pt x="267059" y="20481"/>
                  </a:lnTo>
                  <a:lnTo>
                    <a:pt x="267059" y="5151"/>
                  </a:lnTo>
                  <a:lnTo>
                    <a:pt x="261908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2" name="object 122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883806" y="7792818"/>
              <a:ext cx="77578" cy="168698"/>
            </a:xfrm>
            <a:prstGeom prst="rect">
              <a:avLst/>
            </a:prstGeom>
          </p:spPr>
        </p:pic>
        <p:pic>
          <p:nvPicPr>
            <p:cNvPr id="123" name="object 12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153148" y="7961528"/>
              <a:ext cx="196695" cy="137514"/>
            </a:xfrm>
            <a:prstGeom prst="rect">
              <a:avLst/>
            </a:prstGeom>
          </p:spPr>
        </p:pic>
        <p:sp>
          <p:nvSpPr>
            <p:cNvPr id="124" name="object 124" descr=""/>
            <p:cNvSpPr/>
            <p:nvPr/>
          </p:nvSpPr>
          <p:spPr>
            <a:xfrm>
              <a:off x="2117958" y="8096044"/>
              <a:ext cx="267335" cy="46355"/>
            </a:xfrm>
            <a:custGeom>
              <a:avLst/>
              <a:gdLst/>
              <a:ahLst/>
              <a:cxnLst/>
              <a:rect l="l" t="t" r="r" b="b"/>
              <a:pathLst>
                <a:path w="267335" h="46354">
                  <a:moveTo>
                    <a:pt x="261908" y="0"/>
                  </a:moveTo>
                  <a:lnTo>
                    <a:pt x="11444" y="0"/>
                  </a:lnTo>
                  <a:lnTo>
                    <a:pt x="5151" y="0"/>
                  </a:lnTo>
                  <a:lnTo>
                    <a:pt x="0" y="5151"/>
                  </a:lnTo>
                  <a:lnTo>
                    <a:pt x="0" y="40627"/>
                  </a:lnTo>
                  <a:lnTo>
                    <a:pt x="5151" y="45757"/>
                  </a:lnTo>
                  <a:lnTo>
                    <a:pt x="261908" y="45757"/>
                  </a:lnTo>
                  <a:lnTo>
                    <a:pt x="267038" y="40627"/>
                  </a:lnTo>
                  <a:lnTo>
                    <a:pt x="267038" y="5151"/>
                  </a:lnTo>
                  <a:lnTo>
                    <a:pt x="26190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2117958" y="8096044"/>
              <a:ext cx="267335" cy="20955"/>
            </a:xfrm>
            <a:custGeom>
              <a:avLst/>
              <a:gdLst/>
              <a:ahLst/>
              <a:cxnLst/>
              <a:rect l="l" t="t" r="r" b="b"/>
              <a:pathLst>
                <a:path w="267335" h="20954">
                  <a:moveTo>
                    <a:pt x="261908" y="0"/>
                  </a:moveTo>
                  <a:lnTo>
                    <a:pt x="11444" y="0"/>
                  </a:lnTo>
                  <a:lnTo>
                    <a:pt x="5151" y="0"/>
                  </a:lnTo>
                  <a:lnTo>
                    <a:pt x="0" y="5151"/>
                  </a:lnTo>
                  <a:lnTo>
                    <a:pt x="0" y="20481"/>
                  </a:lnTo>
                  <a:lnTo>
                    <a:pt x="267038" y="20481"/>
                  </a:lnTo>
                  <a:lnTo>
                    <a:pt x="267038" y="5151"/>
                  </a:lnTo>
                  <a:lnTo>
                    <a:pt x="261908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212697" y="7792818"/>
              <a:ext cx="77578" cy="168698"/>
            </a:xfrm>
            <a:prstGeom prst="rect">
              <a:avLst/>
            </a:prstGeom>
          </p:spPr>
        </p:pic>
        <p:pic>
          <p:nvPicPr>
            <p:cNvPr id="127" name="object 127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459543" y="8026903"/>
              <a:ext cx="196674" cy="137514"/>
            </a:xfrm>
            <a:prstGeom prst="rect">
              <a:avLst/>
            </a:prstGeom>
          </p:spPr>
        </p:pic>
        <p:sp>
          <p:nvSpPr>
            <p:cNvPr id="128" name="object 128" descr=""/>
            <p:cNvSpPr/>
            <p:nvPr/>
          </p:nvSpPr>
          <p:spPr>
            <a:xfrm>
              <a:off x="2424376" y="7984146"/>
              <a:ext cx="267335" cy="46355"/>
            </a:xfrm>
            <a:custGeom>
              <a:avLst/>
              <a:gdLst/>
              <a:ahLst/>
              <a:cxnLst/>
              <a:rect l="l" t="t" r="r" b="b"/>
              <a:pathLst>
                <a:path w="267335" h="46354">
                  <a:moveTo>
                    <a:pt x="261887" y="0"/>
                  </a:moveTo>
                  <a:lnTo>
                    <a:pt x="5130" y="0"/>
                  </a:lnTo>
                  <a:lnTo>
                    <a:pt x="0" y="5172"/>
                  </a:lnTo>
                  <a:lnTo>
                    <a:pt x="0" y="40627"/>
                  </a:lnTo>
                  <a:lnTo>
                    <a:pt x="5130" y="45757"/>
                  </a:lnTo>
                  <a:lnTo>
                    <a:pt x="11423" y="45757"/>
                  </a:lnTo>
                  <a:lnTo>
                    <a:pt x="261887" y="45757"/>
                  </a:lnTo>
                  <a:lnTo>
                    <a:pt x="267038" y="40627"/>
                  </a:lnTo>
                  <a:lnTo>
                    <a:pt x="267038" y="5172"/>
                  </a:lnTo>
                  <a:lnTo>
                    <a:pt x="261887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2424366" y="8009591"/>
              <a:ext cx="267335" cy="20320"/>
            </a:xfrm>
            <a:custGeom>
              <a:avLst/>
              <a:gdLst/>
              <a:ahLst/>
              <a:cxnLst/>
              <a:rect l="l" t="t" r="r" b="b"/>
              <a:pathLst>
                <a:path w="267335" h="20320">
                  <a:moveTo>
                    <a:pt x="267042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2590" y="15240"/>
                  </a:lnTo>
                  <a:lnTo>
                    <a:pt x="2590" y="20320"/>
                  </a:lnTo>
                  <a:lnTo>
                    <a:pt x="264439" y="20320"/>
                  </a:lnTo>
                  <a:lnTo>
                    <a:pt x="264439" y="15240"/>
                  </a:lnTo>
                  <a:lnTo>
                    <a:pt x="267042" y="15240"/>
                  </a:lnTo>
                  <a:lnTo>
                    <a:pt x="267042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519094" y="8164411"/>
              <a:ext cx="77589" cy="168716"/>
            </a:xfrm>
            <a:prstGeom prst="rect">
              <a:avLst/>
            </a:prstGeom>
          </p:spPr>
        </p:pic>
        <p:pic>
          <p:nvPicPr>
            <p:cNvPr id="131" name="object 131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142054" y="6964090"/>
              <a:ext cx="158948" cy="158948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142054" y="7204230"/>
              <a:ext cx="158948" cy="158948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359528" y="6964090"/>
              <a:ext cx="158927" cy="158948"/>
            </a:xfrm>
            <a:prstGeom prst="rect">
              <a:avLst/>
            </a:prstGeom>
          </p:spPr>
        </p:pic>
        <p:pic>
          <p:nvPicPr>
            <p:cNvPr id="134" name="object 134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359528" y="7204230"/>
              <a:ext cx="158927" cy="158948"/>
            </a:xfrm>
            <a:prstGeom prst="rect">
              <a:avLst/>
            </a:prstGeom>
          </p:spPr>
        </p:pic>
        <p:pic>
          <p:nvPicPr>
            <p:cNvPr id="135" name="object 135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576980" y="6964090"/>
              <a:ext cx="158948" cy="158948"/>
            </a:xfrm>
            <a:prstGeom prst="rect">
              <a:avLst/>
            </a:prstGeom>
          </p:spPr>
        </p:pic>
        <p:pic>
          <p:nvPicPr>
            <p:cNvPr id="136" name="object 136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576980" y="7204230"/>
              <a:ext cx="158948" cy="158948"/>
            </a:xfrm>
            <a:prstGeom prst="rect">
              <a:avLst/>
            </a:prstGeom>
          </p:spPr>
        </p:pic>
        <p:pic>
          <p:nvPicPr>
            <p:cNvPr id="137" name="object 137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788551" y="6964090"/>
              <a:ext cx="158948" cy="158948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788551" y="7204251"/>
              <a:ext cx="158948" cy="158927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142054" y="7453258"/>
              <a:ext cx="158948" cy="158906"/>
            </a:xfrm>
            <a:prstGeom prst="rect">
              <a:avLst/>
            </a:prstGeom>
          </p:spPr>
        </p:pic>
        <p:pic>
          <p:nvPicPr>
            <p:cNvPr id="140" name="object 140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359528" y="7453258"/>
              <a:ext cx="158927" cy="158906"/>
            </a:xfrm>
            <a:prstGeom prst="rect">
              <a:avLst/>
            </a:prstGeom>
          </p:spPr>
        </p:pic>
        <p:pic>
          <p:nvPicPr>
            <p:cNvPr id="141" name="object 141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576980" y="7453258"/>
              <a:ext cx="158948" cy="158906"/>
            </a:xfrm>
            <a:prstGeom prst="rect">
              <a:avLst/>
            </a:prstGeom>
          </p:spPr>
        </p:pic>
        <p:pic>
          <p:nvPicPr>
            <p:cNvPr id="142" name="object 142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788551" y="7453256"/>
              <a:ext cx="158948" cy="158927"/>
            </a:xfrm>
            <a:prstGeom prst="rect">
              <a:avLst/>
            </a:prstGeom>
          </p:spPr>
        </p:pic>
      </p:grpSp>
      <p:grpSp>
        <p:nvGrpSpPr>
          <p:cNvPr id="143" name="object 143" descr=""/>
          <p:cNvGrpSpPr/>
          <p:nvPr/>
        </p:nvGrpSpPr>
        <p:grpSpPr>
          <a:xfrm>
            <a:off x="3428760" y="6849365"/>
            <a:ext cx="1737995" cy="447675"/>
            <a:chOff x="3428760" y="6849365"/>
            <a:chExt cx="1737995" cy="447675"/>
          </a:xfrm>
        </p:grpSpPr>
        <p:sp>
          <p:nvSpPr>
            <p:cNvPr id="144" name="object 144" descr=""/>
            <p:cNvSpPr/>
            <p:nvPr/>
          </p:nvSpPr>
          <p:spPr>
            <a:xfrm>
              <a:off x="4932153" y="6946270"/>
              <a:ext cx="193040" cy="241300"/>
            </a:xfrm>
            <a:custGeom>
              <a:avLst/>
              <a:gdLst/>
              <a:ahLst/>
              <a:cxnLst/>
              <a:rect l="l" t="t" r="r" b="b"/>
              <a:pathLst>
                <a:path w="193039" h="241300">
                  <a:moveTo>
                    <a:pt x="192706" y="0"/>
                  </a:moveTo>
                  <a:lnTo>
                    <a:pt x="0" y="0"/>
                  </a:lnTo>
                  <a:lnTo>
                    <a:pt x="0" y="241081"/>
                  </a:lnTo>
                  <a:lnTo>
                    <a:pt x="192706" y="241081"/>
                  </a:lnTo>
                  <a:lnTo>
                    <a:pt x="19270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4932146" y="6855021"/>
              <a:ext cx="234315" cy="432434"/>
            </a:xfrm>
            <a:custGeom>
              <a:avLst/>
              <a:gdLst/>
              <a:ahLst/>
              <a:cxnLst/>
              <a:rect l="l" t="t" r="r" b="b"/>
              <a:pathLst>
                <a:path w="234314" h="432434">
                  <a:moveTo>
                    <a:pt x="234010" y="0"/>
                  </a:moveTo>
                  <a:lnTo>
                    <a:pt x="195313" y="0"/>
                  </a:lnTo>
                  <a:lnTo>
                    <a:pt x="180276" y="3048"/>
                  </a:lnTo>
                  <a:lnTo>
                    <a:pt x="167970" y="11366"/>
                  </a:lnTo>
                  <a:lnTo>
                    <a:pt x="159651" y="23660"/>
                  </a:lnTo>
                  <a:lnTo>
                    <a:pt x="156591" y="38684"/>
                  </a:lnTo>
                  <a:lnTo>
                    <a:pt x="156591" y="122250"/>
                  </a:lnTo>
                  <a:lnTo>
                    <a:pt x="0" y="122250"/>
                  </a:lnTo>
                  <a:lnTo>
                    <a:pt x="0" y="156692"/>
                  </a:lnTo>
                  <a:lnTo>
                    <a:pt x="156591" y="156692"/>
                  </a:lnTo>
                  <a:lnTo>
                    <a:pt x="156591" y="393522"/>
                  </a:lnTo>
                  <a:lnTo>
                    <a:pt x="159651" y="408546"/>
                  </a:lnTo>
                  <a:lnTo>
                    <a:pt x="167970" y="420852"/>
                  </a:lnTo>
                  <a:lnTo>
                    <a:pt x="180276" y="429158"/>
                  </a:lnTo>
                  <a:lnTo>
                    <a:pt x="195313" y="432219"/>
                  </a:lnTo>
                  <a:lnTo>
                    <a:pt x="234010" y="432219"/>
                  </a:lnTo>
                  <a:lnTo>
                    <a:pt x="234010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6" name="object 146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088738" y="7054764"/>
              <a:ext cx="77421" cy="232474"/>
            </a:xfrm>
            <a:prstGeom prst="rect">
              <a:avLst/>
            </a:prstGeom>
          </p:spPr>
        </p:pic>
        <p:sp>
          <p:nvSpPr>
            <p:cNvPr id="147" name="object 147" descr=""/>
            <p:cNvSpPr/>
            <p:nvPr/>
          </p:nvSpPr>
          <p:spPr>
            <a:xfrm>
              <a:off x="3662750" y="6849365"/>
              <a:ext cx="1280160" cy="447675"/>
            </a:xfrm>
            <a:custGeom>
              <a:avLst/>
              <a:gdLst/>
              <a:ahLst/>
              <a:cxnLst/>
              <a:rect l="l" t="t" r="r" b="b"/>
              <a:pathLst>
                <a:path w="1280160" h="447675">
                  <a:moveTo>
                    <a:pt x="1236433" y="0"/>
                  </a:moveTo>
                  <a:lnTo>
                    <a:pt x="43338" y="0"/>
                  </a:lnTo>
                  <a:lnTo>
                    <a:pt x="26508" y="3528"/>
                  </a:lnTo>
                  <a:lnTo>
                    <a:pt x="12728" y="13137"/>
                  </a:lnTo>
                  <a:lnTo>
                    <a:pt x="3418" y="27356"/>
                  </a:lnTo>
                  <a:lnTo>
                    <a:pt x="0" y="44721"/>
                  </a:lnTo>
                  <a:lnTo>
                    <a:pt x="0" y="402511"/>
                  </a:lnTo>
                  <a:lnTo>
                    <a:pt x="3418" y="419867"/>
                  </a:lnTo>
                  <a:lnTo>
                    <a:pt x="12728" y="434081"/>
                  </a:lnTo>
                  <a:lnTo>
                    <a:pt x="26508" y="443684"/>
                  </a:lnTo>
                  <a:lnTo>
                    <a:pt x="43338" y="447211"/>
                  </a:lnTo>
                  <a:lnTo>
                    <a:pt x="1236433" y="447211"/>
                  </a:lnTo>
                  <a:lnTo>
                    <a:pt x="1253251" y="443684"/>
                  </a:lnTo>
                  <a:lnTo>
                    <a:pt x="1267025" y="434081"/>
                  </a:lnTo>
                  <a:lnTo>
                    <a:pt x="1276333" y="419867"/>
                  </a:lnTo>
                  <a:lnTo>
                    <a:pt x="1279751" y="402511"/>
                  </a:lnTo>
                  <a:lnTo>
                    <a:pt x="1279751" y="44721"/>
                  </a:lnTo>
                  <a:lnTo>
                    <a:pt x="1276333" y="27356"/>
                  </a:lnTo>
                  <a:lnTo>
                    <a:pt x="1267025" y="13137"/>
                  </a:lnTo>
                  <a:lnTo>
                    <a:pt x="1253251" y="3528"/>
                  </a:lnTo>
                  <a:lnTo>
                    <a:pt x="123643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3700901" y="6876627"/>
              <a:ext cx="1202055" cy="393700"/>
            </a:xfrm>
            <a:custGeom>
              <a:avLst/>
              <a:gdLst/>
              <a:ahLst/>
              <a:cxnLst/>
              <a:rect l="l" t="t" r="r" b="b"/>
              <a:pathLst>
                <a:path w="1202054" h="393700">
                  <a:moveTo>
                    <a:pt x="1163880" y="0"/>
                  </a:moveTo>
                  <a:lnTo>
                    <a:pt x="38103" y="0"/>
                  </a:lnTo>
                  <a:lnTo>
                    <a:pt x="23306" y="3108"/>
                  </a:lnTo>
                  <a:lnTo>
                    <a:pt x="11190" y="11570"/>
                  </a:lnTo>
                  <a:lnTo>
                    <a:pt x="3005" y="24092"/>
                  </a:lnTo>
                  <a:lnTo>
                    <a:pt x="0" y="39380"/>
                  </a:lnTo>
                  <a:lnTo>
                    <a:pt x="0" y="354271"/>
                  </a:lnTo>
                  <a:lnTo>
                    <a:pt x="3005" y="369557"/>
                  </a:lnTo>
                  <a:lnTo>
                    <a:pt x="11190" y="382072"/>
                  </a:lnTo>
                  <a:lnTo>
                    <a:pt x="23306" y="390527"/>
                  </a:lnTo>
                  <a:lnTo>
                    <a:pt x="38103" y="393631"/>
                  </a:lnTo>
                  <a:lnTo>
                    <a:pt x="1163880" y="393631"/>
                  </a:lnTo>
                  <a:lnTo>
                    <a:pt x="1178693" y="390524"/>
                  </a:lnTo>
                  <a:lnTo>
                    <a:pt x="1190822" y="382064"/>
                  </a:lnTo>
                  <a:lnTo>
                    <a:pt x="1199016" y="369548"/>
                  </a:lnTo>
                  <a:lnTo>
                    <a:pt x="1202026" y="354271"/>
                  </a:lnTo>
                  <a:lnTo>
                    <a:pt x="1202026" y="39380"/>
                  </a:lnTo>
                  <a:lnTo>
                    <a:pt x="1199016" y="24092"/>
                  </a:lnTo>
                  <a:lnTo>
                    <a:pt x="1190822" y="11570"/>
                  </a:lnTo>
                  <a:lnTo>
                    <a:pt x="1178693" y="3108"/>
                  </a:lnTo>
                  <a:lnTo>
                    <a:pt x="1163880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4184192" y="7039464"/>
              <a:ext cx="627380" cy="68580"/>
            </a:xfrm>
            <a:custGeom>
              <a:avLst/>
              <a:gdLst/>
              <a:ahLst/>
              <a:cxnLst/>
              <a:rect l="l" t="t" r="r" b="b"/>
              <a:pathLst>
                <a:path w="627379" h="68579">
                  <a:moveTo>
                    <a:pt x="162191" y="4864"/>
                  </a:moveTo>
                  <a:lnTo>
                    <a:pt x="0" y="4864"/>
                  </a:lnTo>
                  <a:lnTo>
                    <a:pt x="0" y="67995"/>
                  </a:lnTo>
                  <a:lnTo>
                    <a:pt x="162191" y="67995"/>
                  </a:lnTo>
                  <a:lnTo>
                    <a:pt x="162191" y="4864"/>
                  </a:lnTo>
                  <a:close/>
                </a:path>
                <a:path w="627379" h="68579">
                  <a:moveTo>
                    <a:pt x="626884" y="0"/>
                  </a:moveTo>
                  <a:lnTo>
                    <a:pt x="464680" y="0"/>
                  </a:lnTo>
                  <a:lnTo>
                    <a:pt x="464680" y="63144"/>
                  </a:lnTo>
                  <a:lnTo>
                    <a:pt x="626884" y="63144"/>
                  </a:lnTo>
                  <a:lnTo>
                    <a:pt x="62688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4333377" y="6908060"/>
              <a:ext cx="321310" cy="321310"/>
            </a:xfrm>
            <a:custGeom>
              <a:avLst/>
              <a:gdLst/>
              <a:ahLst/>
              <a:cxnLst/>
              <a:rect l="l" t="t" r="r" b="b"/>
              <a:pathLst>
                <a:path w="321310" h="321309">
                  <a:moveTo>
                    <a:pt x="160351" y="0"/>
                  </a:moveTo>
                  <a:lnTo>
                    <a:pt x="109763" y="8199"/>
                  </a:lnTo>
                  <a:lnTo>
                    <a:pt x="65756" y="31012"/>
                  </a:lnTo>
                  <a:lnTo>
                    <a:pt x="31009" y="65761"/>
                  </a:lnTo>
                  <a:lnTo>
                    <a:pt x="8198" y="109767"/>
                  </a:lnTo>
                  <a:lnTo>
                    <a:pt x="0" y="160351"/>
                  </a:lnTo>
                  <a:lnTo>
                    <a:pt x="8198" y="210949"/>
                  </a:lnTo>
                  <a:lnTo>
                    <a:pt x="31009" y="254961"/>
                  </a:lnTo>
                  <a:lnTo>
                    <a:pt x="65756" y="289711"/>
                  </a:lnTo>
                  <a:lnTo>
                    <a:pt x="109763" y="312524"/>
                  </a:lnTo>
                  <a:lnTo>
                    <a:pt x="160351" y="320723"/>
                  </a:lnTo>
                  <a:lnTo>
                    <a:pt x="210953" y="312524"/>
                  </a:lnTo>
                  <a:lnTo>
                    <a:pt x="254966" y="289711"/>
                  </a:lnTo>
                  <a:lnTo>
                    <a:pt x="289714" y="254961"/>
                  </a:lnTo>
                  <a:lnTo>
                    <a:pt x="312525" y="210949"/>
                  </a:lnTo>
                  <a:lnTo>
                    <a:pt x="320723" y="160351"/>
                  </a:lnTo>
                  <a:lnTo>
                    <a:pt x="312525" y="109767"/>
                  </a:lnTo>
                  <a:lnTo>
                    <a:pt x="289714" y="65761"/>
                  </a:lnTo>
                  <a:lnTo>
                    <a:pt x="254966" y="31012"/>
                  </a:lnTo>
                  <a:lnTo>
                    <a:pt x="210953" y="8199"/>
                  </a:lnTo>
                  <a:lnTo>
                    <a:pt x="16035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4358759" y="6933445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10" h="270509">
                  <a:moveTo>
                    <a:pt x="134969" y="0"/>
                  </a:moveTo>
                  <a:lnTo>
                    <a:pt x="92385" y="6898"/>
                  </a:lnTo>
                  <a:lnTo>
                    <a:pt x="55344" y="26095"/>
                  </a:lnTo>
                  <a:lnTo>
                    <a:pt x="26098" y="55339"/>
                  </a:lnTo>
                  <a:lnTo>
                    <a:pt x="6899" y="92381"/>
                  </a:lnTo>
                  <a:lnTo>
                    <a:pt x="0" y="134969"/>
                  </a:lnTo>
                  <a:lnTo>
                    <a:pt x="6899" y="177560"/>
                  </a:lnTo>
                  <a:lnTo>
                    <a:pt x="26098" y="214607"/>
                  </a:lnTo>
                  <a:lnTo>
                    <a:pt x="55344" y="243857"/>
                  </a:lnTo>
                  <a:lnTo>
                    <a:pt x="92385" y="263059"/>
                  </a:lnTo>
                  <a:lnTo>
                    <a:pt x="134969" y="269960"/>
                  </a:lnTo>
                  <a:lnTo>
                    <a:pt x="177560" y="263059"/>
                  </a:lnTo>
                  <a:lnTo>
                    <a:pt x="214607" y="243857"/>
                  </a:lnTo>
                  <a:lnTo>
                    <a:pt x="243857" y="214607"/>
                  </a:lnTo>
                  <a:lnTo>
                    <a:pt x="263059" y="177560"/>
                  </a:lnTo>
                  <a:lnTo>
                    <a:pt x="269960" y="134969"/>
                  </a:lnTo>
                  <a:lnTo>
                    <a:pt x="263059" y="92381"/>
                  </a:lnTo>
                  <a:lnTo>
                    <a:pt x="243857" y="55339"/>
                  </a:lnTo>
                  <a:lnTo>
                    <a:pt x="214607" y="26095"/>
                  </a:lnTo>
                  <a:lnTo>
                    <a:pt x="177560" y="6898"/>
                  </a:lnTo>
                  <a:lnTo>
                    <a:pt x="134969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4358738" y="6933461"/>
              <a:ext cx="270510" cy="140335"/>
            </a:xfrm>
            <a:custGeom>
              <a:avLst/>
              <a:gdLst/>
              <a:ahLst/>
              <a:cxnLst/>
              <a:rect l="l" t="t" r="r" b="b"/>
              <a:pathLst>
                <a:path w="270510" h="140334">
                  <a:moveTo>
                    <a:pt x="134990" y="0"/>
                  </a:moveTo>
                  <a:lnTo>
                    <a:pt x="92327" y="6880"/>
                  </a:lnTo>
                  <a:lnTo>
                    <a:pt x="55271" y="26041"/>
                  </a:lnTo>
                  <a:lnTo>
                    <a:pt x="26048" y="55258"/>
                  </a:lnTo>
                  <a:lnTo>
                    <a:pt x="6882" y="92308"/>
                  </a:lnTo>
                  <a:lnTo>
                    <a:pt x="0" y="134969"/>
                  </a:lnTo>
                  <a:lnTo>
                    <a:pt x="115" y="140089"/>
                  </a:lnTo>
                  <a:lnTo>
                    <a:pt x="269866" y="140089"/>
                  </a:lnTo>
                  <a:lnTo>
                    <a:pt x="269981" y="134969"/>
                  </a:lnTo>
                  <a:lnTo>
                    <a:pt x="263100" y="92308"/>
                  </a:lnTo>
                  <a:lnTo>
                    <a:pt x="243938" y="55258"/>
                  </a:lnTo>
                  <a:lnTo>
                    <a:pt x="214718" y="26041"/>
                  </a:lnTo>
                  <a:lnTo>
                    <a:pt x="177661" y="6880"/>
                  </a:lnTo>
                  <a:lnTo>
                    <a:pt x="134990" y="0"/>
                  </a:lnTo>
                  <a:close/>
                </a:path>
              </a:pathLst>
            </a:custGeom>
            <a:solidFill>
              <a:srgbClr val="9FDE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361124" y="6934512"/>
              <a:ext cx="269611" cy="165338"/>
            </a:xfrm>
            <a:prstGeom prst="rect">
              <a:avLst/>
            </a:prstGeom>
          </p:spPr>
        </p:pic>
        <p:sp>
          <p:nvSpPr>
            <p:cNvPr id="154" name="object 154" descr=""/>
            <p:cNvSpPr/>
            <p:nvPr/>
          </p:nvSpPr>
          <p:spPr>
            <a:xfrm>
              <a:off x="3775730" y="6915872"/>
              <a:ext cx="309245" cy="309245"/>
            </a:xfrm>
            <a:custGeom>
              <a:avLst/>
              <a:gdLst/>
              <a:ahLst/>
              <a:cxnLst/>
              <a:rect l="l" t="t" r="r" b="b"/>
              <a:pathLst>
                <a:path w="309245" h="309245">
                  <a:moveTo>
                    <a:pt x="154581" y="0"/>
                  </a:moveTo>
                  <a:lnTo>
                    <a:pt x="105731" y="7883"/>
                  </a:lnTo>
                  <a:lnTo>
                    <a:pt x="63298" y="29833"/>
                  </a:lnTo>
                  <a:lnTo>
                    <a:pt x="29832" y="63303"/>
                  </a:lnTo>
                  <a:lnTo>
                    <a:pt x="7883" y="105742"/>
                  </a:lnTo>
                  <a:lnTo>
                    <a:pt x="0" y="154602"/>
                  </a:lnTo>
                  <a:lnTo>
                    <a:pt x="7883" y="203452"/>
                  </a:lnTo>
                  <a:lnTo>
                    <a:pt x="29832" y="245885"/>
                  </a:lnTo>
                  <a:lnTo>
                    <a:pt x="63298" y="279351"/>
                  </a:lnTo>
                  <a:lnTo>
                    <a:pt x="105731" y="301301"/>
                  </a:lnTo>
                  <a:lnTo>
                    <a:pt x="154581" y="309184"/>
                  </a:lnTo>
                  <a:lnTo>
                    <a:pt x="203442" y="301301"/>
                  </a:lnTo>
                  <a:lnTo>
                    <a:pt x="245881" y="279351"/>
                  </a:lnTo>
                  <a:lnTo>
                    <a:pt x="256278" y="268955"/>
                  </a:lnTo>
                  <a:lnTo>
                    <a:pt x="136278" y="268955"/>
                  </a:lnTo>
                  <a:lnTo>
                    <a:pt x="101583" y="257580"/>
                  </a:lnTo>
                  <a:lnTo>
                    <a:pt x="72711" y="236486"/>
                  </a:lnTo>
                  <a:lnTo>
                    <a:pt x="51607" y="207619"/>
                  </a:lnTo>
                  <a:lnTo>
                    <a:pt x="40218" y="172926"/>
                  </a:lnTo>
                  <a:lnTo>
                    <a:pt x="133824" y="172926"/>
                  </a:lnTo>
                  <a:lnTo>
                    <a:pt x="128803" y="165483"/>
                  </a:lnTo>
                  <a:lnTo>
                    <a:pt x="126603" y="154602"/>
                  </a:lnTo>
                  <a:lnTo>
                    <a:pt x="128803" y="143703"/>
                  </a:lnTo>
                  <a:lnTo>
                    <a:pt x="133820" y="136257"/>
                  </a:lnTo>
                  <a:lnTo>
                    <a:pt x="40197" y="136257"/>
                  </a:lnTo>
                  <a:lnTo>
                    <a:pt x="51586" y="101554"/>
                  </a:lnTo>
                  <a:lnTo>
                    <a:pt x="72692" y="72682"/>
                  </a:lnTo>
                  <a:lnTo>
                    <a:pt x="101571" y="51583"/>
                  </a:lnTo>
                  <a:lnTo>
                    <a:pt x="136278" y="40197"/>
                  </a:lnTo>
                  <a:lnTo>
                    <a:pt x="256245" y="40197"/>
                  </a:lnTo>
                  <a:lnTo>
                    <a:pt x="245881" y="29833"/>
                  </a:lnTo>
                  <a:lnTo>
                    <a:pt x="203442" y="7883"/>
                  </a:lnTo>
                  <a:lnTo>
                    <a:pt x="154581" y="0"/>
                  </a:lnTo>
                  <a:close/>
                </a:path>
                <a:path w="309245" h="309245">
                  <a:moveTo>
                    <a:pt x="133824" y="172926"/>
                  </a:moveTo>
                  <a:lnTo>
                    <a:pt x="90960" y="172926"/>
                  </a:lnTo>
                  <a:lnTo>
                    <a:pt x="97620" y="188328"/>
                  </a:lnTo>
                  <a:lnTo>
                    <a:pt x="107784" y="201408"/>
                  </a:lnTo>
                  <a:lnTo>
                    <a:pt x="120866" y="211577"/>
                  </a:lnTo>
                  <a:lnTo>
                    <a:pt x="136278" y="218244"/>
                  </a:lnTo>
                  <a:lnTo>
                    <a:pt x="136278" y="268955"/>
                  </a:lnTo>
                  <a:lnTo>
                    <a:pt x="172926" y="268955"/>
                  </a:lnTo>
                  <a:lnTo>
                    <a:pt x="172926" y="218244"/>
                  </a:lnTo>
                  <a:lnTo>
                    <a:pt x="188328" y="211577"/>
                  </a:lnTo>
                  <a:lnTo>
                    <a:pt x="201408" y="201408"/>
                  </a:lnTo>
                  <a:lnTo>
                    <a:pt x="211577" y="188328"/>
                  </a:lnTo>
                  <a:lnTo>
                    <a:pt x="214070" y="182570"/>
                  </a:lnTo>
                  <a:lnTo>
                    <a:pt x="154581" y="182570"/>
                  </a:lnTo>
                  <a:lnTo>
                    <a:pt x="143694" y="180370"/>
                  </a:lnTo>
                  <a:lnTo>
                    <a:pt x="134800" y="174374"/>
                  </a:lnTo>
                  <a:lnTo>
                    <a:pt x="133824" y="172926"/>
                  </a:lnTo>
                  <a:close/>
                </a:path>
                <a:path w="309245" h="309245">
                  <a:moveTo>
                    <a:pt x="306227" y="172926"/>
                  </a:moveTo>
                  <a:lnTo>
                    <a:pt x="268976" y="172926"/>
                  </a:lnTo>
                  <a:lnTo>
                    <a:pt x="257592" y="207619"/>
                  </a:lnTo>
                  <a:lnTo>
                    <a:pt x="236496" y="236486"/>
                  </a:lnTo>
                  <a:lnTo>
                    <a:pt x="207628" y="257580"/>
                  </a:lnTo>
                  <a:lnTo>
                    <a:pt x="172926" y="268955"/>
                  </a:lnTo>
                  <a:lnTo>
                    <a:pt x="256278" y="268955"/>
                  </a:lnTo>
                  <a:lnTo>
                    <a:pt x="279350" y="245885"/>
                  </a:lnTo>
                  <a:lnTo>
                    <a:pt x="301301" y="203452"/>
                  </a:lnTo>
                  <a:lnTo>
                    <a:pt x="306227" y="172926"/>
                  </a:lnTo>
                  <a:close/>
                </a:path>
                <a:path w="309245" h="309245">
                  <a:moveTo>
                    <a:pt x="214076" y="126603"/>
                  </a:moveTo>
                  <a:lnTo>
                    <a:pt x="154581" y="126603"/>
                  </a:lnTo>
                  <a:lnTo>
                    <a:pt x="165483" y="128803"/>
                  </a:lnTo>
                  <a:lnTo>
                    <a:pt x="174379" y="134803"/>
                  </a:lnTo>
                  <a:lnTo>
                    <a:pt x="180373" y="143703"/>
                  </a:lnTo>
                  <a:lnTo>
                    <a:pt x="182570" y="154602"/>
                  </a:lnTo>
                  <a:lnTo>
                    <a:pt x="180373" y="165483"/>
                  </a:lnTo>
                  <a:lnTo>
                    <a:pt x="174379" y="174374"/>
                  </a:lnTo>
                  <a:lnTo>
                    <a:pt x="165483" y="180370"/>
                  </a:lnTo>
                  <a:lnTo>
                    <a:pt x="154581" y="182570"/>
                  </a:lnTo>
                  <a:lnTo>
                    <a:pt x="214070" y="182570"/>
                  </a:lnTo>
                  <a:lnTo>
                    <a:pt x="218244" y="172926"/>
                  </a:lnTo>
                  <a:lnTo>
                    <a:pt x="306227" y="172926"/>
                  </a:lnTo>
                  <a:lnTo>
                    <a:pt x="309184" y="154602"/>
                  </a:lnTo>
                  <a:lnTo>
                    <a:pt x="306224" y="136257"/>
                  </a:lnTo>
                  <a:lnTo>
                    <a:pt x="218244" y="136257"/>
                  </a:lnTo>
                  <a:lnTo>
                    <a:pt x="214076" y="126603"/>
                  </a:lnTo>
                  <a:close/>
                </a:path>
                <a:path w="309245" h="309245">
                  <a:moveTo>
                    <a:pt x="172926" y="40197"/>
                  </a:moveTo>
                  <a:lnTo>
                    <a:pt x="136278" y="40197"/>
                  </a:lnTo>
                  <a:lnTo>
                    <a:pt x="136278" y="90939"/>
                  </a:lnTo>
                  <a:lnTo>
                    <a:pt x="120864" y="97595"/>
                  </a:lnTo>
                  <a:lnTo>
                    <a:pt x="107778" y="107759"/>
                  </a:lnTo>
                  <a:lnTo>
                    <a:pt x="97607" y="120843"/>
                  </a:lnTo>
                  <a:lnTo>
                    <a:pt x="90939" y="136257"/>
                  </a:lnTo>
                  <a:lnTo>
                    <a:pt x="133820" y="136257"/>
                  </a:lnTo>
                  <a:lnTo>
                    <a:pt x="134800" y="134803"/>
                  </a:lnTo>
                  <a:lnTo>
                    <a:pt x="143694" y="128803"/>
                  </a:lnTo>
                  <a:lnTo>
                    <a:pt x="154581" y="126603"/>
                  </a:lnTo>
                  <a:lnTo>
                    <a:pt x="214076" y="126603"/>
                  </a:lnTo>
                  <a:lnTo>
                    <a:pt x="211589" y="120843"/>
                  </a:lnTo>
                  <a:lnTo>
                    <a:pt x="201424" y="107759"/>
                  </a:lnTo>
                  <a:lnTo>
                    <a:pt x="188340" y="97595"/>
                  </a:lnTo>
                  <a:lnTo>
                    <a:pt x="172926" y="90939"/>
                  </a:lnTo>
                  <a:lnTo>
                    <a:pt x="172926" y="40197"/>
                  </a:lnTo>
                  <a:close/>
                </a:path>
                <a:path w="309245" h="309245">
                  <a:moveTo>
                    <a:pt x="256245" y="40197"/>
                  </a:moveTo>
                  <a:lnTo>
                    <a:pt x="172926" y="40197"/>
                  </a:lnTo>
                  <a:lnTo>
                    <a:pt x="207628" y="51583"/>
                  </a:lnTo>
                  <a:lnTo>
                    <a:pt x="236496" y="72682"/>
                  </a:lnTo>
                  <a:lnTo>
                    <a:pt x="257592" y="101554"/>
                  </a:lnTo>
                  <a:lnTo>
                    <a:pt x="268976" y="136257"/>
                  </a:lnTo>
                  <a:lnTo>
                    <a:pt x="306224" y="136257"/>
                  </a:lnTo>
                  <a:lnTo>
                    <a:pt x="301301" y="105742"/>
                  </a:lnTo>
                  <a:lnTo>
                    <a:pt x="279350" y="63303"/>
                  </a:lnTo>
                  <a:lnTo>
                    <a:pt x="256245" y="40197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3470061" y="6952710"/>
              <a:ext cx="193040" cy="241300"/>
            </a:xfrm>
            <a:custGeom>
              <a:avLst/>
              <a:gdLst/>
              <a:ahLst/>
              <a:cxnLst/>
              <a:rect l="l" t="t" r="r" b="b"/>
              <a:pathLst>
                <a:path w="193039" h="241300">
                  <a:moveTo>
                    <a:pt x="192706" y="0"/>
                  </a:moveTo>
                  <a:lnTo>
                    <a:pt x="0" y="0"/>
                  </a:lnTo>
                  <a:lnTo>
                    <a:pt x="0" y="241081"/>
                  </a:lnTo>
                  <a:lnTo>
                    <a:pt x="192706" y="241081"/>
                  </a:lnTo>
                  <a:lnTo>
                    <a:pt x="19270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3428758" y="6861460"/>
              <a:ext cx="234315" cy="432434"/>
            </a:xfrm>
            <a:custGeom>
              <a:avLst/>
              <a:gdLst/>
              <a:ahLst/>
              <a:cxnLst/>
              <a:rect l="l" t="t" r="r" b="b"/>
              <a:pathLst>
                <a:path w="234314" h="432434">
                  <a:moveTo>
                    <a:pt x="233984" y="122237"/>
                  </a:moveTo>
                  <a:lnTo>
                    <a:pt x="77393" y="122237"/>
                  </a:lnTo>
                  <a:lnTo>
                    <a:pt x="77393" y="38696"/>
                  </a:lnTo>
                  <a:lnTo>
                    <a:pt x="74333" y="23672"/>
                  </a:lnTo>
                  <a:lnTo>
                    <a:pt x="66027" y="11379"/>
                  </a:lnTo>
                  <a:lnTo>
                    <a:pt x="53721" y="3060"/>
                  </a:lnTo>
                  <a:lnTo>
                    <a:pt x="38696" y="0"/>
                  </a:lnTo>
                  <a:lnTo>
                    <a:pt x="0" y="0"/>
                  </a:lnTo>
                  <a:lnTo>
                    <a:pt x="0" y="432219"/>
                  </a:lnTo>
                  <a:lnTo>
                    <a:pt x="38696" y="432219"/>
                  </a:lnTo>
                  <a:lnTo>
                    <a:pt x="53721" y="429171"/>
                  </a:lnTo>
                  <a:lnTo>
                    <a:pt x="66027" y="420852"/>
                  </a:lnTo>
                  <a:lnTo>
                    <a:pt x="74333" y="408546"/>
                  </a:lnTo>
                  <a:lnTo>
                    <a:pt x="77393" y="393522"/>
                  </a:lnTo>
                  <a:lnTo>
                    <a:pt x="77393" y="156679"/>
                  </a:lnTo>
                  <a:lnTo>
                    <a:pt x="233984" y="156679"/>
                  </a:lnTo>
                  <a:lnTo>
                    <a:pt x="233984" y="122237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7" name="object 157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428760" y="7061186"/>
              <a:ext cx="77390" cy="232485"/>
            </a:xfrm>
            <a:prstGeom prst="rect">
              <a:avLst/>
            </a:prstGeom>
          </p:spPr>
        </p:pic>
        <p:sp>
          <p:nvSpPr>
            <p:cNvPr id="158" name="object 158" descr=""/>
            <p:cNvSpPr/>
            <p:nvPr/>
          </p:nvSpPr>
          <p:spPr>
            <a:xfrm>
              <a:off x="3899263" y="7040533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60325" h="60325">
                  <a:moveTo>
                    <a:pt x="30124" y="0"/>
                  </a:moveTo>
                  <a:lnTo>
                    <a:pt x="18407" y="2374"/>
                  </a:lnTo>
                  <a:lnTo>
                    <a:pt x="8830" y="8843"/>
                  </a:lnTo>
                  <a:lnTo>
                    <a:pt x="2370" y="18424"/>
                  </a:lnTo>
                  <a:lnTo>
                    <a:pt x="0" y="30135"/>
                  </a:lnTo>
                  <a:lnTo>
                    <a:pt x="2370" y="41839"/>
                  </a:lnTo>
                  <a:lnTo>
                    <a:pt x="8830" y="51417"/>
                  </a:lnTo>
                  <a:lnTo>
                    <a:pt x="18407" y="57885"/>
                  </a:lnTo>
                  <a:lnTo>
                    <a:pt x="30124" y="60259"/>
                  </a:lnTo>
                  <a:lnTo>
                    <a:pt x="41833" y="57885"/>
                  </a:lnTo>
                  <a:lnTo>
                    <a:pt x="51410" y="51417"/>
                  </a:lnTo>
                  <a:lnTo>
                    <a:pt x="57876" y="41839"/>
                  </a:lnTo>
                  <a:lnTo>
                    <a:pt x="60249" y="30135"/>
                  </a:lnTo>
                  <a:lnTo>
                    <a:pt x="57876" y="18424"/>
                  </a:lnTo>
                  <a:lnTo>
                    <a:pt x="51410" y="8843"/>
                  </a:lnTo>
                  <a:lnTo>
                    <a:pt x="41833" y="2374"/>
                  </a:lnTo>
                  <a:lnTo>
                    <a:pt x="3012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9" name="object 159" descr=""/>
          <p:cNvGrpSpPr/>
          <p:nvPr/>
        </p:nvGrpSpPr>
        <p:grpSpPr>
          <a:xfrm>
            <a:off x="1665788" y="8507532"/>
            <a:ext cx="1136015" cy="504825"/>
            <a:chOff x="1665788" y="8507532"/>
            <a:chExt cx="1136015" cy="504825"/>
          </a:xfrm>
        </p:grpSpPr>
        <p:sp>
          <p:nvSpPr>
            <p:cNvPr id="160" name="object 160" descr=""/>
            <p:cNvSpPr/>
            <p:nvPr/>
          </p:nvSpPr>
          <p:spPr>
            <a:xfrm>
              <a:off x="1665788" y="8507532"/>
              <a:ext cx="1136015" cy="504825"/>
            </a:xfrm>
            <a:custGeom>
              <a:avLst/>
              <a:gdLst/>
              <a:ahLst/>
              <a:cxnLst/>
              <a:rect l="l" t="t" r="r" b="b"/>
              <a:pathLst>
                <a:path w="1136014" h="504825">
                  <a:moveTo>
                    <a:pt x="1009288" y="0"/>
                  </a:moveTo>
                  <a:lnTo>
                    <a:pt x="126205" y="0"/>
                  </a:lnTo>
                  <a:lnTo>
                    <a:pt x="77194" y="9955"/>
                  </a:lnTo>
                  <a:lnTo>
                    <a:pt x="37065" y="37063"/>
                  </a:lnTo>
                  <a:lnTo>
                    <a:pt x="9955" y="77185"/>
                  </a:lnTo>
                  <a:lnTo>
                    <a:pt x="0" y="126184"/>
                  </a:lnTo>
                  <a:lnTo>
                    <a:pt x="0" y="378553"/>
                  </a:lnTo>
                  <a:lnTo>
                    <a:pt x="9955" y="427553"/>
                  </a:lnTo>
                  <a:lnTo>
                    <a:pt x="37065" y="467675"/>
                  </a:lnTo>
                  <a:lnTo>
                    <a:pt x="77194" y="494783"/>
                  </a:lnTo>
                  <a:lnTo>
                    <a:pt x="126205" y="504738"/>
                  </a:lnTo>
                  <a:lnTo>
                    <a:pt x="1009288" y="504738"/>
                  </a:lnTo>
                  <a:lnTo>
                    <a:pt x="1058275" y="494783"/>
                  </a:lnTo>
                  <a:lnTo>
                    <a:pt x="1098391" y="467675"/>
                  </a:lnTo>
                  <a:lnTo>
                    <a:pt x="1125497" y="427553"/>
                  </a:lnTo>
                  <a:lnTo>
                    <a:pt x="1135452" y="378553"/>
                  </a:lnTo>
                  <a:lnTo>
                    <a:pt x="1135452" y="126184"/>
                  </a:lnTo>
                  <a:lnTo>
                    <a:pt x="1125497" y="77185"/>
                  </a:lnTo>
                  <a:lnTo>
                    <a:pt x="1098391" y="37063"/>
                  </a:lnTo>
                  <a:lnTo>
                    <a:pt x="1058275" y="9955"/>
                  </a:lnTo>
                  <a:lnTo>
                    <a:pt x="1009288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753659" y="8686032"/>
              <a:ext cx="61594" cy="115570"/>
            </a:xfrm>
            <a:custGeom>
              <a:avLst/>
              <a:gdLst/>
              <a:ahLst/>
              <a:cxnLst/>
              <a:rect l="l" t="t" r="r" b="b"/>
              <a:pathLst>
                <a:path w="61594" h="115570">
                  <a:moveTo>
                    <a:pt x="30585" y="0"/>
                  </a:moveTo>
                  <a:lnTo>
                    <a:pt x="18676" y="2404"/>
                  </a:lnTo>
                  <a:lnTo>
                    <a:pt x="8955" y="8961"/>
                  </a:lnTo>
                  <a:lnTo>
                    <a:pt x="2402" y="18690"/>
                  </a:lnTo>
                  <a:lnTo>
                    <a:pt x="0" y="30606"/>
                  </a:lnTo>
                  <a:lnTo>
                    <a:pt x="1569" y="40289"/>
                  </a:lnTo>
                  <a:lnTo>
                    <a:pt x="5939" y="48696"/>
                  </a:lnTo>
                  <a:lnTo>
                    <a:pt x="12598" y="55321"/>
                  </a:lnTo>
                  <a:lnTo>
                    <a:pt x="21036" y="59663"/>
                  </a:lnTo>
                  <a:lnTo>
                    <a:pt x="2376" y="115284"/>
                  </a:lnTo>
                  <a:lnTo>
                    <a:pt x="61076" y="115284"/>
                  </a:lnTo>
                  <a:lnTo>
                    <a:pt x="42155" y="58909"/>
                  </a:lnTo>
                  <a:lnTo>
                    <a:pt x="49831" y="54355"/>
                  </a:lnTo>
                  <a:lnTo>
                    <a:pt x="55845" y="47840"/>
                  </a:lnTo>
                  <a:lnTo>
                    <a:pt x="59767" y="39783"/>
                  </a:lnTo>
                  <a:lnTo>
                    <a:pt x="61170" y="30606"/>
                  </a:lnTo>
                  <a:lnTo>
                    <a:pt x="58768" y="18690"/>
                  </a:lnTo>
                  <a:lnTo>
                    <a:pt x="52215" y="8961"/>
                  </a:lnTo>
                  <a:lnTo>
                    <a:pt x="42494" y="2404"/>
                  </a:lnTo>
                  <a:lnTo>
                    <a:pt x="3058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2" name="object 162" descr=""/>
          <p:cNvGrpSpPr/>
          <p:nvPr/>
        </p:nvGrpSpPr>
        <p:grpSpPr>
          <a:xfrm>
            <a:off x="4491610" y="8380867"/>
            <a:ext cx="675005" cy="758190"/>
            <a:chOff x="4491610" y="8380867"/>
            <a:chExt cx="675005" cy="758190"/>
          </a:xfrm>
        </p:grpSpPr>
        <p:sp>
          <p:nvSpPr>
            <p:cNvPr id="163" name="object 163" descr=""/>
            <p:cNvSpPr/>
            <p:nvPr/>
          </p:nvSpPr>
          <p:spPr>
            <a:xfrm>
              <a:off x="4568348" y="8472483"/>
              <a:ext cx="512445" cy="591185"/>
            </a:xfrm>
            <a:custGeom>
              <a:avLst/>
              <a:gdLst/>
              <a:ahLst/>
              <a:cxnLst/>
              <a:rect l="l" t="t" r="r" b="b"/>
              <a:pathLst>
                <a:path w="512445" h="591184">
                  <a:moveTo>
                    <a:pt x="65736" y="0"/>
                  </a:moveTo>
                  <a:lnTo>
                    <a:pt x="0" y="0"/>
                  </a:lnTo>
                  <a:lnTo>
                    <a:pt x="0" y="234118"/>
                  </a:lnTo>
                  <a:lnTo>
                    <a:pt x="46167" y="235331"/>
                  </a:lnTo>
                  <a:lnTo>
                    <a:pt x="89004" y="242226"/>
                  </a:lnTo>
                  <a:lnTo>
                    <a:pt x="128150" y="255039"/>
                  </a:lnTo>
                  <a:lnTo>
                    <a:pt x="163245" y="274007"/>
                  </a:lnTo>
                  <a:lnTo>
                    <a:pt x="193929" y="299366"/>
                  </a:lnTo>
                  <a:lnTo>
                    <a:pt x="219842" y="331353"/>
                  </a:lnTo>
                  <a:lnTo>
                    <a:pt x="240624" y="370204"/>
                  </a:lnTo>
                  <a:lnTo>
                    <a:pt x="255914" y="416156"/>
                  </a:lnTo>
                  <a:lnTo>
                    <a:pt x="265352" y="469445"/>
                  </a:lnTo>
                  <a:lnTo>
                    <a:pt x="268578" y="530308"/>
                  </a:lnTo>
                  <a:lnTo>
                    <a:pt x="268578" y="591186"/>
                  </a:lnTo>
                  <a:lnTo>
                    <a:pt x="512162" y="591186"/>
                  </a:lnTo>
                  <a:lnTo>
                    <a:pt x="512162" y="446426"/>
                  </a:lnTo>
                  <a:lnTo>
                    <a:pt x="509530" y="397963"/>
                  </a:lnTo>
                  <a:lnTo>
                    <a:pt x="501818" y="350967"/>
                  </a:lnTo>
                  <a:lnTo>
                    <a:pt x="489306" y="305717"/>
                  </a:lnTo>
                  <a:lnTo>
                    <a:pt x="472269" y="262491"/>
                  </a:lnTo>
                  <a:lnTo>
                    <a:pt x="450987" y="221565"/>
                  </a:lnTo>
                  <a:lnTo>
                    <a:pt x="425736" y="183218"/>
                  </a:lnTo>
                  <a:lnTo>
                    <a:pt x="396795" y="147729"/>
                  </a:lnTo>
                  <a:lnTo>
                    <a:pt x="364441" y="115374"/>
                  </a:lnTo>
                  <a:lnTo>
                    <a:pt x="328952" y="86431"/>
                  </a:lnTo>
                  <a:lnTo>
                    <a:pt x="290606" y="61179"/>
                  </a:lnTo>
                  <a:lnTo>
                    <a:pt x="249680" y="39896"/>
                  </a:lnTo>
                  <a:lnTo>
                    <a:pt x="206452" y="22858"/>
                  </a:lnTo>
                  <a:lnTo>
                    <a:pt x="161201" y="10344"/>
                  </a:lnTo>
                  <a:lnTo>
                    <a:pt x="114202" y="2632"/>
                  </a:lnTo>
                  <a:lnTo>
                    <a:pt x="65736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4568353" y="8557712"/>
              <a:ext cx="405130" cy="506095"/>
            </a:xfrm>
            <a:custGeom>
              <a:avLst/>
              <a:gdLst/>
              <a:ahLst/>
              <a:cxnLst/>
              <a:rect l="l" t="t" r="r" b="b"/>
              <a:pathLst>
                <a:path w="405129" h="506095">
                  <a:moveTo>
                    <a:pt x="0" y="0"/>
                  </a:moveTo>
                  <a:lnTo>
                    <a:pt x="0" y="148895"/>
                  </a:lnTo>
                  <a:lnTo>
                    <a:pt x="46167" y="150106"/>
                  </a:lnTo>
                  <a:lnTo>
                    <a:pt x="89003" y="157000"/>
                  </a:lnTo>
                  <a:lnTo>
                    <a:pt x="128148" y="169812"/>
                  </a:lnTo>
                  <a:lnTo>
                    <a:pt x="163242" y="188780"/>
                  </a:lnTo>
                  <a:lnTo>
                    <a:pt x="193924" y="214140"/>
                  </a:lnTo>
                  <a:lnTo>
                    <a:pt x="219836" y="246127"/>
                  </a:lnTo>
                  <a:lnTo>
                    <a:pt x="240616" y="284979"/>
                  </a:lnTo>
                  <a:lnTo>
                    <a:pt x="255904" y="330932"/>
                  </a:lnTo>
                  <a:lnTo>
                    <a:pt x="265341" y="384222"/>
                  </a:lnTo>
                  <a:lnTo>
                    <a:pt x="268567" y="445085"/>
                  </a:lnTo>
                  <a:lnTo>
                    <a:pt x="268567" y="505953"/>
                  </a:lnTo>
                  <a:lnTo>
                    <a:pt x="404678" y="505953"/>
                  </a:lnTo>
                  <a:lnTo>
                    <a:pt x="404678" y="444447"/>
                  </a:lnTo>
                  <a:lnTo>
                    <a:pt x="403954" y="400537"/>
                  </a:lnTo>
                  <a:lnTo>
                    <a:pt x="401554" y="357450"/>
                  </a:lnTo>
                  <a:lnTo>
                    <a:pt x="397134" y="315472"/>
                  </a:lnTo>
                  <a:lnTo>
                    <a:pt x="390352" y="274886"/>
                  </a:lnTo>
                  <a:lnTo>
                    <a:pt x="380866" y="235977"/>
                  </a:lnTo>
                  <a:lnTo>
                    <a:pt x="368332" y="199029"/>
                  </a:lnTo>
                  <a:lnTo>
                    <a:pt x="352409" y="164327"/>
                  </a:lnTo>
                  <a:lnTo>
                    <a:pt x="309021" y="102798"/>
                  </a:lnTo>
                  <a:lnTo>
                    <a:pt x="280871" y="76540"/>
                  </a:lnTo>
                  <a:lnTo>
                    <a:pt x="247960" y="53665"/>
                  </a:lnTo>
                  <a:lnTo>
                    <a:pt x="209946" y="34459"/>
                  </a:lnTo>
                  <a:lnTo>
                    <a:pt x="166485" y="19204"/>
                  </a:lnTo>
                  <a:lnTo>
                    <a:pt x="117236" y="8187"/>
                  </a:lnTo>
                  <a:lnTo>
                    <a:pt x="61855" y="1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4491614" y="8380867"/>
              <a:ext cx="77470" cy="432434"/>
            </a:xfrm>
            <a:custGeom>
              <a:avLst/>
              <a:gdLst/>
              <a:ahLst/>
              <a:cxnLst/>
              <a:rect l="l" t="t" r="r" b="b"/>
              <a:pathLst>
                <a:path w="77470" h="432434">
                  <a:moveTo>
                    <a:pt x="38700" y="0"/>
                  </a:moveTo>
                  <a:lnTo>
                    <a:pt x="0" y="0"/>
                  </a:lnTo>
                  <a:lnTo>
                    <a:pt x="0" y="432238"/>
                  </a:lnTo>
                  <a:lnTo>
                    <a:pt x="38700" y="432238"/>
                  </a:lnTo>
                  <a:lnTo>
                    <a:pt x="53729" y="429183"/>
                  </a:lnTo>
                  <a:lnTo>
                    <a:pt x="66038" y="420866"/>
                  </a:lnTo>
                  <a:lnTo>
                    <a:pt x="74356" y="408560"/>
                  </a:lnTo>
                  <a:lnTo>
                    <a:pt x="77411" y="393537"/>
                  </a:lnTo>
                  <a:lnTo>
                    <a:pt x="77411" y="38721"/>
                  </a:lnTo>
                  <a:lnTo>
                    <a:pt x="74356" y="23686"/>
                  </a:lnTo>
                  <a:lnTo>
                    <a:pt x="66038" y="11373"/>
                  </a:lnTo>
                  <a:lnTo>
                    <a:pt x="53729" y="3055"/>
                  </a:lnTo>
                  <a:lnTo>
                    <a:pt x="38700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6" name="object 166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491610" y="8580633"/>
              <a:ext cx="77411" cy="232474"/>
            </a:xfrm>
            <a:prstGeom prst="rect">
              <a:avLst/>
            </a:prstGeom>
          </p:spPr>
        </p:pic>
        <p:sp>
          <p:nvSpPr>
            <p:cNvPr id="167" name="object 167" descr=""/>
            <p:cNvSpPr/>
            <p:nvPr/>
          </p:nvSpPr>
          <p:spPr>
            <a:xfrm>
              <a:off x="4734005" y="9061056"/>
              <a:ext cx="432434" cy="77470"/>
            </a:xfrm>
            <a:custGeom>
              <a:avLst/>
              <a:gdLst/>
              <a:ahLst/>
              <a:cxnLst/>
              <a:rect l="l" t="t" r="r" b="b"/>
              <a:pathLst>
                <a:path w="432435" h="77470">
                  <a:moveTo>
                    <a:pt x="393516" y="0"/>
                  </a:moveTo>
                  <a:lnTo>
                    <a:pt x="38700" y="0"/>
                  </a:lnTo>
                  <a:lnTo>
                    <a:pt x="23677" y="3053"/>
                  </a:lnTo>
                  <a:lnTo>
                    <a:pt x="11371" y="11364"/>
                  </a:lnTo>
                  <a:lnTo>
                    <a:pt x="3054" y="23664"/>
                  </a:lnTo>
                  <a:lnTo>
                    <a:pt x="0" y="38679"/>
                  </a:lnTo>
                  <a:lnTo>
                    <a:pt x="0" y="77400"/>
                  </a:lnTo>
                  <a:lnTo>
                    <a:pt x="432238" y="77400"/>
                  </a:lnTo>
                  <a:lnTo>
                    <a:pt x="432238" y="38679"/>
                  </a:lnTo>
                  <a:lnTo>
                    <a:pt x="429179" y="23664"/>
                  </a:lnTo>
                  <a:lnTo>
                    <a:pt x="420856" y="11364"/>
                  </a:lnTo>
                  <a:lnTo>
                    <a:pt x="408543" y="3053"/>
                  </a:lnTo>
                  <a:lnTo>
                    <a:pt x="393516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8" name="object 168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933751" y="9061050"/>
              <a:ext cx="232485" cy="77400"/>
            </a:xfrm>
            <a:prstGeom prst="rect">
              <a:avLst/>
            </a:prstGeom>
          </p:spPr>
        </p:pic>
      </p:grpSp>
      <p:grpSp>
        <p:nvGrpSpPr>
          <p:cNvPr id="169" name="object 169" descr=""/>
          <p:cNvGrpSpPr/>
          <p:nvPr/>
        </p:nvGrpSpPr>
        <p:grpSpPr>
          <a:xfrm>
            <a:off x="3431339" y="7752327"/>
            <a:ext cx="1732280" cy="441959"/>
            <a:chOff x="3431339" y="7752327"/>
            <a:chExt cx="1732280" cy="441959"/>
          </a:xfrm>
        </p:grpSpPr>
        <p:sp>
          <p:nvSpPr>
            <p:cNvPr id="170" name="object 170" descr=""/>
            <p:cNvSpPr/>
            <p:nvPr/>
          </p:nvSpPr>
          <p:spPr>
            <a:xfrm>
              <a:off x="5086159" y="7752327"/>
              <a:ext cx="77470" cy="432434"/>
            </a:xfrm>
            <a:custGeom>
              <a:avLst/>
              <a:gdLst/>
              <a:ahLst/>
              <a:cxnLst/>
              <a:rect l="l" t="t" r="r" b="b"/>
              <a:pathLst>
                <a:path w="77470" h="432434">
                  <a:moveTo>
                    <a:pt x="77390" y="0"/>
                  </a:moveTo>
                  <a:lnTo>
                    <a:pt x="38710" y="0"/>
                  </a:lnTo>
                  <a:lnTo>
                    <a:pt x="23681" y="3055"/>
                  </a:lnTo>
                  <a:lnTo>
                    <a:pt x="11372" y="11373"/>
                  </a:lnTo>
                  <a:lnTo>
                    <a:pt x="3055" y="23686"/>
                  </a:lnTo>
                  <a:lnTo>
                    <a:pt x="0" y="38721"/>
                  </a:lnTo>
                  <a:lnTo>
                    <a:pt x="0" y="393527"/>
                  </a:lnTo>
                  <a:lnTo>
                    <a:pt x="3055" y="408556"/>
                  </a:lnTo>
                  <a:lnTo>
                    <a:pt x="11372" y="420865"/>
                  </a:lnTo>
                  <a:lnTo>
                    <a:pt x="23681" y="429183"/>
                  </a:lnTo>
                  <a:lnTo>
                    <a:pt x="38710" y="432238"/>
                  </a:lnTo>
                  <a:lnTo>
                    <a:pt x="77390" y="432238"/>
                  </a:lnTo>
                  <a:lnTo>
                    <a:pt x="77390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1" name="object 171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086163" y="7952093"/>
              <a:ext cx="77390" cy="232474"/>
            </a:xfrm>
            <a:prstGeom prst="rect">
              <a:avLst/>
            </a:prstGeom>
          </p:spPr>
        </p:pic>
        <p:sp>
          <p:nvSpPr>
            <p:cNvPr id="172" name="object 172" descr=""/>
            <p:cNvSpPr/>
            <p:nvPr/>
          </p:nvSpPr>
          <p:spPr>
            <a:xfrm>
              <a:off x="3472679" y="7852923"/>
              <a:ext cx="1613535" cy="241300"/>
            </a:xfrm>
            <a:custGeom>
              <a:avLst/>
              <a:gdLst/>
              <a:ahLst/>
              <a:cxnLst/>
              <a:rect l="l" t="t" r="r" b="b"/>
              <a:pathLst>
                <a:path w="1613535" h="241300">
                  <a:moveTo>
                    <a:pt x="1613490" y="0"/>
                  </a:moveTo>
                  <a:lnTo>
                    <a:pt x="0" y="0"/>
                  </a:lnTo>
                  <a:lnTo>
                    <a:pt x="0" y="241081"/>
                  </a:lnTo>
                  <a:lnTo>
                    <a:pt x="1613490" y="241081"/>
                  </a:lnTo>
                  <a:lnTo>
                    <a:pt x="161349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3431336" y="7761662"/>
              <a:ext cx="1655445" cy="432434"/>
            </a:xfrm>
            <a:custGeom>
              <a:avLst/>
              <a:gdLst/>
              <a:ahLst/>
              <a:cxnLst/>
              <a:rect l="l" t="t" r="r" b="b"/>
              <a:pathLst>
                <a:path w="1655445" h="432434">
                  <a:moveTo>
                    <a:pt x="1654822" y="122262"/>
                  </a:moveTo>
                  <a:lnTo>
                    <a:pt x="77393" y="122262"/>
                  </a:lnTo>
                  <a:lnTo>
                    <a:pt x="77393" y="38722"/>
                  </a:lnTo>
                  <a:lnTo>
                    <a:pt x="74345" y="23672"/>
                  </a:lnTo>
                  <a:lnTo>
                    <a:pt x="66040" y="11366"/>
                  </a:lnTo>
                  <a:lnTo>
                    <a:pt x="53733" y="3048"/>
                  </a:lnTo>
                  <a:lnTo>
                    <a:pt x="38696" y="0"/>
                  </a:lnTo>
                  <a:lnTo>
                    <a:pt x="0" y="0"/>
                  </a:lnTo>
                  <a:lnTo>
                    <a:pt x="0" y="432231"/>
                  </a:lnTo>
                  <a:lnTo>
                    <a:pt x="38696" y="432231"/>
                  </a:lnTo>
                  <a:lnTo>
                    <a:pt x="53733" y="429183"/>
                  </a:lnTo>
                  <a:lnTo>
                    <a:pt x="66040" y="420865"/>
                  </a:lnTo>
                  <a:lnTo>
                    <a:pt x="74345" y="408559"/>
                  </a:lnTo>
                  <a:lnTo>
                    <a:pt x="77393" y="393522"/>
                  </a:lnTo>
                  <a:lnTo>
                    <a:pt x="77393" y="156705"/>
                  </a:lnTo>
                  <a:lnTo>
                    <a:pt x="1654822" y="156705"/>
                  </a:lnTo>
                  <a:lnTo>
                    <a:pt x="1654822" y="122262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4" name="object 174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431344" y="7961419"/>
              <a:ext cx="77400" cy="232474"/>
            </a:xfrm>
            <a:prstGeom prst="rect">
              <a:avLst/>
            </a:prstGeom>
          </p:spPr>
        </p:pic>
      </p:grpSp>
      <p:grpSp>
        <p:nvGrpSpPr>
          <p:cNvPr id="175" name="object 175" descr=""/>
          <p:cNvGrpSpPr/>
          <p:nvPr/>
        </p:nvGrpSpPr>
        <p:grpSpPr>
          <a:xfrm>
            <a:off x="7786244" y="4751001"/>
            <a:ext cx="861694" cy="1661795"/>
            <a:chOff x="7786244" y="4751001"/>
            <a:chExt cx="861694" cy="1661795"/>
          </a:xfrm>
        </p:grpSpPr>
        <p:sp>
          <p:nvSpPr>
            <p:cNvPr id="176" name="object 176" descr=""/>
            <p:cNvSpPr/>
            <p:nvPr/>
          </p:nvSpPr>
          <p:spPr>
            <a:xfrm>
              <a:off x="8087913" y="6242627"/>
              <a:ext cx="218440" cy="170180"/>
            </a:xfrm>
            <a:custGeom>
              <a:avLst/>
              <a:gdLst/>
              <a:ahLst/>
              <a:cxnLst/>
              <a:rect l="l" t="t" r="r" b="b"/>
              <a:pathLst>
                <a:path w="218440" h="170179">
                  <a:moveTo>
                    <a:pt x="218359" y="0"/>
                  </a:moveTo>
                  <a:lnTo>
                    <a:pt x="0" y="0"/>
                  </a:lnTo>
                  <a:lnTo>
                    <a:pt x="71086" y="169806"/>
                  </a:lnTo>
                  <a:lnTo>
                    <a:pt x="148183" y="169806"/>
                  </a:lnTo>
                  <a:lnTo>
                    <a:pt x="218359" y="0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7786244" y="5514839"/>
              <a:ext cx="419100" cy="728345"/>
            </a:xfrm>
            <a:custGeom>
              <a:avLst/>
              <a:gdLst/>
              <a:ahLst/>
              <a:cxnLst/>
              <a:rect l="l" t="t" r="r" b="b"/>
              <a:pathLst>
                <a:path w="419100" h="728345">
                  <a:moveTo>
                    <a:pt x="236317" y="0"/>
                  </a:moveTo>
                  <a:lnTo>
                    <a:pt x="108360" y="131040"/>
                  </a:lnTo>
                  <a:lnTo>
                    <a:pt x="41091" y="199632"/>
                  </a:lnTo>
                  <a:lnTo>
                    <a:pt x="12356" y="228197"/>
                  </a:lnTo>
                  <a:lnTo>
                    <a:pt x="0" y="239155"/>
                  </a:lnTo>
                  <a:lnTo>
                    <a:pt x="34031" y="320933"/>
                  </a:lnTo>
                  <a:lnTo>
                    <a:pt x="123939" y="488297"/>
                  </a:lnTo>
                  <a:lnTo>
                    <a:pt x="216739" y="653249"/>
                  </a:lnTo>
                  <a:lnTo>
                    <a:pt x="259447" y="727789"/>
                  </a:lnTo>
                  <a:lnTo>
                    <a:pt x="418741" y="727789"/>
                  </a:lnTo>
                  <a:lnTo>
                    <a:pt x="418741" y="32574"/>
                  </a:lnTo>
                  <a:lnTo>
                    <a:pt x="236317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8195564" y="5514839"/>
              <a:ext cx="419100" cy="728345"/>
            </a:xfrm>
            <a:custGeom>
              <a:avLst/>
              <a:gdLst/>
              <a:ahLst/>
              <a:cxnLst/>
              <a:rect l="l" t="t" r="r" b="b"/>
              <a:pathLst>
                <a:path w="419100" h="728345">
                  <a:moveTo>
                    <a:pt x="182402" y="0"/>
                  </a:moveTo>
                  <a:lnTo>
                    <a:pt x="0" y="32574"/>
                  </a:lnTo>
                  <a:lnTo>
                    <a:pt x="0" y="727789"/>
                  </a:lnTo>
                  <a:lnTo>
                    <a:pt x="159272" y="727789"/>
                  </a:lnTo>
                  <a:lnTo>
                    <a:pt x="201982" y="653249"/>
                  </a:lnTo>
                  <a:lnTo>
                    <a:pt x="294789" y="488297"/>
                  </a:lnTo>
                  <a:lnTo>
                    <a:pt x="384710" y="320933"/>
                  </a:lnTo>
                  <a:lnTo>
                    <a:pt x="418762" y="239155"/>
                  </a:lnTo>
                  <a:lnTo>
                    <a:pt x="406393" y="228197"/>
                  </a:lnTo>
                  <a:lnTo>
                    <a:pt x="377649" y="199632"/>
                  </a:lnTo>
                  <a:lnTo>
                    <a:pt x="310372" y="131040"/>
                  </a:lnTo>
                  <a:lnTo>
                    <a:pt x="18240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7947228" y="4813699"/>
              <a:ext cx="695960" cy="775335"/>
            </a:xfrm>
            <a:custGeom>
              <a:avLst/>
              <a:gdLst/>
              <a:ahLst/>
              <a:cxnLst/>
              <a:rect l="l" t="t" r="r" b="b"/>
              <a:pathLst>
                <a:path w="695959" h="775335">
                  <a:moveTo>
                    <a:pt x="695731" y="0"/>
                  </a:moveTo>
                  <a:lnTo>
                    <a:pt x="619239" y="0"/>
                  </a:lnTo>
                  <a:lnTo>
                    <a:pt x="572122" y="2133"/>
                  </a:lnTo>
                  <a:lnTo>
                    <a:pt x="526161" y="8407"/>
                  </a:lnTo>
                  <a:lnTo>
                    <a:pt x="481545" y="18643"/>
                  </a:lnTo>
                  <a:lnTo>
                    <a:pt x="438442" y="32639"/>
                  </a:lnTo>
                  <a:lnTo>
                    <a:pt x="397052" y="50215"/>
                  </a:lnTo>
                  <a:lnTo>
                    <a:pt x="357555" y="71183"/>
                  </a:lnTo>
                  <a:lnTo>
                    <a:pt x="320154" y="95364"/>
                  </a:lnTo>
                  <a:lnTo>
                    <a:pt x="285013" y="122567"/>
                  </a:lnTo>
                  <a:lnTo>
                    <a:pt x="252336" y="152590"/>
                  </a:lnTo>
                  <a:lnTo>
                    <a:pt x="222313" y="185267"/>
                  </a:lnTo>
                  <a:lnTo>
                    <a:pt x="195110" y="220408"/>
                  </a:lnTo>
                  <a:lnTo>
                    <a:pt x="170929" y="257810"/>
                  </a:lnTo>
                  <a:lnTo>
                    <a:pt x="149961" y="297294"/>
                  </a:lnTo>
                  <a:lnTo>
                    <a:pt x="132372" y="338683"/>
                  </a:lnTo>
                  <a:lnTo>
                    <a:pt x="118376" y="381787"/>
                  </a:lnTo>
                  <a:lnTo>
                    <a:pt x="108153" y="426402"/>
                  </a:lnTo>
                  <a:lnTo>
                    <a:pt x="101879" y="472363"/>
                  </a:lnTo>
                  <a:lnTo>
                    <a:pt x="99745" y="519480"/>
                  </a:lnTo>
                  <a:lnTo>
                    <a:pt x="99745" y="684872"/>
                  </a:lnTo>
                  <a:lnTo>
                    <a:pt x="45021" y="684872"/>
                  </a:lnTo>
                  <a:lnTo>
                    <a:pt x="27546" y="688428"/>
                  </a:lnTo>
                  <a:lnTo>
                    <a:pt x="13220" y="698119"/>
                  </a:lnTo>
                  <a:lnTo>
                    <a:pt x="3556" y="712444"/>
                  </a:lnTo>
                  <a:lnTo>
                    <a:pt x="0" y="729919"/>
                  </a:lnTo>
                  <a:lnTo>
                    <a:pt x="0" y="774954"/>
                  </a:lnTo>
                  <a:lnTo>
                    <a:pt x="270510" y="774966"/>
                  </a:lnTo>
                  <a:lnTo>
                    <a:pt x="502945" y="774954"/>
                  </a:lnTo>
                  <a:lnTo>
                    <a:pt x="502945" y="729932"/>
                  </a:lnTo>
                  <a:lnTo>
                    <a:pt x="499402" y="712444"/>
                  </a:lnTo>
                  <a:lnTo>
                    <a:pt x="489724" y="698119"/>
                  </a:lnTo>
                  <a:lnTo>
                    <a:pt x="475411" y="688428"/>
                  </a:lnTo>
                  <a:lnTo>
                    <a:pt x="457923" y="684872"/>
                  </a:lnTo>
                  <a:lnTo>
                    <a:pt x="383184" y="684872"/>
                  </a:lnTo>
                  <a:lnTo>
                    <a:pt x="383184" y="617067"/>
                  </a:lnTo>
                  <a:lnTo>
                    <a:pt x="385800" y="556056"/>
                  </a:lnTo>
                  <a:lnTo>
                    <a:pt x="393484" y="501675"/>
                  </a:lnTo>
                  <a:lnTo>
                    <a:pt x="406006" y="453694"/>
                  </a:lnTo>
                  <a:lnTo>
                    <a:pt x="423100" y="411899"/>
                  </a:lnTo>
                  <a:lnTo>
                    <a:pt x="444538" y="376034"/>
                  </a:lnTo>
                  <a:lnTo>
                    <a:pt x="470065" y="345897"/>
                  </a:lnTo>
                  <a:lnTo>
                    <a:pt x="499452" y="321246"/>
                  </a:lnTo>
                  <a:lnTo>
                    <a:pt x="532460" y="301866"/>
                  </a:lnTo>
                  <a:lnTo>
                    <a:pt x="568833" y="287515"/>
                  </a:lnTo>
                  <a:lnTo>
                    <a:pt x="608330" y="277977"/>
                  </a:lnTo>
                  <a:lnTo>
                    <a:pt x="650709" y="273024"/>
                  </a:lnTo>
                  <a:lnTo>
                    <a:pt x="695731" y="272427"/>
                  </a:lnTo>
                  <a:lnTo>
                    <a:pt x="695731" y="0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7992301" y="4751012"/>
              <a:ext cx="655320" cy="748030"/>
            </a:xfrm>
            <a:custGeom>
              <a:avLst/>
              <a:gdLst/>
              <a:ahLst/>
              <a:cxnLst/>
              <a:rect l="l" t="t" r="r" b="b"/>
              <a:pathLst>
                <a:path w="655320" h="748029">
                  <a:moveTo>
                    <a:pt x="376618" y="726465"/>
                  </a:moveTo>
                  <a:lnTo>
                    <a:pt x="374942" y="718210"/>
                  </a:lnTo>
                  <a:lnTo>
                    <a:pt x="370357" y="711428"/>
                  </a:lnTo>
                  <a:lnTo>
                    <a:pt x="363575" y="706856"/>
                  </a:lnTo>
                  <a:lnTo>
                    <a:pt x="355307" y="705167"/>
                  </a:lnTo>
                  <a:lnTo>
                    <a:pt x="21336" y="705167"/>
                  </a:lnTo>
                  <a:lnTo>
                    <a:pt x="13042" y="706856"/>
                  </a:lnTo>
                  <a:lnTo>
                    <a:pt x="6261" y="711428"/>
                  </a:lnTo>
                  <a:lnTo>
                    <a:pt x="1676" y="718210"/>
                  </a:lnTo>
                  <a:lnTo>
                    <a:pt x="0" y="726490"/>
                  </a:lnTo>
                  <a:lnTo>
                    <a:pt x="1676" y="734758"/>
                  </a:lnTo>
                  <a:lnTo>
                    <a:pt x="6261" y="741553"/>
                  </a:lnTo>
                  <a:lnTo>
                    <a:pt x="13042" y="746137"/>
                  </a:lnTo>
                  <a:lnTo>
                    <a:pt x="21336" y="747814"/>
                  </a:lnTo>
                  <a:lnTo>
                    <a:pt x="355307" y="747814"/>
                  </a:lnTo>
                  <a:lnTo>
                    <a:pt x="363575" y="746137"/>
                  </a:lnTo>
                  <a:lnTo>
                    <a:pt x="370357" y="741553"/>
                  </a:lnTo>
                  <a:lnTo>
                    <a:pt x="374942" y="734758"/>
                  </a:lnTo>
                  <a:lnTo>
                    <a:pt x="376618" y="726465"/>
                  </a:lnTo>
                  <a:close/>
                </a:path>
                <a:path w="655320" h="748029">
                  <a:moveTo>
                    <a:pt x="383717" y="659257"/>
                  </a:moveTo>
                  <a:lnTo>
                    <a:pt x="382028" y="650976"/>
                  </a:lnTo>
                  <a:lnTo>
                    <a:pt x="377456" y="644194"/>
                  </a:lnTo>
                  <a:lnTo>
                    <a:pt x="370674" y="639622"/>
                  </a:lnTo>
                  <a:lnTo>
                    <a:pt x="362394" y="637933"/>
                  </a:lnTo>
                  <a:lnTo>
                    <a:pt x="28409" y="637933"/>
                  </a:lnTo>
                  <a:lnTo>
                    <a:pt x="20129" y="639622"/>
                  </a:lnTo>
                  <a:lnTo>
                    <a:pt x="13347" y="644194"/>
                  </a:lnTo>
                  <a:lnTo>
                    <a:pt x="8775" y="650976"/>
                  </a:lnTo>
                  <a:lnTo>
                    <a:pt x="7086" y="659257"/>
                  </a:lnTo>
                  <a:lnTo>
                    <a:pt x="8775" y="667537"/>
                  </a:lnTo>
                  <a:lnTo>
                    <a:pt x="13347" y="674331"/>
                  </a:lnTo>
                  <a:lnTo>
                    <a:pt x="20129" y="678916"/>
                  </a:lnTo>
                  <a:lnTo>
                    <a:pt x="28409" y="680605"/>
                  </a:lnTo>
                  <a:lnTo>
                    <a:pt x="362394" y="680605"/>
                  </a:lnTo>
                  <a:lnTo>
                    <a:pt x="370674" y="678916"/>
                  </a:lnTo>
                  <a:lnTo>
                    <a:pt x="377456" y="674331"/>
                  </a:lnTo>
                  <a:lnTo>
                    <a:pt x="382028" y="667537"/>
                  </a:lnTo>
                  <a:lnTo>
                    <a:pt x="383717" y="659257"/>
                  </a:lnTo>
                  <a:close/>
                </a:path>
                <a:path w="655320" h="748029">
                  <a:moveTo>
                    <a:pt x="390817" y="592023"/>
                  </a:moveTo>
                  <a:lnTo>
                    <a:pt x="389128" y="583742"/>
                  </a:lnTo>
                  <a:lnTo>
                    <a:pt x="384556" y="576961"/>
                  </a:lnTo>
                  <a:lnTo>
                    <a:pt x="377774" y="572376"/>
                  </a:lnTo>
                  <a:lnTo>
                    <a:pt x="369493" y="570699"/>
                  </a:lnTo>
                  <a:lnTo>
                    <a:pt x="35509" y="570699"/>
                  </a:lnTo>
                  <a:lnTo>
                    <a:pt x="27216" y="572376"/>
                  </a:lnTo>
                  <a:lnTo>
                    <a:pt x="20434" y="576961"/>
                  </a:lnTo>
                  <a:lnTo>
                    <a:pt x="15849" y="583742"/>
                  </a:lnTo>
                  <a:lnTo>
                    <a:pt x="14160" y="592023"/>
                  </a:lnTo>
                  <a:lnTo>
                    <a:pt x="15849" y="600316"/>
                  </a:lnTo>
                  <a:lnTo>
                    <a:pt x="20434" y="607098"/>
                  </a:lnTo>
                  <a:lnTo>
                    <a:pt x="27216" y="611682"/>
                  </a:lnTo>
                  <a:lnTo>
                    <a:pt x="35509" y="613371"/>
                  </a:lnTo>
                  <a:lnTo>
                    <a:pt x="369493" y="613371"/>
                  </a:lnTo>
                  <a:lnTo>
                    <a:pt x="377774" y="611682"/>
                  </a:lnTo>
                  <a:lnTo>
                    <a:pt x="384556" y="607098"/>
                  </a:lnTo>
                  <a:lnTo>
                    <a:pt x="389128" y="600316"/>
                  </a:lnTo>
                  <a:lnTo>
                    <a:pt x="390817" y="592023"/>
                  </a:lnTo>
                  <a:close/>
                </a:path>
                <a:path w="655320" h="748029">
                  <a:moveTo>
                    <a:pt x="397903" y="524789"/>
                  </a:moveTo>
                  <a:lnTo>
                    <a:pt x="396227" y="516521"/>
                  </a:lnTo>
                  <a:lnTo>
                    <a:pt x="391642" y="509739"/>
                  </a:lnTo>
                  <a:lnTo>
                    <a:pt x="384860" y="505167"/>
                  </a:lnTo>
                  <a:lnTo>
                    <a:pt x="376567" y="503478"/>
                  </a:lnTo>
                  <a:lnTo>
                    <a:pt x="42595" y="503478"/>
                  </a:lnTo>
                  <a:lnTo>
                    <a:pt x="34302" y="505167"/>
                  </a:lnTo>
                  <a:lnTo>
                    <a:pt x="27520" y="509739"/>
                  </a:lnTo>
                  <a:lnTo>
                    <a:pt x="22936" y="516521"/>
                  </a:lnTo>
                  <a:lnTo>
                    <a:pt x="21259" y="524802"/>
                  </a:lnTo>
                  <a:lnTo>
                    <a:pt x="22936" y="533082"/>
                  </a:lnTo>
                  <a:lnTo>
                    <a:pt x="27520" y="539864"/>
                  </a:lnTo>
                  <a:lnTo>
                    <a:pt x="34302" y="544449"/>
                  </a:lnTo>
                  <a:lnTo>
                    <a:pt x="42595" y="546125"/>
                  </a:lnTo>
                  <a:lnTo>
                    <a:pt x="376567" y="546125"/>
                  </a:lnTo>
                  <a:lnTo>
                    <a:pt x="384860" y="544449"/>
                  </a:lnTo>
                  <a:lnTo>
                    <a:pt x="391642" y="539864"/>
                  </a:lnTo>
                  <a:lnTo>
                    <a:pt x="396227" y="533082"/>
                  </a:lnTo>
                  <a:lnTo>
                    <a:pt x="397903" y="524789"/>
                  </a:lnTo>
                  <a:close/>
                </a:path>
                <a:path w="655320" h="748029">
                  <a:moveTo>
                    <a:pt x="404774" y="466737"/>
                  </a:moveTo>
                  <a:lnTo>
                    <a:pt x="50939" y="428117"/>
                  </a:lnTo>
                  <a:lnTo>
                    <a:pt x="42570" y="429387"/>
                  </a:lnTo>
                  <a:lnTo>
                    <a:pt x="35572" y="433641"/>
                  </a:lnTo>
                  <a:lnTo>
                    <a:pt x="30670" y="440194"/>
                  </a:lnTo>
                  <a:lnTo>
                    <a:pt x="28587" y="448398"/>
                  </a:lnTo>
                  <a:lnTo>
                    <a:pt x="29857" y="456742"/>
                  </a:lnTo>
                  <a:lnTo>
                    <a:pt x="34112" y="463753"/>
                  </a:lnTo>
                  <a:lnTo>
                    <a:pt x="40665" y="468668"/>
                  </a:lnTo>
                  <a:lnTo>
                    <a:pt x="48844" y="470738"/>
                  </a:lnTo>
                  <a:lnTo>
                    <a:pt x="382447" y="487006"/>
                  </a:lnTo>
                  <a:lnTo>
                    <a:pt x="390791" y="485724"/>
                  </a:lnTo>
                  <a:lnTo>
                    <a:pt x="397776" y="481482"/>
                  </a:lnTo>
                  <a:lnTo>
                    <a:pt x="402691" y="474941"/>
                  </a:lnTo>
                  <a:lnTo>
                    <a:pt x="404774" y="466737"/>
                  </a:lnTo>
                  <a:close/>
                </a:path>
                <a:path w="655320" h="748029">
                  <a:moveTo>
                    <a:pt x="550341" y="351688"/>
                  </a:moveTo>
                  <a:lnTo>
                    <a:pt x="518744" y="19215"/>
                  </a:lnTo>
                  <a:lnTo>
                    <a:pt x="495477" y="0"/>
                  </a:lnTo>
                  <a:lnTo>
                    <a:pt x="487413" y="2451"/>
                  </a:lnTo>
                  <a:lnTo>
                    <a:pt x="481101" y="7658"/>
                  </a:lnTo>
                  <a:lnTo>
                    <a:pt x="477177" y="14846"/>
                  </a:lnTo>
                  <a:lnTo>
                    <a:pt x="476275" y="23266"/>
                  </a:lnTo>
                  <a:lnTo>
                    <a:pt x="506260" y="338797"/>
                  </a:lnTo>
                  <a:lnTo>
                    <a:pt x="386753" y="55410"/>
                  </a:lnTo>
                  <a:lnTo>
                    <a:pt x="381990" y="48425"/>
                  </a:lnTo>
                  <a:lnTo>
                    <a:pt x="375132" y="43954"/>
                  </a:lnTo>
                  <a:lnTo>
                    <a:pt x="367106" y="42367"/>
                  </a:lnTo>
                  <a:lnTo>
                    <a:pt x="358825" y="44043"/>
                  </a:lnTo>
                  <a:lnTo>
                    <a:pt x="351840" y="48806"/>
                  </a:lnTo>
                  <a:lnTo>
                    <a:pt x="347370" y="55664"/>
                  </a:lnTo>
                  <a:lnTo>
                    <a:pt x="345782" y="63703"/>
                  </a:lnTo>
                  <a:lnTo>
                    <a:pt x="347459" y="71996"/>
                  </a:lnTo>
                  <a:lnTo>
                    <a:pt x="459244" y="337045"/>
                  </a:lnTo>
                  <a:lnTo>
                    <a:pt x="256222" y="124548"/>
                  </a:lnTo>
                  <a:lnTo>
                    <a:pt x="249288" y="119722"/>
                  </a:lnTo>
                  <a:lnTo>
                    <a:pt x="241300" y="117983"/>
                  </a:lnTo>
                  <a:lnTo>
                    <a:pt x="233222" y="119354"/>
                  </a:lnTo>
                  <a:lnTo>
                    <a:pt x="226060" y="123850"/>
                  </a:lnTo>
                  <a:lnTo>
                    <a:pt x="221234" y="130784"/>
                  </a:lnTo>
                  <a:lnTo>
                    <a:pt x="219506" y="138785"/>
                  </a:lnTo>
                  <a:lnTo>
                    <a:pt x="220878" y="146850"/>
                  </a:lnTo>
                  <a:lnTo>
                    <a:pt x="225386" y="154000"/>
                  </a:lnTo>
                  <a:lnTo>
                    <a:pt x="409905" y="347129"/>
                  </a:lnTo>
                  <a:lnTo>
                    <a:pt x="153898" y="225158"/>
                  </a:lnTo>
                  <a:lnTo>
                    <a:pt x="145694" y="223113"/>
                  </a:lnTo>
                  <a:lnTo>
                    <a:pt x="137591" y="224320"/>
                  </a:lnTo>
                  <a:lnTo>
                    <a:pt x="130530" y="228473"/>
                  </a:lnTo>
                  <a:lnTo>
                    <a:pt x="125463" y="235204"/>
                  </a:lnTo>
                  <a:lnTo>
                    <a:pt x="123418" y="243420"/>
                  </a:lnTo>
                  <a:lnTo>
                    <a:pt x="124637" y="251510"/>
                  </a:lnTo>
                  <a:lnTo>
                    <a:pt x="128778" y="258572"/>
                  </a:lnTo>
                  <a:lnTo>
                    <a:pt x="135534" y="263652"/>
                  </a:lnTo>
                  <a:lnTo>
                    <a:pt x="396024" y="387781"/>
                  </a:lnTo>
                  <a:lnTo>
                    <a:pt x="92608" y="329806"/>
                  </a:lnTo>
                  <a:lnTo>
                    <a:pt x="84162" y="329907"/>
                  </a:lnTo>
                  <a:lnTo>
                    <a:pt x="76644" y="333133"/>
                  </a:lnTo>
                  <a:lnTo>
                    <a:pt x="70866" y="338937"/>
                  </a:lnTo>
                  <a:lnTo>
                    <a:pt x="67665" y="346722"/>
                  </a:lnTo>
                  <a:lnTo>
                    <a:pt x="67754" y="355193"/>
                  </a:lnTo>
                  <a:lnTo>
                    <a:pt x="70980" y="362712"/>
                  </a:lnTo>
                  <a:lnTo>
                    <a:pt x="76784" y="368477"/>
                  </a:lnTo>
                  <a:lnTo>
                    <a:pt x="84607" y="371678"/>
                  </a:lnTo>
                  <a:lnTo>
                    <a:pt x="412648" y="434365"/>
                  </a:lnTo>
                  <a:lnTo>
                    <a:pt x="421106" y="434263"/>
                  </a:lnTo>
                  <a:lnTo>
                    <a:pt x="428625" y="431050"/>
                  </a:lnTo>
                  <a:lnTo>
                    <a:pt x="434403" y="425246"/>
                  </a:lnTo>
                  <a:lnTo>
                    <a:pt x="437578" y="417449"/>
                  </a:lnTo>
                  <a:lnTo>
                    <a:pt x="437502" y="408990"/>
                  </a:lnTo>
                  <a:lnTo>
                    <a:pt x="436714" y="407174"/>
                  </a:lnTo>
                  <a:lnTo>
                    <a:pt x="437032" y="407314"/>
                  </a:lnTo>
                  <a:lnTo>
                    <a:pt x="445236" y="409346"/>
                  </a:lnTo>
                  <a:lnTo>
                    <a:pt x="453326" y="408139"/>
                  </a:lnTo>
                  <a:lnTo>
                    <a:pt x="460387" y="403987"/>
                  </a:lnTo>
                  <a:lnTo>
                    <a:pt x="463130" y="400342"/>
                  </a:lnTo>
                  <a:lnTo>
                    <a:pt x="471043" y="402056"/>
                  </a:lnTo>
                  <a:lnTo>
                    <a:pt x="479120" y="400685"/>
                  </a:lnTo>
                  <a:lnTo>
                    <a:pt x="486270" y="396176"/>
                  </a:lnTo>
                  <a:lnTo>
                    <a:pt x="489648" y="391312"/>
                  </a:lnTo>
                  <a:lnTo>
                    <a:pt x="496887" y="392747"/>
                  </a:lnTo>
                  <a:lnTo>
                    <a:pt x="505167" y="391083"/>
                  </a:lnTo>
                  <a:lnTo>
                    <a:pt x="512140" y="386295"/>
                  </a:lnTo>
                  <a:lnTo>
                    <a:pt x="516610" y="379437"/>
                  </a:lnTo>
                  <a:lnTo>
                    <a:pt x="518160" y="371576"/>
                  </a:lnTo>
                  <a:lnTo>
                    <a:pt x="522719" y="374065"/>
                  </a:lnTo>
                  <a:lnTo>
                    <a:pt x="531126" y="374954"/>
                  </a:lnTo>
                  <a:lnTo>
                    <a:pt x="539216" y="372491"/>
                  </a:lnTo>
                  <a:lnTo>
                    <a:pt x="545528" y="367284"/>
                  </a:lnTo>
                  <a:lnTo>
                    <a:pt x="549452" y="360095"/>
                  </a:lnTo>
                  <a:lnTo>
                    <a:pt x="550341" y="351688"/>
                  </a:lnTo>
                  <a:close/>
                </a:path>
                <a:path w="655320" h="748029">
                  <a:moveTo>
                    <a:pt x="655256" y="358457"/>
                  </a:moveTo>
                  <a:lnTo>
                    <a:pt x="654329" y="24485"/>
                  </a:lnTo>
                  <a:lnTo>
                    <a:pt x="632955" y="3225"/>
                  </a:lnTo>
                  <a:lnTo>
                    <a:pt x="624674" y="4927"/>
                  </a:lnTo>
                  <a:lnTo>
                    <a:pt x="617905" y="9525"/>
                  </a:lnTo>
                  <a:lnTo>
                    <a:pt x="613346" y="16332"/>
                  </a:lnTo>
                  <a:lnTo>
                    <a:pt x="611670" y="24625"/>
                  </a:lnTo>
                  <a:lnTo>
                    <a:pt x="612622" y="358597"/>
                  </a:lnTo>
                  <a:lnTo>
                    <a:pt x="614311" y="366864"/>
                  </a:lnTo>
                  <a:lnTo>
                    <a:pt x="618909" y="373634"/>
                  </a:lnTo>
                  <a:lnTo>
                    <a:pt x="625703" y="378193"/>
                  </a:lnTo>
                  <a:lnTo>
                    <a:pt x="633971" y="379857"/>
                  </a:lnTo>
                  <a:lnTo>
                    <a:pt x="642251" y="378155"/>
                  </a:lnTo>
                  <a:lnTo>
                    <a:pt x="649033" y="373557"/>
                  </a:lnTo>
                  <a:lnTo>
                    <a:pt x="653605" y="366750"/>
                  </a:lnTo>
                  <a:lnTo>
                    <a:pt x="655256" y="358457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1" name="object 181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4690013" y="9535648"/>
            <a:ext cx="2317144" cy="385339"/>
          </a:xfrm>
          <a:prstGeom prst="rect">
            <a:avLst/>
          </a:prstGeom>
        </p:spPr>
      </p:pic>
      <p:grpSp>
        <p:nvGrpSpPr>
          <p:cNvPr id="182" name="object 182" descr=""/>
          <p:cNvGrpSpPr/>
          <p:nvPr/>
        </p:nvGrpSpPr>
        <p:grpSpPr>
          <a:xfrm>
            <a:off x="3571404" y="8373639"/>
            <a:ext cx="675005" cy="758190"/>
            <a:chOff x="3571404" y="8373639"/>
            <a:chExt cx="675005" cy="758190"/>
          </a:xfrm>
        </p:grpSpPr>
        <p:sp>
          <p:nvSpPr>
            <p:cNvPr id="183" name="object 183" descr=""/>
            <p:cNvSpPr/>
            <p:nvPr/>
          </p:nvSpPr>
          <p:spPr>
            <a:xfrm>
              <a:off x="3657114" y="8465254"/>
              <a:ext cx="512445" cy="591185"/>
            </a:xfrm>
            <a:custGeom>
              <a:avLst/>
              <a:gdLst/>
              <a:ahLst/>
              <a:cxnLst/>
              <a:rect l="l" t="t" r="r" b="b"/>
              <a:pathLst>
                <a:path w="512445" h="591184">
                  <a:moveTo>
                    <a:pt x="512183" y="0"/>
                  </a:moveTo>
                  <a:lnTo>
                    <a:pt x="446426" y="0"/>
                  </a:lnTo>
                  <a:lnTo>
                    <a:pt x="397963" y="2632"/>
                  </a:lnTo>
                  <a:lnTo>
                    <a:pt x="350967" y="10343"/>
                  </a:lnTo>
                  <a:lnTo>
                    <a:pt x="305717" y="22856"/>
                  </a:lnTo>
                  <a:lnTo>
                    <a:pt x="262491" y="39892"/>
                  </a:lnTo>
                  <a:lnTo>
                    <a:pt x="221565" y="61175"/>
                  </a:lnTo>
                  <a:lnTo>
                    <a:pt x="183218" y="86425"/>
                  </a:lnTo>
                  <a:lnTo>
                    <a:pt x="147729" y="115367"/>
                  </a:lnTo>
                  <a:lnTo>
                    <a:pt x="115374" y="147720"/>
                  </a:lnTo>
                  <a:lnTo>
                    <a:pt x="86431" y="183209"/>
                  </a:lnTo>
                  <a:lnTo>
                    <a:pt x="61179" y="221556"/>
                  </a:lnTo>
                  <a:lnTo>
                    <a:pt x="39896" y="262481"/>
                  </a:lnTo>
                  <a:lnTo>
                    <a:pt x="22858" y="305709"/>
                  </a:lnTo>
                  <a:lnTo>
                    <a:pt x="10344" y="350961"/>
                  </a:lnTo>
                  <a:lnTo>
                    <a:pt x="2632" y="397959"/>
                  </a:lnTo>
                  <a:lnTo>
                    <a:pt x="0" y="446426"/>
                  </a:lnTo>
                  <a:lnTo>
                    <a:pt x="0" y="591165"/>
                  </a:lnTo>
                  <a:lnTo>
                    <a:pt x="243584" y="591165"/>
                  </a:lnTo>
                  <a:lnTo>
                    <a:pt x="243584" y="530287"/>
                  </a:lnTo>
                  <a:lnTo>
                    <a:pt x="246810" y="469426"/>
                  </a:lnTo>
                  <a:lnTo>
                    <a:pt x="256250" y="416139"/>
                  </a:lnTo>
                  <a:lnTo>
                    <a:pt x="271542" y="370188"/>
                  </a:lnTo>
                  <a:lnTo>
                    <a:pt x="292326" y="331338"/>
                  </a:lnTo>
                  <a:lnTo>
                    <a:pt x="318242" y="299352"/>
                  </a:lnTo>
                  <a:lnTo>
                    <a:pt x="348930" y="273994"/>
                  </a:lnTo>
                  <a:lnTo>
                    <a:pt x="384028" y="255028"/>
                  </a:lnTo>
                  <a:lnTo>
                    <a:pt x="423176" y="242217"/>
                  </a:lnTo>
                  <a:lnTo>
                    <a:pt x="466015" y="235326"/>
                  </a:lnTo>
                  <a:lnTo>
                    <a:pt x="512183" y="234118"/>
                  </a:lnTo>
                  <a:lnTo>
                    <a:pt x="512183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3764614" y="8550484"/>
              <a:ext cx="405130" cy="506095"/>
            </a:xfrm>
            <a:custGeom>
              <a:avLst/>
              <a:gdLst/>
              <a:ahLst/>
              <a:cxnLst/>
              <a:rect l="l" t="t" r="r" b="b"/>
              <a:pathLst>
                <a:path w="405129" h="506095">
                  <a:moveTo>
                    <a:pt x="404678" y="0"/>
                  </a:moveTo>
                  <a:lnTo>
                    <a:pt x="342823" y="1690"/>
                  </a:lnTo>
                  <a:lnTo>
                    <a:pt x="287442" y="8186"/>
                  </a:lnTo>
                  <a:lnTo>
                    <a:pt x="238192" y="19203"/>
                  </a:lnTo>
                  <a:lnTo>
                    <a:pt x="194732" y="34457"/>
                  </a:lnTo>
                  <a:lnTo>
                    <a:pt x="156718" y="53663"/>
                  </a:lnTo>
                  <a:lnTo>
                    <a:pt x="123807" y="76537"/>
                  </a:lnTo>
                  <a:lnTo>
                    <a:pt x="95657" y="102795"/>
                  </a:lnTo>
                  <a:lnTo>
                    <a:pt x="52269" y="164323"/>
                  </a:lnTo>
                  <a:lnTo>
                    <a:pt x="36345" y="199024"/>
                  </a:lnTo>
                  <a:lnTo>
                    <a:pt x="23812" y="235972"/>
                  </a:lnTo>
                  <a:lnTo>
                    <a:pt x="14325" y="274881"/>
                  </a:lnTo>
                  <a:lnTo>
                    <a:pt x="7544" y="315468"/>
                  </a:lnTo>
                  <a:lnTo>
                    <a:pt x="3124" y="357447"/>
                  </a:lnTo>
                  <a:lnTo>
                    <a:pt x="724" y="400535"/>
                  </a:lnTo>
                  <a:lnTo>
                    <a:pt x="0" y="444447"/>
                  </a:lnTo>
                  <a:lnTo>
                    <a:pt x="0" y="505932"/>
                  </a:lnTo>
                  <a:lnTo>
                    <a:pt x="136090" y="505932"/>
                  </a:lnTo>
                  <a:lnTo>
                    <a:pt x="136090" y="445064"/>
                  </a:lnTo>
                  <a:lnTo>
                    <a:pt x="139316" y="384201"/>
                  </a:lnTo>
                  <a:lnTo>
                    <a:pt x="148755" y="330911"/>
                  </a:lnTo>
                  <a:lnTo>
                    <a:pt x="164046" y="284959"/>
                  </a:lnTo>
                  <a:lnTo>
                    <a:pt x="184829" y="246108"/>
                  </a:lnTo>
                  <a:lnTo>
                    <a:pt x="210743" y="214121"/>
                  </a:lnTo>
                  <a:lnTo>
                    <a:pt x="241429" y="188764"/>
                  </a:lnTo>
                  <a:lnTo>
                    <a:pt x="276525" y="169798"/>
                  </a:lnTo>
                  <a:lnTo>
                    <a:pt x="315673" y="156989"/>
                  </a:lnTo>
                  <a:lnTo>
                    <a:pt x="358511" y="150101"/>
                  </a:lnTo>
                  <a:lnTo>
                    <a:pt x="404678" y="148895"/>
                  </a:lnTo>
                  <a:lnTo>
                    <a:pt x="404678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4168622" y="8373639"/>
              <a:ext cx="77470" cy="432434"/>
            </a:xfrm>
            <a:custGeom>
              <a:avLst/>
              <a:gdLst/>
              <a:ahLst/>
              <a:cxnLst/>
              <a:rect l="l" t="t" r="r" b="b"/>
              <a:pathLst>
                <a:path w="77470" h="432434">
                  <a:moveTo>
                    <a:pt x="77390" y="0"/>
                  </a:moveTo>
                  <a:lnTo>
                    <a:pt x="38710" y="0"/>
                  </a:lnTo>
                  <a:lnTo>
                    <a:pt x="23681" y="3053"/>
                  </a:lnTo>
                  <a:lnTo>
                    <a:pt x="11372" y="11367"/>
                  </a:lnTo>
                  <a:lnTo>
                    <a:pt x="3055" y="23672"/>
                  </a:lnTo>
                  <a:lnTo>
                    <a:pt x="0" y="38700"/>
                  </a:lnTo>
                  <a:lnTo>
                    <a:pt x="0" y="393516"/>
                  </a:lnTo>
                  <a:lnTo>
                    <a:pt x="3055" y="408552"/>
                  </a:lnTo>
                  <a:lnTo>
                    <a:pt x="11372" y="420864"/>
                  </a:lnTo>
                  <a:lnTo>
                    <a:pt x="23681" y="429182"/>
                  </a:lnTo>
                  <a:lnTo>
                    <a:pt x="38710" y="432238"/>
                  </a:lnTo>
                  <a:lnTo>
                    <a:pt x="77390" y="432238"/>
                  </a:lnTo>
                  <a:lnTo>
                    <a:pt x="77390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6" name="object 186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168625" y="8573385"/>
              <a:ext cx="77390" cy="232485"/>
            </a:xfrm>
            <a:prstGeom prst="rect">
              <a:avLst/>
            </a:prstGeom>
          </p:spPr>
        </p:pic>
        <p:sp>
          <p:nvSpPr>
            <p:cNvPr id="187" name="object 187" descr=""/>
            <p:cNvSpPr/>
            <p:nvPr/>
          </p:nvSpPr>
          <p:spPr>
            <a:xfrm>
              <a:off x="3571404" y="9053798"/>
              <a:ext cx="432434" cy="77470"/>
            </a:xfrm>
            <a:custGeom>
              <a:avLst/>
              <a:gdLst/>
              <a:ahLst/>
              <a:cxnLst/>
              <a:rect l="l" t="t" r="r" b="b"/>
              <a:pathLst>
                <a:path w="432435" h="77470">
                  <a:moveTo>
                    <a:pt x="393537" y="0"/>
                  </a:moveTo>
                  <a:lnTo>
                    <a:pt x="38721" y="0"/>
                  </a:lnTo>
                  <a:lnTo>
                    <a:pt x="23694" y="3055"/>
                  </a:lnTo>
                  <a:lnTo>
                    <a:pt x="11381" y="11373"/>
                  </a:lnTo>
                  <a:lnTo>
                    <a:pt x="3058" y="23686"/>
                  </a:lnTo>
                  <a:lnTo>
                    <a:pt x="0" y="38721"/>
                  </a:lnTo>
                  <a:lnTo>
                    <a:pt x="0" y="77411"/>
                  </a:lnTo>
                  <a:lnTo>
                    <a:pt x="432238" y="77411"/>
                  </a:lnTo>
                  <a:lnTo>
                    <a:pt x="432238" y="38721"/>
                  </a:lnTo>
                  <a:lnTo>
                    <a:pt x="429183" y="23686"/>
                  </a:lnTo>
                  <a:lnTo>
                    <a:pt x="420866" y="11373"/>
                  </a:lnTo>
                  <a:lnTo>
                    <a:pt x="408560" y="3055"/>
                  </a:lnTo>
                  <a:lnTo>
                    <a:pt x="393537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8" name="object 188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571410" y="9053801"/>
              <a:ext cx="232485" cy="77411"/>
            </a:xfrm>
            <a:prstGeom prst="rect">
              <a:avLst/>
            </a:prstGeom>
          </p:spPr>
        </p:pic>
      </p:grpSp>
      <p:grpSp>
        <p:nvGrpSpPr>
          <p:cNvPr id="189" name="object 189" descr=""/>
          <p:cNvGrpSpPr/>
          <p:nvPr/>
        </p:nvGrpSpPr>
        <p:grpSpPr>
          <a:xfrm>
            <a:off x="8975149" y="4731413"/>
            <a:ext cx="452120" cy="556895"/>
            <a:chOff x="8975149" y="4731413"/>
            <a:chExt cx="452120" cy="556895"/>
          </a:xfrm>
        </p:grpSpPr>
        <p:sp>
          <p:nvSpPr>
            <p:cNvPr id="190" name="object 190" descr=""/>
            <p:cNvSpPr/>
            <p:nvPr/>
          </p:nvSpPr>
          <p:spPr>
            <a:xfrm>
              <a:off x="9148203" y="5059322"/>
              <a:ext cx="89535" cy="228600"/>
            </a:xfrm>
            <a:custGeom>
              <a:avLst/>
              <a:gdLst/>
              <a:ahLst/>
              <a:cxnLst/>
              <a:rect l="l" t="t" r="r" b="b"/>
              <a:pathLst>
                <a:path w="89534" h="228600">
                  <a:moveTo>
                    <a:pt x="88981" y="0"/>
                  </a:moveTo>
                  <a:lnTo>
                    <a:pt x="0" y="0"/>
                  </a:lnTo>
                  <a:lnTo>
                    <a:pt x="0" y="228527"/>
                  </a:lnTo>
                  <a:lnTo>
                    <a:pt x="88981" y="228527"/>
                  </a:lnTo>
                  <a:lnTo>
                    <a:pt x="88981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8975149" y="4731413"/>
              <a:ext cx="452120" cy="452120"/>
            </a:xfrm>
            <a:custGeom>
              <a:avLst/>
              <a:gdLst/>
              <a:ahLst/>
              <a:cxnLst/>
              <a:rect l="l" t="t" r="r" b="b"/>
              <a:pathLst>
                <a:path w="452120" h="452120">
                  <a:moveTo>
                    <a:pt x="225930" y="0"/>
                  </a:moveTo>
                  <a:lnTo>
                    <a:pt x="180495" y="4603"/>
                  </a:lnTo>
                  <a:lnTo>
                    <a:pt x="138132" y="17799"/>
                  </a:lnTo>
                  <a:lnTo>
                    <a:pt x="99760" y="38669"/>
                  </a:lnTo>
                  <a:lnTo>
                    <a:pt x="66301" y="66293"/>
                  </a:lnTo>
                  <a:lnTo>
                    <a:pt x="38675" y="99751"/>
                  </a:lnTo>
                  <a:lnTo>
                    <a:pt x="17802" y="138123"/>
                  </a:lnTo>
                  <a:lnTo>
                    <a:pt x="4604" y="180489"/>
                  </a:lnTo>
                  <a:lnTo>
                    <a:pt x="0" y="225930"/>
                  </a:lnTo>
                  <a:lnTo>
                    <a:pt x="4604" y="271358"/>
                  </a:lnTo>
                  <a:lnTo>
                    <a:pt x="17802" y="313719"/>
                  </a:lnTo>
                  <a:lnTo>
                    <a:pt x="38675" y="352090"/>
                  </a:lnTo>
                  <a:lnTo>
                    <a:pt x="66301" y="385551"/>
                  </a:lnTo>
                  <a:lnTo>
                    <a:pt x="99760" y="413179"/>
                  </a:lnTo>
                  <a:lnTo>
                    <a:pt x="138132" y="434054"/>
                  </a:lnTo>
                  <a:lnTo>
                    <a:pt x="180495" y="447255"/>
                  </a:lnTo>
                  <a:lnTo>
                    <a:pt x="225930" y="451860"/>
                  </a:lnTo>
                  <a:lnTo>
                    <a:pt x="271371" y="447255"/>
                  </a:lnTo>
                  <a:lnTo>
                    <a:pt x="313740" y="434054"/>
                  </a:lnTo>
                  <a:lnTo>
                    <a:pt x="352115" y="413179"/>
                  </a:lnTo>
                  <a:lnTo>
                    <a:pt x="385577" y="385551"/>
                  </a:lnTo>
                  <a:lnTo>
                    <a:pt x="413204" y="352090"/>
                  </a:lnTo>
                  <a:lnTo>
                    <a:pt x="434078" y="313719"/>
                  </a:lnTo>
                  <a:lnTo>
                    <a:pt x="447277" y="271358"/>
                  </a:lnTo>
                  <a:lnTo>
                    <a:pt x="451881" y="225930"/>
                  </a:lnTo>
                  <a:lnTo>
                    <a:pt x="447277" y="180489"/>
                  </a:lnTo>
                  <a:lnTo>
                    <a:pt x="434078" y="138123"/>
                  </a:lnTo>
                  <a:lnTo>
                    <a:pt x="413204" y="99751"/>
                  </a:lnTo>
                  <a:lnTo>
                    <a:pt x="385577" y="66293"/>
                  </a:lnTo>
                  <a:lnTo>
                    <a:pt x="352115" y="38669"/>
                  </a:lnTo>
                  <a:lnTo>
                    <a:pt x="313740" y="17799"/>
                  </a:lnTo>
                  <a:lnTo>
                    <a:pt x="271371" y="4603"/>
                  </a:lnTo>
                  <a:lnTo>
                    <a:pt x="22593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9010886" y="4767147"/>
              <a:ext cx="381000" cy="380365"/>
            </a:xfrm>
            <a:custGeom>
              <a:avLst/>
              <a:gdLst/>
              <a:ahLst/>
              <a:cxnLst/>
              <a:rect l="l" t="t" r="r" b="b"/>
              <a:pathLst>
                <a:path w="381000" h="380364">
                  <a:moveTo>
                    <a:pt x="190193" y="0"/>
                  </a:moveTo>
                  <a:lnTo>
                    <a:pt x="146674" y="5037"/>
                  </a:lnTo>
                  <a:lnTo>
                    <a:pt x="106677" y="19380"/>
                  </a:lnTo>
                  <a:lnTo>
                    <a:pt x="71358" y="41871"/>
                  </a:lnTo>
                  <a:lnTo>
                    <a:pt x="41874" y="71354"/>
                  </a:lnTo>
                  <a:lnTo>
                    <a:pt x="19382" y="106673"/>
                  </a:lnTo>
                  <a:lnTo>
                    <a:pt x="5038" y="146671"/>
                  </a:lnTo>
                  <a:lnTo>
                    <a:pt x="0" y="190193"/>
                  </a:lnTo>
                  <a:lnTo>
                    <a:pt x="5038" y="233710"/>
                  </a:lnTo>
                  <a:lnTo>
                    <a:pt x="19382" y="273704"/>
                  </a:lnTo>
                  <a:lnTo>
                    <a:pt x="41874" y="309019"/>
                  </a:lnTo>
                  <a:lnTo>
                    <a:pt x="71358" y="338498"/>
                  </a:lnTo>
                  <a:lnTo>
                    <a:pt x="106677" y="360987"/>
                  </a:lnTo>
                  <a:lnTo>
                    <a:pt x="146674" y="375328"/>
                  </a:lnTo>
                  <a:lnTo>
                    <a:pt x="190193" y="380365"/>
                  </a:lnTo>
                  <a:lnTo>
                    <a:pt x="233717" y="375328"/>
                  </a:lnTo>
                  <a:lnTo>
                    <a:pt x="273717" y="360987"/>
                  </a:lnTo>
                  <a:lnTo>
                    <a:pt x="309036" y="338498"/>
                  </a:lnTo>
                  <a:lnTo>
                    <a:pt x="338518" y="309019"/>
                  </a:lnTo>
                  <a:lnTo>
                    <a:pt x="361007" y="273704"/>
                  </a:lnTo>
                  <a:lnTo>
                    <a:pt x="375349" y="233710"/>
                  </a:lnTo>
                  <a:lnTo>
                    <a:pt x="380386" y="190193"/>
                  </a:lnTo>
                  <a:lnTo>
                    <a:pt x="375349" y="146671"/>
                  </a:lnTo>
                  <a:lnTo>
                    <a:pt x="361007" y="106673"/>
                  </a:lnTo>
                  <a:lnTo>
                    <a:pt x="338518" y="71354"/>
                  </a:lnTo>
                  <a:lnTo>
                    <a:pt x="309036" y="41871"/>
                  </a:lnTo>
                  <a:lnTo>
                    <a:pt x="273717" y="19380"/>
                  </a:lnTo>
                  <a:lnTo>
                    <a:pt x="233717" y="5037"/>
                  </a:lnTo>
                  <a:lnTo>
                    <a:pt x="190193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9010886" y="4767170"/>
              <a:ext cx="381000" cy="197485"/>
            </a:xfrm>
            <a:custGeom>
              <a:avLst/>
              <a:gdLst/>
              <a:ahLst/>
              <a:cxnLst/>
              <a:rect l="l" t="t" r="r" b="b"/>
              <a:pathLst>
                <a:path w="381000" h="197485">
                  <a:moveTo>
                    <a:pt x="190193" y="0"/>
                  </a:moveTo>
                  <a:lnTo>
                    <a:pt x="146592" y="5024"/>
                  </a:lnTo>
                  <a:lnTo>
                    <a:pt x="106563" y="19334"/>
                  </a:lnTo>
                  <a:lnTo>
                    <a:pt x="71248" y="41787"/>
                  </a:lnTo>
                  <a:lnTo>
                    <a:pt x="41792" y="71240"/>
                  </a:lnTo>
                  <a:lnTo>
                    <a:pt x="19336" y="106551"/>
                  </a:lnTo>
                  <a:lnTo>
                    <a:pt x="5024" y="146576"/>
                  </a:lnTo>
                  <a:lnTo>
                    <a:pt x="0" y="190172"/>
                  </a:lnTo>
                  <a:lnTo>
                    <a:pt x="157" y="197365"/>
                  </a:lnTo>
                  <a:lnTo>
                    <a:pt x="380229" y="197365"/>
                  </a:lnTo>
                  <a:lnTo>
                    <a:pt x="380386" y="190172"/>
                  </a:lnTo>
                  <a:lnTo>
                    <a:pt x="375363" y="146576"/>
                  </a:lnTo>
                  <a:lnTo>
                    <a:pt x="361057" y="106551"/>
                  </a:lnTo>
                  <a:lnTo>
                    <a:pt x="338607" y="71240"/>
                  </a:lnTo>
                  <a:lnTo>
                    <a:pt x="309154" y="41787"/>
                  </a:lnTo>
                  <a:lnTo>
                    <a:pt x="273841" y="19334"/>
                  </a:lnTo>
                  <a:lnTo>
                    <a:pt x="233806" y="5024"/>
                  </a:lnTo>
                  <a:lnTo>
                    <a:pt x="190193" y="0"/>
                  </a:lnTo>
                  <a:close/>
                </a:path>
              </a:pathLst>
            </a:custGeom>
            <a:solidFill>
              <a:srgbClr val="9FDE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4" name="object 194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9014231" y="4768649"/>
              <a:ext cx="379885" cy="232931"/>
            </a:xfrm>
            <a:prstGeom prst="rect">
              <a:avLst/>
            </a:prstGeom>
          </p:spPr>
        </p:pic>
      </p:grpSp>
      <p:grpSp>
        <p:nvGrpSpPr>
          <p:cNvPr id="195" name="object 195" descr=""/>
          <p:cNvGrpSpPr/>
          <p:nvPr/>
        </p:nvGrpSpPr>
        <p:grpSpPr>
          <a:xfrm>
            <a:off x="8995301" y="5717449"/>
            <a:ext cx="429895" cy="394335"/>
            <a:chOff x="8995301" y="5717449"/>
            <a:chExt cx="429895" cy="394335"/>
          </a:xfrm>
        </p:grpSpPr>
        <p:sp>
          <p:nvSpPr>
            <p:cNvPr id="196" name="object 196" descr=""/>
            <p:cNvSpPr/>
            <p:nvPr/>
          </p:nvSpPr>
          <p:spPr>
            <a:xfrm>
              <a:off x="9051882" y="5821523"/>
              <a:ext cx="316865" cy="221615"/>
            </a:xfrm>
            <a:custGeom>
              <a:avLst/>
              <a:gdLst/>
              <a:ahLst/>
              <a:cxnLst/>
              <a:rect l="l" t="t" r="r" b="b"/>
              <a:pathLst>
                <a:path w="316865" h="221614">
                  <a:moveTo>
                    <a:pt x="244987" y="0"/>
                  </a:moveTo>
                  <a:lnTo>
                    <a:pt x="71296" y="0"/>
                  </a:lnTo>
                  <a:lnTo>
                    <a:pt x="43617" y="5627"/>
                  </a:lnTo>
                  <a:lnTo>
                    <a:pt x="20947" y="20947"/>
                  </a:lnTo>
                  <a:lnTo>
                    <a:pt x="5627" y="43617"/>
                  </a:lnTo>
                  <a:lnTo>
                    <a:pt x="0" y="71296"/>
                  </a:lnTo>
                  <a:lnTo>
                    <a:pt x="0" y="221166"/>
                  </a:lnTo>
                  <a:lnTo>
                    <a:pt x="74018" y="221166"/>
                  </a:lnTo>
                  <a:lnTo>
                    <a:pt x="74018" y="107462"/>
                  </a:lnTo>
                  <a:lnTo>
                    <a:pt x="77015" y="92752"/>
                  </a:lnTo>
                  <a:lnTo>
                    <a:pt x="85170" y="80695"/>
                  </a:lnTo>
                  <a:lnTo>
                    <a:pt x="97227" y="72543"/>
                  </a:lnTo>
                  <a:lnTo>
                    <a:pt x="111933" y="69547"/>
                  </a:lnTo>
                  <a:lnTo>
                    <a:pt x="204318" y="69547"/>
                  </a:lnTo>
                  <a:lnTo>
                    <a:pt x="219040" y="72537"/>
                  </a:lnTo>
                  <a:lnTo>
                    <a:pt x="231104" y="80679"/>
                  </a:lnTo>
                  <a:lnTo>
                    <a:pt x="239258" y="92734"/>
                  </a:lnTo>
                  <a:lnTo>
                    <a:pt x="242254" y="107462"/>
                  </a:lnTo>
                  <a:lnTo>
                    <a:pt x="242254" y="221166"/>
                  </a:lnTo>
                  <a:lnTo>
                    <a:pt x="316262" y="221166"/>
                  </a:lnTo>
                  <a:lnTo>
                    <a:pt x="316262" y="71296"/>
                  </a:lnTo>
                  <a:lnTo>
                    <a:pt x="310638" y="43617"/>
                  </a:lnTo>
                  <a:lnTo>
                    <a:pt x="295326" y="20947"/>
                  </a:lnTo>
                  <a:lnTo>
                    <a:pt x="272662" y="5627"/>
                  </a:lnTo>
                  <a:lnTo>
                    <a:pt x="244987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8995301" y="6037843"/>
              <a:ext cx="429895" cy="73660"/>
            </a:xfrm>
            <a:custGeom>
              <a:avLst/>
              <a:gdLst/>
              <a:ahLst/>
              <a:cxnLst/>
              <a:rect l="l" t="t" r="r" b="b"/>
              <a:pathLst>
                <a:path w="429895" h="73660">
                  <a:moveTo>
                    <a:pt x="411024" y="0"/>
                  </a:moveTo>
                  <a:lnTo>
                    <a:pt x="18397" y="0"/>
                  </a:lnTo>
                  <a:lnTo>
                    <a:pt x="11255" y="1450"/>
                  </a:lnTo>
                  <a:lnTo>
                    <a:pt x="5405" y="5401"/>
                  </a:lnTo>
                  <a:lnTo>
                    <a:pt x="1452" y="11251"/>
                  </a:lnTo>
                  <a:lnTo>
                    <a:pt x="0" y="18397"/>
                  </a:lnTo>
                  <a:lnTo>
                    <a:pt x="0" y="55181"/>
                  </a:lnTo>
                  <a:lnTo>
                    <a:pt x="1452" y="62323"/>
                  </a:lnTo>
                  <a:lnTo>
                    <a:pt x="5405" y="68173"/>
                  </a:lnTo>
                  <a:lnTo>
                    <a:pt x="11255" y="72126"/>
                  </a:lnTo>
                  <a:lnTo>
                    <a:pt x="18397" y="73578"/>
                  </a:lnTo>
                  <a:lnTo>
                    <a:pt x="411024" y="73578"/>
                  </a:lnTo>
                  <a:lnTo>
                    <a:pt x="418174" y="72126"/>
                  </a:lnTo>
                  <a:lnTo>
                    <a:pt x="424023" y="68173"/>
                  </a:lnTo>
                  <a:lnTo>
                    <a:pt x="427972" y="62323"/>
                  </a:lnTo>
                  <a:lnTo>
                    <a:pt x="429421" y="55181"/>
                  </a:lnTo>
                  <a:lnTo>
                    <a:pt x="429421" y="18397"/>
                  </a:lnTo>
                  <a:lnTo>
                    <a:pt x="427972" y="11251"/>
                  </a:lnTo>
                  <a:lnTo>
                    <a:pt x="424023" y="5401"/>
                  </a:lnTo>
                  <a:lnTo>
                    <a:pt x="418174" y="1450"/>
                  </a:lnTo>
                  <a:lnTo>
                    <a:pt x="41102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8995301" y="6037843"/>
              <a:ext cx="429895" cy="33020"/>
            </a:xfrm>
            <a:custGeom>
              <a:avLst/>
              <a:gdLst/>
              <a:ahLst/>
              <a:cxnLst/>
              <a:rect l="l" t="t" r="r" b="b"/>
              <a:pathLst>
                <a:path w="429895" h="33020">
                  <a:moveTo>
                    <a:pt x="411024" y="0"/>
                  </a:moveTo>
                  <a:lnTo>
                    <a:pt x="18397" y="0"/>
                  </a:lnTo>
                  <a:lnTo>
                    <a:pt x="11255" y="1450"/>
                  </a:lnTo>
                  <a:lnTo>
                    <a:pt x="5405" y="5401"/>
                  </a:lnTo>
                  <a:lnTo>
                    <a:pt x="1452" y="11251"/>
                  </a:lnTo>
                  <a:lnTo>
                    <a:pt x="0" y="18397"/>
                  </a:lnTo>
                  <a:lnTo>
                    <a:pt x="0" y="32941"/>
                  </a:lnTo>
                  <a:lnTo>
                    <a:pt x="429421" y="32941"/>
                  </a:lnTo>
                  <a:lnTo>
                    <a:pt x="429421" y="18397"/>
                  </a:lnTo>
                  <a:lnTo>
                    <a:pt x="427972" y="11251"/>
                  </a:lnTo>
                  <a:lnTo>
                    <a:pt x="424023" y="5401"/>
                  </a:lnTo>
                  <a:lnTo>
                    <a:pt x="418174" y="1450"/>
                  </a:lnTo>
                  <a:lnTo>
                    <a:pt x="411024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9173417" y="5717449"/>
              <a:ext cx="73660" cy="104139"/>
            </a:xfrm>
            <a:custGeom>
              <a:avLst/>
              <a:gdLst/>
              <a:ahLst/>
              <a:cxnLst/>
              <a:rect l="l" t="t" r="r" b="b"/>
              <a:pathLst>
                <a:path w="73659" h="104139">
                  <a:moveTo>
                    <a:pt x="0" y="104070"/>
                  </a:moveTo>
                  <a:lnTo>
                    <a:pt x="73191" y="104070"/>
                  </a:lnTo>
                  <a:lnTo>
                    <a:pt x="73191" y="0"/>
                  </a:lnTo>
                  <a:lnTo>
                    <a:pt x="0" y="0"/>
                  </a:lnTo>
                  <a:lnTo>
                    <a:pt x="0" y="10407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0" name="object 200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9150460" y="5425458"/>
            <a:ext cx="122488" cy="122488"/>
          </a:xfrm>
          <a:prstGeom prst="rect">
            <a:avLst/>
          </a:prstGeom>
        </p:spPr>
      </p:pic>
      <p:grpSp>
        <p:nvGrpSpPr>
          <p:cNvPr id="201" name="object 201" descr=""/>
          <p:cNvGrpSpPr/>
          <p:nvPr/>
        </p:nvGrpSpPr>
        <p:grpSpPr>
          <a:xfrm>
            <a:off x="6711476" y="7830194"/>
            <a:ext cx="406400" cy="232410"/>
            <a:chOff x="6711476" y="7830194"/>
            <a:chExt cx="406400" cy="232410"/>
          </a:xfrm>
        </p:grpSpPr>
        <p:sp>
          <p:nvSpPr>
            <p:cNvPr id="202" name="object 202" descr=""/>
            <p:cNvSpPr/>
            <p:nvPr/>
          </p:nvSpPr>
          <p:spPr>
            <a:xfrm>
              <a:off x="6766099" y="7830194"/>
              <a:ext cx="299085" cy="220345"/>
            </a:xfrm>
            <a:custGeom>
              <a:avLst/>
              <a:gdLst/>
              <a:ahLst/>
              <a:cxnLst/>
              <a:rect l="l" t="t" r="r" b="b"/>
              <a:pathLst>
                <a:path w="299084" h="220345">
                  <a:moveTo>
                    <a:pt x="149388" y="0"/>
                  </a:moveTo>
                  <a:lnTo>
                    <a:pt x="91338" y="8683"/>
                  </a:lnTo>
                  <a:lnTo>
                    <a:pt x="43842" y="32336"/>
                  </a:lnTo>
                  <a:lnTo>
                    <a:pt x="11772" y="67365"/>
                  </a:lnTo>
                  <a:lnTo>
                    <a:pt x="0" y="110174"/>
                  </a:lnTo>
                  <a:lnTo>
                    <a:pt x="11772" y="152991"/>
                  </a:lnTo>
                  <a:lnTo>
                    <a:pt x="43842" y="188015"/>
                  </a:lnTo>
                  <a:lnTo>
                    <a:pt x="91338" y="211660"/>
                  </a:lnTo>
                  <a:lnTo>
                    <a:pt x="149388" y="220338"/>
                  </a:lnTo>
                  <a:lnTo>
                    <a:pt x="207446" y="211660"/>
                  </a:lnTo>
                  <a:lnTo>
                    <a:pt x="254941" y="188015"/>
                  </a:lnTo>
                  <a:lnTo>
                    <a:pt x="287006" y="152991"/>
                  </a:lnTo>
                  <a:lnTo>
                    <a:pt x="298776" y="110174"/>
                  </a:lnTo>
                  <a:lnTo>
                    <a:pt x="287006" y="67365"/>
                  </a:lnTo>
                  <a:lnTo>
                    <a:pt x="254941" y="32336"/>
                  </a:lnTo>
                  <a:lnTo>
                    <a:pt x="207446" y="8683"/>
                  </a:lnTo>
                  <a:lnTo>
                    <a:pt x="149388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6765197" y="7926366"/>
              <a:ext cx="299085" cy="135890"/>
            </a:xfrm>
            <a:custGeom>
              <a:avLst/>
              <a:gdLst/>
              <a:ahLst/>
              <a:cxnLst/>
              <a:rect l="l" t="t" r="r" b="b"/>
              <a:pathLst>
                <a:path w="299084" h="135890">
                  <a:moveTo>
                    <a:pt x="298744" y="0"/>
                  </a:moveTo>
                  <a:lnTo>
                    <a:pt x="0" y="0"/>
                  </a:lnTo>
                  <a:lnTo>
                    <a:pt x="0" y="135859"/>
                  </a:lnTo>
                  <a:lnTo>
                    <a:pt x="298744" y="135859"/>
                  </a:lnTo>
                  <a:lnTo>
                    <a:pt x="298744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6711476" y="7876513"/>
              <a:ext cx="406400" cy="59690"/>
            </a:xfrm>
            <a:custGeom>
              <a:avLst/>
              <a:gdLst/>
              <a:ahLst/>
              <a:cxnLst/>
              <a:rect l="l" t="t" r="r" b="b"/>
              <a:pathLst>
                <a:path w="406400" h="59690">
                  <a:moveTo>
                    <a:pt x="376375" y="0"/>
                  </a:moveTo>
                  <a:lnTo>
                    <a:pt x="29779" y="0"/>
                  </a:lnTo>
                  <a:lnTo>
                    <a:pt x="18217" y="2350"/>
                  </a:lnTo>
                  <a:lnTo>
                    <a:pt x="8748" y="8751"/>
                  </a:lnTo>
                  <a:lnTo>
                    <a:pt x="2350" y="18226"/>
                  </a:lnTo>
                  <a:lnTo>
                    <a:pt x="0" y="29800"/>
                  </a:lnTo>
                  <a:lnTo>
                    <a:pt x="2350" y="41369"/>
                  </a:lnTo>
                  <a:lnTo>
                    <a:pt x="8748" y="50845"/>
                  </a:lnTo>
                  <a:lnTo>
                    <a:pt x="18217" y="57248"/>
                  </a:lnTo>
                  <a:lnTo>
                    <a:pt x="29779" y="59600"/>
                  </a:lnTo>
                  <a:lnTo>
                    <a:pt x="376375" y="59600"/>
                  </a:lnTo>
                  <a:lnTo>
                    <a:pt x="387954" y="57248"/>
                  </a:lnTo>
                  <a:lnTo>
                    <a:pt x="397428" y="50845"/>
                  </a:lnTo>
                  <a:lnTo>
                    <a:pt x="403827" y="41369"/>
                  </a:lnTo>
                  <a:lnTo>
                    <a:pt x="406176" y="29800"/>
                  </a:lnTo>
                  <a:lnTo>
                    <a:pt x="403827" y="18226"/>
                  </a:lnTo>
                  <a:lnTo>
                    <a:pt x="397428" y="8751"/>
                  </a:lnTo>
                  <a:lnTo>
                    <a:pt x="387954" y="2350"/>
                  </a:lnTo>
                  <a:lnTo>
                    <a:pt x="37637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6790798" y="7936753"/>
              <a:ext cx="20320" cy="76835"/>
            </a:xfrm>
            <a:custGeom>
              <a:avLst/>
              <a:gdLst/>
              <a:ahLst/>
              <a:cxnLst/>
              <a:rect l="l" t="t" r="r" b="b"/>
              <a:pathLst>
                <a:path w="20320" h="76834">
                  <a:moveTo>
                    <a:pt x="19863" y="0"/>
                  </a:moveTo>
                  <a:lnTo>
                    <a:pt x="0" y="0"/>
                  </a:lnTo>
                  <a:lnTo>
                    <a:pt x="0" y="76248"/>
                  </a:lnTo>
                  <a:lnTo>
                    <a:pt x="19863" y="76248"/>
                  </a:lnTo>
                  <a:lnTo>
                    <a:pt x="1986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6" name="object 206" descr=""/>
          <p:cNvGrpSpPr/>
          <p:nvPr/>
        </p:nvGrpSpPr>
        <p:grpSpPr>
          <a:xfrm>
            <a:off x="5391325" y="7884837"/>
            <a:ext cx="2119630" cy="1254125"/>
            <a:chOff x="5391325" y="7884837"/>
            <a:chExt cx="2119630" cy="1254125"/>
          </a:xfrm>
        </p:grpSpPr>
        <p:sp>
          <p:nvSpPr>
            <p:cNvPr id="207" name="object 207" descr=""/>
            <p:cNvSpPr/>
            <p:nvPr/>
          </p:nvSpPr>
          <p:spPr>
            <a:xfrm>
              <a:off x="5802839" y="7934711"/>
              <a:ext cx="299085" cy="135890"/>
            </a:xfrm>
            <a:custGeom>
              <a:avLst/>
              <a:gdLst/>
              <a:ahLst/>
              <a:cxnLst/>
              <a:rect l="l" t="t" r="r" b="b"/>
              <a:pathLst>
                <a:path w="299085" h="135890">
                  <a:moveTo>
                    <a:pt x="298723" y="0"/>
                  </a:moveTo>
                  <a:lnTo>
                    <a:pt x="0" y="0"/>
                  </a:lnTo>
                  <a:lnTo>
                    <a:pt x="0" y="135838"/>
                  </a:lnTo>
                  <a:lnTo>
                    <a:pt x="298723" y="135838"/>
                  </a:lnTo>
                  <a:lnTo>
                    <a:pt x="298723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5749081" y="7884837"/>
              <a:ext cx="406400" cy="59690"/>
            </a:xfrm>
            <a:custGeom>
              <a:avLst/>
              <a:gdLst/>
              <a:ahLst/>
              <a:cxnLst/>
              <a:rect l="l" t="t" r="r" b="b"/>
              <a:pathLst>
                <a:path w="406400" h="59690">
                  <a:moveTo>
                    <a:pt x="376375" y="0"/>
                  </a:moveTo>
                  <a:lnTo>
                    <a:pt x="29800" y="0"/>
                  </a:lnTo>
                  <a:lnTo>
                    <a:pt x="18226" y="2350"/>
                  </a:lnTo>
                  <a:lnTo>
                    <a:pt x="8751" y="8751"/>
                  </a:lnTo>
                  <a:lnTo>
                    <a:pt x="2350" y="18226"/>
                  </a:lnTo>
                  <a:lnTo>
                    <a:pt x="0" y="29800"/>
                  </a:lnTo>
                  <a:lnTo>
                    <a:pt x="2350" y="41377"/>
                  </a:lnTo>
                  <a:lnTo>
                    <a:pt x="8751" y="50859"/>
                  </a:lnTo>
                  <a:lnTo>
                    <a:pt x="18226" y="57267"/>
                  </a:lnTo>
                  <a:lnTo>
                    <a:pt x="29800" y="59621"/>
                  </a:lnTo>
                  <a:lnTo>
                    <a:pt x="376375" y="59621"/>
                  </a:lnTo>
                  <a:lnTo>
                    <a:pt x="387957" y="57267"/>
                  </a:lnTo>
                  <a:lnTo>
                    <a:pt x="397439" y="50859"/>
                  </a:lnTo>
                  <a:lnTo>
                    <a:pt x="403844" y="41377"/>
                  </a:lnTo>
                  <a:lnTo>
                    <a:pt x="406197" y="29800"/>
                  </a:lnTo>
                  <a:lnTo>
                    <a:pt x="403844" y="18226"/>
                  </a:lnTo>
                  <a:lnTo>
                    <a:pt x="397439" y="8751"/>
                  </a:lnTo>
                  <a:lnTo>
                    <a:pt x="387957" y="2350"/>
                  </a:lnTo>
                  <a:lnTo>
                    <a:pt x="37637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5391330" y="8021347"/>
              <a:ext cx="2119630" cy="892175"/>
            </a:xfrm>
            <a:custGeom>
              <a:avLst/>
              <a:gdLst/>
              <a:ahLst/>
              <a:cxnLst/>
              <a:rect l="l" t="t" r="r" b="b"/>
              <a:pathLst>
                <a:path w="2119629" h="892175">
                  <a:moveTo>
                    <a:pt x="2030032" y="0"/>
                  </a:moveTo>
                  <a:lnTo>
                    <a:pt x="89191" y="0"/>
                  </a:lnTo>
                  <a:lnTo>
                    <a:pt x="54546" y="7032"/>
                  </a:lnTo>
                  <a:lnTo>
                    <a:pt x="26187" y="26185"/>
                  </a:lnTo>
                  <a:lnTo>
                    <a:pt x="7033" y="54537"/>
                  </a:lnTo>
                  <a:lnTo>
                    <a:pt x="0" y="89170"/>
                  </a:lnTo>
                  <a:lnTo>
                    <a:pt x="0" y="802635"/>
                  </a:lnTo>
                  <a:lnTo>
                    <a:pt x="7033" y="837269"/>
                  </a:lnTo>
                  <a:lnTo>
                    <a:pt x="26187" y="865625"/>
                  </a:lnTo>
                  <a:lnTo>
                    <a:pt x="54546" y="884781"/>
                  </a:lnTo>
                  <a:lnTo>
                    <a:pt x="89191" y="891815"/>
                  </a:lnTo>
                  <a:lnTo>
                    <a:pt x="2030032" y="891815"/>
                  </a:lnTo>
                  <a:lnTo>
                    <a:pt x="2064668" y="884781"/>
                  </a:lnTo>
                  <a:lnTo>
                    <a:pt x="2093027" y="865625"/>
                  </a:lnTo>
                  <a:lnTo>
                    <a:pt x="2112187" y="837269"/>
                  </a:lnTo>
                  <a:lnTo>
                    <a:pt x="2119223" y="802635"/>
                  </a:lnTo>
                  <a:lnTo>
                    <a:pt x="2119223" y="89170"/>
                  </a:lnTo>
                  <a:lnTo>
                    <a:pt x="2112187" y="54537"/>
                  </a:lnTo>
                  <a:lnTo>
                    <a:pt x="2093027" y="26185"/>
                  </a:lnTo>
                  <a:lnTo>
                    <a:pt x="2064668" y="7032"/>
                  </a:lnTo>
                  <a:lnTo>
                    <a:pt x="203003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5391330" y="8442277"/>
              <a:ext cx="2119630" cy="384810"/>
            </a:xfrm>
            <a:custGeom>
              <a:avLst/>
              <a:gdLst/>
              <a:ahLst/>
              <a:cxnLst/>
              <a:rect l="l" t="t" r="r" b="b"/>
              <a:pathLst>
                <a:path w="2119629" h="384809">
                  <a:moveTo>
                    <a:pt x="2119223" y="0"/>
                  </a:moveTo>
                  <a:lnTo>
                    <a:pt x="0" y="0"/>
                  </a:lnTo>
                  <a:lnTo>
                    <a:pt x="0" y="295477"/>
                  </a:lnTo>
                  <a:lnTo>
                    <a:pt x="7033" y="330105"/>
                  </a:lnTo>
                  <a:lnTo>
                    <a:pt x="26187" y="358465"/>
                  </a:lnTo>
                  <a:lnTo>
                    <a:pt x="54546" y="377629"/>
                  </a:lnTo>
                  <a:lnTo>
                    <a:pt x="89191" y="384668"/>
                  </a:lnTo>
                  <a:lnTo>
                    <a:pt x="2030032" y="384668"/>
                  </a:lnTo>
                  <a:lnTo>
                    <a:pt x="2064668" y="377629"/>
                  </a:lnTo>
                  <a:lnTo>
                    <a:pt x="2093027" y="358465"/>
                  </a:lnTo>
                  <a:lnTo>
                    <a:pt x="2112187" y="330105"/>
                  </a:lnTo>
                  <a:lnTo>
                    <a:pt x="2119223" y="295477"/>
                  </a:lnTo>
                  <a:lnTo>
                    <a:pt x="2119223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5391330" y="8021347"/>
              <a:ext cx="110489" cy="892175"/>
            </a:xfrm>
            <a:custGeom>
              <a:avLst/>
              <a:gdLst/>
              <a:ahLst/>
              <a:cxnLst/>
              <a:rect l="l" t="t" r="r" b="b"/>
              <a:pathLst>
                <a:path w="110489" h="892175">
                  <a:moveTo>
                    <a:pt x="110384" y="0"/>
                  </a:moveTo>
                  <a:lnTo>
                    <a:pt x="89191" y="0"/>
                  </a:lnTo>
                  <a:lnTo>
                    <a:pt x="54546" y="7032"/>
                  </a:lnTo>
                  <a:lnTo>
                    <a:pt x="26187" y="26185"/>
                  </a:lnTo>
                  <a:lnTo>
                    <a:pt x="7033" y="54537"/>
                  </a:lnTo>
                  <a:lnTo>
                    <a:pt x="0" y="89170"/>
                  </a:lnTo>
                  <a:lnTo>
                    <a:pt x="0" y="802635"/>
                  </a:lnTo>
                  <a:lnTo>
                    <a:pt x="7033" y="837269"/>
                  </a:lnTo>
                  <a:lnTo>
                    <a:pt x="26187" y="865625"/>
                  </a:lnTo>
                  <a:lnTo>
                    <a:pt x="54546" y="884781"/>
                  </a:lnTo>
                  <a:lnTo>
                    <a:pt x="89191" y="891815"/>
                  </a:lnTo>
                  <a:lnTo>
                    <a:pt x="110384" y="891815"/>
                  </a:lnTo>
                  <a:lnTo>
                    <a:pt x="110384" y="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5391325" y="8442334"/>
              <a:ext cx="110489" cy="384810"/>
            </a:xfrm>
            <a:custGeom>
              <a:avLst/>
              <a:gdLst/>
              <a:ahLst/>
              <a:cxnLst/>
              <a:rect l="l" t="t" r="r" b="b"/>
              <a:pathLst>
                <a:path w="110489" h="384809">
                  <a:moveTo>
                    <a:pt x="110384" y="0"/>
                  </a:moveTo>
                  <a:lnTo>
                    <a:pt x="0" y="0"/>
                  </a:lnTo>
                  <a:lnTo>
                    <a:pt x="0" y="295456"/>
                  </a:lnTo>
                  <a:lnTo>
                    <a:pt x="7034" y="330093"/>
                  </a:lnTo>
                  <a:lnTo>
                    <a:pt x="26191" y="358452"/>
                  </a:lnTo>
                  <a:lnTo>
                    <a:pt x="54550" y="377611"/>
                  </a:lnTo>
                  <a:lnTo>
                    <a:pt x="89191" y="384647"/>
                  </a:lnTo>
                  <a:lnTo>
                    <a:pt x="110384" y="384647"/>
                  </a:lnTo>
                  <a:lnTo>
                    <a:pt x="110384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7400177" y="8021344"/>
              <a:ext cx="110489" cy="892175"/>
            </a:xfrm>
            <a:custGeom>
              <a:avLst/>
              <a:gdLst/>
              <a:ahLst/>
              <a:cxnLst/>
              <a:rect l="l" t="t" r="r" b="b"/>
              <a:pathLst>
                <a:path w="110490" h="892175">
                  <a:moveTo>
                    <a:pt x="21182" y="0"/>
                  </a:moveTo>
                  <a:lnTo>
                    <a:pt x="0" y="0"/>
                  </a:lnTo>
                  <a:lnTo>
                    <a:pt x="0" y="891815"/>
                  </a:lnTo>
                  <a:lnTo>
                    <a:pt x="21182" y="891815"/>
                  </a:lnTo>
                  <a:lnTo>
                    <a:pt x="55818" y="884782"/>
                  </a:lnTo>
                  <a:lnTo>
                    <a:pt x="84178" y="865630"/>
                  </a:lnTo>
                  <a:lnTo>
                    <a:pt x="103337" y="837278"/>
                  </a:lnTo>
                  <a:lnTo>
                    <a:pt x="110373" y="802645"/>
                  </a:lnTo>
                  <a:lnTo>
                    <a:pt x="110373" y="89180"/>
                  </a:lnTo>
                  <a:lnTo>
                    <a:pt x="103337" y="54546"/>
                  </a:lnTo>
                  <a:lnTo>
                    <a:pt x="84178" y="26190"/>
                  </a:lnTo>
                  <a:lnTo>
                    <a:pt x="55818" y="7034"/>
                  </a:lnTo>
                  <a:lnTo>
                    <a:pt x="21182" y="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7400177" y="8442336"/>
              <a:ext cx="110489" cy="384810"/>
            </a:xfrm>
            <a:custGeom>
              <a:avLst/>
              <a:gdLst/>
              <a:ahLst/>
              <a:cxnLst/>
              <a:rect l="l" t="t" r="r" b="b"/>
              <a:pathLst>
                <a:path w="110490" h="384809">
                  <a:moveTo>
                    <a:pt x="110373" y="0"/>
                  </a:moveTo>
                  <a:lnTo>
                    <a:pt x="0" y="0"/>
                  </a:lnTo>
                  <a:lnTo>
                    <a:pt x="0" y="384647"/>
                  </a:lnTo>
                  <a:lnTo>
                    <a:pt x="21182" y="384647"/>
                  </a:lnTo>
                  <a:lnTo>
                    <a:pt x="55818" y="377611"/>
                  </a:lnTo>
                  <a:lnTo>
                    <a:pt x="84178" y="358452"/>
                  </a:lnTo>
                  <a:lnTo>
                    <a:pt x="103337" y="330093"/>
                  </a:lnTo>
                  <a:lnTo>
                    <a:pt x="110373" y="295456"/>
                  </a:lnTo>
                  <a:lnTo>
                    <a:pt x="110373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5525988" y="8124095"/>
              <a:ext cx="1781810" cy="77470"/>
            </a:xfrm>
            <a:custGeom>
              <a:avLst/>
              <a:gdLst/>
              <a:ahLst/>
              <a:cxnLst/>
              <a:rect l="l" t="t" r="r" b="b"/>
              <a:pathLst>
                <a:path w="1781809" h="77470">
                  <a:moveTo>
                    <a:pt x="1742826" y="0"/>
                  </a:moveTo>
                  <a:lnTo>
                    <a:pt x="38668" y="0"/>
                  </a:lnTo>
                  <a:lnTo>
                    <a:pt x="23655" y="3051"/>
                  </a:lnTo>
                  <a:lnTo>
                    <a:pt x="11359" y="11360"/>
                  </a:lnTo>
                  <a:lnTo>
                    <a:pt x="3051" y="23659"/>
                  </a:lnTo>
                  <a:lnTo>
                    <a:pt x="0" y="38679"/>
                  </a:lnTo>
                  <a:lnTo>
                    <a:pt x="3051" y="53696"/>
                  </a:lnTo>
                  <a:lnTo>
                    <a:pt x="11359" y="65999"/>
                  </a:lnTo>
                  <a:lnTo>
                    <a:pt x="23655" y="74314"/>
                  </a:lnTo>
                  <a:lnTo>
                    <a:pt x="38668" y="77369"/>
                  </a:lnTo>
                  <a:lnTo>
                    <a:pt x="1742826" y="77369"/>
                  </a:lnTo>
                  <a:lnTo>
                    <a:pt x="1757850" y="74314"/>
                  </a:lnTo>
                  <a:lnTo>
                    <a:pt x="1770148" y="65999"/>
                  </a:lnTo>
                  <a:lnTo>
                    <a:pt x="1778455" y="53696"/>
                  </a:lnTo>
                  <a:lnTo>
                    <a:pt x="1781505" y="38679"/>
                  </a:lnTo>
                  <a:lnTo>
                    <a:pt x="1778455" y="23659"/>
                  </a:lnTo>
                  <a:lnTo>
                    <a:pt x="1770148" y="11360"/>
                  </a:lnTo>
                  <a:lnTo>
                    <a:pt x="1757850" y="3051"/>
                  </a:lnTo>
                  <a:lnTo>
                    <a:pt x="1742826" y="0"/>
                  </a:lnTo>
                  <a:close/>
                </a:path>
              </a:pathLst>
            </a:custGeom>
            <a:solidFill>
              <a:srgbClr val="CFDC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5828408" y="7945077"/>
              <a:ext cx="20320" cy="76835"/>
            </a:xfrm>
            <a:custGeom>
              <a:avLst/>
              <a:gdLst/>
              <a:ahLst/>
              <a:cxnLst/>
              <a:rect l="l" t="t" r="r" b="b"/>
              <a:pathLst>
                <a:path w="20320" h="76834">
                  <a:moveTo>
                    <a:pt x="19884" y="0"/>
                  </a:moveTo>
                  <a:lnTo>
                    <a:pt x="0" y="0"/>
                  </a:lnTo>
                  <a:lnTo>
                    <a:pt x="0" y="76248"/>
                  </a:lnTo>
                  <a:lnTo>
                    <a:pt x="19884" y="76248"/>
                  </a:lnTo>
                  <a:lnTo>
                    <a:pt x="1988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5634139" y="8442280"/>
              <a:ext cx="1633855" cy="696595"/>
            </a:xfrm>
            <a:custGeom>
              <a:avLst/>
              <a:gdLst/>
              <a:ahLst/>
              <a:cxnLst/>
              <a:rect l="l" t="t" r="r" b="b"/>
              <a:pathLst>
                <a:path w="1633854" h="696595">
                  <a:moveTo>
                    <a:pt x="1633613" y="37388"/>
                  </a:moveTo>
                  <a:lnTo>
                    <a:pt x="1470228" y="37388"/>
                  </a:lnTo>
                  <a:lnTo>
                    <a:pt x="1470228" y="550189"/>
                  </a:lnTo>
                  <a:lnTo>
                    <a:pt x="163360" y="550189"/>
                  </a:lnTo>
                  <a:lnTo>
                    <a:pt x="163360" y="0"/>
                  </a:lnTo>
                  <a:lnTo>
                    <a:pt x="0" y="0"/>
                  </a:lnTo>
                  <a:lnTo>
                    <a:pt x="0" y="550189"/>
                  </a:lnTo>
                  <a:lnTo>
                    <a:pt x="0" y="658647"/>
                  </a:lnTo>
                  <a:lnTo>
                    <a:pt x="0" y="696061"/>
                  </a:lnTo>
                  <a:lnTo>
                    <a:pt x="1470228" y="696061"/>
                  </a:lnTo>
                  <a:lnTo>
                    <a:pt x="1633613" y="696061"/>
                  </a:lnTo>
                  <a:lnTo>
                    <a:pt x="1633613" y="550189"/>
                  </a:lnTo>
                  <a:lnTo>
                    <a:pt x="1633613" y="37388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8" name="object 218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633026" y="8368807"/>
              <a:ext cx="165586" cy="146916"/>
            </a:xfrm>
            <a:prstGeom prst="rect">
              <a:avLst/>
            </a:prstGeom>
          </p:spPr>
        </p:pic>
        <p:pic>
          <p:nvPicPr>
            <p:cNvPr id="219" name="object 219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102145" y="8406241"/>
              <a:ext cx="165617" cy="146896"/>
            </a:xfrm>
            <a:prstGeom prst="rect">
              <a:avLst/>
            </a:prstGeom>
          </p:spPr>
        </p:pic>
      </p:grpSp>
      <p:grpSp>
        <p:nvGrpSpPr>
          <p:cNvPr id="220" name="object 220" descr=""/>
          <p:cNvGrpSpPr/>
          <p:nvPr/>
        </p:nvGrpSpPr>
        <p:grpSpPr>
          <a:xfrm>
            <a:off x="5437719" y="6709387"/>
            <a:ext cx="1046480" cy="925830"/>
            <a:chOff x="5437719" y="6709387"/>
            <a:chExt cx="1046480" cy="925830"/>
          </a:xfrm>
        </p:grpSpPr>
        <p:sp>
          <p:nvSpPr>
            <p:cNvPr id="221" name="object 221" descr=""/>
            <p:cNvSpPr/>
            <p:nvPr/>
          </p:nvSpPr>
          <p:spPr>
            <a:xfrm>
              <a:off x="5493521" y="6784032"/>
              <a:ext cx="942975" cy="824230"/>
            </a:xfrm>
            <a:custGeom>
              <a:avLst/>
              <a:gdLst/>
              <a:ahLst/>
              <a:cxnLst/>
              <a:rect l="l" t="t" r="r" b="b"/>
              <a:pathLst>
                <a:path w="942975" h="824229">
                  <a:moveTo>
                    <a:pt x="596212" y="0"/>
                  </a:moveTo>
                  <a:lnTo>
                    <a:pt x="333445" y="0"/>
                  </a:lnTo>
                  <a:lnTo>
                    <a:pt x="0" y="273174"/>
                  </a:lnTo>
                  <a:lnTo>
                    <a:pt x="0" y="823650"/>
                  </a:lnTo>
                  <a:lnTo>
                    <a:pt x="942683" y="823650"/>
                  </a:lnTo>
                  <a:lnTo>
                    <a:pt x="942683" y="273174"/>
                  </a:lnTo>
                  <a:lnTo>
                    <a:pt x="596212" y="0"/>
                  </a:lnTo>
                  <a:close/>
                </a:path>
              </a:pathLst>
            </a:custGeom>
            <a:solidFill>
              <a:srgbClr val="E7F0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5493518" y="7057198"/>
              <a:ext cx="942975" cy="480695"/>
            </a:xfrm>
            <a:custGeom>
              <a:avLst/>
              <a:gdLst/>
              <a:ahLst/>
              <a:cxnLst/>
              <a:rect l="l" t="t" r="r" b="b"/>
              <a:pathLst>
                <a:path w="942975" h="480695">
                  <a:moveTo>
                    <a:pt x="0" y="480121"/>
                  </a:moveTo>
                  <a:lnTo>
                    <a:pt x="942683" y="480121"/>
                  </a:lnTo>
                  <a:lnTo>
                    <a:pt x="942683" y="0"/>
                  </a:lnTo>
                  <a:lnTo>
                    <a:pt x="0" y="0"/>
                  </a:lnTo>
                  <a:lnTo>
                    <a:pt x="0" y="480121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6146786" y="7057177"/>
              <a:ext cx="194945" cy="480695"/>
            </a:xfrm>
            <a:custGeom>
              <a:avLst/>
              <a:gdLst/>
              <a:ahLst/>
              <a:cxnLst/>
              <a:rect l="l" t="t" r="r" b="b"/>
              <a:pathLst>
                <a:path w="194945" h="480695">
                  <a:moveTo>
                    <a:pt x="194329" y="0"/>
                  </a:moveTo>
                  <a:lnTo>
                    <a:pt x="0" y="0"/>
                  </a:lnTo>
                  <a:lnTo>
                    <a:pt x="0" y="480131"/>
                  </a:lnTo>
                  <a:lnTo>
                    <a:pt x="194329" y="480131"/>
                  </a:lnTo>
                  <a:lnTo>
                    <a:pt x="1943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5618760" y="7056298"/>
              <a:ext cx="133350" cy="480695"/>
            </a:xfrm>
            <a:custGeom>
              <a:avLst/>
              <a:gdLst/>
              <a:ahLst/>
              <a:cxnLst/>
              <a:rect l="l" t="t" r="r" b="b"/>
              <a:pathLst>
                <a:path w="133350" h="480695">
                  <a:moveTo>
                    <a:pt x="133168" y="0"/>
                  </a:moveTo>
                  <a:lnTo>
                    <a:pt x="0" y="0"/>
                  </a:lnTo>
                  <a:lnTo>
                    <a:pt x="0" y="480131"/>
                  </a:lnTo>
                  <a:lnTo>
                    <a:pt x="133168" y="480131"/>
                  </a:lnTo>
                  <a:lnTo>
                    <a:pt x="133168" y="0"/>
                  </a:lnTo>
                  <a:close/>
                </a:path>
              </a:pathLst>
            </a:custGeom>
            <a:solidFill>
              <a:srgbClr val="E7F0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6002065" y="6784032"/>
              <a:ext cx="339090" cy="273685"/>
            </a:xfrm>
            <a:custGeom>
              <a:avLst/>
              <a:gdLst/>
              <a:ahLst/>
              <a:cxnLst/>
              <a:rect l="l" t="t" r="r" b="b"/>
              <a:pathLst>
                <a:path w="339089" h="273684">
                  <a:moveTo>
                    <a:pt x="49621" y="0"/>
                  </a:moveTo>
                  <a:lnTo>
                    <a:pt x="0" y="0"/>
                  </a:lnTo>
                  <a:lnTo>
                    <a:pt x="144718" y="273174"/>
                  </a:lnTo>
                  <a:lnTo>
                    <a:pt x="339047" y="273174"/>
                  </a:lnTo>
                  <a:lnTo>
                    <a:pt x="49621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5618760" y="6784026"/>
              <a:ext cx="253365" cy="272415"/>
            </a:xfrm>
            <a:custGeom>
              <a:avLst/>
              <a:gdLst/>
              <a:ahLst/>
              <a:cxnLst/>
              <a:rect l="l" t="t" r="r" b="b"/>
              <a:pathLst>
                <a:path w="253364" h="272415">
                  <a:moveTo>
                    <a:pt x="253060" y="0"/>
                  </a:moveTo>
                  <a:lnTo>
                    <a:pt x="0" y="272274"/>
                  </a:lnTo>
                  <a:lnTo>
                    <a:pt x="133168" y="272274"/>
                  </a:lnTo>
                  <a:lnTo>
                    <a:pt x="253060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5458282" y="6758730"/>
              <a:ext cx="1014094" cy="811530"/>
            </a:xfrm>
            <a:custGeom>
              <a:avLst/>
              <a:gdLst/>
              <a:ahLst/>
              <a:cxnLst/>
              <a:rect l="l" t="t" r="r" b="b"/>
              <a:pathLst>
                <a:path w="1014095" h="811529">
                  <a:moveTo>
                    <a:pt x="353504" y="0"/>
                  </a:moveTo>
                  <a:lnTo>
                    <a:pt x="4203" y="273989"/>
                  </a:lnTo>
                  <a:lnTo>
                    <a:pt x="0" y="273989"/>
                  </a:lnTo>
                  <a:lnTo>
                    <a:pt x="0" y="807935"/>
                  </a:lnTo>
                  <a:lnTo>
                    <a:pt x="18605" y="807935"/>
                  </a:lnTo>
                  <a:lnTo>
                    <a:pt x="18605" y="286334"/>
                  </a:lnTo>
                  <a:lnTo>
                    <a:pt x="353504" y="23634"/>
                  </a:lnTo>
                  <a:lnTo>
                    <a:pt x="353504" y="0"/>
                  </a:lnTo>
                  <a:close/>
                </a:path>
                <a:path w="1014095" h="811529">
                  <a:moveTo>
                    <a:pt x="1013828" y="277101"/>
                  </a:moveTo>
                  <a:lnTo>
                    <a:pt x="1009611" y="277101"/>
                  </a:lnTo>
                  <a:lnTo>
                    <a:pt x="660336" y="3111"/>
                  </a:lnTo>
                  <a:lnTo>
                    <a:pt x="660336" y="26771"/>
                  </a:lnTo>
                  <a:lnTo>
                    <a:pt x="995222" y="289471"/>
                  </a:lnTo>
                  <a:lnTo>
                    <a:pt x="995222" y="811022"/>
                  </a:lnTo>
                  <a:lnTo>
                    <a:pt x="1013828" y="811022"/>
                  </a:lnTo>
                  <a:lnTo>
                    <a:pt x="1013828" y="277101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5811659" y="6709390"/>
              <a:ext cx="306705" cy="74930"/>
            </a:xfrm>
            <a:custGeom>
              <a:avLst/>
              <a:gdLst/>
              <a:ahLst/>
              <a:cxnLst/>
              <a:rect l="l" t="t" r="r" b="b"/>
              <a:pathLst>
                <a:path w="306704" h="74929">
                  <a:moveTo>
                    <a:pt x="306400" y="48475"/>
                  </a:moveTo>
                  <a:lnTo>
                    <a:pt x="0" y="48475"/>
                  </a:lnTo>
                  <a:lnTo>
                    <a:pt x="0" y="74358"/>
                  </a:lnTo>
                  <a:lnTo>
                    <a:pt x="306400" y="74358"/>
                  </a:lnTo>
                  <a:lnTo>
                    <a:pt x="306400" y="48475"/>
                  </a:lnTo>
                  <a:close/>
                </a:path>
                <a:path w="306704" h="74929">
                  <a:moveTo>
                    <a:pt x="306400" y="0"/>
                  </a:moveTo>
                  <a:lnTo>
                    <a:pt x="0" y="0"/>
                  </a:lnTo>
                  <a:lnTo>
                    <a:pt x="0" y="25869"/>
                  </a:lnTo>
                  <a:lnTo>
                    <a:pt x="306400" y="25869"/>
                  </a:lnTo>
                  <a:lnTo>
                    <a:pt x="306400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5437719" y="7537320"/>
              <a:ext cx="1046480" cy="97790"/>
            </a:xfrm>
            <a:custGeom>
              <a:avLst/>
              <a:gdLst/>
              <a:ahLst/>
              <a:cxnLst/>
              <a:rect l="l" t="t" r="r" b="b"/>
              <a:pathLst>
                <a:path w="1046479" h="97790">
                  <a:moveTo>
                    <a:pt x="1046030" y="0"/>
                  </a:moveTo>
                  <a:lnTo>
                    <a:pt x="0" y="0"/>
                  </a:lnTo>
                  <a:lnTo>
                    <a:pt x="0" y="97284"/>
                  </a:lnTo>
                  <a:lnTo>
                    <a:pt x="1046030" y="97284"/>
                  </a:lnTo>
                  <a:lnTo>
                    <a:pt x="1046030" y="0"/>
                  </a:lnTo>
                  <a:close/>
                </a:path>
              </a:pathLst>
            </a:custGeom>
            <a:solidFill>
              <a:srgbClr val="D1F3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0" name="object 230" descr=""/>
          <p:cNvGrpSpPr/>
          <p:nvPr/>
        </p:nvGrpSpPr>
        <p:grpSpPr>
          <a:xfrm>
            <a:off x="6585077" y="6754370"/>
            <a:ext cx="905510" cy="897255"/>
            <a:chOff x="6585077" y="6754370"/>
            <a:chExt cx="905510" cy="897255"/>
          </a:xfrm>
        </p:grpSpPr>
        <p:sp>
          <p:nvSpPr>
            <p:cNvPr id="231" name="object 231" descr=""/>
            <p:cNvSpPr/>
            <p:nvPr/>
          </p:nvSpPr>
          <p:spPr>
            <a:xfrm>
              <a:off x="6585082" y="6754381"/>
              <a:ext cx="905510" cy="475615"/>
            </a:xfrm>
            <a:custGeom>
              <a:avLst/>
              <a:gdLst/>
              <a:ahLst/>
              <a:cxnLst/>
              <a:rect l="l" t="t" r="r" b="b"/>
              <a:pathLst>
                <a:path w="905509" h="475615">
                  <a:moveTo>
                    <a:pt x="905134" y="0"/>
                  </a:moveTo>
                  <a:lnTo>
                    <a:pt x="0" y="0"/>
                  </a:lnTo>
                  <a:lnTo>
                    <a:pt x="0" y="212820"/>
                  </a:lnTo>
                  <a:lnTo>
                    <a:pt x="320157" y="475095"/>
                  </a:lnTo>
                  <a:lnTo>
                    <a:pt x="572464" y="475095"/>
                  </a:lnTo>
                  <a:lnTo>
                    <a:pt x="905113" y="212820"/>
                  </a:lnTo>
                  <a:lnTo>
                    <a:pt x="905134" y="0"/>
                  </a:lnTo>
                  <a:close/>
                </a:path>
              </a:pathLst>
            </a:custGeom>
            <a:solidFill>
              <a:srgbClr val="E7F0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6585077" y="6754387"/>
              <a:ext cx="905510" cy="213360"/>
            </a:xfrm>
            <a:custGeom>
              <a:avLst/>
              <a:gdLst/>
              <a:ahLst/>
              <a:cxnLst/>
              <a:rect l="l" t="t" r="r" b="b"/>
              <a:pathLst>
                <a:path w="905509" h="213359">
                  <a:moveTo>
                    <a:pt x="120243" y="0"/>
                  </a:moveTo>
                  <a:lnTo>
                    <a:pt x="0" y="0"/>
                  </a:lnTo>
                  <a:lnTo>
                    <a:pt x="0" y="213321"/>
                  </a:lnTo>
                  <a:lnTo>
                    <a:pt x="120243" y="213321"/>
                  </a:lnTo>
                  <a:lnTo>
                    <a:pt x="120243" y="0"/>
                  </a:lnTo>
                  <a:close/>
                </a:path>
                <a:path w="905509" h="213359">
                  <a:moveTo>
                    <a:pt x="627227" y="0"/>
                  </a:moveTo>
                  <a:lnTo>
                    <a:pt x="248119" y="0"/>
                  </a:lnTo>
                  <a:lnTo>
                    <a:pt x="248119" y="213321"/>
                  </a:lnTo>
                  <a:lnTo>
                    <a:pt x="627227" y="213321"/>
                  </a:lnTo>
                  <a:lnTo>
                    <a:pt x="627227" y="0"/>
                  </a:lnTo>
                  <a:close/>
                </a:path>
                <a:path w="905509" h="213359">
                  <a:moveTo>
                    <a:pt x="905129" y="0"/>
                  </a:moveTo>
                  <a:lnTo>
                    <a:pt x="813803" y="0"/>
                  </a:lnTo>
                  <a:lnTo>
                    <a:pt x="813803" y="213321"/>
                  </a:lnTo>
                  <a:lnTo>
                    <a:pt x="905129" y="213321"/>
                  </a:lnTo>
                  <a:lnTo>
                    <a:pt x="905129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7212314" y="6754370"/>
              <a:ext cx="186690" cy="213360"/>
            </a:xfrm>
            <a:custGeom>
              <a:avLst/>
              <a:gdLst/>
              <a:ahLst/>
              <a:cxnLst/>
              <a:rect l="l" t="t" r="r" b="b"/>
              <a:pathLst>
                <a:path w="186690" h="213359">
                  <a:moveTo>
                    <a:pt x="186570" y="0"/>
                  </a:moveTo>
                  <a:lnTo>
                    <a:pt x="0" y="0"/>
                  </a:lnTo>
                  <a:lnTo>
                    <a:pt x="0" y="213281"/>
                  </a:lnTo>
                  <a:lnTo>
                    <a:pt x="186570" y="213281"/>
                  </a:lnTo>
                  <a:lnTo>
                    <a:pt x="1865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6705324" y="6754768"/>
              <a:ext cx="128270" cy="213360"/>
            </a:xfrm>
            <a:custGeom>
              <a:avLst/>
              <a:gdLst/>
              <a:ahLst/>
              <a:cxnLst/>
              <a:rect l="l" t="t" r="r" b="b"/>
              <a:pathLst>
                <a:path w="128270" h="213359">
                  <a:moveTo>
                    <a:pt x="127880" y="0"/>
                  </a:moveTo>
                  <a:lnTo>
                    <a:pt x="0" y="0"/>
                  </a:lnTo>
                  <a:lnTo>
                    <a:pt x="0" y="213281"/>
                  </a:lnTo>
                  <a:lnTo>
                    <a:pt x="127880" y="213281"/>
                  </a:lnTo>
                  <a:lnTo>
                    <a:pt x="127880" y="0"/>
                  </a:lnTo>
                  <a:close/>
                </a:path>
              </a:pathLst>
            </a:custGeom>
            <a:solidFill>
              <a:srgbClr val="E7F0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7073376" y="6967201"/>
              <a:ext cx="325755" cy="262890"/>
            </a:xfrm>
            <a:custGeom>
              <a:avLst/>
              <a:gdLst/>
              <a:ahLst/>
              <a:cxnLst/>
              <a:rect l="l" t="t" r="r" b="b"/>
              <a:pathLst>
                <a:path w="325754" h="262890">
                  <a:moveTo>
                    <a:pt x="325508" y="0"/>
                  </a:moveTo>
                  <a:lnTo>
                    <a:pt x="138938" y="0"/>
                  </a:lnTo>
                  <a:lnTo>
                    <a:pt x="0" y="262274"/>
                  </a:lnTo>
                  <a:lnTo>
                    <a:pt x="47621" y="262274"/>
                  </a:lnTo>
                  <a:lnTo>
                    <a:pt x="325508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6705320" y="6968070"/>
              <a:ext cx="243204" cy="261620"/>
            </a:xfrm>
            <a:custGeom>
              <a:avLst/>
              <a:gdLst/>
              <a:ahLst/>
              <a:cxnLst/>
              <a:rect l="l" t="t" r="r" b="b"/>
              <a:pathLst>
                <a:path w="243204" h="261620">
                  <a:moveTo>
                    <a:pt x="127880" y="0"/>
                  </a:moveTo>
                  <a:lnTo>
                    <a:pt x="0" y="0"/>
                  </a:lnTo>
                  <a:lnTo>
                    <a:pt x="243008" y="261405"/>
                  </a:lnTo>
                  <a:lnTo>
                    <a:pt x="127880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6890550" y="7228008"/>
              <a:ext cx="294640" cy="71755"/>
            </a:xfrm>
            <a:custGeom>
              <a:avLst/>
              <a:gdLst/>
              <a:ahLst/>
              <a:cxnLst/>
              <a:rect l="l" t="t" r="r" b="b"/>
              <a:pathLst>
                <a:path w="294640" h="71754">
                  <a:moveTo>
                    <a:pt x="294182" y="46545"/>
                  </a:moveTo>
                  <a:lnTo>
                    <a:pt x="0" y="46545"/>
                  </a:lnTo>
                  <a:lnTo>
                    <a:pt x="0" y="71386"/>
                  </a:lnTo>
                  <a:lnTo>
                    <a:pt x="294182" y="71386"/>
                  </a:lnTo>
                  <a:lnTo>
                    <a:pt x="294182" y="46545"/>
                  </a:lnTo>
                  <a:close/>
                </a:path>
                <a:path w="294640" h="71754">
                  <a:moveTo>
                    <a:pt x="294182" y="0"/>
                  </a:moveTo>
                  <a:lnTo>
                    <a:pt x="0" y="0"/>
                  </a:lnTo>
                  <a:lnTo>
                    <a:pt x="0" y="24841"/>
                  </a:lnTo>
                  <a:lnTo>
                    <a:pt x="294182" y="24841"/>
                  </a:lnTo>
                  <a:lnTo>
                    <a:pt x="294182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6952437" y="7326363"/>
              <a:ext cx="163830" cy="183515"/>
            </a:xfrm>
            <a:custGeom>
              <a:avLst/>
              <a:gdLst/>
              <a:ahLst/>
              <a:cxnLst/>
              <a:rect l="l" t="t" r="r" b="b"/>
              <a:pathLst>
                <a:path w="163829" h="183515">
                  <a:moveTo>
                    <a:pt x="163618" y="0"/>
                  </a:moveTo>
                  <a:lnTo>
                    <a:pt x="0" y="0"/>
                  </a:lnTo>
                  <a:lnTo>
                    <a:pt x="0" y="183093"/>
                  </a:lnTo>
                  <a:lnTo>
                    <a:pt x="163618" y="183093"/>
                  </a:lnTo>
                  <a:lnTo>
                    <a:pt x="163618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6890499" y="7298328"/>
              <a:ext cx="293370" cy="211454"/>
            </a:xfrm>
            <a:custGeom>
              <a:avLst/>
              <a:gdLst/>
              <a:ahLst/>
              <a:cxnLst/>
              <a:rect l="l" t="t" r="r" b="b"/>
              <a:pathLst>
                <a:path w="293370" h="211454">
                  <a:moveTo>
                    <a:pt x="293344" y="0"/>
                  </a:moveTo>
                  <a:lnTo>
                    <a:pt x="0" y="0"/>
                  </a:lnTo>
                  <a:lnTo>
                    <a:pt x="0" y="26263"/>
                  </a:lnTo>
                  <a:lnTo>
                    <a:pt x="2082" y="36474"/>
                  </a:lnTo>
                  <a:lnTo>
                    <a:pt x="7721" y="44818"/>
                  </a:lnTo>
                  <a:lnTo>
                    <a:pt x="16065" y="50457"/>
                  </a:lnTo>
                  <a:lnTo>
                    <a:pt x="26263" y="52527"/>
                  </a:lnTo>
                  <a:lnTo>
                    <a:pt x="82969" y="52527"/>
                  </a:lnTo>
                  <a:lnTo>
                    <a:pt x="82969" y="211137"/>
                  </a:lnTo>
                  <a:lnTo>
                    <a:pt x="106349" y="211137"/>
                  </a:lnTo>
                  <a:lnTo>
                    <a:pt x="106349" y="52527"/>
                  </a:lnTo>
                  <a:lnTo>
                    <a:pt x="267081" y="52527"/>
                  </a:lnTo>
                  <a:lnTo>
                    <a:pt x="277279" y="50457"/>
                  </a:lnTo>
                  <a:lnTo>
                    <a:pt x="285635" y="44818"/>
                  </a:lnTo>
                  <a:lnTo>
                    <a:pt x="291274" y="36474"/>
                  </a:lnTo>
                  <a:lnTo>
                    <a:pt x="293344" y="26263"/>
                  </a:lnTo>
                  <a:lnTo>
                    <a:pt x="293344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6975741" y="7298340"/>
              <a:ext cx="208279" cy="353695"/>
            </a:xfrm>
            <a:custGeom>
              <a:avLst/>
              <a:gdLst/>
              <a:ahLst/>
              <a:cxnLst/>
              <a:rect l="l" t="t" r="r" b="b"/>
              <a:pathLst>
                <a:path w="208279" h="353695">
                  <a:moveTo>
                    <a:pt x="116992" y="210362"/>
                  </a:moveTo>
                  <a:lnTo>
                    <a:pt x="0" y="210362"/>
                  </a:lnTo>
                  <a:lnTo>
                    <a:pt x="0" y="249148"/>
                  </a:lnTo>
                  <a:lnTo>
                    <a:pt x="28562" y="249148"/>
                  </a:lnTo>
                  <a:lnTo>
                    <a:pt x="28562" y="353225"/>
                  </a:lnTo>
                  <a:lnTo>
                    <a:pt x="88430" y="353225"/>
                  </a:lnTo>
                  <a:lnTo>
                    <a:pt x="88430" y="249148"/>
                  </a:lnTo>
                  <a:lnTo>
                    <a:pt x="116992" y="249148"/>
                  </a:lnTo>
                  <a:lnTo>
                    <a:pt x="116992" y="210362"/>
                  </a:lnTo>
                  <a:close/>
                </a:path>
                <a:path w="208279" h="353695">
                  <a:moveTo>
                    <a:pt x="208114" y="0"/>
                  </a:moveTo>
                  <a:lnTo>
                    <a:pt x="50317" y="0"/>
                  </a:lnTo>
                  <a:lnTo>
                    <a:pt x="50317" y="52514"/>
                  </a:lnTo>
                  <a:lnTo>
                    <a:pt x="181851" y="52514"/>
                  </a:lnTo>
                  <a:lnTo>
                    <a:pt x="192036" y="50444"/>
                  </a:lnTo>
                  <a:lnTo>
                    <a:pt x="200393" y="44805"/>
                  </a:lnTo>
                  <a:lnTo>
                    <a:pt x="206032" y="36461"/>
                  </a:lnTo>
                  <a:lnTo>
                    <a:pt x="208114" y="26263"/>
                  </a:lnTo>
                  <a:lnTo>
                    <a:pt x="20811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1" name="object 241" descr=""/>
          <p:cNvGrpSpPr/>
          <p:nvPr/>
        </p:nvGrpSpPr>
        <p:grpSpPr>
          <a:xfrm>
            <a:off x="9699380" y="5377965"/>
            <a:ext cx="690245" cy="563880"/>
            <a:chOff x="9699380" y="5377965"/>
            <a:chExt cx="690245" cy="563880"/>
          </a:xfrm>
        </p:grpSpPr>
        <p:sp>
          <p:nvSpPr>
            <p:cNvPr id="242" name="object 242" descr=""/>
            <p:cNvSpPr/>
            <p:nvPr/>
          </p:nvSpPr>
          <p:spPr>
            <a:xfrm>
              <a:off x="9785590" y="5423681"/>
              <a:ext cx="264795" cy="459740"/>
            </a:xfrm>
            <a:custGeom>
              <a:avLst/>
              <a:gdLst/>
              <a:ahLst/>
              <a:cxnLst/>
              <a:rect l="l" t="t" r="r" b="b"/>
              <a:pathLst>
                <a:path w="264795" h="459739">
                  <a:moveTo>
                    <a:pt x="46532" y="0"/>
                  </a:moveTo>
                  <a:lnTo>
                    <a:pt x="0" y="23266"/>
                  </a:lnTo>
                  <a:lnTo>
                    <a:pt x="218129" y="459598"/>
                  </a:lnTo>
                  <a:lnTo>
                    <a:pt x="264662" y="436332"/>
                  </a:lnTo>
                  <a:lnTo>
                    <a:pt x="4653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3" name="object 243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9752604" y="5377965"/>
              <a:ext cx="110304" cy="110288"/>
            </a:xfrm>
            <a:prstGeom prst="rect">
              <a:avLst/>
            </a:prstGeom>
          </p:spPr>
        </p:pic>
        <p:sp>
          <p:nvSpPr>
            <p:cNvPr id="244" name="object 244" descr=""/>
            <p:cNvSpPr/>
            <p:nvPr/>
          </p:nvSpPr>
          <p:spPr>
            <a:xfrm>
              <a:off x="9892954" y="5759651"/>
              <a:ext cx="302895" cy="123825"/>
            </a:xfrm>
            <a:custGeom>
              <a:avLst/>
              <a:gdLst/>
              <a:ahLst/>
              <a:cxnLst/>
              <a:rect l="l" t="t" r="r" b="b"/>
              <a:pathLst>
                <a:path w="302895" h="123825">
                  <a:moveTo>
                    <a:pt x="151314" y="0"/>
                  </a:moveTo>
                  <a:lnTo>
                    <a:pt x="98160" y="9400"/>
                  </a:lnTo>
                  <a:lnTo>
                    <a:pt x="52993" y="35369"/>
                  </a:lnTo>
                  <a:lnTo>
                    <a:pt x="19157" y="74561"/>
                  </a:lnTo>
                  <a:lnTo>
                    <a:pt x="0" y="123629"/>
                  </a:lnTo>
                  <a:lnTo>
                    <a:pt x="302650" y="123629"/>
                  </a:lnTo>
                  <a:lnTo>
                    <a:pt x="283492" y="74561"/>
                  </a:lnTo>
                  <a:lnTo>
                    <a:pt x="249654" y="35369"/>
                  </a:lnTo>
                  <a:lnTo>
                    <a:pt x="204481" y="9400"/>
                  </a:lnTo>
                  <a:lnTo>
                    <a:pt x="15131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9699380" y="5877130"/>
              <a:ext cx="690245" cy="64769"/>
            </a:xfrm>
            <a:custGeom>
              <a:avLst/>
              <a:gdLst/>
              <a:ahLst/>
              <a:cxnLst/>
              <a:rect l="l" t="t" r="r" b="b"/>
              <a:pathLst>
                <a:path w="690245" h="64770">
                  <a:moveTo>
                    <a:pt x="689800" y="0"/>
                  </a:moveTo>
                  <a:lnTo>
                    <a:pt x="0" y="0"/>
                  </a:lnTo>
                  <a:lnTo>
                    <a:pt x="0" y="64584"/>
                  </a:lnTo>
                  <a:lnTo>
                    <a:pt x="689800" y="64584"/>
                  </a:lnTo>
                  <a:lnTo>
                    <a:pt x="68980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46" name="object 246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9150454" y="5444740"/>
            <a:ext cx="122394" cy="272707"/>
          </a:xfrm>
          <a:prstGeom prst="rect">
            <a:avLst/>
          </a:prstGeom>
        </p:spPr>
      </p:pic>
      <p:grpSp>
        <p:nvGrpSpPr>
          <p:cNvPr id="247" name="object 247" descr=""/>
          <p:cNvGrpSpPr/>
          <p:nvPr/>
        </p:nvGrpSpPr>
        <p:grpSpPr>
          <a:xfrm>
            <a:off x="7673964" y="8142631"/>
            <a:ext cx="1062355" cy="1000760"/>
            <a:chOff x="7673964" y="8142631"/>
            <a:chExt cx="1062355" cy="1000760"/>
          </a:xfrm>
        </p:grpSpPr>
        <p:sp>
          <p:nvSpPr>
            <p:cNvPr id="248" name="object 248" descr=""/>
            <p:cNvSpPr/>
            <p:nvPr/>
          </p:nvSpPr>
          <p:spPr>
            <a:xfrm>
              <a:off x="7744620" y="8225188"/>
              <a:ext cx="856615" cy="737235"/>
            </a:xfrm>
            <a:custGeom>
              <a:avLst/>
              <a:gdLst/>
              <a:ahLst/>
              <a:cxnLst/>
              <a:rect l="l" t="t" r="r" b="b"/>
              <a:pathLst>
                <a:path w="856615" h="737234">
                  <a:moveTo>
                    <a:pt x="856507" y="0"/>
                  </a:moveTo>
                  <a:lnTo>
                    <a:pt x="0" y="0"/>
                  </a:lnTo>
                  <a:lnTo>
                    <a:pt x="150100" y="737056"/>
                  </a:lnTo>
                  <a:lnTo>
                    <a:pt x="698062" y="737056"/>
                  </a:lnTo>
                  <a:lnTo>
                    <a:pt x="856507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7825617" y="8246991"/>
              <a:ext cx="681355" cy="586105"/>
            </a:xfrm>
            <a:custGeom>
              <a:avLst/>
              <a:gdLst/>
              <a:ahLst/>
              <a:cxnLst/>
              <a:rect l="l" t="t" r="r" b="b"/>
              <a:pathLst>
                <a:path w="681354" h="586104">
                  <a:moveTo>
                    <a:pt x="680837" y="0"/>
                  </a:moveTo>
                  <a:lnTo>
                    <a:pt x="371444" y="0"/>
                  </a:lnTo>
                  <a:lnTo>
                    <a:pt x="371444" y="585877"/>
                  </a:lnTo>
                  <a:lnTo>
                    <a:pt x="554883" y="585877"/>
                  </a:lnTo>
                  <a:lnTo>
                    <a:pt x="680837" y="0"/>
                  </a:lnTo>
                  <a:close/>
                </a:path>
                <a:path w="681354" h="586104">
                  <a:moveTo>
                    <a:pt x="309404" y="0"/>
                  </a:moveTo>
                  <a:lnTo>
                    <a:pt x="0" y="0"/>
                  </a:lnTo>
                  <a:lnTo>
                    <a:pt x="119326" y="585877"/>
                  </a:lnTo>
                  <a:lnTo>
                    <a:pt x="309404" y="585877"/>
                  </a:lnTo>
                  <a:lnTo>
                    <a:pt x="30940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7673962" y="8142636"/>
              <a:ext cx="998219" cy="842644"/>
            </a:xfrm>
            <a:custGeom>
              <a:avLst/>
              <a:gdLst/>
              <a:ahLst/>
              <a:cxnLst/>
              <a:rect l="l" t="t" r="r" b="b"/>
              <a:pathLst>
                <a:path w="998220" h="842645">
                  <a:moveTo>
                    <a:pt x="916152" y="691972"/>
                  </a:moveTo>
                  <a:lnTo>
                    <a:pt x="81686" y="691972"/>
                  </a:lnTo>
                  <a:lnTo>
                    <a:pt x="81686" y="842251"/>
                  </a:lnTo>
                  <a:lnTo>
                    <a:pt x="916152" y="842251"/>
                  </a:lnTo>
                  <a:lnTo>
                    <a:pt x="916152" y="691972"/>
                  </a:lnTo>
                  <a:close/>
                </a:path>
                <a:path w="998220" h="842645">
                  <a:moveTo>
                    <a:pt x="997826" y="0"/>
                  </a:moveTo>
                  <a:lnTo>
                    <a:pt x="0" y="0"/>
                  </a:lnTo>
                  <a:lnTo>
                    <a:pt x="0" y="97243"/>
                  </a:lnTo>
                  <a:lnTo>
                    <a:pt x="997826" y="97243"/>
                  </a:lnTo>
                  <a:lnTo>
                    <a:pt x="997826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7805318" y="8872340"/>
              <a:ext cx="713105" cy="270510"/>
            </a:xfrm>
            <a:custGeom>
              <a:avLst/>
              <a:gdLst/>
              <a:ahLst/>
              <a:cxnLst/>
              <a:rect l="l" t="t" r="r" b="b"/>
              <a:pathLst>
                <a:path w="713104" h="270509">
                  <a:moveTo>
                    <a:pt x="266001" y="132994"/>
                  </a:moveTo>
                  <a:lnTo>
                    <a:pt x="259194" y="91033"/>
                  </a:lnTo>
                  <a:lnTo>
                    <a:pt x="240271" y="54533"/>
                  </a:lnTo>
                  <a:lnTo>
                    <a:pt x="211455" y="25717"/>
                  </a:lnTo>
                  <a:lnTo>
                    <a:pt x="174942" y="6807"/>
                  </a:lnTo>
                  <a:lnTo>
                    <a:pt x="132981" y="0"/>
                  </a:lnTo>
                  <a:lnTo>
                    <a:pt x="91020" y="6807"/>
                  </a:lnTo>
                  <a:lnTo>
                    <a:pt x="54521" y="25717"/>
                  </a:lnTo>
                  <a:lnTo>
                    <a:pt x="25704" y="54533"/>
                  </a:lnTo>
                  <a:lnTo>
                    <a:pt x="6794" y="91033"/>
                  </a:lnTo>
                  <a:lnTo>
                    <a:pt x="0" y="132994"/>
                  </a:lnTo>
                  <a:lnTo>
                    <a:pt x="6794" y="174955"/>
                  </a:lnTo>
                  <a:lnTo>
                    <a:pt x="25704" y="211467"/>
                  </a:lnTo>
                  <a:lnTo>
                    <a:pt x="54521" y="240284"/>
                  </a:lnTo>
                  <a:lnTo>
                    <a:pt x="91020" y="259207"/>
                  </a:lnTo>
                  <a:lnTo>
                    <a:pt x="132981" y="266014"/>
                  </a:lnTo>
                  <a:lnTo>
                    <a:pt x="174942" y="259207"/>
                  </a:lnTo>
                  <a:lnTo>
                    <a:pt x="211455" y="240284"/>
                  </a:lnTo>
                  <a:lnTo>
                    <a:pt x="240271" y="211467"/>
                  </a:lnTo>
                  <a:lnTo>
                    <a:pt x="259194" y="174955"/>
                  </a:lnTo>
                  <a:lnTo>
                    <a:pt x="266001" y="132994"/>
                  </a:lnTo>
                  <a:close/>
                </a:path>
                <a:path w="713104" h="270509">
                  <a:moveTo>
                    <a:pt x="712978" y="137439"/>
                  </a:moveTo>
                  <a:lnTo>
                    <a:pt x="706183" y="95478"/>
                  </a:lnTo>
                  <a:lnTo>
                    <a:pt x="687260" y="58978"/>
                  </a:lnTo>
                  <a:lnTo>
                    <a:pt x="658431" y="30162"/>
                  </a:lnTo>
                  <a:lnTo>
                    <a:pt x="621931" y="11252"/>
                  </a:lnTo>
                  <a:lnTo>
                    <a:pt x="579970" y="4445"/>
                  </a:lnTo>
                  <a:lnTo>
                    <a:pt x="538010" y="11252"/>
                  </a:lnTo>
                  <a:lnTo>
                    <a:pt x="501497" y="30162"/>
                  </a:lnTo>
                  <a:lnTo>
                    <a:pt x="472681" y="58978"/>
                  </a:lnTo>
                  <a:lnTo>
                    <a:pt x="453758" y="95478"/>
                  </a:lnTo>
                  <a:lnTo>
                    <a:pt x="446951" y="137439"/>
                  </a:lnTo>
                  <a:lnTo>
                    <a:pt x="453758" y="179400"/>
                  </a:lnTo>
                  <a:lnTo>
                    <a:pt x="472681" y="215900"/>
                  </a:lnTo>
                  <a:lnTo>
                    <a:pt x="501497" y="244729"/>
                  </a:lnTo>
                  <a:lnTo>
                    <a:pt x="538010" y="263652"/>
                  </a:lnTo>
                  <a:lnTo>
                    <a:pt x="579970" y="270446"/>
                  </a:lnTo>
                  <a:lnTo>
                    <a:pt x="621931" y="263652"/>
                  </a:lnTo>
                  <a:lnTo>
                    <a:pt x="658431" y="244729"/>
                  </a:lnTo>
                  <a:lnTo>
                    <a:pt x="687260" y="215900"/>
                  </a:lnTo>
                  <a:lnTo>
                    <a:pt x="706183" y="179400"/>
                  </a:lnTo>
                  <a:lnTo>
                    <a:pt x="712978" y="137439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7840306" y="8907341"/>
              <a:ext cx="643255" cy="200660"/>
            </a:xfrm>
            <a:custGeom>
              <a:avLst/>
              <a:gdLst/>
              <a:ahLst/>
              <a:cxnLst/>
              <a:rect l="l" t="t" r="r" b="b"/>
              <a:pathLst>
                <a:path w="643254" h="200659">
                  <a:moveTo>
                    <a:pt x="196011" y="97993"/>
                  </a:moveTo>
                  <a:lnTo>
                    <a:pt x="188290" y="59918"/>
                  </a:lnTo>
                  <a:lnTo>
                    <a:pt x="167246" y="28765"/>
                  </a:lnTo>
                  <a:lnTo>
                    <a:pt x="136093" y="7721"/>
                  </a:lnTo>
                  <a:lnTo>
                    <a:pt x="97993" y="0"/>
                  </a:lnTo>
                  <a:lnTo>
                    <a:pt x="59918" y="7721"/>
                  </a:lnTo>
                  <a:lnTo>
                    <a:pt x="28765" y="28765"/>
                  </a:lnTo>
                  <a:lnTo>
                    <a:pt x="7721" y="59918"/>
                  </a:lnTo>
                  <a:lnTo>
                    <a:pt x="0" y="97993"/>
                  </a:lnTo>
                  <a:lnTo>
                    <a:pt x="7721" y="136093"/>
                  </a:lnTo>
                  <a:lnTo>
                    <a:pt x="28765" y="167246"/>
                  </a:lnTo>
                  <a:lnTo>
                    <a:pt x="59918" y="188277"/>
                  </a:lnTo>
                  <a:lnTo>
                    <a:pt x="97993" y="195999"/>
                  </a:lnTo>
                  <a:lnTo>
                    <a:pt x="136093" y="188277"/>
                  </a:lnTo>
                  <a:lnTo>
                    <a:pt x="167246" y="167246"/>
                  </a:lnTo>
                  <a:lnTo>
                    <a:pt x="188290" y="136093"/>
                  </a:lnTo>
                  <a:lnTo>
                    <a:pt x="196011" y="97993"/>
                  </a:lnTo>
                  <a:close/>
                </a:path>
                <a:path w="643254" h="200659">
                  <a:moveTo>
                    <a:pt x="643001" y="102438"/>
                  </a:moveTo>
                  <a:lnTo>
                    <a:pt x="635266" y="64363"/>
                  </a:lnTo>
                  <a:lnTo>
                    <a:pt x="614222" y="33197"/>
                  </a:lnTo>
                  <a:lnTo>
                    <a:pt x="583057" y="12166"/>
                  </a:lnTo>
                  <a:lnTo>
                    <a:pt x="544982" y="4445"/>
                  </a:lnTo>
                  <a:lnTo>
                    <a:pt x="506882" y="12166"/>
                  </a:lnTo>
                  <a:lnTo>
                    <a:pt x="475729" y="33197"/>
                  </a:lnTo>
                  <a:lnTo>
                    <a:pt x="454685" y="64363"/>
                  </a:lnTo>
                  <a:lnTo>
                    <a:pt x="446963" y="102438"/>
                  </a:lnTo>
                  <a:lnTo>
                    <a:pt x="454685" y="140525"/>
                  </a:lnTo>
                  <a:lnTo>
                    <a:pt x="475729" y="171691"/>
                  </a:lnTo>
                  <a:lnTo>
                    <a:pt x="506882" y="192735"/>
                  </a:lnTo>
                  <a:lnTo>
                    <a:pt x="544982" y="200456"/>
                  </a:lnTo>
                  <a:lnTo>
                    <a:pt x="583057" y="192735"/>
                  </a:lnTo>
                  <a:lnTo>
                    <a:pt x="614222" y="171691"/>
                  </a:lnTo>
                  <a:lnTo>
                    <a:pt x="635266" y="140525"/>
                  </a:lnTo>
                  <a:lnTo>
                    <a:pt x="643001" y="102438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7904086" y="8971108"/>
              <a:ext cx="515620" cy="73025"/>
            </a:xfrm>
            <a:custGeom>
              <a:avLst/>
              <a:gdLst/>
              <a:ahLst/>
              <a:cxnLst/>
              <a:rect l="l" t="t" r="r" b="b"/>
              <a:pathLst>
                <a:path w="515620" h="73025">
                  <a:moveTo>
                    <a:pt x="68453" y="34239"/>
                  </a:moveTo>
                  <a:lnTo>
                    <a:pt x="65760" y="20929"/>
                  </a:lnTo>
                  <a:lnTo>
                    <a:pt x="58407" y="10045"/>
                  </a:lnTo>
                  <a:lnTo>
                    <a:pt x="47523" y="2705"/>
                  </a:lnTo>
                  <a:lnTo>
                    <a:pt x="34213" y="0"/>
                  </a:lnTo>
                  <a:lnTo>
                    <a:pt x="20916" y="2705"/>
                  </a:lnTo>
                  <a:lnTo>
                    <a:pt x="10045" y="10045"/>
                  </a:lnTo>
                  <a:lnTo>
                    <a:pt x="2692" y="20929"/>
                  </a:lnTo>
                  <a:lnTo>
                    <a:pt x="0" y="34239"/>
                  </a:lnTo>
                  <a:lnTo>
                    <a:pt x="2692" y="47536"/>
                  </a:lnTo>
                  <a:lnTo>
                    <a:pt x="10045" y="58420"/>
                  </a:lnTo>
                  <a:lnTo>
                    <a:pt x="20916" y="65760"/>
                  </a:lnTo>
                  <a:lnTo>
                    <a:pt x="34213" y="68453"/>
                  </a:lnTo>
                  <a:lnTo>
                    <a:pt x="47523" y="65760"/>
                  </a:lnTo>
                  <a:lnTo>
                    <a:pt x="58407" y="58420"/>
                  </a:lnTo>
                  <a:lnTo>
                    <a:pt x="65760" y="47536"/>
                  </a:lnTo>
                  <a:lnTo>
                    <a:pt x="68453" y="34239"/>
                  </a:lnTo>
                  <a:close/>
                </a:path>
                <a:path w="515620" h="73025">
                  <a:moveTo>
                    <a:pt x="515416" y="38671"/>
                  </a:moveTo>
                  <a:lnTo>
                    <a:pt x="512724" y="25374"/>
                  </a:lnTo>
                  <a:lnTo>
                    <a:pt x="505371" y="14503"/>
                  </a:lnTo>
                  <a:lnTo>
                    <a:pt x="494487" y="7162"/>
                  </a:lnTo>
                  <a:lnTo>
                    <a:pt x="481203" y="4470"/>
                  </a:lnTo>
                  <a:lnTo>
                    <a:pt x="467893" y="7162"/>
                  </a:lnTo>
                  <a:lnTo>
                    <a:pt x="457022" y="14503"/>
                  </a:lnTo>
                  <a:lnTo>
                    <a:pt x="449681" y="25374"/>
                  </a:lnTo>
                  <a:lnTo>
                    <a:pt x="446976" y="38671"/>
                  </a:lnTo>
                  <a:lnTo>
                    <a:pt x="449681" y="51981"/>
                  </a:lnTo>
                  <a:lnTo>
                    <a:pt x="457022" y="62865"/>
                  </a:lnTo>
                  <a:lnTo>
                    <a:pt x="467893" y="70218"/>
                  </a:lnTo>
                  <a:lnTo>
                    <a:pt x="481203" y="72910"/>
                  </a:lnTo>
                  <a:lnTo>
                    <a:pt x="494487" y="70218"/>
                  </a:lnTo>
                  <a:lnTo>
                    <a:pt x="505371" y="62865"/>
                  </a:lnTo>
                  <a:lnTo>
                    <a:pt x="512724" y="51981"/>
                  </a:lnTo>
                  <a:lnTo>
                    <a:pt x="515416" y="38671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8630170" y="8838952"/>
              <a:ext cx="106045" cy="144780"/>
            </a:xfrm>
            <a:custGeom>
              <a:avLst/>
              <a:gdLst/>
              <a:ahLst/>
              <a:cxnLst/>
              <a:rect l="l" t="t" r="r" b="b"/>
              <a:pathLst>
                <a:path w="106045" h="144779">
                  <a:moveTo>
                    <a:pt x="105867" y="0"/>
                  </a:moveTo>
                  <a:lnTo>
                    <a:pt x="0" y="0"/>
                  </a:lnTo>
                  <a:lnTo>
                    <a:pt x="0" y="46990"/>
                  </a:lnTo>
                  <a:lnTo>
                    <a:pt x="0" y="97790"/>
                  </a:lnTo>
                  <a:lnTo>
                    <a:pt x="0" y="144780"/>
                  </a:lnTo>
                  <a:lnTo>
                    <a:pt x="105867" y="144780"/>
                  </a:lnTo>
                  <a:lnTo>
                    <a:pt x="105867" y="97790"/>
                  </a:lnTo>
                  <a:lnTo>
                    <a:pt x="33693" y="97790"/>
                  </a:lnTo>
                  <a:lnTo>
                    <a:pt x="33693" y="46990"/>
                  </a:lnTo>
                  <a:lnTo>
                    <a:pt x="105867" y="46990"/>
                  </a:lnTo>
                  <a:lnTo>
                    <a:pt x="105867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5" name="object 255" descr=""/>
          <p:cNvGrpSpPr/>
          <p:nvPr/>
        </p:nvGrpSpPr>
        <p:grpSpPr>
          <a:xfrm>
            <a:off x="9671620" y="4765573"/>
            <a:ext cx="577850" cy="366395"/>
            <a:chOff x="9671620" y="4765573"/>
            <a:chExt cx="577850" cy="366395"/>
          </a:xfrm>
        </p:grpSpPr>
        <p:sp>
          <p:nvSpPr>
            <p:cNvPr id="256" name="object 256" descr=""/>
            <p:cNvSpPr/>
            <p:nvPr/>
          </p:nvSpPr>
          <p:spPr>
            <a:xfrm>
              <a:off x="9705592" y="4799968"/>
              <a:ext cx="509905" cy="298450"/>
            </a:xfrm>
            <a:custGeom>
              <a:avLst/>
              <a:gdLst/>
              <a:ahLst/>
              <a:cxnLst/>
              <a:rect l="l" t="t" r="r" b="b"/>
              <a:pathLst>
                <a:path w="509904" h="298450">
                  <a:moveTo>
                    <a:pt x="274867" y="0"/>
                  </a:moveTo>
                  <a:lnTo>
                    <a:pt x="234677" y="0"/>
                  </a:lnTo>
                  <a:lnTo>
                    <a:pt x="194932" y="3600"/>
                  </a:lnTo>
                  <a:lnTo>
                    <a:pt x="156525" y="10800"/>
                  </a:lnTo>
                  <a:lnTo>
                    <a:pt x="87288" y="36001"/>
                  </a:lnTo>
                  <a:lnTo>
                    <a:pt x="34098" y="75603"/>
                  </a:lnTo>
                  <a:lnTo>
                    <a:pt x="4085" y="129606"/>
                  </a:lnTo>
                  <a:lnTo>
                    <a:pt x="0" y="162008"/>
                  </a:lnTo>
                  <a:lnTo>
                    <a:pt x="0" y="297920"/>
                  </a:lnTo>
                  <a:lnTo>
                    <a:pt x="509544" y="297920"/>
                  </a:lnTo>
                  <a:lnTo>
                    <a:pt x="509544" y="162008"/>
                  </a:lnTo>
                  <a:lnTo>
                    <a:pt x="493795" y="100805"/>
                  </a:lnTo>
                  <a:lnTo>
                    <a:pt x="451302" y="54002"/>
                  </a:lnTo>
                  <a:lnTo>
                    <a:pt x="389197" y="21601"/>
                  </a:lnTo>
                  <a:lnTo>
                    <a:pt x="314611" y="3600"/>
                  </a:lnTo>
                  <a:lnTo>
                    <a:pt x="274867" y="0"/>
                  </a:lnTo>
                  <a:close/>
                </a:path>
              </a:pathLst>
            </a:custGeom>
            <a:solidFill>
              <a:srgbClr val="9FDE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7" name="object 257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9874453" y="4890784"/>
              <a:ext cx="208239" cy="223695"/>
            </a:xfrm>
            <a:prstGeom prst="rect">
              <a:avLst/>
            </a:prstGeom>
          </p:spPr>
        </p:pic>
        <p:sp>
          <p:nvSpPr>
            <p:cNvPr id="258" name="object 258" descr=""/>
            <p:cNvSpPr/>
            <p:nvPr/>
          </p:nvSpPr>
          <p:spPr>
            <a:xfrm>
              <a:off x="9671620" y="4765573"/>
              <a:ext cx="577850" cy="366395"/>
            </a:xfrm>
            <a:custGeom>
              <a:avLst/>
              <a:gdLst/>
              <a:ahLst/>
              <a:cxnLst/>
              <a:rect l="l" t="t" r="r" b="b"/>
              <a:pathLst>
                <a:path w="577850" h="366395">
                  <a:moveTo>
                    <a:pt x="288745" y="0"/>
                  </a:moveTo>
                  <a:lnTo>
                    <a:pt x="231568" y="3480"/>
                  </a:lnTo>
                  <a:lnTo>
                    <a:pt x="176057" y="13926"/>
                  </a:lnTo>
                  <a:lnTo>
                    <a:pt x="128702" y="29613"/>
                  </a:lnTo>
                  <a:lnTo>
                    <a:pt x="86491" y="51161"/>
                  </a:lnTo>
                  <a:lnTo>
                    <a:pt x="50969" y="78593"/>
                  </a:lnTo>
                  <a:lnTo>
                    <a:pt x="23683" y="111929"/>
                  </a:lnTo>
                  <a:lnTo>
                    <a:pt x="6178" y="151191"/>
                  </a:lnTo>
                  <a:lnTo>
                    <a:pt x="0" y="196402"/>
                  </a:lnTo>
                  <a:lnTo>
                    <a:pt x="0" y="366292"/>
                  </a:lnTo>
                  <a:lnTo>
                    <a:pt x="577469" y="366292"/>
                  </a:lnTo>
                  <a:lnTo>
                    <a:pt x="577469" y="298336"/>
                  </a:lnTo>
                  <a:lnTo>
                    <a:pt x="67945" y="298336"/>
                  </a:lnTo>
                  <a:lnTo>
                    <a:pt x="67945" y="196402"/>
                  </a:lnTo>
                  <a:lnTo>
                    <a:pt x="77616" y="155568"/>
                  </a:lnTo>
                  <a:lnTo>
                    <a:pt x="104162" y="122411"/>
                  </a:lnTo>
                  <a:lnTo>
                    <a:pt x="143875" y="97015"/>
                  </a:lnTo>
                  <a:lnTo>
                    <a:pt x="193030" y="79463"/>
                  </a:lnTo>
                  <a:lnTo>
                    <a:pt x="239619" y="70811"/>
                  </a:lnTo>
                  <a:lnTo>
                    <a:pt x="288745" y="67924"/>
                  </a:lnTo>
                  <a:lnTo>
                    <a:pt x="512534" y="67798"/>
                  </a:lnTo>
                  <a:lnTo>
                    <a:pt x="490993" y="51161"/>
                  </a:lnTo>
                  <a:lnTo>
                    <a:pt x="448786" y="29613"/>
                  </a:lnTo>
                  <a:lnTo>
                    <a:pt x="401432" y="13926"/>
                  </a:lnTo>
                  <a:lnTo>
                    <a:pt x="346184" y="3573"/>
                  </a:lnTo>
                  <a:lnTo>
                    <a:pt x="288745" y="115"/>
                  </a:lnTo>
                  <a:close/>
                </a:path>
                <a:path w="577850" h="366395">
                  <a:moveTo>
                    <a:pt x="512534" y="67798"/>
                  </a:moveTo>
                  <a:lnTo>
                    <a:pt x="288745" y="67798"/>
                  </a:lnTo>
                  <a:lnTo>
                    <a:pt x="313306" y="68528"/>
                  </a:lnTo>
                  <a:lnTo>
                    <a:pt x="337606" y="70717"/>
                  </a:lnTo>
                  <a:lnTo>
                    <a:pt x="384449" y="79463"/>
                  </a:lnTo>
                  <a:lnTo>
                    <a:pt x="433613" y="97019"/>
                  </a:lnTo>
                  <a:lnTo>
                    <a:pt x="473313" y="122415"/>
                  </a:lnTo>
                  <a:lnTo>
                    <a:pt x="499852" y="155569"/>
                  </a:lnTo>
                  <a:lnTo>
                    <a:pt x="509523" y="196402"/>
                  </a:lnTo>
                  <a:lnTo>
                    <a:pt x="509523" y="298336"/>
                  </a:lnTo>
                  <a:lnTo>
                    <a:pt x="577469" y="298336"/>
                  </a:lnTo>
                  <a:lnTo>
                    <a:pt x="577469" y="196402"/>
                  </a:lnTo>
                  <a:lnTo>
                    <a:pt x="571292" y="151191"/>
                  </a:lnTo>
                  <a:lnTo>
                    <a:pt x="553791" y="111929"/>
                  </a:lnTo>
                  <a:lnTo>
                    <a:pt x="526510" y="78593"/>
                  </a:lnTo>
                  <a:lnTo>
                    <a:pt x="512534" y="67798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9" name="object 259" descr=""/>
          <p:cNvGrpSpPr/>
          <p:nvPr/>
        </p:nvGrpSpPr>
        <p:grpSpPr>
          <a:xfrm>
            <a:off x="6515189" y="4691938"/>
            <a:ext cx="1030605" cy="1714500"/>
            <a:chOff x="6515189" y="4691938"/>
            <a:chExt cx="1030605" cy="1714500"/>
          </a:xfrm>
        </p:grpSpPr>
        <p:sp>
          <p:nvSpPr>
            <p:cNvPr id="260" name="object 260" descr=""/>
            <p:cNvSpPr/>
            <p:nvPr/>
          </p:nvSpPr>
          <p:spPr>
            <a:xfrm>
              <a:off x="6576557" y="4822293"/>
              <a:ext cx="911860" cy="708025"/>
            </a:xfrm>
            <a:custGeom>
              <a:avLst/>
              <a:gdLst/>
              <a:ahLst/>
              <a:cxnLst/>
              <a:rect l="l" t="t" r="r" b="b"/>
              <a:pathLst>
                <a:path w="911859" h="708025">
                  <a:moveTo>
                    <a:pt x="831982" y="0"/>
                  </a:moveTo>
                  <a:lnTo>
                    <a:pt x="759991" y="16750"/>
                  </a:lnTo>
                  <a:lnTo>
                    <a:pt x="38892" y="533960"/>
                  </a:lnTo>
                  <a:lnTo>
                    <a:pt x="12862" y="562022"/>
                  </a:lnTo>
                  <a:lnTo>
                    <a:pt x="0" y="596799"/>
                  </a:lnTo>
                  <a:lnTo>
                    <a:pt x="1040" y="633868"/>
                  </a:lnTo>
                  <a:lnTo>
                    <a:pt x="16715" y="668804"/>
                  </a:lnTo>
                  <a:lnTo>
                    <a:pt x="44781" y="694837"/>
                  </a:lnTo>
                  <a:lnTo>
                    <a:pt x="79557" y="707703"/>
                  </a:lnTo>
                  <a:lnTo>
                    <a:pt x="116620" y="706661"/>
                  </a:lnTo>
                  <a:lnTo>
                    <a:pt x="151549" y="690971"/>
                  </a:lnTo>
                  <a:lnTo>
                    <a:pt x="872605" y="173751"/>
                  </a:lnTo>
                  <a:lnTo>
                    <a:pt x="898657" y="145677"/>
                  </a:lnTo>
                  <a:lnTo>
                    <a:pt x="911523" y="110894"/>
                  </a:lnTo>
                  <a:lnTo>
                    <a:pt x="910477" y="73826"/>
                  </a:lnTo>
                  <a:lnTo>
                    <a:pt x="894793" y="38896"/>
                  </a:lnTo>
                  <a:lnTo>
                    <a:pt x="866746" y="12863"/>
                  </a:lnTo>
                  <a:lnTo>
                    <a:pt x="831982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1" name="object 261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7328137" y="4865690"/>
              <a:ext cx="116643" cy="116649"/>
            </a:xfrm>
            <a:prstGeom prst="rect">
              <a:avLst/>
            </a:prstGeom>
          </p:spPr>
        </p:pic>
        <p:pic>
          <p:nvPicPr>
            <p:cNvPr id="262" name="object 262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629091" y="5372507"/>
              <a:ext cx="116629" cy="116623"/>
            </a:xfrm>
            <a:prstGeom prst="rect">
              <a:avLst/>
            </a:prstGeom>
          </p:spPr>
        </p:pic>
        <p:sp>
          <p:nvSpPr>
            <p:cNvPr id="263" name="object 263" descr=""/>
            <p:cNvSpPr/>
            <p:nvPr/>
          </p:nvSpPr>
          <p:spPr>
            <a:xfrm>
              <a:off x="6576565" y="4822297"/>
              <a:ext cx="911860" cy="708025"/>
            </a:xfrm>
            <a:custGeom>
              <a:avLst/>
              <a:gdLst/>
              <a:ahLst/>
              <a:cxnLst/>
              <a:rect l="l" t="t" r="r" b="b"/>
              <a:pathLst>
                <a:path w="911859" h="708025">
                  <a:moveTo>
                    <a:pt x="79536" y="0"/>
                  </a:moveTo>
                  <a:lnTo>
                    <a:pt x="44767" y="12860"/>
                  </a:lnTo>
                  <a:lnTo>
                    <a:pt x="16719" y="38894"/>
                  </a:lnTo>
                  <a:lnTo>
                    <a:pt x="1038" y="73823"/>
                  </a:lnTo>
                  <a:lnTo>
                    <a:pt x="0" y="110889"/>
                  </a:lnTo>
                  <a:lnTo>
                    <a:pt x="12873" y="145665"/>
                  </a:lnTo>
                  <a:lnTo>
                    <a:pt x="38928" y="173727"/>
                  </a:lnTo>
                  <a:lnTo>
                    <a:pt x="759953" y="690968"/>
                  </a:lnTo>
                  <a:lnTo>
                    <a:pt x="794890" y="706640"/>
                  </a:lnTo>
                  <a:lnTo>
                    <a:pt x="831962" y="707682"/>
                  </a:lnTo>
                  <a:lnTo>
                    <a:pt x="866744" y="694820"/>
                  </a:lnTo>
                  <a:lnTo>
                    <a:pt x="894807" y="668780"/>
                  </a:lnTo>
                  <a:lnTo>
                    <a:pt x="910468" y="633857"/>
                  </a:lnTo>
                  <a:lnTo>
                    <a:pt x="911506" y="596794"/>
                  </a:lnTo>
                  <a:lnTo>
                    <a:pt x="898648" y="562019"/>
                  </a:lnTo>
                  <a:lnTo>
                    <a:pt x="872620" y="533957"/>
                  </a:lnTo>
                  <a:lnTo>
                    <a:pt x="151542" y="16706"/>
                  </a:lnTo>
                  <a:lnTo>
                    <a:pt x="116602" y="1039"/>
                  </a:lnTo>
                  <a:lnTo>
                    <a:pt x="79536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4" name="object 264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6619852" y="4865719"/>
              <a:ext cx="116635" cy="116620"/>
            </a:xfrm>
            <a:prstGeom prst="rect">
              <a:avLst/>
            </a:prstGeom>
          </p:spPr>
        </p:pic>
        <p:pic>
          <p:nvPicPr>
            <p:cNvPr id="265" name="object 265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7318908" y="5372487"/>
              <a:ext cx="116640" cy="116650"/>
            </a:xfrm>
            <a:prstGeom prst="rect">
              <a:avLst/>
            </a:prstGeom>
          </p:spPr>
        </p:pic>
        <p:sp>
          <p:nvSpPr>
            <p:cNvPr id="266" name="object 266" descr=""/>
            <p:cNvSpPr/>
            <p:nvPr/>
          </p:nvSpPr>
          <p:spPr>
            <a:xfrm>
              <a:off x="6576518" y="5343379"/>
              <a:ext cx="911860" cy="708025"/>
            </a:xfrm>
            <a:custGeom>
              <a:avLst/>
              <a:gdLst/>
              <a:ahLst/>
              <a:cxnLst/>
              <a:rect l="l" t="t" r="r" b="b"/>
              <a:pathLst>
                <a:path w="911859" h="708025">
                  <a:moveTo>
                    <a:pt x="831952" y="0"/>
                  </a:moveTo>
                  <a:lnTo>
                    <a:pt x="759974" y="16727"/>
                  </a:lnTo>
                  <a:lnTo>
                    <a:pt x="38875" y="533978"/>
                  </a:lnTo>
                  <a:lnTo>
                    <a:pt x="12856" y="562028"/>
                  </a:lnTo>
                  <a:lnTo>
                    <a:pt x="0" y="596798"/>
                  </a:lnTo>
                  <a:lnTo>
                    <a:pt x="1039" y="633861"/>
                  </a:lnTo>
                  <a:lnTo>
                    <a:pt x="16708" y="668791"/>
                  </a:lnTo>
                  <a:lnTo>
                    <a:pt x="44758" y="694827"/>
                  </a:lnTo>
                  <a:lnTo>
                    <a:pt x="79530" y="707691"/>
                  </a:lnTo>
                  <a:lnTo>
                    <a:pt x="116596" y="706649"/>
                  </a:lnTo>
                  <a:lnTo>
                    <a:pt x="151532" y="690968"/>
                  </a:lnTo>
                  <a:lnTo>
                    <a:pt x="872567" y="173727"/>
                  </a:lnTo>
                  <a:lnTo>
                    <a:pt x="898622" y="145657"/>
                  </a:lnTo>
                  <a:lnTo>
                    <a:pt x="911498" y="110882"/>
                  </a:lnTo>
                  <a:lnTo>
                    <a:pt x="910466" y="73825"/>
                  </a:lnTo>
                  <a:lnTo>
                    <a:pt x="894797" y="38904"/>
                  </a:lnTo>
                  <a:lnTo>
                    <a:pt x="866726" y="12860"/>
                  </a:lnTo>
                  <a:lnTo>
                    <a:pt x="831952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7" name="object 267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7328085" y="5386784"/>
              <a:ext cx="116640" cy="116658"/>
            </a:xfrm>
            <a:prstGeom prst="rect">
              <a:avLst/>
            </a:prstGeom>
          </p:spPr>
        </p:pic>
        <p:pic>
          <p:nvPicPr>
            <p:cNvPr id="268" name="object 268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629034" y="5893579"/>
              <a:ext cx="116639" cy="116660"/>
            </a:xfrm>
            <a:prstGeom prst="rect">
              <a:avLst/>
            </a:prstGeom>
          </p:spPr>
        </p:pic>
        <p:sp>
          <p:nvSpPr>
            <p:cNvPr id="269" name="object 269" descr=""/>
            <p:cNvSpPr/>
            <p:nvPr/>
          </p:nvSpPr>
          <p:spPr>
            <a:xfrm>
              <a:off x="6576529" y="5343379"/>
              <a:ext cx="911860" cy="708025"/>
            </a:xfrm>
            <a:custGeom>
              <a:avLst/>
              <a:gdLst/>
              <a:ahLst/>
              <a:cxnLst/>
              <a:rect l="l" t="t" r="r" b="b"/>
              <a:pathLst>
                <a:path w="911859" h="708025">
                  <a:moveTo>
                    <a:pt x="79523" y="0"/>
                  </a:moveTo>
                  <a:lnTo>
                    <a:pt x="44751" y="12863"/>
                  </a:lnTo>
                  <a:lnTo>
                    <a:pt x="16701" y="38913"/>
                  </a:lnTo>
                  <a:lnTo>
                    <a:pt x="1040" y="73831"/>
                  </a:lnTo>
                  <a:lnTo>
                    <a:pt x="0" y="110893"/>
                  </a:lnTo>
                  <a:lnTo>
                    <a:pt x="12852" y="145673"/>
                  </a:lnTo>
                  <a:lnTo>
                    <a:pt x="38867" y="173747"/>
                  </a:lnTo>
                  <a:lnTo>
                    <a:pt x="759945" y="690967"/>
                  </a:lnTo>
                  <a:lnTo>
                    <a:pt x="794872" y="706653"/>
                  </a:lnTo>
                  <a:lnTo>
                    <a:pt x="831932" y="707703"/>
                  </a:lnTo>
                  <a:lnTo>
                    <a:pt x="866708" y="694844"/>
                  </a:lnTo>
                  <a:lnTo>
                    <a:pt x="894779" y="668800"/>
                  </a:lnTo>
                  <a:lnTo>
                    <a:pt x="910447" y="633867"/>
                  </a:lnTo>
                  <a:lnTo>
                    <a:pt x="911491" y="596803"/>
                  </a:lnTo>
                  <a:lnTo>
                    <a:pt x="898638" y="562027"/>
                  </a:lnTo>
                  <a:lnTo>
                    <a:pt x="872612" y="533956"/>
                  </a:lnTo>
                  <a:lnTo>
                    <a:pt x="151534" y="16725"/>
                  </a:lnTo>
                  <a:lnTo>
                    <a:pt x="116593" y="1046"/>
                  </a:lnTo>
                  <a:lnTo>
                    <a:pt x="79523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0" name="object 270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619808" y="5386790"/>
              <a:ext cx="116635" cy="116637"/>
            </a:xfrm>
            <a:prstGeom prst="rect">
              <a:avLst/>
            </a:prstGeom>
          </p:spPr>
        </p:pic>
        <p:pic>
          <p:nvPicPr>
            <p:cNvPr id="271" name="object 271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7318871" y="5893585"/>
              <a:ext cx="116633" cy="116641"/>
            </a:xfrm>
            <a:prstGeom prst="rect">
              <a:avLst/>
            </a:prstGeom>
          </p:spPr>
        </p:pic>
        <p:sp>
          <p:nvSpPr>
            <p:cNvPr id="272" name="object 272" descr=""/>
            <p:cNvSpPr/>
            <p:nvPr/>
          </p:nvSpPr>
          <p:spPr>
            <a:xfrm>
              <a:off x="6934869" y="5855815"/>
              <a:ext cx="551180" cy="449580"/>
            </a:xfrm>
            <a:custGeom>
              <a:avLst/>
              <a:gdLst/>
              <a:ahLst/>
              <a:cxnLst/>
              <a:rect l="l" t="t" r="r" b="b"/>
              <a:pathLst>
                <a:path w="551179" h="449579">
                  <a:moveTo>
                    <a:pt x="471438" y="0"/>
                  </a:moveTo>
                  <a:lnTo>
                    <a:pt x="399435" y="16731"/>
                  </a:lnTo>
                  <a:lnTo>
                    <a:pt x="38891" y="275330"/>
                  </a:lnTo>
                  <a:lnTo>
                    <a:pt x="12860" y="303389"/>
                  </a:lnTo>
                  <a:lnTo>
                    <a:pt x="0" y="338167"/>
                  </a:lnTo>
                  <a:lnTo>
                    <a:pt x="1043" y="375233"/>
                  </a:lnTo>
                  <a:lnTo>
                    <a:pt x="16724" y="410153"/>
                  </a:lnTo>
                  <a:lnTo>
                    <a:pt x="44776" y="436202"/>
                  </a:lnTo>
                  <a:lnTo>
                    <a:pt x="79548" y="449063"/>
                  </a:lnTo>
                  <a:lnTo>
                    <a:pt x="116603" y="448016"/>
                  </a:lnTo>
                  <a:lnTo>
                    <a:pt x="151505" y="432341"/>
                  </a:lnTo>
                  <a:lnTo>
                    <a:pt x="512102" y="173721"/>
                  </a:lnTo>
                  <a:lnTo>
                    <a:pt x="538116" y="145665"/>
                  </a:lnTo>
                  <a:lnTo>
                    <a:pt x="550974" y="110901"/>
                  </a:lnTo>
                  <a:lnTo>
                    <a:pt x="549937" y="73843"/>
                  </a:lnTo>
                  <a:lnTo>
                    <a:pt x="534269" y="38908"/>
                  </a:lnTo>
                  <a:lnTo>
                    <a:pt x="506210" y="12862"/>
                  </a:lnTo>
                  <a:lnTo>
                    <a:pt x="471438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3" name="object 273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7325937" y="5899230"/>
              <a:ext cx="116619" cy="116627"/>
            </a:xfrm>
            <a:prstGeom prst="rect">
              <a:avLst/>
            </a:prstGeom>
          </p:spPr>
        </p:pic>
        <p:sp>
          <p:nvSpPr>
            <p:cNvPr id="274" name="object 274" descr=""/>
            <p:cNvSpPr/>
            <p:nvPr/>
          </p:nvSpPr>
          <p:spPr>
            <a:xfrm>
              <a:off x="6574343" y="5855837"/>
              <a:ext cx="543560" cy="442595"/>
            </a:xfrm>
            <a:custGeom>
              <a:avLst/>
              <a:gdLst/>
              <a:ahLst/>
              <a:cxnLst/>
              <a:rect l="l" t="t" r="r" b="b"/>
              <a:pathLst>
                <a:path w="543559" h="442595">
                  <a:moveTo>
                    <a:pt x="79523" y="0"/>
                  </a:moveTo>
                  <a:lnTo>
                    <a:pt x="44765" y="12849"/>
                  </a:lnTo>
                  <a:lnTo>
                    <a:pt x="16732" y="38886"/>
                  </a:lnTo>
                  <a:lnTo>
                    <a:pt x="1059" y="73814"/>
                  </a:lnTo>
                  <a:lnTo>
                    <a:pt x="0" y="110890"/>
                  </a:lnTo>
                  <a:lnTo>
                    <a:pt x="12848" y="145668"/>
                  </a:lnTo>
                  <a:lnTo>
                    <a:pt x="38899" y="173698"/>
                  </a:lnTo>
                  <a:lnTo>
                    <a:pt x="391401" y="425879"/>
                  </a:lnTo>
                  <a:lnTo>
                    <a:pt x="426336" y="441525"/>
                  </a:lnTo>
                  <a:lnTo>
                    <a:pt x="463395" y="442570"/>
                  </a:lnTo>
                  <a:lnTo>
                    <a:pt x="498163" y="429722"/>
                  </a:lnTo>
                  <a:lnTo>
                    <a:pt x="526224" y="403691"/>
                  </a:lnTo>
                  <a:lnTo>
                    <a:pt x="541890" y="368759"/>
                  </a:lnTo>
                  <a:lnTo>
                    <a:pt x="542936" y="331690"/>
                  </a:lnTo>
                  <a:lnTo>
                    <a:pt x="530073" y="296915"/>
                  </a:lnTo>
                  <a:lnTo>
                    <a:pt x="504016" y="268868"/>
                  </a:lnTo>
                  <a:lnTo>
                    <a:pt x="151534" y="16698"/>
                  </a:lnTo>
                  <a:lnTo>
                    <a:pt x="116586" y="1046"/>
                  </a:lnTo>
                  <a:lnTo>
                    <a:pt x="79523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5" name="object 275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617634" y="5899217"/>
              <a:ext cx="116649" cy="116641"/>
            </a:xfrm>
            <a:prstGeom prst="rect">
              <a:avLst/>
            </a:prstGeom>
          </p:spPr>
        </p:pic>
        <p:sp>
          <p:nvSpPr>
            <p:cNvPr id="276" name="object 276" descr=""/>
            <p:cNvSpPr/>
            <p:nvPr/>
          </p:nvSpPr>
          <p:spPr>
            <a:xfrm>
              <a:off x="6851288" y="6017709"/>
              <a:ext cx="389255" cy="389255"/>
            </a:xfrm>
            <a:custGeom>
              <a:avLst/>
              <a:gdLst/>
              <a:ahLst/>
              <a:cxnLst/>
              <a:rect l="l" t="t" r="r" b="b"/>
              <a:pathLst>
                <a:path w="389254" h="389254">
                  <a:moveTo>
                    <a:pt x="194360" y="0"/>
                  </a:moveTo>
                  <a:lnTo>
                    <a:pt x="149803" y="5131"/>
                  </a:lnTo>
                  <a:lnTo>
                    <a:pt x="108897" y="19755"/>
                  </a:lnTo>
                  <a:lnTo>
                    <a:pt x="72808" y="42702"/>
                  </a:lnTo>
                  <a:lnTo>
                    <a:pt x="42707" y="72805"/>
                  </a:lnTo>
                  <a:lnTo>
                    <a:pt x="19759" y="108895"/>
                  </a:lnTo>
                  <a:lnTo>
                    <a:pt x="5134" y="149803"/>
                  </a:lnTo>
                  <a:lnTo>
                    <a:pt x="0" y="194360"/>
                  </a:lnTo>
                  <a:lnTo>
                    <a:pt x="5134" y="238912"/>
                  </a:lnTo>
                  <a:lnTo>
                    <a:pt x="19760" y="279813"/>
                  </a:lnTo>
                  <a:lnTo>
                    <a:pt x="42710" y="315895"/>
                  </a:lnTo>
                  <a:lnTo>
                    <a:pt x="72816" y="345991"/>
                  </a:lnTo>
                  <a:lnTo>
                    <a:pt x="108912" y="368934"/>
                  </a:lnTo>
                  <a:lnTo>
                    <a:pt x="149830" y="383556"/>
                  </a:lnTo>
                  <a:lnTo>
                    <a:pt x="194402" y="388689"/>
                  </a:lnTo>
                  <a:lnTo>
                    <a:pt x="238953" y="383562"/>
                  </a:lnTo>
                  <a:lnTo>
                    <a:pt x="279850" y="368943"/>
                  </a:lnTo>
                  <a:lnTo>
                    <a:pt x="315929" y="346000"/>
                  </a:lnTo>
                  <a:lnTo>
                    <a:pt x="346020" y="315902"/>
                  </a:lnTo>
                  <a:lnTo>
                    <a:pt x="368959" y="279816"/>
                  </a:lnTo>
                  <a:lnTo>
                    <a:pt x="383578" y="238913"/>
                  </a:lnTo>
                  <a:lnTo>
                    <a:pt x="388710" y="194360"/>
                  </a:lnTo>
                  <a:lnTo>
                    <a:pt x="383588" y="149797"/>
                  </a:lnTo>
                  <a:lnTo>
                    <a:pt x="368972" y="108888"/>
                  </a:lnTo>
                  <a:lnTo>
                    <a:pt x="346030" y="72800"/>
                  </a:lnTo>
                  <a:lnTo>
                    <a:pt x="315931" y="42700"/>
                  </a:lnTo>
                  <a:lnTo>
                    <a:pt x="279841" y="19755"/>
                  </a:lnTo>
                  <a:lnTo>
                    <a:pt x="238928" y="5133"/>
                  </a:lnTo>
                  <a:lnTo>
                    <a:pt x="1943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7" name="object 277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6901878" y="6058260"/>
              <a:ext cx="286878" cy="305627"/>
            </a:xfrm>
            <a:prstGeom prst="rect">
              <a:avLst/>
            </a:prstGeom>
          </p:spPr>
        </p:pic>
        <p:sp>
          <p:nvSpPr>
            <p:cNvPr id="278" name="object 278" descr=""/>
            <p:cNvSpPr/>
            <p:nvPr/>
          </p:nvSpPr>
          <p:spPr>
            <a:xfrm>
              <a:off x="6515189" y="4691944"/>
              <a:ext cx="1030605" cy="358775"/>
            </a:xfrm>
            <a:custGeom>
              <a:avLst/>
              <a:gdLst/>
              <a:ahLst/>
              <a:cxnLst/>
              <a:rect l="l" t="t" r="r" b="b"/>
              <a:pathLst>
                <a:path w="1030604" h="358775">
                  <a:moveTo>
                    <a:pt x="1030554" y="138036"/>
                  </a:moveTo>
                  <a:lnTo>
                    <a:pt x="1024775" y="109524"/>
                  </a:lnTo>
                  <a:lnTo>
                    <a:pt x="1008989" y="86169"/>
                  </a:lnTo>
                  <a:lnTo>
                    <a:pt x="985634" y="70396"/>
                  </a:lnTo>
                  <a:lnTo>
                    <a:pt x="964704" y="66141"/>
                  </a:lnTo>
                  <a:lnTo>
                    <a:pt x="964717" y="64452"/>
                  </a:lnTo>
                  <a:lnTo>
                    <a:pt x="959624" y="39433"/>
                  </a:lnTo>
                  <a:lnTo>
                    <a:pt x="945781" y="18948"/>
                  </a:lnTo>
                  <a:lnTo>
                    <a:pt x="925296" y="5118"/>
                  </a:lnTo>
                  <a:lnTo>
                    <a:pt x="900264" y="25"/>
                  </a:lnTo>
                  <a:lnTo>
                    <a:pt x="875271" y="5105"/>
                  </a:lnTo>
                  <a:lnTo>
                    <a:pt x="854798" y="18935"/>
                  </a:lnTo>
                  <a:lnTo>
                    <a:pt x="840955" y="39420"/>
                  </a:lnTo>
                  <a:lnTo>
                    <a:pt x="835863" y="64427"/>
                  </a:lnTo>
                  <a:lnTo>
                    <a:pt x="835863" y="64592"/>
                  </a:lnTo>
                  <a:lnTo>
                    <a:pt x="711390" y="64592"/>
                  </a:lnTo>
                  <a:lnTo>
                    <a:pt x="692467" y="18935"/>
                  </a:lnTo>
                  <a:lnTo>
                    <a:pt x="646988" y="0"/>
                  </a:lnTo>
                  <a:lnTo>
                    <a:pt x="621982" y="5080"/>
                  </a:lnTo>
                  <a:lnTo>
                    <a:pt x="601497" y="18935"/>
                  </a:lnTo>
                  <a:lnTo>
                    <a:pt x="587654" y="39420"/>
                  </a:lnTo>
                  <a:lnTo>
                    <a:pt x="582574" y="64452"/>
                  </a:lnTo>
                  <a:lnTo>
                    <a:pt x="582561" y="64592"/>
                  </a:lnTo>
                  <a:lnTo>
                    <a:pt x="458050" y="64592"/>
                  </a:lnTo>
                  <a:lnTo>
                    <a:pt x="439153" y="18935"/>
                  </a:lnTo>
                  <a:lnTo>
                    <a:pt x="393674" y="38"/>
                  </a:lnTo>
                  <a:lnTo>
                    <a:pt x="368668" y="5118"/>
                  </a:lnTo>
                  <a:lnTo>
                    <a:pt x="348183" y="18961"/>
                  </a:lnTo>
                  <a:lnTo>
                    <a:pt x="334352" y="39433"/>
                  </a:lnTo>
                  <a:lnTo>
                    <a:pt x="329272" y="64439"/>
                  </a:lnTo>
                  <a:lnTo>
                    <a:pt x="329272" y="64592"/>
                  </a:lnTo>
                  <a:lnTo>
                    <a:pt x="204762" y="64592"/>
                  </a:lnTo>
                  <a:lnTo>
                    <a:pt x="204762" y="64452"/>
                  </a:lnTo>
                  <a:lnTo>
                    <a:pt x="199669" y="39420"/>
                  </a:lnTo>
                  <a:lnTo>
                    <a:pt x="185839" y="18948"/>
                  </a:lnTo>
                  <a:lnTo>
                    <a:pt x="165354" y="5118"/>
                  </a:lnTo>
                  <a:lnTo>
                    <a:pt x="140360" y="50"/>
                  </a:lnTo>
                  <a:lnTo>
                    <a:pt x="115341" y="5118"/>
                  </a:lnTo>
                  <a:lnTo>
                    <a:pt x="94869" y="18935"/>
                  </a:lnTo>
                  <a:lnTo>
                    <a:pt x="81026" y="39408"/>
                  </a:lnTo>
                  <a:lnTo>
                    <a:pt x="75958" y="64401"/>
                  </a:lnTo>
                  <a:lnTo>
                    <a:pt x="75946" y="64592"/>
                  </a:lnTo>
                  <a:lnTo>
                    <a:pt x="73418" y="64592"/>
                  </a:lnTo>
                  <a:lnTo>
                    <a:pt x="44919" y="70396"/>
                  </a:lnTo>
                  <a:lnTo>
                    <a:pt x="21577" y="86169"/>
                  </a:lnTo>
                  <a:lnTo>
                    <a:pt x="5803" y="109512"/>
                  </a:lnTo>
                  <a:lnTo>
                    <a:pt x="0" y="138010"/>
                  </a:lnTo>
                  <a:lnTo>
                    <a:pt x="0" y="284899"/>
                  </a:lnTo>
                  <a:lnTo>
                    <a:pt x="5803" y="313410"/>
                  </a:lnTo>
                  <a:lnTo>
                    <a:pt x="21577" y="336765"/>
                  </a:lnTo>
                  <a:lnTo>
                    <a:pt x="44919" y="352552"/>
                  </a:lnTo>
                  <a:lnTo>
                    <a:pt x="73418" y="358343"/>
                  </a:lnTo>
                  <a:lnTo>
                    <a:pt x="957135" y="358343"/>
                  </a:lnTo>
                  <a:lnTo>
                    <a:pt x="985647" y="352552"/>
                  </a:lnTo>
                  <a:lnTo>
                    <a:pt x="1008989" y="336765"/>
                  </a:lnTo>
                  <a:lnTo>
                    <a:pt x="1024763" y="313410"/>
                  </a:lnTo>
                  <a:lnTo>
                    <a:pt x="1030554" y="284899"/>
                  </a:lnTo>
                  <a:lnTo>
                    <a:pt x="1030554" y="138036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7001967" y="5145804"/>
              <a:ext cx="77470" cy="578485"/>
            </a:xfrm>
            <a:custGeom>
              <a:avLst/>
              <a:gdLst/>
              <a:ahLst/>
              <a:cxnLst/>
              <a:rect l="l" t="t" r="r" b="b"/>
              <a:pathLst>
                <a:path w="77470" h="578485">
                  <a:moveTo>
                    <a:pt x="60655" y="30353"/>
                  </a:moveTo>
                  <a:lnTo>
                    <a:pt x="58280" y="18542"/>
                  </a:lnTo>
                  <a:lnTo>
                    <a:pt x="51790" y="8890"/>
                  </a:lnTo>
                  <a:lnTo>
                    <a:pt x="42164" y="2400"/>
                  </a:lnTo>
                  <a:lnTo>
                    <a:pt x="30378" y="0"/>
                  </a:lnTo>
                  <a:lnTo>
                    <a:pt x="18554" y="2400"/>
                  </a:lnTo>
                  <a:lnTo>
                    <a:pt x="8902" y="8902"/>
                  </a:lnTo>
                  <a:lnTo>
                    <a:pt x="2400" y="18542"/>
                  </a:lnTo>
                  <a:lnTo>
                    <a:pt x="0" y="30327"/>
                  </a:lnTo>
                  <a:lnTo>
                    <a:pt x="2400" y="42125"/>
                  </a:lnTo>
                  <a:lnTo>
                    <a:pt x="8902" y="51777"/>
                  </a:lnTo>
                  <a:lnTo>
                    <a:pt x="18554" y="58280"/>
                  </a:lnTo>
                  <a:lnTo>
                    <a:pt x="30353" y="60680"/>
                  </a:lnTo>
                  <a:lnTo>
                    <a:pt x="42164" y="58280"/>
                  </a:lnTo>
                  <a:lnTo>
                    <a:pt x="51790" y="51777"/>
                  </a:lnTo>
                  <a:lnTo>
                    <a:pt x="58280" y="42138"/>
                  </a:lnTo>
                  <a:lnTo>
                    <a:pt x="60655" y="30353"/>
                  </a:lnTo>
                  <a:close/>
                </a:path>
                <a:path w="77470" h="578485">
                  <a:moveTo>
                    <a:pt x="76987" y="548030"/>
                  </a:moveTo>
                  <a:lnTo>
                    <a:pt x="74599" y="536232"/>
                  </a:lnTo>
                  <a:lnTo>
                    <a:pt x="68097" y="526592"/>
                  </a:lnTo>
                  <a:lnTo>
                    <a:pt x="58458" y="520090"/>
                  </a:lnTo>
                  <a:lnTo>
                    <a:pt x="46659" y="517677"/>
                  </a:lnTo>
                  <a:lnTo>
                    <a:pt x="34861" y="520090"/>
                  </a:lnTo>
                  <a:lnTo>
                    <a:pt x="25209" y="526592"/>
                  </a:lnTo>
                  <a:lnTo>
                    <a:pt x="18707" y="536232"/>
                  </a:lnTo>
                  <a:lnTo>
                    <a:pt x="16332" y="548030"/>
                  </a:lnTo>
                  <a:lnTo>
                    <a:pt x="18707" y="559828"/>
                  </a:lnTo>
                  <a:lnTo>
                    <a:pt x="25196" y="569468"/>
                  </a:lnTo>
                  <a:lnTo>
                    <a:pt x="34848" y="575983"/>
                  </a:lnTo>
                  <a:lnTo>
                    <a:pt x="46659" y="578358"/>
                  </a:lnTo>
                  <a:lnTo>
                    <a:pt x="58470" y="575970"/>
                  </a:lnTo>
                  <a:lnTo>
                    <a:pt x="68110" y="569468"/>
                  </a:lnTo>
                  <a:lnTo>
                    <a:pt x="74612" y="559828"/>
                  </a:lnTo>
                  <a:lnTo>
                    <a:pt x="76987" y="54803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0" name="object 280" descr=""/>
          <p:cNvSpPr/>
          <p:nvPr/>
        </p:nvSpPr>
        <p:spPr>
          <a:xfrm>
            <a:off x="3467379" y="4717255"/>
            <a:ext cx="2736850" cy="240029"/>
          </a:xfrm>
          <a:custGeom>
            <a:avLst/>
            <a:gdLst/>
            <a:ahLst/>
            <a:cxnLst/>
            <a:rect l="l" t="t" r="r" b="b"/>
            <a:pathLst>
              <a:path w="2736850" h="240029">
                <a:moveTo>
                  <a:pt x="2736634" y="0"/>
                </a:moveTo>
                <a:lnTo>
                  <a:pt x="2505468" y="0"/>
                </a:lnTo>
                <a:lnTo>
                  <a:pt x="2505468" y="34290"/>
                </a:lnTo>
                <a:lnTo>
                  <a:pt x="2340203" y="199555"/>
                </a:lnTo>
                <a:lnTo>
                  <a:pt x="2345118" y="204470"/>
                </a:lnTo>
                <a:lnTo>
                  <a:pt x="2333866" y="204470"/>
                </a:lnTo>
                <a:lnTo>
                  <a:pt x="2340203" y="198132"/>
                </a:lnTo>
                <a:lnTo>
                  <a:pt x="2298090" y="156032"/>
                </a:lnTo>
                <a:lnTo>
                  <a:pt x="2298090" y="204470"/>
                </a:lnTo>
                <a:lnTo>
                  <a:pt x="1996503" y="204470"/>
                </a:lnTo>
                <a:lnTo>
                  <a:pt x="2147278" y="53695"/>
                </a:lnTo>
                <a:lnTo>
                  <a:pt x="2298090" y="204470"/>
                </a:lnTo>
                <a:lnTo>
                  <a:pt x="2298090" y="156032"/>
                </a:lnTo>
                <a:lnTo>
                  <a:pt x="2176348" y="34290"/>
                </a:lnTo>
                <a:lnTo>
                  <a:pt x="2505468" y="34290"/>
                </a:lnTo>
                <a:lnTo>
                  <a:pt x="2505468" y="0"/>
                </a:lnTo>
                <a:lnTo>
                  <a:pt x="2118220" y="0"/>
                </a:lnTo>
                <a:lnTo>
                  <a:pt x="2118220" y="34290"/>
                </a:lnTo>
                <a:lnTo>
                  <a:pt x="1952955" y="199555"/>
                </a:lnTo>
                <a:lnTo>
                  <a:pt x="1957870" y="204470"/>
                </a:lnTo>
                <a:lnTo>
                  <a:pt x="1946592" y="204470"/>
                </a:lnTo>
                <a:lnTo>
                  <a:pt x="1952929" y="198132"/>
                </a:lnTo>
                <a:lnTo>
                  <a:pt x="1910816" y="156019"/>
                </a:lnTo>
                <a:lnTo>
                  <a:pt x="1910816" y="204470"/>
                </a:lnTo>
                <a:lnTo>
                  <a:pt x="1609229" y="204470"/>
                </a:lnTo>
                <a:lnTo>
                  <a:pt x="1760004" y="53695"/>
                </a:lnTo>
                <a:lnTo>
                  <a:pt x="1910816" y="204470"/>
                </a:lnTo>
                <a:lnTo>
                  <a:pt x="1910816" y="156019"/>
                </a:lnTo>
                <a:lnTo>
                  <a:pt x="1789087" y="34290"/>
                </a:lnTo>
                <a:lnTo>
                  <a:pt x="2118220" y="34290"/>
                </a:lnTo>
                <a:lnTo>
                  <a:pt x="2118220" y="0"/>
                </a:lnTo>
                <a:lnTo>
                  <a:pt x="1730946" y="0"/>
                </a:lnTo>
                <a:lnTo>
                  <a:pt x="1730946" y="34290"/>
                </a:lnTo>
                <a:lnTo>
                  <a:pt x="1565681" y="199555"/>
                </a:lnTo>
                <a:lnTo>
                  <a:pt x="1570596" y="204470"/>
                </a:lnTo>
                <a:lnTo>
                  <a:pt x="1559331" y="204470"/>
                </a:lnTo>
                <a:lnTo>
                  <a:pt x="1565681" y="198132"/>
                </a:lnTo>
                <a:lnTo>
                  <a:pt x="1523555" y="156019"/>
                </a:lnTo>
                <a:lnTo>
                  <a:pt x="1523555" y="204470"/>
                </a:lnTo>
                <a:lnTo>
                  <a:pt x="1221955" y="204470"/>
                </a:lnTo>
                <a:lnTo>
                  <a:pt x="1372755" y="53670"/>
                </a:lnTo>
                <a:lnTo>
                  <a:pt x="1523555" y="204470"/>
                </a:lnTo>
                <a:lnTo>
                  <a:pt x="1523555" y="156019"/>
                </a:lnTo>
                <a:lnTo>
                  <a:pt x="1401826" y="34290"/>
                </a:lnTo>
                <a:lnTo>
                  <a:pt x="1730946" y="34290"/>
                </a:lnTo>
                <a:lnTo>
                  <a:pt x="1730946" y="0"/>
                </a:lnTo>
                <a:lnTo>
                  <a:pt x="1343685" y="0"/>
                </a:lnTo>
                <a:lnTo>
                  <a:pt x="1343685" y="34290"/>
                </a:lnTo>
                <a:lnTo>
                  <a:pt x="1178420" y="199555"/>
                </a:lnTo>
                <a:lnTo>
                  <a:pt x="1183322" y="204470"/>
                </a:lnTo>
                <a:lnTo>
                  <a:pt x="1172083" y="204470"/>
                </a:lnTo>
                <a:lnTo>
                  <a:pt x="1178420" y="198132"/>
                </a:lnTo>
                <a:lnTo>
                  <a:pt x="1136307" y="156032"/>
                </a:lnTo>
                <a:lnTo>
                  <a:pt x="1136307" y="204470"/>
                </a:lnTo>
                <a:lnTo>
                  <a:pt x="834707" y="204470"/>
                </a:lnTo>
                <a:lnTo>
                  <a:pt x="985494" y="53682"/>
                </a:lnTo>
                <a:lnTo>
                  <a:pt x="1136307" y="204470"/>
                </a:lnTo>
                <a:lnTo>
                  <a:pt x="1136307" y="156032"/>
                </a:lnTo>
                <a:lnTo>
                  <a:pt x="1014552" y="34290"/>
                </a:lnTo>
                <a:lnTo>
                  <a:pt x="1343685" y="34290"/>
                </a:lnTo>
                <a:lnTo>
                  <a:pt x="1343685" y="0"/>
                </a:lnTo>
                <a:lnTo>
                  <a:pt x="956411" y="0"/>
                </a:lnTo>
                <a:lnTo>
                  <a:pt x="956411" y="34290"/>
                </a:lnTo>
                <a:lnTo>
                  <a:pt x="791146" y="199555"/>
                </a:lnTo>
                <a:lnTo>
                  <a:pt x="796061" y="204470"/>
                </a:lnTo>
                <a:lnTo>
                  <a:pt x="784796" y="204470"/>
                </a:lnTo>
                <a:lnTo>
                  <a:pt x="791133" y="198132"/>
                </a:lnTo>
                <a:lnTo>
                  <a:pt x="749020" y="156032"/>
                </a:lnTo>
                <a:lnTo>
                  <a:pt x="749020" y="204470"/>
                </a:lnTo>
                <a:lnTo>
                  <a:pt x="447421" y="204470"/>
                </a:lnTo>
                <a:lnTo>
                  <a:pt x="598220" y="53682"/>
                </a:lnTo>
                <a:lnTo>
                  <a:pt x="749020" y="204470"/>
                </a:lnTo>
                <a:lnTo>
                  <a:pt x="749020" y="156032"/>
                </a:lnTo>
                <a:lnTo>
                  <a:pt x="627278" y="34290"/>
                </a:lnTo>
                <a:lnTo>
                  <a:pt x="956411" y="34290"/>
                </a:lnTo>
                <a:lnTo>
                  <a:pt x="956411" y="0"/>
                </a:lnTo>
                <a:lnTo>
                  <a:pt x="569150" y="0"/>
                </a:lnTo>
                <a:lnTo>
                  <a:pt x="569150" y="34290"/>
                </a:lnTo>
                <a:lnTo>
                  <a:pt x="403885" y="199555"/>
                </a:lnTo>
                <a:lnTo>
                  <a:pt x="408787" y="204470"/>
                </a:lnTo>
                <a:lnTo>
                  <a:pt x="397535" y="204470"/>
                </a:lnTo>
                <a:lnTo>
                  <a:pt x="403885" y="198132"/>
                </a:lnTo>
                <a:lnTo>
                  <a:pt x="361759" y="156019"/>
                </a:lnTo>
                <a:lnTo>
                  <a:pt x="361759" y="204470"/>
                </a:lnTo>
                <a:lnTo>
                  <a:pt x="60159" y="204470"/>
                </a:lnTo>
                <a:lnTo>
                  <a:pt x="210959" y="53682"/>
                </a:lnTo>
                <a:lnTo>
                  <a:pt x="361759" y="204470"/>
                </a:lnTo>
                <a:lnTo>
                  <a:pt x="361759" y="156019"/>
                </a:lnTo>
                <a:lnTo>
                  <a:pt x="240017" y="34290"/>
                </a:lnTo>
                <a:lnTo>
                  <a:pt x="569150" y="34290"/>
                </a:lnTo>
                <a:lnTo>
                  <a:pt x="569150" y="0"/>
                </a:lnTo>
                <a:lnTo>
                  <a:pt x="181889" y="0"/>
                </a:lnTo>
                <a:lnTo>
                  <a:pt x="181889" y="34290"/>
                </a:lnTo>
                <a:lnTo>
                  <a:pt x="34467" y="181724"/>
                </a:lnTo>
                <a:lnTo>
                  <a:pt x="34467" y="34290"/>
                </a:lnTo>
                <a:lnTo>
                  <a:pt x="181889" y="34290"/>
                </a:lnTo>
                <a:lnTo>
                  <a:pt x="181889" y="0"/>
                </a:lnTo>
                <a:lnTo>
                  <a:pt x="0" y="0"/>
                </a:lnTo>
                <a:lnTo>
                  <a:pt x="0" y="34290"/>
                </a:lnTo>
                <a:lnTo>
                  <a:pt x="0" y="204470"/>
                </a:lnTo>
                <a:lnTo>
                  <a:pt x="0" y="240030"/>
                </a:lnTo>
                <a:lnTo>
                  <a:pt x="2736634" y="240030"/>
                </a:lnTo>
                <a:lnTo>
                  <a:pt x="2736634" y="205066"/>
                </a:lnTo>
                <a:lnTo>
                  <a:pt x="2736634" y="204470"/>
                </a:lnTo>
                <a:lnTo>
                  <a:pt x="2736634" y="34429"/>
                </a:lnTo>
                <a:lnTo>
                  <a:pt x="2702191" y="34429"/>
                </a:lnTo>
                <a:lnTo>
                  <a:pt x="2702191" y="172859"/>
                </a:lnTo>
                <a:lnTo>
                  <a:pt x="2685351" y="156032"/>
                </a:lnTo>
                <a:lnTo>
                  <a:pt x="2685351" y="204470"/>
                </a:lnTo>
                <a:lnTo>
                  <a:pt x="2383764" y="204470"/>
                </a:lnTo>
                <a:lnTo>
                  <a:pt x="2534551" y="53682"/>
                </a:lnTo>
                <a:lnTo>
                  <a:pt x="2685351" y="204470"/>
                </a:lnTo>
                <a:lnTo>
                  <a:pt x="2685351" y="156032"/>
                </a:lnTo>
                <a:lnTo>
                  <a:pt x="2563609" y="34290"/>
                </a:lnTo>
                <a:lnTo>
                  <a:pt x="2736634" y="34290"/>
                </a:lnTo>
                <a:lnTo>
                  <a:pt x="2736634" y="0"/>
                </a:lnTo>
                <a:close/>
              </a:path>
            </a:pathLst>
          </a:custGeom>
          <a:solidFill>
            <a:srgbClr val="CDF1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1" name="object 281" descr=""/>
          <p:cNvGrpSpPr/>
          <p:nvPr/>
        </p:nvGrpSpPr>
        <p:grpSpPr>
          <a:xfrm>
            <a:off x="7612887" y="6960374"/>
            <a:ext cx="366395" cy="636270"/>
            <a:chOff x="7612887" y="6960374"/>
            <a:chExt cx="366395" cy="636270"/>
          </a:xfrm>
        </p:grpSpPr>
        <p:sp>
          <p:nvSpPr>
            <p:cNvPr id="282" name="object 282" descr=""/>
            <p:cNvSpPr/>
            <p:nvPr/>
          </p:nvSpPr>
          <p:spPr>
            <a:xfrm>
              <a:off x="7751962" y="7255129"/>
              <a:ext cx="88265" cy="66675"/>
            </a:xfrm>
            <a:custGeom>
              <a:avLst/>
              <a:gdLst/>
              <a:ahLst/>
              <a:cxnLst/>
              <a:rect l="l" t="t" r="r" b="b"/>
              <a:pathLst>
                <a:path w="88265" h="66675">
                  <a:moveTo>
                    <a:pt x="87735" y="0"/>
                  </a:moveTo>
                  <a:lnTo>
                    <a:pt x="0" y="0"/>
                  </a:lnTo>
                  <a:lnTo>
                    <a:pt x="0" y="66406"/>
                  </a:lnTo>
                  <a:lnTo>
                    <a:pt x="87735" y="66406"/>
                  </a:lnTo>
                  <a:lnTo>
                    <a:pt x="8773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3" name="object 283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7674924" y="7354256"/>
              <a:ext cx="241814" cy="241814"/>
            </a:xfrm>
            <a:prstGeom prst="rect">
              <a:avLst/>
            </a:prstGeom>
          </p:spPr>
        </p:pic>
        <p:sp>
          <p:nvSpPr>
            <p:cNvPr id="284" name="object 284" descr=""/>
            <p:cNvSpPr/>
            <p:nvPr/>
          </p:nvSpPr>
          <p:spPr>
            <a:xfrm>
              <a:off x="7781961" y="6960374"/>
              <a:ext cx="27940" cy="352425"/>
            </a:xfrm>
            <a:custGeom>
              <a:avLst/>
              <a:gdLst/>
              <a:ahLst/>
              <a:cxnLst/>
              <a:rect l="l" t="t" r="r" b="b"/>
              <a:pathLst>
                <a:path w="27940" h="352425">
                  <a:moveTo>
                    <a:pt x="27726" y="0"/>
                  </a:moveTo>
                  <a:lnTo>
                    <a:pt x="0" y="0"/>
                  </a:lnTo>
                  <a:lnTo>
                    <a:pt x="0" y="351926"/>
                  </a:lnTo>
                  <a:lnTo>
                    <a:pt x="27726" y="351926"/>
                  </a:lnTo>
                  <a:lnTo>
                    <a:pt x="2772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7639329" y="7305940"/>
              <a:ext cx="313055" cy="150495"/>
            </a:xfrm>
            <a:custGeom>
              <a:avLst/>
              <a:gdLst/>
              <a:ahLst/>
              <a:cxnLst/>
              <a:rect l="l" t="t" r="r" b="b"/>
              <a:pathLst>
                <a:path w="313054" h="150495">
                  <a:moveTo>
                    <a:pt x="231553" y="0"/>
                  </a:moveTo>
                  <a:lnTo>
                    <a:pt x="92332" y="0"/>
                  </a:lnTo>
                  <a:lnTo>
                    <a:pt x="0" y="149964"/>
                  </a:lnTo>
                  <a:lnTo>
                    <a:pt x="312974" y="149964"/>
                  </a:lnTo>
                  <a:lnTo>
                    <a:pt x="231553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7798549" y="7305940"/>
              <a:ext cx="154305" cy="150495"/>
            </a:xfrm>
            <a:custGeom>
              <a:avLst/>
              <a:gdLst/>
              <a:ahLst/>
              <a:cxnLst/>
              <a:rect l="l" t="t" r="r" b="b"/>
              <a:pathLst>
                <a:path w="154304" h="150495">
                  <a:moveTo>
                    <a:pt x="72332" y="0"/>
                  </a:moveTo>
                  <a:lnTo>
                    <a:pt x="0" y="0"/>
                  </a:lnTo>
                  <a:lnTo>
                    <a:pt x="33988" y="149964"/>
                  </a:lnTo>
                  <a:lnTo>
                    <a:pt x="153754" y="149964"/>
                  </a:lnTo>
                  <a:lnTo>
                    <a:pt x="7233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7612887" y="7454793"/>
              <a:ext cx="366395" cy="37465"/>
            </a:xfrm>
            <a:custGeom>
              <a:avLst/>
              <a:gdLst/>
              <a:ahLst/>
              <a:cxnLst/>
              <a:rect l="l" t="t" r="r" b="b"/>
              <a:pathLst>
                <a:path w="366395" h="37465">
                  <a:moveTo>
                    <a:pt x="347549" y="0"/>
                  </a:moveTo>
                  <a:lnTo>
                    <a:pt x="18313" y="0"/>
                  </a:lnTo>
                  <a:lnTo>
                    <a:pt x="4578" y="5776"/>
                  </a:lnTo>
                  <a:lnTo>
                    <a:pt x="0" y="18486"/>
                  </a:lnTo>
                  <a:lnTo>
                    <a:pt x="4578" y="31195"/>
                  </a:lnTo>
                  <a:lnTo>
                    <a:pt x="18313" y="36972"/>
                  </a:lnTo>
                  <a:lnTo>
                    <a:pt x="347549" y="36972"/>
                  </a:lnTo>
                  <a:lnTo>
                    <a:pt x="361284" y="31195"/>
                  </a:lnTo>
                  <a:lnTo>
                    <a:pt x="365863" y="18486"/>
                  </a:lnTo>
                  <a:lnTo>
                    <a:pt x="361284" y="5776"/>
                  </a:lnTo>
                  <a:lnTo>
                    <a:pt x="347549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8" name="object 288" descr=""/>
          <p:cNvGrpSpPr/>
          <p:nvPr/>
        </p:nvGrpSpPr>
        <p:grpSpPr>
          <a:xfrm>
            <a:off x="8064192" y="6960379"/>
            <a:ext cx="302895" cy="536575"/>
            <a:chOff x="8064192" y="6960379"/>
            <a:chExt cx="302895" cy="536575"/>
          </a:xfrm>
        </p:grpSpPr>
        <p:sp>
          <p:nvSpPr>
            <p:cNvPr id="289" name="object 289" descr=""/>
            <p:cNvSpPr/>
            <p:nvPr/>
          </p:nvSpPr>
          <p:spPr>
            <a:xfrm>
              <a:off x="8064192" y="6960379"/>
              <a:ext cx="302895" cy="536575"/>
            </a:xfrm>
            <a:custGeom>
              <a:avLst/>
              <a:gdLst/>
              <a:ahLst/>
              <a:cxnLst/>
              <a:rect l="l" t="t" r="r" b="b"/>
              <a:pathLst>
                <a:path w="302895" h="536575">
                  <a:moveTo>
                    <a:pt x="257133" y="0"/>
                  </a:moveTo>
                  <a:lnTo>
                    <a:pt x="45370" y="0"/>
                  </a:lnTo>
                  <a:lnTo>
                    <a:pt x="27745" y="3580"/>
                  </a:lnTo>
                  <a:lnTo>
                    <a:pt x="13320" y="13333"/>
                  </a:lnTo>
                  <a:lnTo>
                    <a:pt x="3577" y="27772"/>
                  </a:lnTo>
                  <a:lnTo>
                    <a:pt x="0" y="45412"/>
                  </a:lnTo>
                  <a:lnTo>
                    <a:pt x="0" y="490937"/>
                  </a:lnTo>
                  <a:lnTo>
                    <a:pt x="3577" y="508553"/>
                  </a:lnTo>
                  <a:lnTo>
                    <a:pt x="13320" y="522980"/>
                  </a:lnTo>
                  <a:lnTo>
                    <a:pt x="27745" y="532728"/>
                  </a:lnTo>
                  <a:lnTo>
                    <a:pt x="45370" y="536308"/>
                  </a:lnTo>
                  <a:lnTo>
                    <a:pt x="257133" y="536308"/>
                  </a:lnTo>
                  <a:lnTo>
                    <a:pt x="274758" y="532728"/>
                  </a:lnTo>
                  <a:lnTo>
                    <a:pt x="289183" y="522980"/>
                  </a:lnTo>
                  <a:lnTo>
                    <a:pt x="298926" y="508553"/>
                  </a:lnTo>
                  <a:lnTo>
                    <a:pt x="302503" y="490937"/>
                  </a:lnTo>
                  <a:lnTo>
                    <a:pt x="302503" y="45412"/>
                  </a:lnTo>
                  <a:lnTo>
                    <a:pt x="298926" y="27772"/>
                  </a:lnTo>
                  <a:lnTo>
                    <a:pt x="289183" y="13333"/>
                  </a:lnTo>
                  <a:lnTo>
                    <a:pt x="274758" y="3580"/>
                  </a:lnTo>
                  <a:lnTo>
                    <a:pt x="257133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8133231" y="7052955"/>
              <a:ext cx="158750" cy="271780"/>
            </a:xfrm>
            <a:custGeom>
              <a:avLst/>
              <a:gdLst/>
              <a:ahLst/>
              <a:cxnLst/>
              <a:rect l="l" t="t" r="r" b="b"/>
              <a:pathLst>
                <a:path w="158750" h="271779">
                  <a:moveTo>
                    <a:pt x="95931" y="1"/>
                  </a:moveTo>
                  <a:lnTo>
                    <a:pt x="62262" y="0"/>
                  </a:lnTo>
                  <a:lnTo>
                    <a:pt x="31362" y="12781"/>
                  </a:lnTo>
                  <a:lnTo>
                    <a:pt x="8762" y="38346"/>
                  </a:lnTo>
                  <a:lnTo>
                    <a:pt x="0" y="76694"/>
                  </a:lnTo>
                  <a:lnTo>
                    <a:pt x="0" y="271327"/>
                  </a:lnTo>
                  <a:lnTo>
                    <a:pt x="158194" y="271327"/>
                  </a:lnTo>
                  <a:lnTo>
                    <a:pt x="158194" y="76694"/>
                  </a:lnTo>
                  <a:lnTo>
                    <a:pt x="149431" y="38349"/>
                  </a:lnTo>
                  <a:lnTo>
                    <a:pt x="126832" y="12784"/>
                  </a:lnTo>
                  <a:lnTo>
                    <a:pt x="95931" y="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8093947" y="7317380"/>
              <a:ext cx="231775" cy="55244"/>
            </a:xfrm>
            <a:custGeom>
              <a:avLst/>
              <a:gdLst/>
              <a:ahLst/>
              <a:cxnLst/>
              <a:rect l="l" t="t" r="r" b="b"/>
              <a:pathLst>
                <a:path w="231775" h="55245">
                  <a:moveTo>
                    <a:pt x="204328" y="0"/>
                  </a:moveTo>
                  <a:lnTo>
                    <a:pt x="27266" y="0"/>
                  </a:lnTo>
                  <a:lnTo>
                    <a:pt x="6810" y="8607"/>
                  </a:lnTo>
                  <a:lnTo>
                    <a:pt x="0" y="27543"/>
                  </a:lnTo>
                  <a:lnTo>
                    <a:pt x="6822" y="46479"/>
                  </a:lnTo>
                  <a:lnTo>
                    <a:pt x="27266" y="55087"/>
                  </a:lnTo>
                  <a:lnTo>
                    <a:pt x="204328" y="55087"/>
                  </a:lnTo>
                  <a:lnTo>
                    <a:pt x="224769" y="46479"/>
                  </a:lnTo>
                  <a:lnTo>
                    <a:pt x="231587" y="27543"/>
                  </a:lnTo>
                  <a:lnTo>
                    <a:pt x="224775" y="8607"/>
                  </a:lnTo>
                  <a:lnTo>
                    <a:pt x="204328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2" name="object 292" descr=""/>
          <p:cNvGrpSpPr/>
          <p:nvPr/>
        </p:nvGrpSpPr>
        <p:grpSpPr>
          <a:xfrm>
            <a:off x="8434554" y="6960379"/>
            <a:ext cx="302895" cy="536575"/>
            <a:chOff x="8434554" y="6960379"/>
            <a:chExt cx="302895" cy="536575"/>
          </a:xfrm>
        </p:grpSpPr>
        <p:sp>
          <p:nvSpPr>
            <p:cNvPr id="293" name="object 293" descr=""/>
            <p:cNvSpPr/>
            <p:nvPr/>
          </p:nvSpPr>
          <p:spPr>
            <a:xfrm>
              <a:off x="8434554" y="6960379"/>
              <a:ext cx="302895" cy="536575"/>
            </a:xfrm>
            <a:custGeom>
              <a:avLst/>
              <a:gdLst/>
              <a:ahLst/>
              <a:cxnLst/>
              <a:rect l="l" t="t" r="r" b="b"/>
              <a:pathLst>
                <a:path w="302895" h="536575">
                  <a:moveTo>
                    <a:pt x="257154" y="0"/>
                  </a:moveTo>
                  <a:lnTo>
                    <a:pt x="45370" y="0"/>
                  </a:lnTo>
                  <a:lnTo>
                    <a:pt x="27745" y="3580"/>
                  </a:lnTo>
                  <a:lnTo>
                    <a:pt x="13320" y="13333"/>
                  </a:lnTo>
                  <a:lnTo>
                    <a:pt x="3577" y="27772"/>
                  </a:lnTo>
                  <a:lnTo>
                    <a:pt x="0" y="45412"/>
                  </a:lnTo>
                  <a:lnTo>
                    <a:pt x="0" y="490937"/>
                  </a:lnTo>
                  <a:lnTo>
                    <a:pt x="3577" y="508553"/>
                  </a:lnTo>
                  <a:lnTo>
                    <a:pt x="13320" y="522980"/>
                  </a:lnTo>
                  <a:lnTo>
                    <a:pt x="27745" y="532728"/>
                  </a:lnTo>
                  <a:lnTo>
                    <a:pt x="45370" y="536308"/>
                  </a:lnTo>
                  <a:lnTo>
                    <a:pt x="257154" y="536308"/>
                  </a:lnTo>
                  <a:lnTo>
                    <a:pt x="274770" y="532728"/>
                  </a:lnTo>
                  <a:lnTo>
                    <a:pt x="289196" y="522980"/>
                  </a:lnTo>
                  <a:lnTo>
                    <a:pt x="298944" y="508553"/>
                  </a:lnTo>
                  <a:lnTo>
                    <a:pt x="302524" y="490937"/>
                  </a:lnTo>
                  <a:lnTo>
                    <a:pt x="302524" y="45412"/>
                  </a:lnTo>
                  <a:lnTo>
                    <a:pt x="298944" y="27772"/>
                  </a:lnTo>
                  <a:lnTo>
                    <a:pt x="289196" y="13333"/>
                  </a:lnTo>
                  <a:lnTo>
                    <a:pt x="274770" y="3580"/>
                  </a:lnTo>
                  <a:lnTo>
                    <a:pt x="257154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8503574" y="7052955"/>
              <a:ext cx="158750" cy="271780"/>
            </a:xfrm>
            <a:custGeom>
              <a:avLst/>
              <a:gdLst/>
              <a:ahLst/>
              <a:cxnLst/>
              <a:rect l="l" t="t" r="r" b="b"/>
              <a:pathLst>
                <a:path w="158750" h="271779">
                  <a:moveTo>
                    <a:pt x="95943" y="1"/>
                  </a:moveTo>
                  <a:lnTo>
                    <a:pt x="62271" y="0"/>
                  </a:lnTo>
                  <a:lnTo>
                    <a:pt x="31366" y="12781"/>
                  </a:lnTo>
                  <a:lnTo>
                    <a:pt x="8764" y="38346"/>
                  </a:lnTo>
                  <a:lnTo>
                    <a:pt x="0" y="76694"/>
                  </a:lnTo>
                  <a:lnTo>
                    <a:pt x="0" y="271327"/>
                  </a:lnTo>
                  <a:lnTo>
                    <a:pt x="158215" y="271327"/>
                  </a:lnTo>
                  <a:lnTo>
                    <a:pt x="158215" y="76694"/>
                  </a:lnTo>
                  <a:lnTo>
                    <a:pt x="149450" y="38349"/>
                  </a:lnTo>
                  <a:lnTo>
                    <a:pt x="126848" y="12784"/>
                  </a:lnTo>
                  <a:lnTo>
                    <a:pt x="95943" y="1"/>
                  </a:lnTo>
                  <a:close/>
                </a:path>
              </a:pathLst>
            </a:custGeom>
            <a:solidFill>
              <a:srgbClr val="E7F0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8464303" y="7317380"/>
              <a:ext cx="231775" cy="55244"/>
            </a:xfrm>
            <a:custGeom>
              <a:avLst/>
              <a:gdLst/>
              <a:ahLst/>
              <a:cxnLst/>
              <a:rect l="l" t="t" r="r" b="b"/>
              <a:pathLst>
                <a:path w="231775" h="55245">
                  <a:moveTo>
                    <a:pt x="204336" y="0"/>
                  </a:moveTo>
                  <a:lnTo>
                    <a:pt x="27274" y="0"/>
                  </a:lnTo>
                  <a:lnTo>
                    <a:pt x="6815" y="8607"/>
                  </a:lnTo>
                  <a:lnTo>
                    <a:pt x="0" y="27543"/>
                  </a:lnTo>
                  <a:lnTo>
                    <a:pt x="6821" y="46479"/>
                  </a:lnTo>
                  <a:lnTo>
                    <a:pt x="27274" y="55087"/>
                  </a:lnTo>
                  <a:lnTo>
                    <a:pt x="204336" y="55087"/>
                  </a:lnTo>
                  <a:lnTo>
                    <a:pt x="224768" y="46479"/>
                  </a:lnTo>
                  <a:lnTo>
                    <a:pt x="231587" y="27543"/>
                  </a:lnTo>
                  <a:lnTo>
                    <a:pt x="224780" y="8607"/>
                  </a:lnTo>
                  <a:lnTo>
                    <a:pt x="204336" y="0"/>
                  </a:lnTo>
                  <a:close/>
                </a:path>
              </a:pathLst>
            </a:custGeom>
            <a:solidFill>
              <a:srgbClr val="CDF1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6" name="object 296" descr="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11024837" y="3810223"/>
            <a:ext cx="695381" cy="635788"/>
          </a:xfrm>
          <a:prstGeom prst="rect">
            <a:avLst/>
          </a:prstGeom>
        </p:spPr>
      </p:pic>
      <p:pic>
        <p:nvPicPr>
          <p:cNvPr id="297" name="object 297" descr="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15744505" y="3551937"/>
            <a:ext cx="695381" cy="635789"/>
          </a:xfrm>
          <a:prstGeom prst="rect">
            <a:avLst/>
          </a:prstGeom>
        </p:spPr>
      </p:pic>
      <p:grpSp>
        <p:nvGrpSpPr>
          <p:cNvPr id="298" name="object 298" descr=""/>
          <p:cNvGrpSpPr/>
          <p:nvPr/>
        </p:nvGrpSpPr>
        <p:grpSpPr>
          <a:xfrm>
            <a:off x="16913914" y="4993439"/>
            <a:ext cx="509270" cy="829944"/>
            <a:chOff x="16913914" y="4993439"/>
            <a:chExt cx="509270" cy="829944"/>
          </a:xfrm>
        </p:grpSpPr>
        <p:sp>
          <p:nvSpPr>
            <p:cNvPr id="299" name="object 299" descr=""/>
            <p:cNvSpPr/>
            <p:nvPr/>
          </p:nvSpPr>
          <p:spPr>
            <a:xfrm>
              <a:off x="16913912" y="4993442"/>
              <a:ext cx="450850" cy="829944"/>
            </a:xfrm>
            <a:custGeom>
              <a:avLst/>
              <a:gdLst/>
              <a:ahLst/>
              <a:cxnLst/>
              <a:rect l="l" t="t" r="r" b="b"/>
              <a:pathLst>
                <a:path w="450850" h="829945">
                  <a:moveTo>
                    <a:pt x="450303" y="185394"/>
                  </a:moveTo>
                  <a:lnTo>
                    <a:pt x="408152" y="143268"/>
                  </a:lnTo>
                  <a:lnTo>
                    <a:pt x="158940" y="392480"/>
                  </a:lnTo>
                  <a:lnTo>
                    <a:pt x="158940" y="0"/>
                  </a:lnTo>
                  <a:lnTo>
                    <a:pt x="0" y="0"/>
                  </a:lnTo>
                  <a:lnTo>
                    <a:pt x="0" y="829500"/>
                  </a:lnTo>
                  <a:lnTo>
                    <a:pt x="158940" y="829500"/>
                  </a:lnTo>
                  <a:lnTo>
                    <a:pt x="158940" y="394881"/>
                  </a:lnTo>
                  <a:lnTo>
                    <a:pt x="199885" y="435825"/>
                  </a:lnTo>
                  <a:lnTo>
                    <a:pt x="450303" y="185394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17071656" y="5317159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4" h="112395">
                  <a:moveTo>
                    <a:pt x="69955" y="0"/>
                  </a:moveTo>
                  <a:lnTo>
                    <a:pt x="0" y="69955"/>
                  </a:lnTo>
                  <a:lnTo>
                    <a:pt x="42145" y="112101"/>
                  </a:lnTo>
                  <a:lnTo>
                    <a:pt x="112090" y="42145"/>
                  </a:lnTo>
                  <a:lnTo>
                    <a:pt x="69955" y="0"/>
                  </a:lnTo>
                  <a:close/>
                </a:path>
              </a:pathLst>
            </a:custGeom>
            <a:solidFill>
              <a:srgbClr val="1AA8EE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1" name="object 301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6961097" y="5045596"/>
              <a:ext cx="64573" cy="64563"/>
            </a:xfrm>
            <a:prstGeom prst="rect">
              <a:avLst/>
            </a:prstGeom>
          </p:spPr>
        </p:pic>
        <p:pic>
          <p:nvPicPr>
            <p:cNvPr id="302" name="object 302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6961097" y="5706213"/>
              <a:ext cx="64573" cy="64563"/>
            </a:xfrm>
            <a:prstGeom prst="rect">
              <a:avLst/>
            </a:prstGeom>
          </p:spPr>
        </p:pic>
        <p:pic>
          <p:nvPicPr>
            <p:cNvPr id="303" name="object 303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6961097" y="5596110"/>
              <a:ext cx="64573" cy="64563"/>
            </a:xfrm>
            <a:prstGeom prst="rect">
              <a:avLst/>
            </a:prstGeom>
          </p:spPr>
        </p:pic>
        <p:pic>
          <p:nvPicPr>
            <p:cNvPr id="304" name="object 304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6961097" y="5486009"/>
              <a:ext cx="64573" cy="64563"/>
            </a:xfrm>
            <a:prstGeom prst="rect">
              <a:avLst/>
            </a:prstGeom>
          </p:spPr>
        </p:pic>
        <p:pic>
          <p:nvPicPr>
            <p:cNvPr id="305" name="object 305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6961097" y="5375905"/>
              <a:ext cx="64573" cy="64563"/>
            </a:xfrm>
            <a:prstGeom prst="rect">
              <a:avLst/>
            </a:prstGeom>
          </p:spPr>
        </p:pic>
        <p:pic>
          <p:nvPicPr>
            <p:cNvPr id="306" name="object 306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6961097" y="5265802"/>
              <a:ext cx="64573" cy="64563"/>
            </a:xfrm>
            <a:prstGeom prst="rect">
              <a:avLst/>
            </a:prstGeom>
          </p:spPr>
        </p:pic>
        <p:pic>
          <p:nvPicPr>
            <p:cNvPr id="307" name="object 307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6961097" y="5155700"/>
              <a:ext cx="64573" cy="64563"/>
            </a:xfrm>
            <a:prstGeom prst="rect">
              <a:avLst/>
            </a:prstGeom>
          </p:spPr>
        </p:pic>
        <p:sp>
          <p:nvSpPr>
            <p:cNvPr id="308" name="object 308" descr=""/>
            <p:cNvSpPr/>
            <p:nvPr/>
          </p:nvSpPr>
          <p:spPr>
            <a:xfrm>
              <a:off x="17072862" y="5077877"/>
              <a:ext cx="40005" cy="661035"/>
            </a:xfrm>
            <a:custGeom>
              <a:avLst/>
              <a:gdLst/>
              <a:ahLst/>
              <a:cxnLst/>
              <a:rect l="l" t="t" r="r" b="b"/>
              <a:pathLst>
                <a:path w="40005" h="661035">
                  <a:moveTo>
                    <a:pt x="39737" y="0"/>
                  </a:moveTo>
                  <a:lnTo>
                    <a:pt x="0" y="0"/>
                  </a:lnTo>
                  <a:lnTo>
                    <a:pt x="0" y="660618"/>
                  </a:lnTo>
                  <a:lnTo>
                    <a:pt x="39737" y="660618"/>
                  </a:lnTo>
                  <a:lnTo>
                    <a:pt x="39737" y="0"/>
                  </a:lnTo>
                  <a:close/>
                </a:path>
              </a:pathLst>
            </a:custGeom>
            <a:solidFill>
              <a:srgbClr val="A1D5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9" name="object 309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7263255" y="5077878"/>
              <a:ext cx="159775" cy="159775"/>
            </a:xfrm>
            <a:prstGeom prst="rect">
              <a:avLst/>
            </a:prstGeom>
          </p:spPr>
        </p:pic>
      </p:grpSp>
      <p:grpSp>
        <p:nvGrpSpPr>
          <p:cNvPr id="310" name="object 310" descr=""/>
          <p:cNvGrpSpPr/>
          <p:nvPr/>
        </p:nvGrpSpPr>
        <p:grpSpPr>
          <a:xfrm>
            <a:off x="17743741" y="5024307"/>
            <a:ext cx="920750" cy="829944"/>
            <a:chOff x="17743741" y="5024307"/>
            <a:chExt cx="920750" cy="829944"/>
          </a:xfrm>
        </p:grpSpPr>
        <p:sp>
          <p:nvSpPr>
            <p:cNvPr id="311" name="object 311" descr=""/>
            <p:cNvSpPr/>
            <p:nvPr/>
          </p:nvSpPr>
          <p:spPr>
            <a:xfrm>
              <a:off x="17743741" y="5024307"/>
              <a:ext cx="920750" cy="829944"/>
            </a:xfrm>
            <a:custGeom>
              <a:avLst/>
              <a:gdLst/>
              <a:ahLst/>
              <a:cxnLst/>
              <a:rect l="l" t="t" r="r" b="b"/>
              <a:pathLst>
                <a:path w="920750" h="829945">
                  <a:moveTo>
                    <a:pt x="920558" y="0"/>
                  </a:moveTo>
                  <a:lnTo>
                    <a:pt x="0" y="0"/>
                  </a:lnTo>
                  <a:lnTo>
                    <a:pt x="0" y="829493"/>
                  </a:lnTo>
                  <a:lnTo>
                    <a:pt x="920558" y="829493"/>
                  </a:lnTo>
                  <a:lnTo>
                    <a:pt x="920558" y="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17836461" y="5141026"/>
              <a:ext cx="735330" cy="596265"/>
            </a:xfrm>
            <a:custGeom>
              <a:avLst/>
              <a:gdLst/>
              <a:ahLst/>
              <a:cxnLst/>
              <a:rect l="l" t="t" r="r" b="b"/>
              <a:pathLst>
                <a:path w="735330" h="596264">
                  <a:moveTo>
                    <a:pt x="735118" y="0"/>
                  </a:moveTo>
                  <a:lnTo>
                    <a:pt x="0" y="0"/>
                  </a:lnTo>
                  <a:lnTo>
                    <a:pt x="0" y="596044"/>
                  </a:lnTo>
                  <a:lnTo>
                    <a:pt x="735118" y="596044"/>
                  </a:lnTo>
                  <a:lnTo>
                    <a:pt x="735118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17894414" y="5473007"/>
              <a:ext cx="619760" cy="179070"/>
            </a:xfrm>
            <a:custGeom>
              <a:avLst/>
              <a:gdLst/>
              <a:ahLst/>
              <a:cxnLst/>
              <a:rect l="l" t="t" r="r" b="b"/>
              <a:pathLst>
                <a:path w="619759" h="179070">
                  <a:moveTo>
                    <a:pt x="99339" y="0"/>
                  </a:moveTo>
                  <a:lnTo>
                    <a:pt x="0" y="0"/>
                  </a:lnTo>
                  <a:lnTo>
                    <a:pt x="0" y="178803"/>
                  </a:lnTo>
                  <a:lnTo>
                    <a:pt x="99339" y="178803"/>
                  </a:lnTo>
                  <a:lnTo>
                    <a:pt x="99339" y="0"/>
                  </a:lnTo>
                  <a:close/>
                </a:path>
                <a:path w="619759" h="179070">
                  <a:moveTo>
                    <a:pt x="619213" y="0"/>
                  </a:moveTo>
                  <a:lnTo>
                    <a:pt x="519874" y="0"/>
                  </a:lnTo>
                  <a:lnTo>
                    <a:pt x="519874" y="178803"/>
                  </a:lnTo>
                  <a:lnTo>
                    <a:pt x="619213" y="178803"/>
                  </a:lnTo>
                  <a:lnTo>
                    <a:pt x="619213" y="0"/>
                  </a:lnTo>
                  <a:close/>
                </a:path>
              </a:pathLst>
            </a:custGeom>
            <a:solidFill>
              <a:srgbClr val="1AA8EE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18571584" y="5754461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90" h="59689">
                  <a:moveTo>
                    <a:pt x="29800" y="0"/>
                  </a:moveTo>
                  <a:lnTo>
                    <a:pt x="18199" y="2341"/>
                  </a:lnTo>
                  <a:lnTo>
                    <a:pt x="8727" y="8727"/>
                  </a:lnTo>
                  <a:lnTo>
                    <a:pt x="2341" y="18199"/>
                  </a:lnTo>
                  <a:lnTo>
                    <a:pt x="0" y="29800"/>
                  </a:lnTo>
                  <a:lnTo>
                    <a:pt x="2341" y="41400"/>
                  </a:lnTo>
                  <a:lnTo>
                    <a:pt x="8727" y="50872"/>
                  </a:lnTo>
                  <a:lnTo>
                    <a:pt x="18199" y="57258"/>
                  </a:lnTo>
                  <a:lnTo>
                    <a:pt x="29800" y="59600"/>
                  </a:lnTo>
                  <a:lnTo>
                    <a:pt x="41402" y="57258"/>
                  </a:lnTo>
                  <a:lnTo>
                    <a:pt x="50878" y="50872"/>
                  </a:lnTo>
                  <a:lnTo>
                    <a:pt x="57267" y="41400"/>
                  </a:lnTo>
                  <a:lnTo>
                    <a:pt x="59610" y="29800"/>
                  </a:lnTo>
                  <a:lnTo>
                    <a:pt x="57267" y="18199"/>
                  </a:lnTo>
                  <a:lnTo>
                    <a:pt x="50878" y="8727"/>
                  </a:lnTo>
                  <a:lnTo>
                    <a:pt x="41402" y="2341"/>
                  </a:lnTo>
                  <a:lnTo>
                    <a:pt x="29800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17915939" y="5173942"/>
              <a:ext cx="748665" cy="680085"/>
            </a:xfrm>
            <a:custGeom>
              <a:avLst/>
              <a:gdLst/>
              <a:ahLst/>
              <a:cxnLst/>
              <a:rect l="l" t="t" r="r" b="b"/>
              <a:pathLst>
                <a:path w="748665" h="680085">
                  <a:moveTo>
                    <a:pt x="576170" y="0"/>
                  </a:moveTo>
                  <a:lnTo>
                    <a:pt x="0" y="0"/>
                  </a:lnTo>
                  <a:lnTo>
                    <a:pt x="0" y="434813"/>
                  </a:lnTo>
                  <a:lnTo>
                    <a:pt x="245039" y="679853"/>
                  </a:lnTo>
                  <a:lnTo>
                    <a:pt x="679853" y="679853"/>
                  </a:lnTo>
                  <a:lnTo>
                    <a:pt x="217406" y="217406"/>
                  </a:lnTo>
                  <a:lnTo>
                    <a:pt x="519879" y="217406"/>
                  </a:lnTo>
                  <a:lnTo>
                    <a:pt x="519879" y="434813"/>
                  </a:lnTo>
                  <a:lnTo>
                    <a:pt x="748364" y="663299"/>
                  </a:lnTo>
                  <a:lnTo>
                    <a:pt x="748364" y="172193"/>
                  </a:lnTo>
                  <a:lnTo>
                    <a:pt x="576170" y="0"/>
                  </a:lnTo>
                  <a:close/>
                </a:path>
              </a:pathLst>
            </a:custGeom>
            <a:solidFill>
              <a:srgbClr val="1AA8EE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17915935" y="5173947"/>
              <a:ext cx="56515" cy="434975"/>
            </a:xfrm>
            <a:custGeom>
              <a:avLst/>
              <a:gdLst/>
              <a:ahLst/>
              <a:cxnLst/>
              <a:rect l="l" t="t" r="r" b="b"/>
              <a:pathLst>
                <a:path w="56515" h="434975">
                  <a:moveTo>
                    <a:pt x="56291" y="0"/>
                  </a:moveTo>
                  <a:lnTo>
                    <a:pt x="0" y="0"/>
                  </a:lnTo>
                  <a:lnTo>
                    <a:pt x="0" y="434813"/>
                  </a:lnTo>
                  <a:lnTo>
                    <a:pt x="56291" y="434813"/>
                  </a:lnTo>
                  <a:lnTo>
                    <a:pt x="56291" y="0"/>
                  </a:lnTo>
                  <a:close/>
                </a:path>
              </a:pathLst>
            </a:custGeom>
            <a:solidFill>
              <a:srgbClr val="A1D5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7972226" y="5268520"/>
              <a:ext cx="464184" cy="28575"/>
            </a:xfrm>
            <a:custGeom>
              <a:avLst/>
              <a:gdLst/>
              <a:ahLst/>
              <a:cxnLst/>
              <a:rect l="l" t="t" r="r" b="b"/>
              <a:pathLst>
                <a:path w="464184" h="28575">
                  <a:moveTo>
                    <a:pt x="463587" y="0"/>
                  </a:moveTo>
                  <a:lnTo>
                    <a:pt x="0" y="0"/>
                  </a:lnTo>
                  <a:lnTo>
                    <a:pt x="0" y="28145"/>
                  </a:lnTo>
                  <a:lnTo>
                    <a:pt x="463587" y="28145"/>
                  </a:lnTo>
                  <a:lnTo>
                    <a:pt x="463587" y="0"/>
                  </a:lnTo>
                  <a:close/>
                </a:path>
              </a:pathLst>
            </a:custGeom>
            <a:solidFill>
              <a:srgbClr val="4249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17972226" y="5173947"/>
              <a:ext cx="464184" cy="94615"/>
            </a:xfrm>
            <a:custGeom>
              <a:avLst/>
              <a:gdLst/>
              <a:ahLst/>
              <a:cxnLst/>
              <a:rect l="l" t="t" r="r" b="b"/>
              <a:pathLst>
                <a:path w="464184" h="94614">
                  <a:moveTo>
                    <a:pt x="463587" y="0"/>
                  </a:moveTo>
                  <a:lnTo>
                    <a:pt x="0" y="0"/>
                  </a:lnTo>
                  <a:lnTo>
                    <a:pt x="0" y="94573"/>
                  </a:lnTo>
                  <a:lnTo>
                    <a:pt x="463587" y="94573"/>
                  </a:lnTo>
                  <a:lnTo>
                    <a:pt x="463587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18435814" y="5173947"/>
              <a:ext cx="56515" cy="434975"/>
            </a:xfrm>
            <a:custGeom>
              <a:avLst/>
              <a:gdLst/>
              <a:ahLst/>
              <a:cxnLst/>
              <a:rect l="l" t="t" r="r" b="b"/>
              <a:pathLst>
                <a:path w="56515" h="434975">
                  <a:moveTo>
                    <a:pt x="56291" y="0"/>
                  </a:moveTo>
                  <a:lnTo>
                    <a:pt x="0" y="0"/>
                  </a:lnTo>
                  <a:lnTo>
                    <a:pt x="0" y="434813"/>
                  </a:lnTo>
                  <a:lnTo>
                    <a:pt x="56291" y="434813"/>
                  </a:lnTo>
                  <a:lnTo>
                    <a:pt x="56291" y="0"/>
                  </a:lnTo>
                  <a:close/>
                </a:path>
              </a:pathLst>
            </a:custGeom>
            <a:solidFill>
              <a:srgbClr val="A1D5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18003684" y="5198151"/>
              <a:ext cx="400685" cy="20320"/>
            </a:xfrm>
            <a:custGeom>
              <a:avLst/>
              <a:gdLst/>
              <a:ahLst/>
              <a:cxnLst/>
              <a:rect l="l" t="t" r="r" b="b"/>
              <a:pathLst>
                <a:path w="400684" h="20320">
                  <a:moveTo>
                    <a:pt x="396228" y="0"/>
                  </a:moveTo>
                  <a:lnTo>
                    <a:pt x="4450" y="0"/>
                  </a:lnTo>
                  <a:lnTo>
                    <a:pt x="0" y="4439"/>
                  </a:lnTo>
                  <a:lnTo>
                    <a:pt x="0" y="15423"/>
                  </a:lnTo>
                  <a:lnTo>
                    <a:pt x="4450" y="19863"/>
                  </a:lnTo>
                  <a:lnTo>
                    <a:pt x="390742" y="19863"/>
                  </a:lnTo>
                  <a:lnTo>
                    <a:pt x="396228" y="19863"/>
                  </a:lnTo>
                  <a:lnTo>
                    <a:pt x="400678" y="15423"/>
                  </a:lnTo>
                  <a:lnTo>
                    <a:pt x="400678" y="4439"/>
                  </a:lnTo>
                  <a:lnTo>
                    <a:pt x="396228" y="0"/>
                  </a:lnTo>
                  <a:close/>
                </a:path>
              </a:pathLst>
            </a:custGeom>
            <a:solidFill>
              <a:srgbClr val="2B9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7776850" y="5064054"/>
              <a:ext cx="854710" cy="750570"/>
            </a:xfrm>
            <a:custGeom>
              <a:avLst/>
              <a:gdLst/>
              <a:ahLst/>
              <a:cxnLst/>
              <a:rect l="l" t="t" r="r" b="b"/>
              <a:pathLst>
                <a:path w="854709" h="750570">
                  <a:moveTo>
                    <a:pt x="59601" y="720217"/>
                  </a:moveTo>
                  <a:lnTo>
                    <a:pt x="57264" y="708609"/>
                  </a:lnTo>
                  <a:lnTo>
                    <a:pt x="50876" y="699135"/>
                  </a:lnTo>
                  <a:lnTo>
                    <a:pt x="41402" y="692759"/>
                  </a:lnTo>
                  <a:lnTo>
                    <a:pt x="29806" y="690410"/>
                  </a:lnTo>
                  <a:lnTo>
                    <a:pt x="18211" y="692759"/>
                  </a:lnTo>
                  <a:lnTo>
                    <a:pt x="8737" y="699135"/>
                  </a:lnTo>
                  <a:lnTo>
                    <a:pt x="2349" y="708609"/>
                  </a:lnTo>
                  <a:lnTo>
                    <a:pt x="0" y="720217"/>
                  </a:lnTo>
                  <a:lnTo>
                    <a:pt x="2349" y="731812"/>
                  </a:lnTo>
                  <a:lnTo>
                    <a:pt x="8737" y="741286"/>
                  </a:lnTo>
                  <a:lnTo>
                    <a:pt x="18211" y="747674"/>
                  </a:lnTo>
                  <a:lnTo>
                    <a:pt x="29806" y="750011"/>
                  </a:lnTo>
                  <a:lnTo>
                    <a:pt x="41402" y="747674"/>
                  </a:lnTo>
                  <a:lnTo>
                    <a:pt x="50876" y="741286"/>
                  </a:lnTo>
                  <a:lnTo>
                    <a:pt x="57264" y="731812"/>
                  </a:lnTo>
                  <a:lnTo>
                    <a:pt x="59601" y="720217"/>
                  </a:lnTo>
                  <a:close/>
                </a:path>
                <a:path w="854709" h="750570">
                  <a:moveTo>
                    <a:pt x="59601" y="29794"/>
                  </a:moveTo>
                  <a:lnTo>
                    <a:pt x="57264" y="18199"/>
                  </a:lnTo>
                  <a:lnTo>
                    <a:pt x="50876" y="8724"/>
                  </a:lnTo>
                  <a:lnTo>
                    <a:pt x="41402" y="2336"/>
                  </a:lnTo>
                  <a:lnTo>
                    <a:pt x="29806" y="0"/>
                  </a:lnTo>
                  <a:lnTo>
                    <a:pt x="18211" y="2336"/>
                  </a:lnTo>
                  <a:lnTo>
                    <a:pt x="8737" y="8724"/>
                  </a:lnTo>
                  <a:lnTo>
                    <a:pt x="2349" y="18199"/>
                  </a:lnTo>
                  <a:lnTo>
                    <a:pt x="0" y="29794"/>
                  </a:lnTo>
                  <a:lnTo>
                    <a:pt x="2349" y="41389"/>
                  </a:lnTo>
                  <a:lnTo>
                    <a:pt x="8737" y="50863"/>
                  </a:lnTo>
                  <a:lnTo>
                    <a:pt x="18211" y="57251"/>
                  </a:lnTo>
                  <a:lnTo>
                    <a:pt x="29806" y="59588"/>
                  </a:lnTo>
                  <a:lnTo>
                    <a:pt x="41402" y="57251"/>
                  </a:lnTo>
                  <a:lnTo>
                    <a:pt x="50876" y="50863"/>
                  </a:lnTo>
                  <a:lnTo>
                    <a:pt x="57264" y="41389"/>
                  </a:lnTo>
                  <a:lnTo>
                    <a:pt x="59601" y="29794"/>
                  </a:lnTo>
                  <a:close/>
                </a:path>
                <a:path w="854709" h="750570">
                  <a:moveTo>
                    <a:pt x="854341" y="29794"/>
                  </a:moveTo>
                  <a:lnTo>
                    <a:pt x="851992" y="18199"/>
                  </a:lnTo>
                  <a:lnTo>
                    <a:pt x="845604" y="8724"/>
                  </a:lnTo>
                  <a:lnTo>
                    <a:pt x="836129" y="2336"/>
                  </a:lnTo>
                  <a:lnTo>
                    <a:pt x="824534" y="0"/>
                  </a:lnTo>
                  <a:lnTo>
                    <a:pt x="812927" y="2336"/>
                  </a:lnTo>
                  <a:lnTo>
                    <a:pt x="803452" y="8724"/>
                  </a:lnTo>
                  <a:lnTo>
                    <a:pt x="797064" y="18199"/>
                  </a:lnTo>
                  <a:lnTo>
                    <a:pt x="794727" y="29794"/>
                  </a:lnTo>
                  <a:lnTo>
                    <a:pt x="797064" y="41389"/>
                  </a:lnTo>
                  <a:lnTo>
                    <a:pt x="803452" y="50863"/>
                  </a:lnTo>
                  <a:lnTo>
                    <a:pt x="812927" y="57251"/>
                  </a:lnTo>
                  <a:lnTo>
                    <a:pt x="824534" y="59588"/>
                  </a:lnTo>
                  <a:lnTo>
                    <a:pt x="836129" y="57251"/>
                  </a:lnTo>
                  <a:lnTo>
                    <a:pt x="845604" y="50863"/>
                  </a:lnTo>
                  <a:lnTo>
                    <a:pt x="851992" y="41389"/>
                  </a:lnTo>
                  <a:lnTo>
                    <a:pt x="854341" y="29794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2" name="object 322" descr=""/>
          <p:cNvGrpSpPr/>
          <p:nvPr/>
        </p:nvGrpSpPr>
        <p:grpSpPr>
          <a:xfrm>
            <a:off x="13699635" y="4450231"/>
            <a:ext cx="1725295" cy="622300"/>
            <a:chOff x="13699635" y="4450231"/>
            <a:chExt cx="1725295" cy="622300"/>
          </a:xfrm>
        </p:grpSpPr>
        <p:sp>
          <p:nvSpPr>
            <p:cNvPr id="323" name="object 323" descr=""/>
            <p:cNvSpPr/>
            <p:nvPr/>
          </p:nvSpPr>
          <p:spPr>
            <a:xfrm>
              <a:off x="13699635" y="4450231"/>
              <a:ext cx="1725295" cy="622300"/>
            </a:xfrm>
            <a:custGeom>
              <a:avLst/>
              <a:gdLst/>
              <a:ahLst/>
              <a:cxnLst/>
              <a:rect l="l" t="t" r="r" b="b"/>
              <a:pathLst>
                <a:path w="1725294" h="622300">
                  <a:moveTo>
                    <a:pt x="1725224" y="0"/>
                  </a:moveTo>
                  <a:lnTo>
                    <a:pt x="0" y="0"/>
                  </a:lnTo>
                  <a:lnTo>
                    <a:pt x="0" y="622180"/>
                  </a:lnTo>
                  <a:lnTo>
                    <a:pt x="1725224" y="622180"/>
                  </a:lnTo>
                  <a:lnTo>
                    <a:pt x="1725224" y="0"/>
                  </a:lnTo>
                  <a:close/>
                </a:path>
              </a:pathLst>
            </a:custGeom>
            <a:solidFill>
              <a:srgbClr val="A1D5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13745350" y="4494282"/>
              <a:ext cx="1633855" cy="534670"/>
            </a:xfrm>
            <a:custGeom>
              <a:avLst/>
              <a:gdLst/>
              <a:ahLst/>
              <a:cxnLst/>
              <a:rect l="l" t="t" r="r" b="b"/>
              <a:pathLst>
                <a:path w="1633855" h="534670">
                  <a:moveTo>
                    <a:pt x="50965" y="508596"/>
                  </a:moveTo>
                  <a:lnTo>
                    <a:pt x="48971" y="498678"/>
                  </a:lnTo>
                  <a:lnTo>
                    <a:pt x="43510" y="490575"/>
                  </a:lnTo>
                  <a:lnTo>
                    <a:pt x="35407" y="485114"/>
                  </a:lnTo>
                  <a:lnTo>
                    <a:pt x="25476" y="483108"/>
                  </a:lnTo>
                  <a:lnTo>
                    <a:pt x="15557" y="485114"/>
                  </a:lnTo>
                  <a:lnTo>
                    <a:pt x="7454" y="490575"/>
                  </a:lnTo>
                  <a:lnTo>
                    <a:pt x="1993" y="498678"/>
                  </a:lnTo>
                  <a:lnTo>
                    <a:pt x="0" y="508596"/>
                  </a:lnTo>
                  <a:lnTo>
                    <a:pt x="1993" y="518515"/>
                  </a:lnTo>
                  <a:lnTo>
                    <a:pt x="7454" y="526618"/>
                  </a:lnTo>
                  <a:lnTo>
                    <a:pt x="15557" y="532079"/>
                  </a:lnTo>
                  <a:lnTo>
                    <a:pt x="25476" y="534085"/>
                  </a:lnTo>
                  <a:lnTo>
                    <a:pt x="35407" y="532079"/>
                  </a:lnTo>
                  <a:lnTo>
                    <a:pt x="43510" y="526618"/>
                  </a:lnTo>
                  <a:lnTo>
                    <a:pt x="48971" y="518515"/>
                  </a:lnTo>
                  <a:lnTo>
                    <a:pt x="50965" y="508596"/>
                  </a:lnTo>
                  <a:close/>
                </a:path>
                <a:path w="1633855" h="534670">
                  <a:moveTo>
                    <a:pt x="50965" y="25488"/>
                  </a:moveTo>
                  <a:lnTo>
                    <a:pt x="48971" y="15570"/>
                  </a:lnTo>
                  <a:lnTo>
                    <a:pt x="43510" y="7467"/>
                  </a:lnTo>
                  <a:lnTo>
                    <a:pt x="35407" y="2006"/>
                  </a:lnTo>
                  <a:lnTo>
                    <a:pt x="25476" y="0"/>
                  </a:lnTo>
                  <a:lnTo>
                    <a:pt x="15557" y="2006"/>
                  </a:lnTo>
                  <a:lnTo>
                    <a:pt x="7454" y="7467"/>
                  </a:lnTo>
                  <a:lnTo>
                    <a:pt x="1993" y="15570"/>
                  </a:lnTo>
                  <a:lnTo>
                    <a:pt x="0" y="25488"/>
                  </a:lnTo>
                  <a:lnTo>
                    <a:pt x="1993" y="35407"/>
                  </a:lnTo>
                  <a:lnTo>
                    <a:pt x="7454" y="43510"/>
                  </a:lnTo>
                  <a:lnTo>
                    <a:pt x="15557" y="48971"/>
                  </a:lnTo>
                  <a:lnTo>
                    <a:pt x="25476" y="50977"/>
                  </a:lnTo>
                  <a:lnTo>
                    <a:pt x="35407" y="48971"/>
                  </a:lnTo>
                  <a:lnTo>
                    <a:pt x="43510" y="43510"/>
                  </a:lnTo>
                  <a:lnTo>
                    <a:pt x="48971" y="35407"/>
                  </a:lnTo>
                  <a:lnTo>
                    <a:pt x="50965" y="25488"/>
                  </a:lnTo>
                  <a:close/>
                </a:path>
                <a:path w="1633855" h="534670">
                  <a:moveTo>
                    <a:pt x="517220" y="267042"/>
                  </a:moveTo>
                  <a:lnTo>
                    <a:pt x="512953" y="222453"/>
                  </a:lnTo>
                  <a:lnTo>
                    <a:pt x="500126" y="179197"/>
                  </a:lnTo>
                  <a:lnTo>
                    <a:pt x="478764" y="138595"/>
                  </a:lnTo>
                  <a:lnTo>
                    <a:pt x="448843" y="101968"/>
                  </a:lnTo>
                  <a:lnTo>
                    <a:pt x="412216" y="72047"/>
                  </a:lnTo>
                  <a:lnTo>
                    <a:pt x="371614" y="50685"/>
                  </a:lnTo>
                  <a:lnTo>
                    <a:pt x="328358" y="37858"/>
                  </a:lnTo>
                  <a:lnTo>
                    <a:pt x="283768" y="33591"/>
                  </a:lnTo>
                  <a:lnTo>
                    <a:pt x="239179" y="37858"/>
                  </a:lnTo>
                  <a:lnTo>
                    <a:pt x="195922" y="50685"/>
                  </a:lnTo>
                  <a:lnTo>
                    <a:pt x="155321" y="72047"/>
                  </a:lnTo>
                  <a:lnTo>
                    <a:pt x="118694" y="101968"/>
                  </a:lnTo>
                  <a:lnTo>
                    <a:pt x="88785" y="138595"/>
                  </a:lnTo>
                  <a:lnTo>
                    <a:pt x="67411" y="179197"/>
                  </a:lnTo>
                  <a:lnTo>
                    <a:pt x="54597" y="222453"/>
                  </a:lnTo>
                  <a:lnTo>
                    <a:pt x="50317" y="267042"/>
                  </a:lnTo>
                  <a:lnTo>
                    <a:pt x="54597" y="311632"/>
                  </a:lnTo>
                  <a:lnTo>
                    <a:pt x="67411" y="354888"/>
                  </a:lnTo>
                  <a:lnTo>
                    <a:pt x="88785" y="395490"/>
                  </a:lnTo>
                  <a:lnTo>
                    <a:pt x="118694" y="432117"/>
                  </a:lnTo>
                  <a:lnTo>
                    <a:pt x="155321" y="462026"/>
                  </a:lnTo>
                  <a:lnTo>
                    <a:pt x="195922" y="483400"/>
                  </a:lnTo>
                  <a:lnTo>
                    <a:pt x="239179" y="496214"/>
                  </a:lnTo>
                  <a:lnTo>
                    <a:pt x="283768" y="500494"/>
                  </a:lnTo>
                  <a:lnTo>
                    <a:pt x="328358" y="496214"/>
                  </a:lnTo>
                  <a:lnTo>
                    <a:pt x="371614" y="483400"/>
                  </a:lnTo>
                  <a:lnTo>
                    <a:pt x="412216" y="462026"/>
                  </a:lnTo>
                  <a:lnTo>
                    <a:pt x="448843" y="432117"/>
                  </a:lnTo>
                  <a:lnTo>
                    <a:pt x="478764" y="395490"/>
                  </a:lnTo>
                  <a:lnTo>
                    <a:pt x="500126" y="354888"/>
                  </a:lnTo>
                  <a:lnTo>
                    <a:pt x="512953" y="311632"/>
                  </a:lnTo>
                  <a:lnTo>
                    <a:pt x="517220" y="267042"/>
                  </a:lnTo>
                  <a:close/>
                </a:path>
                <a:path w="1633855" h="534670">
                  <a:moveTo>
                    <a:pt x="1633804" y="508596"/>
                  </a:moveTo>
                  <a:lnTo>
                    <a:pt x="1631797" y="498678"/>
                  </a:lnTo>
                  <a:lnTo>
                    <a:pt x="1626336" y="490575"/>
                  </a:lnTo>
                  <a:lnTo>
                    <a:pt x="1618234" y="485114"/>
                  </a:lnTo>
                  <a:lnTo>
                    <a:pt x="1608315" y="483108"/>
                  </a:lnTo>
                  <a:lnTo>
                    <a:pt x="1598396" y="485114"/>
                  </a:lnTo>
                  <a:lnTo>
                    <a:pt x="1590294" y="490575"/>
                  </a:lnTo>
                  <a:lnTo>
                    <a:pt x="1584833" y="498678"/>
                  </a:lnTo>
                  <a:lnTo>
                    <a:pt x="1582826" y="508596"/>
                  </a:lnTo>
                  <a:lnTo>
                    <a:pt x="1584833" y="518515"/>
                  </a:lnTo>
                  <a:lnTo>
                    <a:pt x="1590294" y="526618"/>
                  </a:lnTo>
                  <a:lnTo>
                    <a:pt x="1598396" y="532079"/>
                  </a:lnTo>
                  <a:lnTo>
                    <a:pt x="1608315" y="534085"/>
                  </a:lnTo>
                  <a:lnTo>
                    <a:pt x="1618234" y="532079"/>
                  </a:lnTo>
                  <a:lnTo>
                    <a:pt x="1626336" y="526618"/>
                  </a:lnTo>
                  <a:lnTo>
                    <a:pt x="1631797" y="518515"/>
                  </a:lnTo>
                  <a:lnTo>
                    <a:pt x="1633804" y="508596"/>
                  </a:lnTo>
                  <a:close/>
                </a:path>
                <a:path w="1633855" h="534670">
                  <a:moveTo>
                    <a:pt x="1633804" y="25488"/>
                  </a:moveTo>
                  <a:lnTo>
                    <a:pt x="1631797" y="15570"/>
                  </a:lnTo>
                  <a:lnTo>
                    <a:pt x="1626336" y="7467"/>
                  </a:lnTo>
                  <a:lnTo>
                    <a:pt x="1618234" y="2006"/>
                  </a:lnTo>
                  <a:lnTo>
                    <a:pt x="1608315" y="0"/>
                  </a:lnTo>
                  <a:lnTo>
                    <a:pt x="1598396" y="2006"/>
                  </a:lnTo>
                  <a:lnTo>
                    <a:pt x="1590294" y="7467"/>
                  </a:lnTo>
                  <a:lnTo>
                    <a:pt x="1584833" y="15570"/>
                  </a:lnTo>
                  <a:lnTo>
                    <a:pt x="1582826" y="25488"/>
                  </a:lnTo>
                  <a:lnTo>
                    <a:pt x="1584833" y="35407"/>
                  </a:lnTo>
                  <a:lnTo>
                    <a:pt x="1590294" y="43510"/>
                  </a:lnTo>
                  <a:lnTo>
                    <a:pt x="1598396" y="48971"/>
                  </a:lnTo>
                  <a:lnTo>
                    <a:pt x="1608315" y="50977"/>
                  </a:lnTo>
                  <a:lnTo>
                    <a:pt x="1618234" y="48971"/>
                  </a:lnTo>
                  <a:lnTo>
                    <a:pt x="1626336" y="43510"/>
                  </a:lnTo>
                  <a:lnTo>
                    <a:pt x="1631797" y="35407"/>
                  </a:lnTo>
                  <a:lnTo>
                    <a:pt x="1633804" y="25488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13832279" y="4564476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6842" y="0"/>
                  </a:moveTo>
                  <a:lnTo>
                    <a:pt x="151709" y="5198"/>
                  </a:lnTo>
                  <a:lnTo>
                    <a:pt x="110277" y="20006"/>
                  </a:lnTo>
                  <a:lnTo>
                    <a:pt x="73729" y="43242"/>
                  </a:lnTo>
                  <a:lnTo>
                    <a:pt x="43245" y="73724"/>
                  </a:lnTo>
                  <a:lnTo>
                    <a:pt x="20007" y="110273"/>
                  </a:lnTo>
                  <a:lnTo>
                    <a:pt x="5198" y="151706"/>
                  </a:lnTo>
                  <a:lnTo>
                    <a:pt x="0" y="196842"/>
                  </a:lnTo>
                  <a:lnTo>
                    <a:pt x="5198" y="241978"/>
                  </a:lnTo>
                  <a:lnTo>
                    <a:pt x="20007" y="283413"/>
                  </a:lnTo>
                  <a:lnTo>
                    <a:pt x="43245" y="319963"/>
                  </a:lnTo>
                  <a:lnTo>
                    <a:pt x="73729" y="350448"/>
                  </a:lnTo>
                  <a:lnTo>
                    <a:pt x="110277" y="373686"/>
                  </a:lnTo>
                  <a:lnTo>
                    <a:pt x="151709" y="388495"/>
                  </a:lnTo>
                  <a:lnTo>
                    <a:pt x="196842" y="393694"/>
                  </a:lnTo>
                  <a:lnTo>
                    <a:pt x="241978" y="388495"/>
                  </a:lnTo>
                  <a:lnTo>
                    <a:pt x="283413" y="373686"/>
                  </a:lnTo>
                  <a:lnTo>
                    <a:pt x="319963" y="350448"/>
                  </a:lnTo>
                  <a:lnTo>
                    <a:pt x="350448" y="319963"/>
                  </a:lnTo>
                  <a:lnTo>
                    <a:pt x="373686" y="283413"/>
                  </a:lnTo>
                  <a:lnTo>
                    <a:pt x="388495" y="241978"/>
                  </a:lnTo>
                  <a:lnTo>
                    <a:pt x="393694" y="196842"/>
                  </a:lnTo>
                  <a:lnTo>
                    <a:pt x="388495" y="151706"/>
                  </a:lnTo>
                  <a:lnTo>
                    <a:pt x="373686" y="110273"/>
                  </a:lnTo>
                  <a:lnTo>
                    <a:pt x="350448" y="73724"/>
                  </a:lnTo>
                  <a:lnTo>
                    <a:pt x="319963" y="43242"/>
                  </a:lnTo>
                  <a:lnTo>
                    <a:pt x="283413" y="20006"/>
                  </a:lnTo>
                  <a:lnTo>
                    <a:pt x="241978" y="5198"/>
                  </a:lnTo>
                  <a:lnTo>
                    <a:pt x="196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6" name="object 326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3861033" y="4593228"/>
              <a:ext cx="336083" cy="286947"/>
            </a:xfrm>
            <a:prstGeom prst="rect">
              <a:avLst/>
            </a:prstGeom>
          </p:spPr>
        </p:pic>
        <p:sp>
          <p:nvSpPr>
            <p:cNvPr id="327" name="object 327" descr=""/>
            <p:cNvSpPr/>
            <p:nvPr/>
          </p:nvSpPr>
          <p:spPr>
            <a:xfrm>
              <a:off x="14328805" y="4527866"/>
              <a:ext cx="467359" cy="467359"/>
            </a:xfrm>
            <a:custGeom>
              <a:avLst/>
              <a:gdLst/>
              <a:ahLst/>
              <a:cxnLst/>
              <a:rect l="l" t="t" r="r" b="b"/>
              <a:pathLst>
                <a:path w="467359" h="467360">
                  <a:moveTo>
                    <a:pt x="233451" y="0"/>
                  </a:moveTo>
                  <a:lnTo>
                    <a:pt x="188864" y="4273"/>
                  </a:lnTo>
                  <a:lnTo>
                    <a:pt x="145604" y="17094"/>
                  </a:lnTo>
                  <a:lnTo>
                    <a:pt x="104999" y="38462"/>
                  </a:lnTo>
                  <a:lnTo>
                    <a:pt x="68377" y="68377"/>
                  </a:lnTo>
                  <a:lnTo>
                    <a:pt x="38462" y="104999"/>
                  </a:lnTo>
                  <a:lnTo>
                    <a:pt x="17094" y="145604"/>
                  </a:lnTo>
                  <a:lnTo>
                    <a:pt x="4273" y="188864"/>
                  </a:lnTo>
                  <a:lnTo>
                    <a:pt x="0" y="233451"/>
                  </a:lnTo>
                  <a:lnTo>
                    <a:pt x="4273" y="278037"/>
                  </a:lnTo>
                  <a:lnTo>
                    <a:pt x="17094" y="321297"/>
                  </a:lnTo>
                  <a:lnTo>
                    <a:pt x="38462" y="361902"/>
                  </a:lnTo>
                  <a:lnTo>
                    <a:pt x="68377" y="398524"/>
                  </a:lnTo>
                  <a:lnTo>
                    <a:pt x="104999" y="428439"/>
                  </a:lnTo>
                  <a:lnTo>
                    <a:pt x="145604" y="449807"/>
                  </a:lnTo>
                  <a:lnTo>
                    <a:pt x="188864" y="462628"/>
                  </a:lnTo>
                  <a:lnTo>
                    <a:pt x="233451" y="466902"/>
                  </a:lnTo>
                  <a:lnTo>
                    <a:pt x="278037" y="462628"/>
                  </a:lnTo>
                  <a:lnTo>
                    <a:pt x="321297" y="449807"/>
                  </a:lnTo>
                  <a:lnTo>
                    <a:pt x="361902" y="428439"/>
                  </a:lnTo>
                  <a:lnTo>
                    <a:pt x="398524" y="398524"/>
                  </a:lnTo>
                  <a:lnTo>
                    <a:pt x="428439" y="361902"/>
                  </a:lnTo>
                  <a:lnTo>
                    <a:pt x="449807" y="321297"/>
                  </a:lnTo>
                  <a:lnTo>
                    <a:pt x="462628" y="278037"/>
                  </a:lnTo>
                  <a:lnTo>
                    <a:pt x="466902" y="233451"/>
                  </a:lnTo>
                  <a:lnTo>
                    <a:pt x="462628" y="188864"/>
                  </a:lnTo>
                  <a:lnTo>
                    <a:pt x="449807" y="145604"/>
                  </a:lnTo>
                  <a:lnTo>
                    <a:pt x="428439" y="104999"/>
                  </a:lnTo>
                  <a:lnTo>
                    <a:pt x="398524" y="68377"/>
                  </a:lnTo>
                  <a:lnTo>
                    <a:pt x="361902" y="38462"/>
                  </a:lnTo>
                  <a:lnTo>
                    <a:pt x="321297" y="17094"/>
                  </a:lnTo>
                  <a:lnTo>
                    <a:pt x="278037" y="4273"/>
                  </a:lnTo>
                  <a:lnTo>
                    <a:pt x="233451" y="0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14365407" y="4564476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6842" y="0"/>
                  </a:moveTo>
                  <a:lnTo>
                    <a:pt x="151709" y="5198"/>
                  </a:lnTo>
                  <a:lnTo>
                    <a:pt x="110277" y="20006"/>
                  </a:lnTo>
                  <a:lnTo>
                    <a:pt x="73729" y="43242"/>
                  </a:lnTo>
                  <a:lnTo>
                    <a:pt x="43245" y="73724"/>
                  </a:lnTo>
                  <a:lnTo>
                    <a:pt x="20007" y="110273"/>
                  </a:lnTo>
                  <a:lnTo>
                    <a:pt x="5198" y="151706"/>
                  </a:lnTo>
                  <a:lnTo>
                    <a:pt x="0" y="196842"/>
                  </a:lnTo>
                  <a:lnTo>
                    <a:pt x="5198" y="241978"/>
                  </a:lnTo>
                  <a:lnTo>
                    <a:pt x="20007" y="283413"/>
                  </a:lnTo>
                  <a:lnTo>
                    <a:pt x="43245" y="319963"/>
                  </a:lnTo>
                  <a:lnTo>
                    <a:pt x="73729" y="350448"/>
                  </a:lnTo>
                  <a:lnTo>
                    <a:pt x="110277" y="373686"/>
                  </a:lnTo>
                  <a:lnTo>
                    <a:pt x="151709" y="388495"/>
                  </a:lnTo>
                  <a:lnTo>
                    <a:pt x="196842" y="393694"/>
                  </a:lnTo>
                  <a:lnTo>
                    <a:pt x="241978" y="388495"/>
                  </a:lnTo>
                  <a:lnTo>
                    <a:pt x="283413" y="373686"/>
                  </a:lnTo>
                  <a:lnTo>
                    <a:pt x="319963" y="350448"/>
                  </a:lnTo>
                  <a:lnTo>
                    <a:pt x="350448" y="319963"/>
                  </a:lnTo>
                  <a:lnTo>
                    <a:pt x="373686" y="283413"/>
                  </a:lnTo>
                  <a:lnTo>
                    <a:pt x="388495" y="241978"/>
                  </a:lnTo>
                  <a:lnTo>
                    <a:pt x="393694" y="196842"/>
                  </a:lnTo>
                  <a:lnTo>
                    <a:pt x="388495" y="151706"/>
                  </a:lnTo>
                  <a:lnTo>
                    <a:pt x="373686" y="110273"/>
                  </a:lnTo>
                  <a:lnTo>
                    <a:pt x="350448" y="73724"/>
                  </a:lnTo>
                  <a:lnTo>
                    <a:pt x="319963" y="43242"/>
                  </a:lnTo>
                  <a:lnTo>
                    <a:pt x="283413" y="20006"/>
                  </a:lnTo>
                  <a:lnTo>
                    <a:pt x="241978" y="5198"/>
                  </a:lnTo>
                  <a:lnTo>
                    <a:pt x="196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9" name="object 329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4394263" y="4593228"/>
              <a:ext cx="336083" cy="286947"/>
            </a:xfrm>
            <a:prstGeom prst="rect">
              <a:avLst/>
            </a:prstGeom>
          </p:spPr>
        </p:pic>
        <p:sp>
          <p:nvSpPr>
            <p:cNvPr id="330" name="object 330" descr=""/>
            <p:cNvSpPr/>
            <p:nvPr/>
          </p:nvSpPr>
          <p:spPr>
            <a:xfrm>
              <a:off x="14861934" y="4527866"/>
              <a:ext cx="467359" cy="467359"/>
            </a:xfrm>
            <a:custGeom>
              <a:avLst/>
              <a:gdLst/>
              <a:ahLst/>
              <a:cxnLst/>
              <a:rect l="l" t="t" r="r" b="b"/>
              <a:pathLst>
                <a:path w="467359" h="467360">
                  <a:moveTo>
                    <a:pt x="233451" y="0"/>
                  </a:moveTo>
                  <a:lnTo>
                    <a:pt x="188864" y="4273"/>
                  </a:lnTo>
                  <a:lnTo>
                    <a:pt x="145604" y="17094"/>
                  </a:lnTo>
                  <a:lnTo>
                    <a:pt x="104999" y="38462"/>
                  </a:lnTo>
                  <a:lnTo>
                    <a:pt x="68377" y="68377"/>
                  </a:lnTo>
                  <a:lnTo>
                    <a:pt x="38462" y="104999"/>
                  </a:lnTo>
                  <a:lnTo>
                    <a:pt x="17094" y="145604"/>
                  </a:lnTo>
                  <a:lnTo>
                    <a:pt x="4273" y="188864"/>
                  </a:lnTo>
                  <a:lnTo>
                    <a:pt x="0" y="233451"/>
                  </a:lnTo>
                  <a:lnTo>
                    <a:pt x="4273" y="278037"/>
                  </a:lnTo>
                  <a:lnTo>
                    <a:pt x="17094" y="321297"/>
                  </a:lnTo>
                  <a:lnTo>
                    <a:pt x="38462" y="361902"/>
                  </a:lnTo>
                  <a:lnTo>
                    <a:pt x="68377" y="398524"/>
                  </a:lnTo>
                  <a:lnTo>
                    <a:pt x="104999" y="428439"/>
                  </a:lnTo>
                  <a:lnTo>
                    <a:pt x="145604" y="449807"/>
                  </a:lnTo>
                  <a:lnTo>
                    <a:pt x="188864" y="462628"/>
                  </a:lnTo>
                  <a:lnTo>
                    <a:pt x="233451" y="466902"/>
                  </a:lnTo>
                  <a:lnTo>
                    <a:pt x="278037" y="462628"/>
                  </a:lnTo>
                  <a:lnTo>
                    <a:pt x="321297" y="449807"/>
                  </a:lnTo>
                  <a:lnTo>
                    <a:pt x="361902" y="428439"/>
                  </a:lnTo>
                  <a:lnTo>
                    <a:pt x="398524" y="398524"/>
                  </a:lnTo>
                  <a:lnTo>
                    <a:pt x="428439" y="361902"/>
                  </a:lnTo>
                  <a:lnTo>
                    <a:pt x="449807" y="321297"/>
                  </a:lnTo>
                  <a:lnTo>
                    <a:pt x="462628" y="278037"/>
                  </a:lnTo>
                  <a:lnTo>
                    <a:pt x="466902" y="233451"/>
                  </a:lnTo>
                  <a:lnTo>
                    <a:pt x="462628" y="188864"/>
                  </a:lnTo>
                  <a:lnTo>
                    <a:pt x="449807" y="145604"/>
                  </a:lnTo>
                  <a:lnTo>
                    <a:pt x="428439" y="104999"/>
                  </a:lnTo>
                  <a:lnTo>
                    <a:pt x="398524" y="68377"/>
                  </a:lnTo>
                  <a:lnTo>
                    <a:pt x="361902" y="38462"/>
                  </a:lnTo>
                  <a:lnTo>
                    <a:pt x="321297" y="17094"/>
                  </a:lnTo>
                  <a:lnTo>
                    <a:pt x="278037" y="4273"/>
                  </a:lnTo>
                  <a:lnTo>
                    <a:pt x="233451" y="0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14898536" y="4564476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6842" y="0"/>
                  </a:moveTo>
                  <a:lnTo>
                    <a:pt x="151709" y="5198"/>
                  </a:lnTo>
                  <a:lnTo>
                    <a:pt x="110277" y="20006"/>
                  </a:lnTo>
                  <a:lnTo>
                    <a:pt x="73729" y="43242"/>
                  </a:lnTo>
                  <a:lnTo>
                    <a:pt x="43245" y="73724"/>
                  </a:lnTo>
                  <a:lnTo>
                    <a:pt x="20007" y="110273"/>
                  </a:lnTo>
                  <a:lnTo>
                    <a:pt x="5198" y="151706"/>
                  </a:lnTo>
                  <a:lnTo>
                    <a:pt x="0" y="196842"/>
                  </a:lnTo>
                  <a:lnTo>
                    <a:pt x="5198" y="241978"/>
                  </a:lnTo>
                  <a:lnTo>
                    <a:pt x="20007" y="283413"/>
                  </a:lnTo>
                  <a:lnTo>
                    <a:pt x="43245" y="319963"/>
                  </a:lnTo>
                  <a:lnTo>
                    <a:pt x="73729" y="350448"/>
                  </a:lnTo>
                  <a:lnTo>
                    <a:pt x="110277" y="373686"/>
                  </a:lnTo>
                  <a:lnTo>
                    <a:pt x="151709" y="388495"/>
                  </a:lnTo>
                  <a:lnTo>
                    <a:pt x="196842" y="393694"/>
                  </a:lnTo>
                  <a:lnTo>
                    <a:pt x="241978" y="388495"/>
                  </a:lnTo>
                  <a:lnTo>
                    <a:pt x="283413" y="373686"/>
                  </a:lnTo>
                  <a:lnTo>
                    <a:pt x="319963" y="350448"/>
                  </a:lnTo>
                  <a:lnTo>
                    <a:pt x="350448" y="319963"/>
                  </a:lnTo>
                  <a:lnTo>
                    <a:pt x="373686" y="283413"/>
                  </a:lnTo>
                  <a:lnTo>
                    <a:pt x="388495" y="241978"/>
                  </a:lnTo>
                  <a:lnTo>
                    <a:pt x="393694" y="196842"/>
                  </a:lnTo>
                  <a:lnTo>
                    <a:pt x="388495" y="151706"/>
                  </a:lnTo>
                  <a:lnTo>
                    <a:pt x="373686" y="110273"/>
                  </a:lnTo>
                  <a:lnTo>
                    <a:pt x="350448" y="73724"/>
                  </a:lnTo>
                  <a:lnTo>
                    <a:pt x="319963" y="43242"/>
                  </a:lnTo>
                  <a:lnTo>
                    <a:pt x="283413" y="20006"/>
                  </a:lnTo>
                  <a:lnTo>
                    <a:pt x="241978" y="5198"/>
                  </a:lnTo>
                  <a:lnTo>
                    <a:pt x="196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2" name="object 332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4927386" y="4593309"/>
              <a:ext cx="335995" cy="286866"/>
            </a:xfrm>
            <a:prstGeom prst="rect">
              <a:avLst/>
            </a:prstGeom>
          </p:spPr>
        </p:pic>
        <p:sp>
          <p:nvSpPr>
            <p:cNvPr id="333" name="object 333" descr=""/>
            <p:cNvSpPr/>
            <p:nvPr/>
          </p:nvSpPr>
          <p:spPr>
            <a:xfrm>
              <a:off x="13864053" y="4596246"/>
              <a:ext cx="1560830" cy="476250"/>
            </a:xfrm>
            <a:custGeom>
              <a:avLst/>
              <a:gdLst/>
              <a:ahLst/>
              <a:cxnLst/>
              <a:rect l="l" t="t" r="r" b="b"/>
              <a:pathLst>
                <a:path w="1560830" h="476250">
                  <a:moveTo>
                    <a:pt x="1396407" y="0"/>
                  </a:moveTo>
                  <a:lnTo>
                    <a:pt x="1426322" y="36622"/>
                  </a:lnTo>
                  <a:lnTo>
                    <a:pt x="1447690" y="77227"/>
                  </a:lnTo>
                  <a:lnTo>
                    <a:pt x="1460511" y="120486"/>
                  </a:lnTo>
                  <a:lnTo>
                    <a:pt x="1464785" y="165073"/>
                  </a:lnTo>
                  <a:lnTo>
                    <a:pt x="1460511" y="209660"/>
                  </a:lnTo>
                  <a:lnTo>
                    <a:pt x="1447690" y="252919"/>
                  </a:lnTo>
                  <a:lnTo>
                    <a:pt x="1426322" y="293524"/>
                  </a:lnTo>
                  <a:lnTo>
                    <a:pt x="1396407" y="330147"/>
                  </a:lnTo>
                  <a:lnTo>
                    <a:pt x="1359784" y="360062"/>
                  </a:lnTo>
                  <a:lnTo>
                    <a:pt x="1319179" y="381430"/>
                  </a:lnTo>
                  <a:lnTo>
                    <a:pt x="1275918" y="394250"/>
                  </a:lnTo>
                  <a:lnTo>
                    <a:pt x="1231330" y="398524"/>
                  </a:lnTo>
                  <a:lnTo>
                    <a:pt x="1186742" y="394250"/>
                  </a:lnTo>
                  <a:lnTo>
                    <a:pt x="1143483" y="381430"/>
                  </a:lnTo>
                  <a:lnTo>
                    <a:pt x="1102880" y="360062"/>
                  </a:lnTo>
                  <a:lnTo>
                    <a:pt x="1066260" y="330147"/>
                  </a:lnTo>
                  <a:lnTo>
                    <a:pt x="1032397" y="287283"/>
                  </a:lnTo>
                  <a:lnTo>
                    <a:pt x="1010064" y="239353"/>
                  </a:lnTo>
                  <a:lnTo>
                    <a:pt x="999223" y="188424"/>
                  </a:lnTo>
                  <a:lnTo>
                    <a:pt x="999833" y="136561"/>
                  </a:lnTo>
                  <a:lnTo>
                    <a:pt x="863282" y="10"/>
                  </a:lnTo>
                  <a:lnTo>
                    <a:pt x="893194" y="36632"/>
                  </a:lnTo>
                  <a:lnTo>
                    <a:pt x="914559" y="77235"/>
                  </a:lnTo>
                  <a:lnTo>
                    <a:pt x="927378" y="120493"/>
                  </a:lnTo>
                  <a:lnTo>
                    <a:pt x="931650" y="165078"/>
                  </a:lnTo>
                  <a:lnTo>
                    <a:pt x="927376" y="209663"/>
                  </a:lnTo>
                  <a:lnTo>
                    <a:pt x="914555" y="252921"/>
                  </a:lnTo>
                  <a:lnTo>
                    <a:pt x="893187" y="293525"/>
                  </a:lnTo>
                  <a:lnTo>
                    <a:pt x="863272" y="330147"/>
                  </a:lnTo>
                  <a:lnTo>
                    <a:pt x="826652" y="360062"/>
                  </a:lnTo>
                  <a:lnTo>
                    <a:pt x="786049" y="381430"/>
                  </a:lnTo>
                  <a:lnTo>
                    <a:pt x="742790" y="394250"/>
                  </a:lnTo>
                  <a:lnTo>
                    <a:pt x="698202" y="398524"/>
                  </a:lnTo>
                  <a:lnTo>
                    <a:pt x="653614" y="394250"/>
                  </a:lnTo>
                  <a:lnTo>
                    <a:pt x="610353" y="381430"/>
                  </a:lnTo>
                  <a:lnTo>
                    <a:pt x="569747" y="360062"/>
                  </a:lnTo>
                  <a:lnTo>
                    <a:pt x="533125" y="330147"/>
                  </a:lnTo>
                  <a:lnTo>
                    <a:pt x="499261" y="287282"/>
                  </a:lnTo>
                  <a:lnTo>
                    <a:pt x="476930" y="239352"/>
                  </a:lnTo>
                  <a:lnTo>
                    <a:pt x="466092" y="188420"/>
                  </a:lnTo>
                  <a:lnTo>
                    <a:pt x="466708" y="136550"/>
                  </a:lnTo>
                  <a:lnTo>
                    <a:pt x="330147" y="0"/>
                  </a:lnTo>
                  <a:lnTo>
                    <a:pt x="360062" y="36622"/>
                  </a:lnTo>
                  <a:lnTo>
                    <a:pt x="381430" y="77227"/>
                  </a:lnTo>
                  <a:lnTo>
                    <a:pt x="394250" y="120486"/>
                  </a:lnTo>
                  <a:lnTo>
                    <a:pt x="398524" y="165073"/>
                  </a:lnTo>
                  <a:lnTo>
                    <a:pt x="394250" y="209660"/>
                  </a:lnTo>
                  <a:lnTo>
                    <a:pt x="381430" y="252919"/>
                  </a:lnTo>
                  <a:lnTo>
                    <a:pt x="360062" y="293524"/>
                  </a:lnTo>
                  <a:lnTo>
                    <a:pt x="330147" y="330147"/>
                  </a:lnTo>
                  <a:lnTo>
                    <a:pt x="293524" y="360062"/>
                  </a:lnTo>
                  <a:lnTo>
                    <a:pt x="252919" y="381430"/>
                  </a:lnTo>
                  <a:lnTo>
                    <a:pt x="209660" y="394250"/>
                  </a:lnTo>
                  <a:lnTo>
                    <a:pt x="165073" y="398524"/>
                  </a:lnTo>
                  <a:lnTo>
                    <a:pt x="120486" y="394250"/>
                  </a:lnTo>
                  <a:lnTo>
                    <a:pt x="77227" y="381430"/>
                  </a:lnTo>
                  <a:lnTo>
                    <a:pt x="36622" y="360062"/>
                  </a:lnTo>
                  <a:lnTo>
                    <a:pt x="0" y="330147"/>
                  </a:lnTo>
                  <a:lnTo>
                    <a:pt x="146016" y="476163"/>
                  </a:lnTo>
                  <a:lnTo>
                    <a:pt x="1560811" y="476163"/>
                  </a:lnTo>
                  <a:lnTo>
                    <a:pt x="1560811" y="164403"/>
                  </a:lnTo>
                  <a:lnTo>
                    <a:pt x="1396407" y="0"/>
                  </a:lnTo>
                  <a:close/>
                </a:path>
              </a:pathLst>
            </a:custGeom>
            <a:solidFill>
              <a:srgbClr val="A1D5D0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4" name="object 334" descr=""/>
          <p:cNvGrpSpPr/>
          <p:nvPr/>
        </p:nvGrpSpPr>
        <p:grpSpPr>
          <a:xfrm>
            <a:off x="13699635" y="5179769"/>
            <a:ext cx="1725295" cy="267335"/>
            <a:chOff x="13699635" y="5179769"/>
            <a:chExt cx="1725295" cy="267335"/>
          </a:xfrm>
        </p:grpSpPr>
        <p:sp>
          <p:nvSpPr>
            <p:cNvPr id="335" name="object 335" descr=""/>
            <p:cNvSpPr/>
            <p:nvPr/>
          </p:nvSpPr>
          <p:spPr>
            <a:xfrm>
              <a:off x="13699635" y="5179769"/>
              <a:ext cx="1725295" cy="267335"/>
            </a:xfrm>
            <a:custGeom>
              <a:avLst/>
              <a:gdLst/>
              <a:ahLst/>
              <a:cxnLst/>
              <a:rect l="l" t="t" r="r" b="b"/>
              <a:pathLst>
                <a:path w="1725294" h="267335">
                  <a:moveTo>
                    <a:pt x="1725224" y="0"/>
                  </a:moveTo>
                  <a:lnTo>
                    <a:pt x="0" y="0"/>
                  </a:lnTo>
                  <a:lnTo>
                    <a:pt x="0" y="267175"/>
                  </a:lnTo>
                  <a:lnTo>
                    <a:pt x="1725224" y="267175"/>
                  </a:lnTo>
                  <a:lnTo>
                    <a:pt x="1725224" y="0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6" name="object 336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3762461" y="5228925"/>
              <a:ext cx="168879" cy="168879"/>
            </a:xfrm>
            <a:prstGeom prst="rect">
              <a:avLst/>
            </a:prstGeom>
          </p:spPr>
        </p:pic>
        <p:pic>
          <p:nvPicPr>
            <p:cNvPr id="337" name="object 337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4046934" y="5228924"/>
              <a:ext cx="168874" cy="168874"/>
            </a:xfrm>
            <a:prstGeom prst="rect">
              <a:avLst/>
            </a:prstGeom>
          </p:spPr>
        </p:pic>
        <p:pic>
          <p:nvPicPr>
            <p:cNvPr id="338" name="object 338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4331400" y="5228924"/>
              <a:ext cx="168874" cy="168874"/>
            </a:xfrm>
            <a:prstGeom prst="rect">
              <a:avLst/>
            </a:prstGeom>
          </p:spPr>
        </p:pic>
        <p:sp>
          <p:nvSpPr>
            <p:cNvPr id="339" name="object 339" descr=""/>
            <p:cNvSpPr/>
            <p:nvPr/>
          </p:nvSpPr>
          <p:spPr>
            <a:xfrm>
              <a:off x="14357576" y="5228922"/>
              <a:ext cx="1067435" cy="218440"/>
            </a:xfrm>
            <a:custGeom>
              <a:avLst/>
              <a:gdLst/>
              <a:ahLst/>
              <a:cxnLst/>
              <a:rect l="l" t="t" r="r" b="b"/>
              <a:pathLst>
                <a:path w="1067434" h="218439">
                  <a:moveTo>
                    <a:pt x="996095" y="0"/>
                  </a:moveTo>
                  <a:lnTo>
                    <a:pt x="827210" y="0"/>
                  </a:lnTo>
                  <a:lnTo>
                    <a:pt x="827210" y="115588"/>
                  </a:lnTo>
                  <a:lnTo>
                    <a:pt x="711632" y="0"/>
                  </a:lnTo>
                  <a:lnTo>
                    <a:pt x="542747" y="0"/>
                  </a:lnTo>
                  <a:lnTo>
                    <a:pt x="542747" y="115588"/>
                  </a:lnTo>
                  <a:lnTo>
                    <a:pt x="427159" y="0"/>
                  </a:lnTo>
                  <a:lnTo>
                    <a:pt x="258285" y="0"/>
                  </a:lnTo>
                  <a:lnTo>
                    <a:pt x="258285" y="163597"/>
                  </a:lnTo>
                  <a:lnTo>
                    <a:pt x="119420" y="24732"/>
                  </a:lnTo>
                  <a:lnTo>
                    <a:pt x="137967" y="52663"/>
                  </a:lnTo>
                  <a:lnTo>
                    <a:pt x="144150" y="84437"/>
                  </a:lnTo>
                  <a:lnTo>
                    <a:pt x="137967" y="116210"/>
                  </a:lnTo>
                  <a:lnTo>
                    <a:pt x="119420" y="144142"/>
                  </a:lnTo>
                  <a:lnTo>
                    <a:pt x="91488" y="162695"/>
                  </a:lnTo>
                  <a:lnTo>
                    <a:pt x="59714" y="168879"/>
                  </a:lnTo>
                  <a:lnTo>
                    <a:pt x="27937" y="162695"/>
                  </a:lnTo>
                  <a:lnTo>
                    <a:pt x="0" y="144142"/>
                  </a:lnTo>
                  <a:lnTo>
                    <a:pt x="73882" y="218024"/>
                  </a:lnTo>
                  <a:lnTo>
                    <a:pt x="1067286" y="218024"/>
                  </a:lnTo>
                  <a:lnTo>
                    <a:pt x="1067286" y="71191"/>
                  </a:lnTo>
                  <a:lnTo>
                    <a:pt x="996095" y="0"/>
                  </a:lnTo>
                  <a:close/>
                </a:path>
              </a:pathLst>
            </a:custGeom>
            <a:solidFill>
              <a:srgbClr val="A1D5D0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0" name="object 340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4351263" y="5248792"/>
              <a:ext cx="129147" cy="129137"/>
            </a:xfrm>
            <a:prstGeom prst="rect">
              <a:avLst/>
            </a:prstGeom>
          </p:spPr>
        </p:pic>
        <p:sp>
          <p:nvSpPr>
            <p:cNvPr id="341" name="object 341" descr=""/>
            <p:cNvSpPr/>
            <p:nvPr/>
          </p:nvSpPr>
          <p:spPr>
            <a:xfrm>
              <a:off x="14615858" y="5228919"/>
              <a:ext cx="168910" cy="168910"/>
            </a:xfrm>
            <a:custGeom>
              <a:avLst/>
              <a:gdLst/>
              <a:ahLst/>
              <a:cxnLst/>
              <a:rect l="l" t="t" r="r" b="b"/>
              <a:pathLst>
                <a:path w="168909" h="168910">
                  <a:moveTo>
                    <a:pt x="168884" y="0"/>
                  </a:moveTo>
                  <a:lnTo>
                    <a:pt x="0" y="0"/>
                  </a:lnTo>
                  <a:lnTo>
                    <a:pt x="0" y="168874"/>
                  </a:lnTo>
                  <a:lnTo>
                    <a:pt x="168884" y="168874"/>
                  </a:lnTo>
                  <a:lnTo>
                    <a:pt x="168884" y="0"/>
                  </a:lnTo>
                  <a:close/>
                </a:path>
              </a:pathLst>
            </a:custGeom>
            <a:solidFill>
              <a:srgbClr val="A1D5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14635721" y="5248782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40" h="129539">
                  <a:moveTo>
                    <a:pt x="129137" y="0"/>
                  </a:moveTo>
                  <a:lnTo>
                    <a:pt x="0" y="0"/>
                  </a:lnTo>
                  <a:lnTo>
                    <a:pt x="0" y="129137"/>
                  </a:lnTo>
                  <a:lnTo>
                    <a:pt x="129137" y="129137"/>
                  </a:lnTo>
                  <a:lnTo>
                    <a:pt x="129137" y="0"/>
                  </a:lnTo>
                  <a:close/>
                </a:path>
              </a:pathLst>
            </a:custGeom>
            <a:solidFill>
              <a:srgbClr val="2B9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14900331" y="5228919"/>
              <a:ext cx="168910" cy="168910"/>
            </a:xfrm>
            <a:custGeom>
              <a:avLst/>
              <a:gdLst/>
              <a:ahLst/>
              <a:cxnLst/>
              <a:rect l="l" t="t" r="r" b="b"/>
              <a:pathLst>
                <a:path w="168909" h="168910">
                  <a:moveTo>
                    <a:pt x="168874" y="0"/>
                  </a:moveTo>
                  <a:lnTo>
                    <a:pt x="0" y="0"/>
                  </a:lnTo>
                  <a:lnTo>
                    <a:pt x="0" y="168874"/>
                  </a:lnTo>
                  <a:lnTo>
                    <a:pt x="168874" y="168874"/>
                  </a:lnTo>
                  <a:lnTo>
                    <a:pt x="168874" y="0"/>
                  </a:lnTo>
                  <a:close/>
                </a:path>
              </a:pathLst>
            </a:custGeom>
            <a:solidFill>
              <a:srgbClr val="A1D5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14920184" y="5248782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40" h="129539">
                  <a:moveTo>
                    <a:pt x="129147" y="0"/>
                  </a:moveTo>
                  <a:lnTo>
                    <a:pt x="0" y="0"/>
                  </a:lnTo>
                  <a:lnTo>
                    <a:pt x="0" y="129137"/>
                  </a:lnTo>
                  <a:lnTo>
                    <a:pt x="129147" y="129137"/>
                  </a:lnTo>
                  <a:lnTo>
                    <a:pt x="129147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15184783" y="5228919"/>
              <a:ext cx="168910" cy="168910"/>
            </a:xfrm>
            <a:custGeom>
              <a:avLst/>
              <a:gdLst/>
              <a:ahLst/>
              <a:cxnLst/>
              <a:rect l="l" t="t" r="r" b="b"/>
              <a:pathLst>
                <a:path w="168909" h="168910">
                  <a:moveTo>
                    <a:pt x="168884" y="0"/>
                  </a:moveTo>
                  <a:lnTo>
                    <a:pt x="0" y="0"/>
                  </a:lnTo>
                  <a:lnTo>
                    <a:pt x="0" y="168874"/>
                  </a:lnTo>
                  <a:lnTo>
                    <a:pt x="168884" y="168874"/>
                  </a:lnTo>
                  <a:lnTo>
                    <a:pt x="168884" y="0"/>
                  </a:lnTo>
                  <a:close/>
                </a:path>
              </a:pathLst>
            </a:custGeom>
            <a:solidFill>
              <a:srgbClr val="A1D5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5204667" y="5248782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40" h="129539">
                  <a:moveTo>
                    <a:pt x="129137" y="0"/>
                  </a:moveTo>
                  <a:lnTo>
                    <a:pt x="0" y="0"/>
                  </a:lnTo>
                  <a:lnTo>
                    <a:pt x="0" y="129137"/>
                  </a:lnTo>
                  <a:lnTo>
                    <a:pt x="129137" y="129137"/>
                  </a:lnTo>
                  <a:lnTo>
                    <a:pt x="129137" y="0"/>
                  </a:lnTo>
                  <a:close/>
                </a:path>
              </a:pathLst>
            </a:custGeom>
            <a:solidFill>
              <a:srgbClr val="4249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14650428" y="5264003"/>
              <a:ext cx="669290" cy="20320"/>
            </a:xfrm>
            <a:custGeom>
              <a:avLst/>
              <a:gdLst/>
              <a:ahLst/>
              <a:cxnLst/>
              <a:rect l="l" t="t" r="r" b="b"/>
              <a:pathLst>
                <a:path w="669290" h="20320">
                  <a:moveTo>
                    <a:pt x="99745" y="0"/>
                  </a:moveTo>
                  <a:lnTo>
                    <a:pt x="0" y="0"/>
                  </a:lnTo>
                  <a:lnTo>
                    <a:pt x="0" y="19862"/>
                  </a:lnTo>
                  <a:lnTo>
                    <a:pt x="99745" y="19862"/>
                  </a:lnTo>
                  <a:lnTo>
                    <a:pt x="99745" y="0"/>
                  </a:lnTo>
                  <a:close/>
                </a:path>
                <a:path w="669290" h="20320">
                  <a:moveTo>
                    <a:pt x="384200" y="0"/>
                  </a:moveTo>
                  <a:lnTo>
                    <a:pt x="284454" y="0"/>
                  </a:lnTo>
                  <a:lnTo>
                    <a:pt x="284454" y="19862"/>
                  </a:lnTo>
                  <a:lnTo>
                    <a:pt x="384200" y="19862"/>
                  </a:lnTo>
                  <a:lnTo>
                    <a:pt x="384200" y="0"/>
                  </a:lnTo>
                  <a:close/>
                </a:path>
                <a:path w="669290" h="20320">
                  <a:moveTo>
                    <a:pt x="668680" y="0"/>
                  </a:moveTo>
                  <a:lnTo>
                    <a:pt x="568934" y="0"/>
                  </a:lnTo>
                  <a:lnTo>
                    <a:pt x="568934" y="19862"/>
                  </a:lnTo>
                  <a:lnTo>
                    <a:pt x="668680" y="19862"/>
                  </a:lnTo>
                  <a:lnTo>
                    <a:pt x="668680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3787222" y="5253665"/>
              <a:ext cx="598170" cy="193675"/>
            </a:xfrm>
            <a:custGeom>
              <a:avLst/>
              <a:gdLst/>
              <a:ahLst/>
              <a:cxnLst/>
              <a:rect l="l" t="t" r="r" b="b"/>
              <a:pathLst>
                <a:path w="598169" h="193675">
                  <a:moveTo>
                    <a:pt x="312661" y="193281"/>
                  </a:moveTo>
                  <a:lnTo>
                    <a:pt x="263525" y="144145"/>
                  </a:lnTo>
                  <a:lnTo>
                    <a:pt x="119380" y="0"/>
                  </a:lnTo>
                  <a:lnTo>
                    <a:pt x="137934" y="27927"/>
                  </a:lnTo>
                  <a:lnTo>
                    <a:pt x="144106" y="59702"/>
                  </a:lnTo>
                  <a:lnTo>
                    <a:pt x="137934" y="91478"/>
                  </a:lnTo>
                  <a:lnTo>
                    <a:pt x="119380" y="119418"/>
                  </a:lnTo>
                  <a:lnTo>
                    <a:pt x="91452" y="137960"/>
                  </a:lnTo>
                  <a:lnTo>
                    <a:pt x="59677" y="144145"/>
                  </a:lnTo>
                  <a:lnTo>
                    <a:pt x="27901" y="137960"/>
                  </a:lnTo>
                  <a:lnTo>
                    <a:pt x="0" y="119430"/>
                  </a:lnTo>
                  <a:lnTo>
                    <a:pt x="73837" y="193281"/>
                  </a:lnTo>
                  <a:lnTo>
                    <a:pt x="312661" y="193281"/>
                  </a:lnTo>
                  <a:close/>
                </a:path>
                <a:path w="598169" h="193675">
                  <a:moveTo>
                    <a:pt x="597865" y="193281"/>
                  </a:moveTo>
                  <a:lnTo>
                    <a:pt x="548728" y="144145"/>
                  </a:lnTo>
                  <a:lnTo>
                    <a:pt x="404571" y="0"/>
                  </a:lnTo>
                  <a:lnTo>
                    <a:pt x="423125" y="27927"/>
                  </a:lnTo>
                  <a:lnTo>
                    <a:pt x="429310" y="59702"/>
                  </a:lnTo>
                  <a:lnTo>
                    <a:pt x="423125" y="91478"/>
                  </a:lnTo>
                  <a:lnTo>
                    <a:pt x="404571" y="119418"/>
                  </a:lnTo>
                  <a:lnTo>
                    <a:pt x="376643" y="137960"/>
                  </a:lnTo>
                  <a:lnTo>
                    <a:pt x="344868" y="144145"/>
                  </a:lnTo>
                  <a:lnTo>
                    <a:pt x="313093" y="137960"/>
                  </a:lnTo>
                  <a:lnTo>
                    <a:pt x="285153" y="119418"/>
                  </a:lnTo>
                  <a:lnTo>
                    <a:pt x="359029" y="193281"/>
                  </a:lnTo>
                  <a:lnTo>
                    <a:pt x="597865" y="193281"/>
                  </a:lnTo>
                  <a:close/>
                </a:path>
              </a:pathLst>
            </a:custGeom>
            <a:solidFill>
              <a:srgbClr val="A1D5D0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9" name="object 349" descr=""/>
          <p:cNvGrpSpPr/>
          <p:nvPr/>
        </p:nvGrpSpPr>
        <p:grpSpPr>
          <a:xfrm>
            <a:off x="15800700" y="4450232"/>
            <a:ext cx="742315" cy="1038225"/>
            <a:chOff x="15800700" y="4450232"/>
            <a:chExt cx="742315" cy="1038225"/>
          </a:xfrm>
        </p:grpSpPr>
        <p:sp>
          <p:nvSpPr>
            <p:cNvPr id="350" name="object 350" descr=""/>
            <p:cNvSpPr/>
            <p:nvPr/>
          </p:nvSpPr>
          <p:spPr>
            <a:xfrm>
              <a:off x="16131843" y="5152241"/>
              <a:ext cx="80010" cy="226060"/>
            </a:xfrm>
            <a:custGeom>
              <a:avLst/>
              <a:gdLst/>
              <a:ahLst/>
              <a:cxnLst/>
              <a:rect l="l" t="t" r="r" b="b"/>
              <a:pathLst>
                <a:path w="80009" h="226060">
                  <a:moveTo>
                    <a:pt x="79474" y="0"/>
                  </a:moveTo>
                  <a:lnTo>
                    <a:pt x="0" y="0"/>
                  </a:lnTo>
                  <a:lnTo>
                    <a:pt x="0" y="225689"/>
                  </a:lnTo>
                  <a:lnTo>
                    <a:pt x="79474" y="225689"/>
                  </a:lnTo>
                  <a:lnTo>
                    <a:pt x="79474" y="0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16131846" y="5152241"/>
              <a:ext cx="80010" cy="86995"/>
            </a:xfrm>
            <a:custGeom>
              <a:avLst/>
              <a:gdLst/>
              <a:ahLst/>
              <a:cxnLst/>
              <a:rect l="l" t="t" r="r" b="b"/>
              <a:pathLst>
                <a:path w="80009" h="86995">
                  <a:moveTo>
                    <a:pt x="79474" y="0"/>
                  </a:moveTo>
                  <a:lnTo>
                    <a:pt x="0" y="0"/>
                  </a:lnTo>
                  <a:lnTo>
                    <a:pt x="0" y="84730"/>
                  </a:lnTo>
                  <a:lnTo>
                    <a:pt x="9828" y="85659"/>
                  </a:lnTo>
                  <a:lnTo>
                    <a:pt x="19725" y="86346"/>
                  </a:lnTo>
                  <a:lnTo>
                    <a:pt x="29692" y="86772"/>
                  </a:lnTo>
                  <a:lnTo>
                    <a:pt x="39726" y="86918"/>
                  </a:lnTo>
                  <a:lnTo>
                    <a:pt x="49766" y="86772"/>
                  </a:lnTo>
                  <a:lnTo>
                    <a:pt x="59737" y="86346"/>
                  </a:lnTo>
                  <a:lnTo>
                    <a:pt x="69639" y="85659"/>
                  </a:lnTo>
                  <a:lnTo>
                    <a:pt x="79474" y="84730"/>
                  </a:lnTo>
                  <a:lnTo>
                    <a:pt x="79474" y="0"/>
                  </a:lnTo>
                  <a:close/>
                </a:path>
              </a:pathLst>
            </a:custGeom>
            <a:solidFill>
              <a:srgbClr val="A1D5D0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15800700" y="4450232"/>
              <a:ext cx="742315" cy="742315"/>
            </a:xfrm>
            <a:custGeom>
              <a:avLst/>
              <a:gdLst/>
              <a:ahLst/>
              <a:cxnLst/>
              <a:rect l="l" t="t" r="r" b="b"/>
              <a:pathLst>
                <a:path w="742315" h="742314">
                  <a:moveTo>
                    <a:pt x="370878" y="0"/>
                  </a:moveTo>
                  <a:lnTo>
                    <a:pt x="324356" y="2889"/>
                  </a:lnTo>
                  <a:lnTo>
                    <a:pt x="279558" y="11326"/>
                  </a:lnTo>
                  <a:lnTo>
                    <a:pt x="236832" y="24962"/>
                  </a:lnTo>
                  <a:lnTo>
                    <a:pt x="196526" y="43451"/>
                  </a:lnTo>
                  <a:lnTo>
                    <a:pt x="158987" y="66445"/>
                  </a:lnTo>
                  <a:lnTo>
                    <a:pt x="124563" y="93596"/>
                  </a:lnTo>
                  <a:lnTo>
                    <a:pt x="93601" y="124557"/>
                  </a:lnTo>
                  <a:lnTo>
                    <a:pt x="66448" y="158980"/>
                  </a:lnTo>
                  <a:lnTo>
                    <a:pt x="43454" y="196518"/>
                  </a:lnTo>
                  <a:lnTo>
                    <a:pt x="24964" y="236823"/>
                  </a:lnTo>
                  <a:lnTo>
                    <a:pt x="11326" y="279548"/>
                  </a:lnTo>
                  <a:lnTo>
                    <a:pt x="2889" y="324346"/>
                  </a:lnTo>
                  <a:lnTo>
                    <a:pt x="0" y="370868"/>
                  </a:lnTo>
                  <a:lnTo>
                    <a:pt x="2889" y="417390"/>
                  </a:lnTo>
                  <a:lnTo>
                    <a:pt x="11326" y="462187"/>
                  </a:lnTo>
                  <a:lnTo>
                    <a:pt x="24964" y="504912"/>
                  </a:lnTo>
                  <a:lnTo>
                    <a:pt x="43454" y="545218"/>
                  </a:lnTo>
                  <a:lnTo>
                    <a:pt x="66448" y="582756"/>
                  </a:lnTo>
                  <a:lnTo>
                    <a:pt x="93601" y="617179"/>
                  </a:lnTo>
                  <a:lnTo>
                    <a:pt x="124563" y="648140"/>
                  </a:lnTo>
                  <a:lnTo>
                    <a:pt x="158987" y="675291"/>
                  </a:lnTo>
                  <a:lnTo>
                    <a:pt x="196526" y="698284"/>
                  </a:lnTo>
                  <a:lnTo>
                    <a:pt x="236832" y="716773"/>
                  </a:lnTo>
                  <a:lnTo>
                    <a:pt x="279558" y="730410"/>
                  </a:lnTo>
                  <a:lnTo>
                    <a:pt x="324356" y="738847"/>
                  </a:lnTo>
                  <a:lnTo>
                    <a:pt x="370878" y="741736"/>
                  </a:lnTo>
                  <a:lnTo>
                    <a:pt x="417398" y="738847"/>
                  </a:lnTo>
                  <a:lnTo>
                    <a:pt x="462194" y="730410"/>
                  </a:lnTo>
                  <a:lnTo>
                    <a:pt x="504919" y="716773"/>
                  </a:lnTo>
                  <a:lnTo>
                    <a:pt x="545224" y="698284"/>
                  </a:lnTo>
                  <a:lnTo>
                    <a:pt x="582762" y="675291"/>
                  </a:lnTo>
                  <a:lnTo>
                    <a:pt x="617185" y="648140"/>
                  </a:lnTo>
                  <a:lnTo>
                    <a:pt x="648146" y="617179"/>
                  </a:lnTo>
                  <a:lnTo>
                    <a:pt x="675298" y="582756"/>
                  </a:lnTo>
                  <a:lnTo>
                    <a:pt x="698293" y="545218"/>
                  </a:lnTo>
                  <a:lnTo>
                    <a:pt x="716782" y="504912"/>
                  </a:lnTo>
                  <a:lnTo>
                    <a:pt x="730420" y="462187"/>
                  </a:lnTo>
                  <a:lnTo>
                    <a:pt x="738857" y="417390"/>
                  </a:lnTo>
                  <a:lnTo>
                    <a:pt x="741747" y="370868"/>
                  </a:lnTo>
                  <a:lnTo>
                    <a:pt x="738857" y="324346"/>
                  </a:lnTo>
                  <a:lnTo>
                    <a:pt x="730420" y="279548"/>
                  </a:lnTo>
                  <a:lnTo>
                    <a:pt x="716782" y="236823"/>
                  </a:lnTo>
                  <a:lnTo>
                    <a:pt x="698293" y="196518"/>
                  </a:lnTo>
                  <a:lnTo>
                    <a:pt x="675298" y="158980"/>
                  </a:lnTo>
                  <a:lnTo>
                    <a:pt x="648146" y="124557"/>
                  </a:lnTo>
                  <a:lnTo>
                    <a:pt x="617185" y="93596"/>
                  </a:lnTo>
                  <a:lnTo>
                    <a:pt x="582762" y="66445"/>
                  </a:lnTo>
                  <a:lnTo>
                    <a:pt x="545224" y="43451"/>
                  </a:lnTo>
                  <a:lnTo>
                    <a:pt x="504919" y="24962"/>
                  </a:lnTo>
                  <a:lnTo>
                    <a:pt x="462194" y="11326"/>
                  </a:lnTo>
                  <a:lnTo>
                    <a:pt x="417398" y="2889"/>
                  </a:lnTo>
                  <a:lnTo>
                    <a:pt x="370878" y="0"/>
                  </a:lnTo>
                  <a:close/>
                </a:path>
              </a:pathLst>
            </a:custGeom>
            <a:solidFill>
              <a:srgbClr val="A1D5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15847062" y="4496586"/>
              <a:ext cx="649605" cy="649605"/>
            </a:xfrm>
            <a:custGeom>
              <a:avLst/>
              <a:gdLst/>
              <a:ahLst/>
              <a:cxnLst/>
              <a:rect l="l" t="t" r="r" b="b"/>
              <a:pathLst>
                <a:path w="649605" h="649604">
                  <a:moveTo>
                    <a:pt x="324513" y="0"/>
                  </a:moveTo>
                  <a:lnTo>
                    <a:pt x="276560" y="3518"/>
                  </a:lnTo>
                  <a:lnTo>
                    <a:pt x="230791" y="13739"/>
                  </a:lnTo>
                  <a:lnTo>
                    <a:pt x="187708" y="30161"/>
                  </a:lnTo>
                  <a:lnTo>
                    <a:pt x="147814" y="52282"/>
                  </a:lnTo>
                  <a:lnTo>
                    <a:pt x="111610" y="79599"/>
                  </a:lnTo>
                  <a:lnTo>
                    <a:pt x="79599" y="111610"/>
                  </a:lnTo>
                  <a:lnTo>
                    <a:pt x="52282" y="147814"/>
                  </a:lnTo>
                  <a:lnTo>
                    <a:pt x="30161" y="187708"/>
                  </a:lnTo>
                  <a:lnTo>
                    <a:pt x="13739" y="230791"/>
                  </a:lnTo>
                  <a:lnTo>
                    <a:pt x="3518" y="276560"/>
                  </a:lnTo>
                  <a:lnTo>
                    <a:pt x="0" y="324513"/>
                  </a:lnTo>
                  <a:lnTo>
                    <a:pt x="3518" y="372469"/>
                  </a:lnTo>
                  <a:lnTo>
                    <a:pt x="13739" y="418239"/>
                  </a:lnTo>
                  <a:lnTo>
                    <a:pt x="30161" y="461323"/>
                  </a:lnTo>
                  <a:lnTo>
                    <a:pt x="52282" y="501217"/>
                  </a:lnTo>
                  <a:lnTo>
                    <a:pt x="79599" y="537420"/>
                  </a:lnTo>
                  <a:lnTo>
                    <a:pt x="111610" y="569431"/>
                  </a:lnTo>
                  <a:lnTo>
                    <a:pt x="147814" y="596747"/>
                  </a:lnTo>
                  <a:lnTo>
                    <a:pt x="187708" y="618867"/>
                  </a:lnTo>
                  <a:lnTo>
                    <a:pt x="230791" y="635288"/>
                  </a:lnTo>
                  <a:lnTo>
                    <a:pt x="276560" y="645508"/>
                  </a:lnTo>
                  <a:lnTo>
                    <a:pt x="324513" y="649027"/>
                  </a:lnTo>
                  <a:lnTo>
                    <a:pt x="372466" y="645508"/>
                  </a:lnTo>
                  <a:lnTo>
                    <a:pt x="418235" y="635288"/>
                  </a:lnTo>
                  <a:lnTo>
                    <a:pt x="461318" y="618867"/>
                  </a:lnTo>
                  <a:lnTo>
                    <a:pt x="501212" y="596747"/>
                  </a:lnTo>
                  <a:lnTo>
                    <a:pt x="537416" y="569431"/>
                  </a:lnTo>
                  <a:lnTo>
                    <a:pt x="569428" y="537420"/>
                  </a:lnTo>
                  <a:lnTo>
                    <a:pt x="596745" y="501217"/>
                  </a:lnTo>
                  <a:lnTo>
                    <a:pt x="618865" y="461323"/>
                  </a:lnTo>
                  <a:lnTo>
                    <a:pt x="635287" y="418239"/>
                  </a:lnTo>
                  <a:lnTo>
                    <a:pt x="645508" y="372469"/>
                  </a:lnTo>
                  <a:lnTo>
                    <a:pt x="649027" y="324513"/>
                  </a:lnTo>
                  <a:lnTo>
                    <a:pt x="645508" y="276560"/>
                  </a:lnTo>
                  <a:lnTo>
                    <a:pt x="635287" y="230791"/>
                  </a:lnTo>
                  <a:lnTo>
                    <a:pt x="618865" y="187708"/>
                  </a:lnTo>
                  <a:lnTo>
                    <a:pt x="596745" y="147814"/>
                  </a:lnTo>
                  <a:lnTo>
                    <a:pt x="569428" y="111610"/>
                  </a:lnTo>
                  <a:lnTo>
                    <a:pt x="537416" y="79599"/>
                  </a:lnTo>
                  <a:lnTo>
                    <a:pt x="501212" y="52282"/>
                  </a:lnTo>
                  <a:lnTo>
                    <a:pt x="461318" y="30161"/>
                  </a:lnTo>
                  <a:lnTo>
                    <a:pt x="418235" y="13739"/>
                  </a:lnTo>
                  <a:lnTo>
                    <a:pt x="372466" y="3518"/>
                  </a:lnTo>
                  <a:lnTo>
                    <a:pt x="3245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15903600" y="4553146"/>
              <a:ext cx="535940" cy="466090"/>
            </a:xfrm>
            <a:custGeom>
              <a:avLst/>
              <a:gdLst/>
              <a:ahLst/>
              <a:cxnLst/>
              <a:rect l="l" t="t" r="r" b="b"/>
              <a:pathLst>
                <a:path w="535940" h="466089">
                  <a:moveTo>
                    <a:pt x="143281" y="255765"/>
                  </a:moveTo>
                  <a:lnTo>
                    <a:pt x="0" y="255765"/>
                  </a:lnTo>
                  <a:lnTo>
                    <a:pt x="0" y="275628"/>
                  </a:lnTo>
                  <a:lnTo>
                    <a:pt x="143281" y="275628"/>
                  </a:lnTo>
                  <a:lnTo>
                    <a:pt x="143281" y="255765"/>
                  </a:lnTo>
                  <a:close/>
                </a:path>
                <a:path w="535940" h="466089">
                  <a:moveTo>
                    <a:pt x="185216" y="361569"/>
                  </a:moveTo>
                  <a:lnTo>
                    <a:pt x="171183" y="347510"/>
                  </a:lnTo>
                  <a:lnTo>
                    <a:pt x="69875" y="448805"/>
                  </a:lnTo>
                  <a:lnTo>
                    <a:pt x="83921" y="462851"/>
                  </a:lnTo>
                  <a:lnTo>
                    <a:pt x="185216" y="361569"/>
                  </a:lnTo>
                  <a:close/>
                </a:path>
                <a:path w="535940" h="466089">
                  <a:moveTo>
                    <a:pt x="188417" y="171157"/>
                  </a:moveTo>
                  <a:lnTo>
                    <a:pt x="87122" y="69862"/>
                  </a:lnTo>
                  <a:lnTo>
                    <a:pt x="73088" y="83921"/>
                  </a:lnTo>
                  <a:lnTo>
                    <a:pt x="174358" y="185204"/>
                  </a:lnTo>
                  <a:lnTo>
                    <a:pt x="188417" y="171157"/>
                  </a:lnTo>
                  <a:close/>
                </a:path>
                <a:path w="535940" h="466089">
                  <a:moveTo>
                    <a:pt x="275640" y="0"/>
                  </a:moveTo>
                  <a:lnTo>
                    <a:pt x="255778" y="0"/>
                  </a:lnTo>
                  <a:lnTo>
                    <a:pt x="255778" y="143256"/>
                  </a:lnTo>
                  <a:lnTo>
                    <a:pt x="275640" y="143256"/>
                  </a:lnTo>
                  <a:lnTo>
                    <a:pt x="275640" y="0"/>
                  </a:lnTo>
                  <a:close/>
                </a:path>
                <a:path w="535940" h="466089">
                  <a:moveTo>
                    <a:pt x="462864" y="452005"/>
                  </a:moveTo>
                  <a:lnTo>
                    <a:pt x="361581" y="350710"/>
                  </a:lnTo>
                  <a:lnTo>
                    <a:pt x="347535" y="364769"/>
                  </a:lnTo>
                  <a:lnTo>
                    <a:pt x="448805" y="466051"/>
                  </a:lnTo>
                  <a:lnTo>
                    <a:pt x="462864" y="452005"/>
                  </a:lnTo>
                  <a:close/>
                </a:path>
                <a:path w="535940" h="466089">
                  <a:moveTo>
                    <a:pt x="462864" y="83921"/>
                  </a:moveTo>
                  <a:lnTo>
                    <a:pt x="448805" y="69862"/>
                  </a:lnTo>
                  <a:lnTo>
                    <a:pt x="347535" y="171157"/>
                  </a:lnTo>
                  <a:lnTo>
                    <a:pt x="361581" y="185204"/>
                  </a:lnTo>
                  <a:lnTo>
                    <a:pt x="462864" y="83921"/>
                  </a:lnTo>
                  <a:close/>
                </a:path>
                <a:path w="535940" h="466089">
                  <a:moveTo>
                    <a:pt x="535927" y="260286"/>
                  </a:moveTo>
                  <a:lnTo>
                    <a:pt x="392671" y="260286"/>
                  </a:lnTo>
                  <a:lnTo>
                    <a:pt x="392671" y="280162"/>
                  </a:lnTo>
                  <a:lnTo>
                    <a:pt x="535927" y="280162"/>
                  </a:lnTo>
                  <a:lnTo>
                    <a:pt x="535927" y="260286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16322614" y="4607249"/>
              <a:ext cx="134620" cy="421640"/>
            </a:xfrm>
            <a:custGeom>
              <a:avLst/>
              <a:gdLst/>
              <a:ahLst/>
              <a:cxnLst/>
              <a:rect l="l" t="t" r="r" b="b"/>
              <a:pathLst>
                <a:path w="134619" h="421639">
                  <a:moveTo>
                    <a:pt x="29800" y="0"/>
                  </a:moveTo>
                  <a:lnTo>
                    <a:pt x="18588" y="2183"/>
                  </a:lnTo>
                  <a:lnTo>
                    <a:pt x="8732" y="8732"/>
                  </a:lnTo>
                  <a:lnTo>
                    <a:pt x="2183" y="18589"/>
                  </a:lnTo>
                  <a:lnTo>
                    <a:pt x="0" y="29805"/>
                  </a:lnTo>
                  <a:lnTo>
                    <a:pt x="2183" y="41021"/>
                  </a:lnTo>
                  <a:lnTo>
                    <a:pt x="8732" y="50878"/>
                  </a:lnTo>
                  <a:lnTo>
                    <a:pt x="37641" y="86290"/>
                  </a:lnTo>
                  <a:lnTo>
                    <a:pt x="58290" y="125586"/>
                  </a:lnTo>
                  <a:lnTo>
                    <a:pt x="70679" y="167473"/>
                  </a:lnTo>
                  <a:lnTo>
                    <a:pt x="74809" y="210654"/>
                  </a:lnTo>
                  <a:lnTo>
                    <a:pt x="70679" y="253836"/>
                  </a:lnTo>
                  <a:lnTo>
                    <a:pt x="58290" y="295724"/>
                  </a:lnTo>
                  <a:lnTo>
                    <a:pt x="37641" y="335023"/>
                  </a:lnTo>
                  <a:lnTo>
                    <a:pt x="8732" y="370438"/>
                  </a:lnTo>
                  <a:lnTo>
                    <a:pt x="2183" y="380289"/>
                  </a:lnTo>
                  <a:lnTo>
                    <a:pt x="0" y="391502"/>
                  </a:lnTo>
                  <a:lnTo>
                    <a:pt x="2183" y="402716"/>
                  </a:lnTo>
                  <a:lnTo>
                    <a:pt x="8732" y="412573"/>
                  </a:lnTo>
                  <a:lnTo>
                    <a:pt x="14544" y="418395"/>
                  </a:lnTo>
                  <a:lnTo>
                    <a:pt x="22177" y="421306"/>
                  </a:lnTo>
                  <a:lnTo>
                    <a:pt x="29800" y="421306"/>
                  </a:lnTo>
                  <a:lnTo>
                    <a:pt x="37422" y="421306"/>
                  </a:lnTo>
                  <a:lnTo>
                    <a:pt x="80934" y="377217"/>
                  </a:lnTo>
                  <a:lnTo>
                    <a:pt x="104319" y="338509"/>
                  </a:lnTo>
                  <a:lnTo>
                    <a:pt x="121023" y="297287"/>
                  </a:lnTo>
                  <a:lnTo>
                    <a:pt x="131045" y="254389"/>
                  </a:lnTo>
                  <a:lnTo>
                    <a:pt x="134385" y="210653"/>
                  </a:lnTo>
                  <a:lnTo>
                    <a:pt x="131045" y="166917"/>
                  </a:lnTo>
                  <a:lnTo>
                    <a:pt x="121023" y="124019"/>
                  </a:lnTo>
                  <a:lnTo>
                    <a:pt x="104319" y="82797"/>
                  </a:lnTo>
                  <a:lnTo>
                    <a:pt x="80934" y="44089"/>
                  </a:lnTo>
                  <a:lnTo>
                    <a:pt x="50867" y="8732"/>
                  </a:lnTo>
                  <a:lnTo>
                    <a:pt x="41012" y="2183"/>
                  </a:lnTo>
                  <a:lnTo>
                    <a:pt x="29800" y="0"/>
                  </a:lnTo>
                  <a:close/>
                </a:path>
              </a:pathLst>
            </a:custGeom>
            <a:solidFill>
              <a:srgbClr val="4249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15886146" y="4607249"/>
              <a:ext cx="134620" cy="421640"/>
            </a:xfrm>
            <a:custGeom>
              <a:avLst/>
              <a:gdLst/>
              <a:ahLst/>
              <a:cxnLst/>
              <a:rect l="l" t="t" r="r" b="b"/>
              <a:pathLst>
                <a:path w="134619" h="421639">
                  <a:moveTo>
                    <a:pt x="104585" y="0"/>
                  </a:moveTo>
                  <a:lnTo>
                    <a:pt x="53451" y="44089"/>
                  </a:lnTo>
                  <a:lnTo>
                    <a:pt x="30066" y="82797"/>
                  </a:lnTo>
                  <a:lnTo>
                    <a:pt x="13362" y="124019"/>
                  </a:lnTo>
                  <a:lnTo>
                    <a:pt x="3340" y="166917"/>
                  </a:lnTo>
                  <a:lnTo>
                    <a:pt x="0" y="210653"/>
                  </a:lnTo>
                  <a:lnTo>
                    <a:pt x="3340" y="254389"/>
                  </a:lnTo>
                  <a:lnTo>
                    <a:pt x="13362" y="297287"/>
                  </a:lnTo>
                  <a:lnTo>
                    <a:pt x="30066" y="338509"/>
                  </a:lnTo>
                  <a:lnTo>
                    <a:pt x="53451" y="377217"/>
                  </a:lnTo>
                  <a:lnTo>
                    <a:pt x="83518" y="412573"/>
                  </a:lnTo>
                  <a:lnTo>
                    <a:pt x="96963" y="421306"/>
                  </a:lnTo>
                  <a:lnTo>
                    <a:pt x="104585" y="421306"/>
                  </a:lnTo>
                  <a:lnTo>
                    <a:pt x="112208" y="421306"/>
                  </a:lnTo>
                  <a:lnTo>
                    <a:pt x="119841" y="418395"/>
                  </a:lnTo>
                  <a:lnTo>
                    <a:pt x="125653" y="412573"/>
                  </a:lnTo>
                  <a:lnTo>
                    <a:pt x="132202" y="402716"/>
                  </a:lnTo>
                  <a:lnTo>
                    <a:pt x="134385" y="391502"/>
                  </a:lnTo>
                  <a:lnTo>
                    <a:pt x="132202" y="380289"/>
                  </a:lnTo>
                  <a:lnTo>
                    <a:pt x="125653" y="370438"/>
                  </a:lnTo>
                  <a:lnTo>
                    <a:pt x="96744" y="335023"/>
                  </a:lnTo>
                  <a:lnTo>
                    <a:pt x="76095" y="295724"/>
                  </a:lnTo>
                  <a:lnTo>
                    <a:pt x="63706" y="253836"/>
                  </a:lnTo>
                  <a:lnTo>
                    <a:pt x="59576" y="210654"/>
                  </a:lnTo>
                  <a:lnTo>
                    <a:pt x="63706" y="167473"/>
                  </a:lnTo>
                  <a:lnTo>
                    <a:pt x="76095" y="125586"/>
                  </a:lnTo>
                  <a:lnTo>
                    <a:pt x="96744" y="86290"/>
                  </a:lnTo>
                  <a:lnTo>
                    <a:pt x="125653" y="50878"/>
                  </a:lnTo>
                  <a:lnTo>
                    <a:pt x="132202" y="41021"/>
                  </a:lnTo>
                  <a:lnTo>
                    <a:pt x="134385" y="29805"/>
                  </a:lnTo>
                  <a:lnTo>
                    <a:pt x="132202" y="18589"/>
                  </a:lnTo>
                  <a:lnTo>
                    <a:pt x="125653" y="8732"/>
                  </a:lnTo>
                  <a:lnTo>
                    <a:pt x="115797" y="2183"/>
                  </a:lnTo>
                  <a:lnTo>
                    <a:pt x="104585" y="0"/>
                  </a:lnTo>
                  <a:close/>
                </a:path>
              </a:pathLst>
            </a:custGeom>
            <a:solidFill>
              <a:srgbClr val="A6D7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15969659" y="4532348"/>
              <a:ext cx="403860" cy="126364"/>
            </a:xfrm>
            <a:custGeom>
              <a:avLst/>
              <a:gdLst/>
              <a:ahLst/>
              <a:cxnLst/>
              <a:rect l="l" t="t" r="r" b="b"/>
              <a:pathLst>
                <a:path w="403859" h="126364">
                  <a:moveTo>
                    <a:pt x="201931" y="0"/>
                  </a:moveTo>
                  <a:lnTo>
                    <a:pt x="156817" y="3519"/>
                  </a:lnTo>
                  <a:lnTo>
                    <a:pt x="113434" y="13904"/>
                  </a:lnTo>
                  <a:lnTo>
                    <a:pt x="72415" y="30892"/>
                  </a:lnTo>
                  <a:lnTo>
                    <a:pt x="34393" y="54222"/>
                  </a:lnTo>
                  <a:lnTo>
                    <a:pt x="0" y="83630"/>
                  </a:lnTo>
                  <a:lnTo>
                    <a:pt x="42145" y="125776"/>
                  </a:lnTo>
                  <a:lnTo>
                    <a:pt x="76632" y="97430"/>
                  </a:lnTo>
                  <a:lnTo>
                    <a:pt x="115410" y="76683"/>
                  </a:lnTo>
                  <a:lnTo>
                    <a:pt x="157501" y="63938"/>
                  </a:lnTo>
                  <a:lnTo>
                    <a:pt x="201931" y="59600"/>
                  </a:lnTo>
                  <a:lnTo>
                    <a:pt x="246345" y="63938"/>
                  </a:lnTo>
                  <a:lnTo>
                    <a:pt x="288432" y="76683"/>
                  </a:lnTo>
                  <a:lnTo>
                    <a:pt x="327207" y="97430"/>
                  </a:lnTo>
                  <a:lnTo>
                    <a:pt x="361685" y="125776"/>
                  </a:lnTo>
                  <a:lnTo>
                    <a:pt x="403830" y="83630"/>
                  </a:lnTo>
                  <a:lnTo>
                    <a:pt x="369446" y="54222"/>
                  </a:lnTo>
                  <a:lnTo>
                    <a:pt x="331429" y="30892"/>
                  </a:lnTo>
                  <a:lnTo>
                    <a:pt x="290413" y="13904"/>
                  </a:lnTo>
                  <a:lnTo>
                    <a:pt x="247035" y="3519"/>
                  </a:lnTo>
                  <a:lnTo>
                    <a:pt x="201931" y="0"/>
                  </a:lnTo>
                  <a:close/>
                </a:path>
              </a:pathLst>
            </a:custGeom>
            <a:solidFill>
              <a:srgbClr val="3D46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16034359" y="5377930"/>
              <a:ext cx="274955" cy="55880"/>
            </a:xfrm>
            <a:custGeom>
              <a:avLst/>
              <a:gdLst/>
              <a:ahLst/>
              <a:cxnLst/>
              <a:rect l="l" t="t" r="r" b="b"/>
              <a:pathLst>
                <a:path w="274955" h="55879">
                  <a:moveTo>
                    <a:pt x="274441" y="0"/>
                  </a:moveTo>
                  <a:lnTo>
                    <a:pt x="0" y="0"/>
                  </a:lnTo>
                  <a:lnTo>
                    <a:pt x="0" y="55254"/>
                  </a:lnTo>
                  <a:lnTo>
                    <a:pt x="274441" y="55254"/>
                  </a:lnTo>
                  <a:lnTo>
                    <a:pt x="274441" y="0"/>
                  </a:lnTo>
                  <a:close/>
                </a:path>
              </a:pathLst>
            </a:custGeom>
            <a:solidFill>
              <a:srgbClr val="A1D5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15953283" y="5433185"/>
              <a:ext cx="436880" cy="55880"/>
            </a:xfrm>
            <a:custGeom>
              <a:avLst/>
              <a:gdLst/>
              <a:ahLst/>
              <a:cxnLst/>
              <a:rect l="l" t="t" r="r" b="b"/>
              <a:pathLst>
                <a:path w="436880" h="55879">
                  <a:moveTo>
                    <a:pt x="436594" y="0"/>
                  </a:moveTo>
                  <a:lnTo>
                    <a:pt x="0" y="0"/>
                  </a:lnTo>
                  <a:lnTo>
                    <a:pt x="0" y="55254"/>
                  </a:lnTo>
                  <a:lnTo>
                    <a:pt x="436594" y="55254"/>
                  </a:lnTo>
                  <a:lnTo>
                    <a:pt x="436594" y="0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0" name="object 360" descr=""/>
          <p:cNvGrpSpPr/>
          <p:nvPr/>
        </p:nvGrpSpPr>
        <p:grpSpPr>
          <a:xfrm>
            <a:off x="11969588" y="3846099"/>
            <a:ext cx="452120" cy="532130"/>
            <a:chOff x="11969588" y="3846099"/>
            <a:chExt cx="452120" cy="532130"/>
          </a:xfrm>
        </p:grpSpPr>
        <p:sp>
          <p:nvSpPr>
            <p:cNvPr id="361" name="object 361" descr=""/>
            <p:cNvSpPr/>
            <p:nvPr/>
          </p:nvSpPr>
          <p:spPr>
            <a:xfrm>
              <a:off x="11969588" y="3986481"/>
              <a:ext cx="452120" cy="391795"/>
            </a:xfrm>
            <a:custGeom>
              <a:avLst/>
              <a:gdLst/>
              <a:ahLst/>
              <a:cxnLst/>
              <a:rect l="l" t="t" r="r" b="b"/>
              <a:pathLst>
                <a:path w="452120" h="391795">
                  <a:moveTo>
                    <a:pt x="339005" y="0"/>
                  </a:moveTo>
                  <a:lnTo>
                    <a:pt x="113001" y="0"/>
                  </a:lnTo>
                  <a:lnTo>
                    <a:pt x="0" y="195721"/>
                  </a:lnTo>
                  <a:lnTo>
                    <a:pt x="113001" y="391443"/>
                  </a:lnTo>
                  <a:lnTo>
                    <a:pt x="339005" y="391443"/>
                  </a:lnTo>
                  <a:lnTo>
                    <a:pt x="451996" y="195721"/>
                  </a:lnTo>
                  <a:lnTo>
                    <a:pt x="339005" y="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12085894" y="3986479"/>
              <a:ext cx="335915" cy="391795"/>
            </a:xfrm>
            <a:custGeom>
              <a:avLst/>
              <a:gdLst/>
              <a:ahLst/>
              <a:cxnLst/>
              <a:rect l="l" t="t" r="r" b="b"/>
              <a:pathLst>
                <a:path w="335915" h="391795">
                  <a:moveTo>
                    <a:pt x="145283" y="0"/>
                  </a:moveTo>
                  <a:lnTo>
                    <a:pt x="109692" y="0"/>
                  </a:lnTo>
                  <a:lnTo>
                    <a:pt x="109692" y="40585"/>
                  </a:lnTo>
                  <a:lnTo>
                    <a:pt x="158729" y="48494"/>
                  </a:lnTo>
                  <a:lnTo>
                    <a:pt x="201316" y="70519"/>
                  </a:lnTo>
                  <a:lnTo>
                    <a:pt x="234898" y="104103"/>
                  </a:lnTo>
                  <a:lnTo>
                    <a:pt x="256921" y="146689"/>
                  </a:lnTo>
                  <a:lnTo>
                    <a:pt x="264829" y="195721"/>
                  </a:lnTo>
                  <a:lnTo>
                    <a:pt x="256921" y="244758"/>
                  </a:lnTo>
                  <a:lnTo>
                    <a:pt x="234898" y="287345"/>
                  </a:lnTo>
                  <a:lnTo>
                    <a:pt x="201316" y="320927"/>
                  </a:lnTo>
                  <a:lnTo>
                    <a:pt x="158729" y="342949"/>
                  </a:lnTo>
                  <a:lnTo>
                    <a:pt x="109692" y="350858"/>
                  </a:lnTo>
                  <a:lnTo>
                    <a:pt x="78429" y="347707"/>
                  </a:lnTo>
                  <a:lnTo>
                    <a:pt x="49310" y="338667"/>
                  </a:lnTo>
                  <a:lnTo>
                    <a:pt x="22958" y="324362"/>
                  </a:lnTo>
                  <a:lnTo>
                    <a:pt x="0" y="305414"/>
                  </a:lnTo>
                  <a:lnTo>
                    <a:pt x="86028" y="391443"/>
                  </a:lnTo>
                  <a:lnTo>
                    <a:pt x="222694" y="391443"/>
                  </a:lnTo>
                  <a:lnTo>
                    <a:pt x="335696" y="195721"/>
                  </a:lnTo>
                  <a:lnTo>
                    <a:pt x="328450" y="183167"/>
                  </a:lnTo>
                  <a:lnTo>
                    <a:pt x="145283" y="0"/>
                  </a:lnTo>
                  <a:close/>
                </a:path>
              </a:pathLst>
            </a:custGeom>
            <a:solidFill>
              <a:srgbClr val="A1D5D0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12040452" y="4027064"/>
              <a:ext cx="310515" cy="310515"/>
            </a:xfrm>
            <a:custGeom>
              <a:avLst/>
              <a:gdLst/>
              <a:ahLst/>
              <a:cxnLst/>
              <a:rect l="l" t="t" r="r" b="b"/>
              <a:pathLst>
                <a:path w="310515" h="310514">
                  <a:moveTo>
                    <a:pt x="155136" y="0"/>
                  </a:moveTo>
                  <a:lnTo>
                    <a:pt x="106100" y="7909"/>
                  </a:lnTo>
                  <a:lnTo>
                    <a:pt x="63513" y="29934"/>
                  </a:lnTo>
                  <a:lnTo>
                    <a:pt x="29931" y="63517"/>
                  </a:lnTo>
                  <a:lnTo>
                    <a:pt x="7908" y="106104"/>
                  </a:lnTo>
                  <a:lnTo>
                    <a:pt x="0" y="155136"/>
                  </a:lnTo>
                  <a:lnTo>
                    <a:pt x="7908" y="204173"/>
                  </a:lnTo>
                  <a:lnTo>
                    <a:pt x="29931" y="246759"/>
                  </a:lnTo>
                  <a:lnTo>
                    <a:pt x="63513" y="280341"/>
                  </a:lnTo>
                  <a:lnTo>
                    <a:pt x="106100" y="302364"/>
                  </a:lnTo>
                  <a:lnTo>
                    <a:pt x="155136" y="310273"/>
                  </a:lnTo>
                  <a:lnTo>
                    <a:pt x="204173" y="302364"/>
                  </a:lnTo>
                  <a:lnTo>
                    <a:pt x="246759" y="280341"/>
                  </a:lnTo>
                  <a:lnTo>
                    <a:pt x="280341" y="246759"/>
                  </a:lnTo>
                  <a:lnTo>
                    <a:pt x="302364" y="204173"/>
                  </a:lnTo>
                  <a:lnTo>
                    <a:pt x="310273" y="155136"/>
                  </a:lnTo>
                  <a:lnTo>
                    <a:pt x="302364" y="106104"/>
                  </a:lnTo>
                  <a:lnTo>
                    <a:pt x="280341" y="63517"/>
                  </a:lnTo>
                  <a:lnTo>
                    <a:pt x="246759" y="29934"/>
                  </a:lnTo>
                  <a:lnTo>
                    <a:pt x="204173" y="7909"/>
                  </a:lnTo>
                  <a:lnTo>
                    <a:pt x="155136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12130609" y="4027066"/>
              <a:ext cx="220345" cy="308610"/>
            </a:xfrm>
            <a:custGeom>
              <a:avLst/>
              <a:gdLst/>
              <a:ahLst/>
              <a:cxnLst/>
              <a:rect l="l" t="t" r="r" b="b"/>
              <a:pathLst>
                <a:path w="220345" h="308610">
                  <a:moveTo>
                    <a:pt x="64982" y="0"/>
                  </a:moveTo>
                  <a:lnTo>
                    <a:pt x="64982" y="63244"/>
                  </a:lnTo>
                  <a:lnTo>
                    <a:pt x="82533" y="64926"/>
                  </a:lnTo>
                  <a:lnTo>
                    <a:pt x="99561" y="69974"/>
                  </a:lnTo>
                  <a:lnTo>
                    <a:pt x="115542" y="78387"/>
                  </a:lnTo>
                  <a:lnTo>
                    <a:pt x="129954" y="90164"/>
                  </a:lnTo>
                  <a:lnTo>
                    <a:pt x="150138" y="120560"/>
                  </a:lnTo>
                  <a:lnTo>
                    <a:pt x="156866" y="155136"/>
                  </a:lnTo>
                  <a:lnTo>
                    <a:pt x="150138" y="189712"/>
                  </a:lnTo>
                  <a:lnTo>
                    <a:pt x="129954" y="220108"/>
                  </a:lnTo>
                  <a:lnTo>
                    <a:pt x="99557" y="240293"/>
                  </a:lnTo>
                  <a:lnTo>
                    <a:pt x="64981" y="247021"/>
                  </a:lnTo>
                  <a:lnTo>
                    <a:pt x="30402" y="240293"/>
                  </a:lnTo>
                  <a:lnTo>
                    <a:pt x="0" y="220108"/>
                  </a:lnTo>
                  <a:lnTo>
                    <a:pt x="88238" y="308336"/>
                  </a:lnTo>
                  <a:lnTo>
                    <a:pt x="130606" y="295549"/>
                  </a:lnTo>
                  <a:lnTo>
                    <a:pt x="166894" y="271945"/>
                  </a:lnTo>
                  <a:lnTo>
                    <a:pt x="195186" y="239415"/>
                  </a:lnTo>
                  <a:lnTo>
                    <a:pt x="213566" y="199848"/>
                  </a:lnTo>
                  <a:lnTo>
                    <a:pt x="220118" y="155136"/>
                  </a:lnTo>
                  <a:lnTo>
                    <a:pt x="212209" y="106100"/>
                  </a:lnTo>
                  <a:lnTo>
                    <a:pt x="190184" y="63513"/>
                  </a:lnTo>
                  <a:lnTo>
                    <a:pt x="156601" y="29931"/>
                  </a:lnTo>
                  <a:lnTo>
                    <a:pt x="114014" y="7908"/>
                  </a:lnTo>
                  <a:lnTo>
                    <a:pt x="64982" y="0"/>
                  </a:lnTo>
                  <a:close/>
                </a:path>
              </a:pathLst>
            </a:custGeom>
            <a:solidFill>
              <a:srgbClr val="A1D5D0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5" name="object 365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2103695" y="4090309"/>
              <a:ext cx="183784" cy="183784"/>
            </a:xfrm>
            <a:prstGeom prst="rect">
              <a:avLst/>
            </a:prstGeom>
          </p:spPr>
        </p:pic>
        <p:sp>
          <p:nvSpPr>
            <p:cNvPr id="366" name="object 366" descr=""/>
            <p:cNvSpPr/>
            <p:nvPr/>
          </p:nvSpPr>
          <p:spPr>
            <a:xfrm>
              <a:off x="12153372" y="3846099"/>
              <a:ext cx="84455" cy="336550"/>
            </a:xfrm>
            <a:custGeom>
              <a:avLst/>
              <a:gdLst/>
              <a:ahLst/>
              <a:cxnLst/>
              <a:rect l="l" t="t" r="r" b="b"/>
              <a:pathLst>
                <a:path w="84454" h="336550">
                  <a:moveTo>
                    <a:pt x="42218" y="0"/>
                  </a:moveTo>
                  <a:lnTo>
                    <a:pt x="25784" y="3317"/>
                  </a:lnTo>
                  <a:lnTo>
                    <a:pt x="12364" y="12364"/>
                  </a:lnTo>
                  <a:lnTo>
                    <a:pt x="3317" y="25784"/>
                  </a:lnTo>
                  <a:lnTo>
                    <a:pt x="0" y="42218"/>
                  </a:lnTo>
                  <a:lnTo>
                    <a:pt x="19863" y="336104"/>
                  </a:lnTo>
                  <a:lnTo>
                    <a:pt x="64573" y="336104"/>
                  </a:lnTo>
                  <a:lnTo>
                    <a:pt x="84437" y="42218"/>
                  </a:lnTo>
                  <a:lnTo>
                    <a:pt x="81119" y="25784"/>
                  </a:lnTo>
                  <a:lnTo>
                    <a:pt x="72072" y="12364"/>
                  </a:lnTo>
                  <a:lnTo>
                    <a:pt x="58652" y="3317"/>
                  </a:lnTo>
                  <a:lnTo>
                    <a:pt x="42218" y="0"/>
                  </a:lnTo>
                  <a:close/>
                </a:path>
              </a:pathLst>
            </a:custGeom>
            <a:solidFill>
              <a:srgbClr val="A6D7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7" name="object 367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2218974" y="4095188"/>
              <a:ext cx="69537" cy="139744"/>
            </a:xfrm>
            <a:prstGeom prst="rect">
              <a:avLst/>
            </a:prstGeom>
          </p:spPr>
        </p:pic>
      </p:grpSp>
      <p:grpSp>
        <p:nvGrpSpPr>
          <p:cNvPr id="368" name="object 368" descr=""/>
          <p:cNvGrpSpPr/>
          <p:nvPr/>
        </p:nvGrpSpPr>
        <p:grpSpPr>
          <a:xfrm>
            <a:off x="12571996" y="3846099"/>
            <a:ext cx="452120" cy="532130"/>
            <a:chOff x="12571996" y="3846099"/>
            <a:chExt cx="452120" cy="532130"/>
          </a:xfrm>
        </p:grpSpPr>
        <p:sp>
          <p:nvSpPr>
            <p:cNvPr id="369" name="object 369" descr=""/>
            <p:cNvSpPr/>
            <p:nvPr/>
          </p:nvSpPr>
          <p:spPr>
            <a:xfrm>
              <a:off x="12571996" y="3986481"/>
              <a:ext cx="452120" cy="391795"/>
            </a:xfrm>
            <a:custGeom>
              <a:avLst/>
              <a:gdLst/>
              <a:ahLst/>
              <a:cxnLst/>
              <a:rect l="l" t="t" r="r" b="b"/>
              <a:pathLst>
                <a:path w="452119" h="391795">
                  <a:moveTo>
                    <a:pt x="339005" y="0"/>
                  </a:moveTo>
                  <a:lnTo>
                    <a:pt x="113001" y="0"/>
                  </a:lnTo>
                  <a:lnTo>
                    <a:pt x="0" y="195721"/>
                  </a:lnTo>
                  <a:lnTo>
                    <a:pt x="113001" y="391443"/>
                  </a:lnTo>
                  <a:lnTo>
                    <a:pt x="339005" y="391443"/>
                  </a:lnTo>
                  <a:lnTo>
                    <a:pt x="452007" y="195721"/>
                  </a:lnTo>
                  <a:lnTo>
                    <a:pt x="339005" y="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12642859" y="4027064"/>
              <a:ext cx="310515" cy="310515"/>
            </a:xfrm>
            <a:custGeom>
              <a:avLst/>
              <a:gdLst/>
              <a:ahLst/>
              <a:cxnLst/>
              <a:rect l="l" t="t" r="r" b="b"/>
              <a:pathLst>
                <a:path w="310515" h="310514">
                  <a:moveTo>
                    <a:pt x="155136" y="0"/>
                  </a:moveTo>
                  <a:lnTo>
                    <a:pt x="106104" y="7909"/>
                  </a:lnTo>
                  <a:lnTo>
                    <a:pt x="63517" y="29934"/>
                  </a:lnTo>
                  <a:lnTo>
                    <a:pt x="29934" y="63517"/>
                  </a:lnTo>
                  <a:lnTo>
                    <a:pt x="7909" y="106104"/>
                  </a:lnTo>
                  <a:lnTo>
                    <a:pt x="0" y="155136"/>
                  </a:lnTo>
                  <a:lnTo>
                    <a:pt x="7909" y="204173"/>
                  </a:lnTo>
                  <a:lnTo>
                    <a:pt x="29934" y="246759"/>
                  </a:lnTo>
                  <a:lnTo>
                    <a:pt x="63517" y="280341"/>
                  </a:lnTo>
                  <a:lnTo>
                    <a:pt x="106104" y="302364"/>
                  </a:lnTo>
                  <a:lnTo>
                    <a:pt x="155136" y="310273"/>
                  </a:lnTo>
                  <a:lnTo>
                    <a:pt x="204173" y="302364"/>
                  </a:lnTo>
                  <a:lnTo>
                    <a:pt x="246759" y="280341"/>
                  </a:lnTo>
                  <a:lnTo>
                    <a:pt x="280341" y="246759"/>
                  </a:lnTo>
                  <a:lnTo>
                    <a:pt x="302364" y="204173"/>
                  </a:lnTo>
                  <a:lnTo>
                    <a:pt x="310273" y="155136"/>
                  </a:lnTo>
                  <a:lnTo>
                    <a:pt x="302364" y="106104"/>
                  </a:lnTo>
                  <a:lnTo>
                    <a:pt x="280341" y="63517"/>
                  </a:lnTo>
                  <a:lnTo>
                    <a:pt x="246759" y="29934"/>
                  </a:lnTo>
                  <a:lnTo>
                    <a:pt x="204173" y="7909"/>
                  </a:lnTo>
                  <a:lnTo>
                    <a:pt x="155136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12688291" y="3986485"/>
              <a:ext cx="335915" cy="391795"/>
            </a:xfrm>
            <a:custGeom>
              <a:avLst/>
              <a:gdLst/>
              <a:ahLst/>
              <a:cxnLst/>
              <a:rect l="l" t="t" r="r" b="b"/>
              <a:pathLst>
                <a:path w="335915" h="391795">
                  <a:moveTo>
                    <a:pt x="335699" y="195719"/>
                  </a:moveTo>
                  <a:lnTo>
                    <a:pt x="328460" y="183172"/>
                  </a:lnTo>
                  <a:lnTo>
                    <a:pt x="257263" y="111975"/>
                  </a:lnTo>
                  <a:lnTo>
                    <a:pt x="257263" y="242620"/>
                  </a:lnTo>
                  <a:lnTo>
                    <a:pt x="256921" y="244754"/>
                  </a:lnTo>
                  <a:lnTo>
                    <a:pt x="250545" y="257086"/>
                  </a:lnTo>
                  <a:lnTo>
                    <a:pt x="257263" y="242620"/>
                  </a:lnTo>
                  <a:lnTo>
                    <a:pt x="257263" y="111975"/>
                  </a:lnTo>
                  <a:lnTo>
                    <a:pt x="236931" y="91643"/>
                  </a:lnTo>
                  <a:lnTo>
                    <a:pt x="236931" y="283413"/>
                  </a:lnTo>
                  <a:lnTo>
                    <a:pt x="234899" y="287350"/>
                  </a:lnTo>
                  <a:lnTo>
                    <a:pt x="224218" y="298030"/>
                  </a:lnTo>
                  <a:lnTo>
                    <a:pt x="236931" y="283413"/>
                  </a:lnTo>
                  <a:lnTo>
                    <a:pt x="236931" y="91643"/>
                  </a:lnTo>
                  <a:lnTo>
                    <a:pt x="206184" y="60896"/>
                  </a:lnTo>
                  <a:lnTo>
                    <a:pt x="206184" y="316064"/>
                  </a:lnTo>
                  <a:lnTo>
                    <a:pt x="201320" y="320929"/>
                  </a:lnTo>
                  <a:lnTo>
                    <a:pt x="188569" y="327520"/>
                  </a:lnTo>
                  <a:lnTo>
                    <a:pt x="206184" y="316064"/>
                  </a:lnTo>
                  <a:lnTo>
                    <a:pt x="206184" y="60896"/>
                  </a:lnTo>
                  <a:lnTo>
                    <a:pt x="145288" y="0"/>
                  </a:lnTo>
                  <a:lnTo>
                    <a:pt x="109702" y="0"/>
                  </a:lnTo>
                  <a:lnTo>
                    <a:pt x="109702" y="40589"/>
                  </a:lnTo>
                  <a:lnTo>
                    <a:pt x="109702" y="103835"/>
                  </a:lnTo>
                  <a:lnTo>
                    <a:pt x="160261" y="118973"/>
                  </a:lnTo>
                  <a:lnTo>
                    <a:pt x="194868" y="161150"/>
                  </a:lnTo>
                  <a:lnTo>
                    <a:pt x="201599" y="195719"/>
                  </a:lnTo>
                  <a:lnTo>
                    <a:pt x="194868" y="230301"/>
                  </a:lnTo>
                  <a:lnTo>
                    <a:pt x="174675" y="260692"/>
                  </a:lnTo>
                  <a:lnTo>
                    <a:pt x="167106" y="265722"/>
                  </a:lnTo>
                  <a:lnTo>
                    <a:pt x="167106" y="338620"/>
                  </a:lnTo>
                  <a:lnTo>
                    <a:pt x="158737" y="342950"/>
                  </a:lnTo>
                  <a:lnTo>
                    <a:pt x="145859" y="345033"/>
                  </a:lnTo>
                  <a:lnTo>
                    <a:pt x="167106" y="338620"/>
                  </a:lnTo>
                  <a:lnTo>
                    <a:pt x="167106" y="265722"/>
                  </a:lnTo>
                  <a:lnTo>
                    <a:pt x="144272" y="280885"/>
                  </a:lnTo>
                  <a:lnTo>
                    <a:pt x="109702" y="287604"/>
                  </a:lnTo>
                  <a:lnTo>
                    <a:pt x="75120" y="280885"/>
                  </a:lnTo>
                  <a:lnTo>
                    <a:pt x="44729" y="260692"/>
                  </a:lnTo>
                  <a:lnTo>
                    <a:pt x="131394" y="347370"/>
                  </a:lnTo>
                  <a:lnTo>
                    <a:pt x="109702" y="350862"/>
                  </a:lnTo>
                  <a:lnTo>
                    <a:pt x="78435" y="347713"/>
                  </a:lnTo>
                  <a:lnTo>
                    <a:pt x="49314" y="338670"/>
                  </a:lnTo>
                  <a:lnTo>
                    <a:pt x="22961" y="324358"/>
                  </a:lnTo>
                  <a:lnTo>
                    <a:pt x="0" y="305409"/>
                  </a:lnTo>
                  <a:lnTo>
                    <a:pt x="86029" y="391439"/>
                  </a:lnTo>
                  <a:lnTo>
                    <a:pt x="222694" y="391439"/>
                  </a:lnTo>
                  <a:lnTo>
                    <a:pt x="335699" y="195719"/>
                  </a:lnTo>
                  <a:close/>
                </a:path>
              </a:pathLst>
            </a:custGeom>
            <a:solidFill>
              <a:srgbClr val="A1D5D0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2" name="object 372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2706104" y="4090309"/>
              <a:ext cx="183784" cy="183784"/>
            </a:xfrm>
            <a:prstGeom prst="rect">
              <a:avLst/>
            </a:prstGeom>
          </p:spPr>
        </p:pic>
        <p:sp>
          <p:nvSpPr>
            <p:cNvPr id="373" name="object 373" descr=""/>
            <p:cNvSpPr/>
            <p:nvPr/>
          </p:nvSpPr>
          <p:spPr>
            <a:xfrm>
              <a:off x="12755780" y="3846099"/>
              <a:ext cx="84455" cy="336550"/>
            </a:xfrm>
            <a:custGeom>
              <a:avLst/>
              <a:gdLst/>
              <a:ahLst/>
              <a:cxnLst/>
              <a:rect l="l" t="t" r="r" b="b"/>
              <a:pathLst>
                <a:path w="84454" h="336550">
                  <a:moveTo>
                    <a:pt x="42218" y="0"/>
                  </a:moveTo>
                  <a:lnTo>
                    <a:pt x="25784" y="3317"/>
                  </a:lnTo>
                  <a:lnTo>
                    <a:pt x="12364" y="12364"/>
                  </a:lnTo>
                  <a:lnTo>
                    <a:pt x="3317" y="25784"/>
                  </a:lnTo>
                  <a:lnTo>
                    <a:pt x="0" y="42218"/>
                  </a:lnTo>
                  <a:lnTo>
                    <a:pt x="19863" y="336104"/>
                  </a:lnTo>
                  <a:lnTo>
                    <a:pt x="64573" y="336104"/>
                  </a:lnTo>
                  <a:lnTo>
                    <a:pt x="84437" y="42218"/>
                  </a:lnTo>
                  <a:lnTo>
                    <a:pt x="81119" y="25784"/>
                  </a:lnTo>
                  <a:lnTo>
                    <a:pt x="72072" y="12364"/>
                  </a:lnTo>
                  <a:lnTo>
                    <a:pt x="58652" y="3317"/>
                  </a:lnTo>
                  <a:lnTo>
                    <a:pt x="42218" y="0"/>
                  </a:lnTo>
                  <a:close/>
                </a:path>
              </a:pathLst>
            </a:custGeom>
            <a:solidFill>
              <a:srgbClr val="4249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4" name="object 374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2820351" y="4095188"/>
              <a:ext cx="69537" cy="139744"/>
            </a:xfrm>
            <a:prstGeom prst="rect">
              <a:avLst/>
            </a:prstGeom>
          </p:spPr>
        </p:pic>
        <p:sp>
          <p:nvSpPr>
            <p:cNvPr id="375" name="object 375" descr=""/>
            <p:cNvSpPr/>
            <p:nvPr/>
          </p:nvSpPr>
          <p:spPr>
            <a:xfrm>
              <a:off x="12755780" y="3846099"/>
              <a:ext cx="84455" cy="336550"/>
            </a:xfrm>
            <a:custGeom>
              <a:avLst/>
              <a:gdLst/>
              <a:ahLst/>
              <a:cxnLst/>
              <a:rect l="l" t="t" r="r" b="b"/>
              <a:pathLst>
                <a:path w="84454" h="336550">
                  <a:moveTo>
                    <a:pt x="42218" y="0"/>
                  </a:moveTo>
                  <a:lnTo>
                    <a:pt x="25784" y="3317"/>
                  </a:lnTo>
                  <a:lnTo>
                    <a:pt x="12364" y="12364"/>
                  </a:lnTo>
                  <a:lnTo>
                    <a:pt x="3317" y="25784"/>
                  </a:lnTo>
                  <a:lnTo>
                    <a:pt x="0" y="42218"/>
                  </a:lnTo>
                  <a:lnTo>
                    <a:pt x="19863" y="336104"/>
                  </a:lnTo>
                  <a:lnTo>
                    <a:pt x="64573" y="336104"/>
                  </a:lnTo>
                  <a:lnTo>
                    <a:pt x="84437" y="42218"/>
                  </a:lnTo>
                  <a:lnTo>
                    <a:pt x="81119" y="25784"/>
                  </a:lnTo>
                  <a:lnTo>
                    <a:pt x="72072" y="12364"/>
                  </a:lnTo>
                  <a:lnTo>
                    <a:pt x="58652" y="3317"/>
                  </a:lnTo>
                  <a:lnTo>
                    <a:pt x="42218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6" name="object 376" descr=""/>
          <p:cNvGrpSpPr/>
          <p:nvPr/>
        </p:nvGrpSpPr>
        <p:grpSpPr>
          <a:xfrm>
            <a:off x="13184948" y="3869523"/>
            <a:ext cx="431165" cy="508634"/>
            <a:chOff x="13184948" y="3869523"/>
            <a:chExt cx="431165" cy="508634"/>
          </a:xfrm>
        </p:grpSpPr>
        <p:pic>
          <p:nvPicPr>
            <p:cNvPr id="377" name="object 377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3184948" y="3986475"/>
              <a:ext cx="212061" cy="391454"/>
            </a:xfrm>
            <a:prstGeom prst="rect">
              <a:avLst/>
            </a:prstGeom>
          </p:spPr>
        </p:pic>
        <p:sp>
          <p:nvSpPr>
            <p:cNvPr id="378" name="object 378" descr=""/>
            <p:cNvSpPr/>
            <p:nvPr/>
          </p:nvSpPr>
          <p:spPr>
            <a:xfrm>
              <a:off x="13271040" y="4027071"/>
              <a:ext cx="33655" cy="310515"/>
            </a:xfrm>
            <a:custGeom>
              <a:avLst/>
              <a:gdLst/>
              <a:ahLst/>
              <a:cxnLst/>
              <a:rect l="l" t="t" r="r" b="b"/>
              <a:pathLst>
                <a:path w="33655" h="310514">
                  <a:moveTo>
                    <a:pt x="33119" y="0"/>
                  </a:moveTo>
                  <a:lnTo>
                    <a:pt x="0" y="0"/>
                  </a:lnTo>
                  <a:lnTo>
                    <a:pt x="0" y="310273"/>
                  </a:lnTo>
                  <a:lnTo>
                    <a:pt x="33119" y="310273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13350033" y="3869523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4">
                  <a:moveTo>
                    <a:pt x="223612" y="0"/>
                  </a:moveTo>
                  <a:lnTo>
                    <a:pt x="207726" y="3092"/>
                  </a:lnTo>
                  <a:lnTo>
                    <a:pt x="193763" y="12368"/>
                  </a:lnTo>
                  <a:lnTo>
                    <a:pt x="0" y="234225"/>
                  </a:lnTo>
                  <a:lnTo>
                    <a:pt x="31611" y="265837"/>
                  </a:lnTo>
                  <a:lnTo>
                    <a:pt x="253468" y="72073"/>
                  </a:lnTo>
                  <a:lnTo>
                    <a:pt x="262743" y="58109"/>
                  </a:lnTo>
                  <a:lnTo>
                    <a:pt x="265833" y="42221"/>
                  </a:lnTo>
                  <a:lnTo>
                    <a:pt x="262740" y="26332"/>
                  </a:lnTo>
                  <a:lnTo>
                    <a:pt x="253468" y="12368"/>
                  </a:lnTo>
                  <a:lnTo>
                    <a:pt x="239500" y="3092"/>
                  </a:lnTo>
                  <a:lnTo>
                    <a:pt x="223612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0" name="object 380" descr=""/>
          <p:cNvGrpSpPr/>
          <p:nvPr/>
        </p:nvGrpSpPr>
        <p:grpSpPr>
          <a:xfrm>
            <a:off x="16584249" y="2510907"/>
            <a:ext cx="364490" cy="581025"/>
            <a:chOff x="16584249" y="2510907"/>
            <a:chExt cx="364490" cy="581025"/>
          </a:xfrm>
        </p:grpSpPr>
        <p:sp>
          <p:nvSpPr>
            <p:cNvPr id="381" name="object 381" descr=""/>
            <p:cNvSpPr/>
            <p:nvPr/>
          </p:nvSpPr>
          <p:spPr>
            <a:xfrm>
              <a:off x="16584249" y="2510907"/>
              <a:ext cx="364490" cy="581025"/>
            </a:xfrm>
            <a:custGeom>
              <a:avLst/>
              <a:gdLst/>
              <a:ahLst/>
              <a:cxnLst/>
              <a:rect l="l" t="t" r="r" b="b"/>
              <a:pathLst>
                <a:path w="364490" h="581025">
                  <a:moveTo>
                    <a:pt x="364104" y="0"/>
                  </a:moveTo>
                  <a:lnTo>
                    <a:pt x="0" y="0"/>
                  </a:lnTo>
                  <a:lnTo>
                    <a:pt x="0" y="580505"/>
                  </a:lnTo>
                  <a:lnTo>
                    <a:pt x="364104" y="580505"/>
                  </a:lnTo>
                  <a:lnTo>
                    <a:pt x="364104" y="0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16633012" y="2558184"/>
              <a:ext cx="266700" cy="486409"/>
            </a:xfrm>
            <a:custGeom>
              <a:avLst/>
              <a:gdLst/>
              <a:ahLst/>
              <a:cxnLst/>
              <a:rect l="l" t="t" r="r" b="b"/>
              <a:pathLst>
                <a:path w="266700" h="486410">
                  <a:moveTo>
                    <a:pt x="266567" y="0"/>
                  </a:moveTo>
                  <a:lnTo>
                    <a:pt x="0" y="0"/>
                  </a:lnTo>
                  <a:lnTo>
                    <a:pt x="0" y="485943"/>
                  </a:lnTo>
                  <a:lnTo>
                    <a:pt x="266567" y="485943"/>
                  </a:lnTo>
                  <a:lnTo>
                    <a:pt x="266567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16665301" y="2605468"/>
              <a:ext cx="283210" cy="486409"/>
            </a:xfrm>
            <a:custGeom>
              <a:avLst/>
              <a:gdLst/>
              <a:ahLst/>
              <a:cxnLst/>
              <a:rect l="l" t="t" r="r" b="b"/>
              <a:pathLst>
                <a:path w="283209" h="486410">
                  <a:moveTo>
                    <a:pt x="201993" y="0"/>
                  </a:moveTo>
                  <a:lnTo>
                    <a:pt x="0" y="0"/>
                  </a:lnTo>
                  <a:lnTo>
                    <a:pt x="0" y="391380"/>
                  </a:lnTo>
                  <a:lnTo>
                    <a:pt x="94573" y="485943"/>
                  </a:lnTo>
                  <a:lnTo>
                    <a:pt x="283048" y="485943"/>
                  </a:lnTo>
                  <a:lnTo>
                    <a:pt x="283048" y="81055"/>
                  </a:lnTo>
                  <a:lnTo>
                    <a:pt x="201993" y="0"/>
                  </a:lnTo>
                  <a:close/>
                </a:path>
              </a:pathLst>
            </a:custGeom>
            <a:solidFill>
              <a:srgbClr val="1AA8EE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4" name="object 384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6665304" y="2605470"/>
              <a:ext cx="201993" cy="391380"/>
            </a:xfrm>
            <a:prstGeom prst="rect">
              <a:avLst/>
            </a:prstGeom>
          </p:spPr>
        </p:pic>
      </p:grpSp>
      <p:grpSp>
        <p:nvGrpSpPr>
          <p:cNvPr id="385" name="object 385" descr=""/>
          <p:cNvGrpSpPr/>
          <p:nvPr/>
        </p:nvGrpSpPr>
        <p:grpSpPr>
          <a:xfrm>
            <a:off x="17088401" y="2510907"/>
            <a:ext cx="364490" cy="581025"/>
            <a:chOff x="17088401" y="2510907"/>
            <a:chExt cx="364490" cy="581025"/>
          </a:xfrm>
        </p:grpSpPr>
        <p:sp>
          <p:nvSpPr>
            <p:cNvPr id="386" name="object 386" descr=""/>
            <p:cNvSpPr/>
            <p:nvPr/>
          </p:nvSpPr>
          <p:spPr>
            <a:xfrm>
              <a:off x="17088401" y="2510907"/>
              <a:ext cx="364490" cy="581025"/>
            </a:xfrm>
            <a:custGeom>
              <a:avLst/>
              <a:gdLst/>
              <a:ahLst/>
              <a:cxnLst/>
              <a:rect l="l" t="t" r="r" b="b"/>
              <a:pathLst>
                <a:path w="364490" h="581025">
                  <a:moveTo>
                    <a:pt x="364104" y="0"/>
                  </a:moveTo>
                  <a:lnTo>
                    <a:pt x="0" y="0"/>
                  </a:lnTo>
                  <a:lnTo>
                    <a:pt x="0" y="580505"/>
                  </a:lnTo>
                  <a:lnTo>
                    <a:pt x="364104" y="580505"/>
                  </a:lnTo>
                  <a:lnTo>
                    <a:pt x="364104" y="0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17137164" y="2558184"/>
              <a:ext cx="266700" cy="486409"/>
            </a:xfrm>
            <a:custGeom>
              <a:avLst/>
              <a:gdLst/>
              <a:ahLst/>
              <a:cxnLst/>
              <a:rect l="l" t="t" r="r" b="b"/>
              <a:pathLst>
                <a:path w="266700" h="486410">
                  <a:moveTo>
                    <a:pt x="266567" y="0"/>
                  </a:moveTo>
                  <a:lnTo>
                    <a:pt x="0" y="0"/>
                  </a:lnTo>
                  <a:lnTo>
                    <a:pt x="0" y="485943"/>
                  </a:lnTo>
                  <a:lnTo>
                    <a:pt x="266567" y="485943"/>
                  </a:lnTo>
                  <a:lnTo>
                    <a:pt x="266567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17169457" y="2605468"/>
              <a:ext cx="283210" cy="486409"/>
            </a:xfrm>
            <a:custGeom>
              <a:avLst/>
              <a:gdLst/>
              <a:ahLst/>
              <a:cxnLst/>
              <a:rect l="l" t="t" r="r" b="b"/>
              <a:pathLst>
                <a:path w="283209" h="486410">
                  <a:moveTo>
                    <a:pt x="201993" y="0"/>
                  </a:moveTo>
                  <a:lnTo>
                    <a:pt x="0" y="0"/>
                  </a:lnTo>
                  <a:lnTo>
                    <a:pt x="0" y="391380"/>
                  </a:lnTo>
                  <a:lnTo>
                    <a:pt x="94573" y="485943"/>
                  </a:lnTo>
                  <a:lnTo>
                    <a:pt x="283048" y="485943"/>
                  </a:lnTo>
                  <a:lnTo>
                    <a:pt x="283048" y="81055"/>
                  </a:lnTo>
                  <a:lnTo>
                    <a:pt x="201993" y="0"/>
                  </a:lnTo>
                  <a:close/>
                </a:path>
              </a:pathLst>
            </a:custGeom>
            <a:solidFill>
              <a:srgbClr val="1AA8EE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9" name="object 389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7169457" y="2605470"/>
              <a:ext cx="201993" cy="391380"/>
            </a:xfrm>
            <a:prstGeom prst="rect">
              <a:avLst/>
            </a:prstGeom>
          </p:spPr>
        </p:pic>
      </p:grpSp>
      <p:grpSp>
        <p:nvGrpSpPr>
          <p:cNvPr id="390" name="object 390" descr=""/>
          <p:cNvGrpSpPr/>
          <p:nvPr/>
        </p:nvGrpSpPr>
        <p:grpSpPr>
          <a:xfrm>
            <a:off x="17610280" y="2510897"/>
            <a:ext cx="198120" cy="581025"/>
            <a:chOff x="17610280" y="2510897"/>
            <a:chExt cx="198120" cy="581025"/>
          </a:xfrm>
        </p:grpSpPr>
        <p:sp>
          <p:nvSpPr>
            <p:cNvPr id="391" name="object 391" descr=""/>
            <p:cNvSpPr/>
            <p:nvPr/>
          </p:nvSpPr>
          <p:spPr>
            <a:xfrm>
              <a:off x="17610280" y="2510897"/>
              <a:ext cx="84455" cy="581025"/>
            </a:xfrm>
            <a:custGeom>
              <a:avLst/>
              <a:gdLst/>
              <a:ahLst/>
              <a:cxnLst/>
              <a:rect l="l" t="t" r="r" b="b"/>
              <a:pathLst>
                <a:path w="84455" h="581025">
                  <a:moveTo>
                    <a:pt x="84437" y="0"/>
                  </a:moveTo>
                  <a:lnTo>
                    <a:pt x="0" y="0"/>
                  </a:lnTo>
                  <a:lnTo>
                    <a:pt x="0" y="580505"/>
                  </a:lnTo>
                  <a:lnTo>
                    <a:pt x="84437" y="580505"/>
                  </a:lnTo>
                  <a:lnTo>
                    <a:pt x="84437" y="0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17694717" y="2558184"/>
              <a:ext cx="42545" cy="486409"/>
            </a:xfrm>
            <a:custGeom>
              <a:avLst/>
              <a:gdLst/>
              <a:ahLst/>
              <a:cxnLst/>
              <a:rect l="l" t="t" r="r" b="b"/>
              <a:pathLst>
                <a:path w="42544" h="486410">
                  <a:moveTo>
                    <a:pt x="42218" y="0"/>
                  </a:moveTo>
                  <a:lnTo>
                    <a:pt x="0" y="0"/>
                  </a:lnTo>
                  <a:lnTo>
                    <a:pt x="0" y="485943"/>
                  </a:lnTo>
                  <a:lnTo>
                    <a:pt x="42218" y="485943"/>
                  </a:lnTo>
                  <a:lnTo>
                    <a:pt x="42218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 descr=""/>
            <p:cNvSpPr/>
            <p:nvPr/>
          </p:nvSpPr>
          <p:spPr>
            <a:xfrm>
              <a:off x="17736945" y="2605468"/>
              <a:ext cx="71755" cy="391795"/>
            </a:xfrm>
            <a:custGeom>
              <a:avLst/>
              <a:gdLst/>
              <a:ahLst/>
              <a:cxnLst/>
              <a:rect l="l" t="t" r="r" b="b"/>
              <a:pathLst>
                <a:path w="71755" h="391794">
                  <a:moveTo>
                    <a:pt x="71191" y="0"/>
                  </a:moveTo>
                  <a:lnTo>
                    <a:pt x="0" y="0"/>
                  </a:lnTo>
                  <a:lnTo>
                    <a:pt x="0" y="391380"/>
                  </a:lnTo>
                  <a:lnTo>
                    <a:pt x="35590" y="391380"/>
                  </a:lnTo>
                  <a:lnTo>
                    <a:pt x="35590" y="195690"/>
                  </a:lnTo>
                  <a:lnTo>
                    <a:pt x="71191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4" name="object 394" descr=""/>
          <p:cNvGrpSpPr/>
          <p:nvPr/>
        </p:nvGrpSpPr>
        <p:grpSpPr>
          <a:xfrm>
            <a:off x="17559664" y="6198366"/>
            <a:ext cx="483870" cy="1052830"/>
            <a:chOff x="17559664" y="6198366"/>
            <a:chExt cx="483870" cy="1052830"/>
          </a:xfrm>
        </p:grpSpPr>
        <p:pic>
          <p:nvPicPr>
            <p:cNvPr id="395" name="object 395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7710287" y="6198366"/>
              <a:ext cx="182538" cy="182538"/>
            </a:xfrm>
            <a:prstGeom prst="rect">
              <a:avLst/>
            </a:prstGeom>
          </p:spPr>
        </p:pic>
        <p:sp>
          <p:nvSpPr>
            <p:cNvPr id="396" name="object 396" descr=""/>
            <p:cNvSpPr/>
            <p:nvPr/>
          </p:nvSpPr>
          <p:spPr>
            <a:xfrm>
              <a:off x="17725632" y="6361664"/>
              <a:ext cx="152400" cy="777240"/>
            </a:xfrm>
            <a:custGeom>
              <a:avLst/>
              <a:gdLst/>
              <a:ahLst/>
              <a:cxnLst/>
              <a:rect l="l" t="t" r="r" b="b"/>
              <a:pathLst>
                <a:path w="152400" h="777240">
                  <a:moveTo>
                    <a:pt x="151841" y="0"/>
                  </a:moveTo>
                  <a:lnTo>
                    <a:pt x="0" y="0"/>
                  </a:lnTo>
                  <a:lnTo>
                    <a:pt x="0" y="38493"/>
                  </a:lnTo>
                  <a:lnTo>
                    <a:pt x="46113" y="38493"/>
                  </a:lnTo>
                  <a:lnTo>
                    <a:pt x="46113" y="776922"/>
                  </a:lnTo>
                  <a:lnTo>
                    <a:pt x="105714" y="776922"/>
                  </a:lnTo>
                  <a:lnTo>
                    <a:pt x="105714" y="38493"/>
                  </a:lnTo>
                  <a:lnTo>
                    <a:pt x="151841" y="38493"/>
                  </a:lnTo>
                  <a:lnTo>
                    <a:pt x="151841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7" name="object 397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7727086" y="6215160"/>
              <a:ext cx="148937" cy="74468"/>
            </a:xfrm>
            <a:prstGeom prst="rect">
              <a:avLst/>
            </a:prstGeom>
          </p:spPr>
        </p:pic>
        <p:sp>
          <p:nvSpPr>
            <p:cNvPr id="398" name="object 398" descr=""/>
            <p:cNvSpPr/>
            <p:nvPr/>
          </p:nvSpPr>
          <p:spPr>
            <a:xfrm>
              <a:off x="17771752" y="6400150"/>
              <a:ext cx="59690" cy="42545"/>
            </a:xfrm>
            <a:custGeom>
              <a:avLst/>
              <a:gdLst/>
              <a:ahLst/>
              <a:cxnLst/>
              <a:rect l="l" t="t" r="r" b="b"/>
              <a:pathLst>
                <a:path w="59690" h="42545">
                  <a:moveTo>
                    <a:pt x="59600" y="0"/>
                  </a:moveTo>
                  <a:lnTo>
                    <a:pt x="0" y="0"/>
                  </a:lnTo>
                  <a:lnTo>
                    <a:pt x="0" y="42218"/>
                  </a:lnTo>
                  <a:lnTo>
                    <a:pt x="59600" y="42218"/>
                  </a:lnTo>
                  <a:lnTo>
                    <a:pt x="59600" y="0"/>
                  </a:lnTo>
                  <a:close/>
                </a:path>
              </a:pathLst>
            </a:custGeom>
            <a:solidFill>
              <a:srgbClr val="1AA8EE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17617191" y="7138578"/>
              <a:ext cx="368935" cy="56515"/>
            </a:xfrm>
            <a:custGeom>
              <a:avLst/>
              <a:gdLst/>
              <a:ahLst/>
              <a:cxnLst/>
              <a:rect l="l" t="t" r="r" b="b"/>
              <a:pathLst>
                <a:path w="368934" h="56515">
                  <a:moveTo>
                    <a:pt x="368721" y="0"/>
                  </a:moveTo>
                  <a:lnTo>
                    <a:pt x="0" y="0"/>
                  </a:lnTo>
                  <a:lnTo>
                    <a:pt x="0" y="56291"/>
                  </a:lnTo>
                  <a:lnTo>
                    <a:pt x="368721" y="56291"/>
                  </a:lnTo>
                  <a:lnTo>
                    <a:pt x="368721" y="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17559664" y="7194880"/>
              <a:ext cx="483870" cy="56515"/>
            </a:xfrm>
            <a:custGeom>
              <a:avLst/>
              <a:gdLst/>
              <a:ahLst/>
              <a:cxnLst/>
              <a:rect l="l" t="t" r="r" b="b"/>
              <a:pathLst>
                <a:path w="483869" h="56515">
                  <a:moveTo>
                    <a:pt x="483786" y="0"/>
                  </a:moveTo>
                  <a:lnTo>
                    <a:pt x="0" y="0"/>
                  </a:lnTo>
                  <a:lnTo>
                    <a:pt x="0" y="56291"/>
                  </a:lnTo>
                  <a:lnTo>
                    <a:pt x="483786" y="56291"/>
                  </a:lnTo>
                  <a:lnTo>
                    <a:pt x="483786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1" name="object 401" descr=""/>
          <p:cNvSpPr/>
          <p:nvPr/>
        </p:nvSpPr>
        <p:spPr>
          <a:xfrm>
            <a:off x="16973148" y="7194880"/>
            <a:ext cx="483870" cy="56515"/>
          </a:xfrm>
          <a:custGeom>
            <a:avLst/>
            <a:gdLst/>
            <a:ahLst/>
            <a:cxnLst/>
            <a:rect l="l" t="t" r="r" b="b"/>
            <a:pathLst>
              <a:path w="483869" h="56515">
                <a:moveTo>
                  <a:pt x="483786" y="0"/>
                </a:moveTo>
                <a:lnTo>
                  <a:pt x="0" y="0"/>
                </a:lnTo>
                <a:lnTo>
                  <a:pt x="0" y="56291"/>
                </a:lnTo>
                <a:lnTo>
                  <a:pt x="483786" y="56291"/>
                </a:lnTo>
                <a:lnTo>
                  <a:pt x="483786" y="0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2" name="object 402" descr=""/>
          <p:cNvGrpSpPr/>
          <p:nvPr/>
        </p:nvGrpSpPr>
        <p:grpSpPr>
          <a:xfrm>
            <a:off x="16877944" y="6234262"/>
            <a:ext cx="521970" cy="960755"/>
            <a:chOff x="16877944" y="6234262"/>
            <a:chExt cx="521970" cy="960755"/>
          </a:xfrm>
        </p:grpSpPr>
        <p:pic>
          <p:nvPicPr>
            <p:cNvPr id="403" name="object 403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6877944" y="6234262"/>
              <a:ext cx="181377" cy="181383"/>
            </a:xfrm>
            <a:prstGeom prst="rect">
              <a:avLst/>
            </a:prstGeom>
          </p:spPr>
        </p:pic>
        <p:sp>
          <p:nvSpPr>
            <p:cNvPr id="404" name="object 404" descr=""/>
            <p:cNvSpPr/>
            <p:nvPr/>
          </p:nvSpPr>
          <p:spPr>
            <a:xfrm>
              <a:off x="16915994" y="6372751"/>
              <a:ext cx="327660" cy="802640"/>
            </a:xfrm>
            <a:custGeom>
              <a:avLst/>
              <a:gdLst/>
              <a:ahLst/>
              <a:cxnLst/>
              <a:rect l="l" t="t" r="r" b="b"/>
              <a:pathLst>
                <a:path w="327659" h="802640">
                  <a:moveTo>
                    <a:pt x="327634" y="785609"/>
                  </a:moveTo>
                  <a:lnTo>
                    <a:pt x="112280" y="49911"/>
                  </a:lnTo>
                  <a:lnTo>
                    <a:pt x="156540" y="36944"/>
                  </a:lnTo>
                  <a:lnTo>
                    <a:pt x="145732" y="0"/>
                  </a:lnTo>
                  <a:lnTo>
                    <a:pt x="0" y="42659"/>
                  </a:lnTo>
                  <a:lnTo>
                    <a:pt x="10820" y="79603"/>
                  </a:lnTo>
                  <a:lnTo>
                    <a:pt x="55067" y="66662"/>
                  </a:lnTo>
                  <a:lnTo>
                    <a:pt x="270433" y="802360"/>
                  </a:lnTo>
                  <a:lnTo>
                    <a:pt x="327634" y="785609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5" name="object 405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6894648" y="6250973"/>
              <a:ext cx="145458" cy="94902"/>
            </a:xfrm>
            <a:prstGeom prst="rect">
              <a:avLst/>
            </a:prstGeom>
          </p:spPr>
        </p:pic>
        <p:sp>
          <p:nvSpPr>
            <p:cNvPr id="406" name="object 406" descr=""/>
            <p:cNvSpPr/>
            <p:nvPr/>
          </p:nvSpPr>
          <p:spPr>
            <a:xfrm>
              <a:off x="16971079" y="6422648"/>
              <a:ext cx="69215" cy="57785"/>
            </a:xfrm>
            <a:custGeom>
              <a:avLst/>
              <a:gdLst/>
              <a:ahLst/>
              <a:cxnLst/>
              <a:rect l="l" t="t" r="r" b="b"/>
              <a:pathLst>
                <a:path w="69215" h="57785">
                  <a:moveTo>
                    <a:pt x="57202" y="0"/>
                  </a:moveTo>
                  <a:lnTo>
                    <a:pt x="0" y="16742"/>
                  </a:lnTo>
                  <a:lnTo>
                    <a:pt x="11863" y="57265"/>
                  </a:lnTo>
                  <a:lnTo>
                    <a:pt x="69065" y="40522"/>
                  </a:lnTo>
                  <a:lnTo>
                    <a:pt x="57202" y="0"/>
                  </a:lnTo>
                  <a:close/>
                </a:path>
              </a:pathLst>
            </a:custGeom>
            <a:solidFill>
              <a:srgbClr val="1AA8EE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 descr=""/>
            <p:cNvSpPr/>
            <p:nvPr/>
          </p:nvSpPr>
          <p:spPr>
            <a:xfrm>
              <a:off x="17030675" y="7138578"/>
              <a:ext cx="368935" cy="56515"/>
            </a:xfrm>
            <a:custGeom>
              <a:avLst/>
              <a:gdLst/>
              <a:ahLst/>
              <a:cxnLst/>
              <a:rect l="l" t="t" r="r" b="b"/>
              <a:pathLst>
                <a:path w="368934" h="56515">
                  <a:moveTo>
                    <a:pt x="368721" y="0"/>
                  </a:moveTo>
                  <a:lnTo>
                    <a:pt x="0" y="0"/>
                  </a:lnTo>
                  <a:lnTo>
                    <a:pt x="0" y="56291"/>
                  </a:lnTo>
                  <a:lnTo>
                    <a:pt x="368721" y="56291"/>
                  </a:lnTo>
                  <a:lnTo>
                    <a:pt x="368721" y="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8" name="object 408" descr=""/>
          <p:cNvGrpSpPr/>
          <p:nvPr/>
        </p:nvGrpSpPr>
        <p:grpSpPr>
          <a:xfrm>
            <a:off x="18146180" y="6230968"/>
            <a:ext cx="571500" cy="1020444"/>
            <a:chOff x="18146180" y="6230968"/>
            <a:chExt cx="571500" cy="1020444"/>
          </a:xfrm>
        </p:grpSpPr>
        <p:pic>
          <p:nvPicPr>
            <p:cNvPr id="409" name="object 409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8538019" y="6230968"/>
              <a:ext cx="179039" cy="179039"/>
            </a:xfrm>
            <a:prstGeom prst="rect">
              <a:avLst/>
            </a:prstGeom>
          </p:spPr>
        </p:pic>
        <p:sp>
          <p:nvSpPr>
            <p:cNvPr id="410" name="object 410" descr=""/>
            <p:cNvSpPr/>
            <p:nvPr/>
          </p:nvSpPr>
          <p:spPr>
            <a:xfrm>
              <a:off x="18358867" y="6375799"/>
              <a:ext cx="328930" cy="796925"/>
            </a:xfrm>
            <a:custGeom>
              <a:avLst/>
              <a:gdLst/>
              <a:ahLst/>
              <a:cxnLst/>
              <a:rect l="l" t="t" r="r" b="b"/>
              <a:pathLst>
                <a:path w="328930" h="796925">
                  <a:moveTo>
                    <a:pt x="328574" y="30505"/>
                  </a:moveTo>
                  <a:lnTo>
                    <a:pt x="179819" y="0"/>
                  </a:lnTo>
                  <a:lnTo>
                    <a:pt x="172085" y="37706"/>
                  </a:lnTo>
                  <a:lnTo>
                    <a:pt x="217246" y="46977"/>
                  </a:lnTo>
                  <a:lnTo>
                    <a:pt x="140246" y="422440"/>
                  </a:lnTo>
                  <a:lnTo>
                    <a:pt x="59880" y="493001"/>
                  </a:lnTo>
                  <a:lnTo>
                    <a:pt x="0" y="784948"/>
                  </a:lnTo>
                  <a:lnTo>
                    <a:pt x="58394" y="796925"/>
                  </a:lnTo>
                  <a:lnTo>
                    <a:pt x="118287" y="504977"/>
                  </a:lnTo>
                  <a:lnTo>
                    <a:pt x="198640" y="434428"/>
                  </a:lnTo>
                  <a:lnTo>
                    <a:pt x="275653" y="58953"/>
                  </a:lnTo>
                  <a:lnTo>
                    <a:pt x="320827" y="68211"/>
                  </a:lnTo>
                  <a:lnTo>
                    <a:pt x="328574" y="30505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1" name="object 411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8554585" y="6245986"/>
              <a:ext cx="147449" cy="89469"/>
            </a:xfrm>
            <a:prstGeom prst="rect">
              <a:avLst/>
            </a:prstGeom>
          </p:spPr>
        </p:pic>
        <p:sp>
          <p:nvSpPr>
            <p:cNvPr id="412" name="object 412" descr=""/>
            <p:cNvSpPr/>
            <p:nvPr/>
          </p:nvSpPr>
          <p:spPr>
            <a:xfrm>
              <a:off x="18567657" y="6422761"/>
              <a:ext cx="67310" cy="53340"/>
            </a:xfrm>
            <a:custGeom>
              <a:avLst/>
              <a:gdLst/>
              <a:ahLst/>
              <a:cxnLst/>
              <a:rect l="l" t="t" r="r" b="b"/>
              <a:pathLst>
                <a:path w="67309" h="53339">
                  <a:moveTo>
                    <a:pt x="8481" y="0"/>
                  </a:moveTo>
                  <a:lnTo>
                    <a:pt x="0" y="41359"/>
                  </a:lnTo>
                  <a:lnTo>
                    <a:pt x="58385" y="53338"/>
                  </a:lnTo>
                  <a:lnTo>
                    <a:pt x="66867" y="11978"/>
                  </a:lnTo>
                  <a:lnTo>
                    <a:pt x="8481" y="0"/>
                  </a:lnTo>
                  <a:close/>
                </a:path>
              </a:pathLst>
            </a:custGeom>
            <a:solidFill>
              <a:srgbClr val="1AA8EE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18203707" y="7138578"/>
              <a:ext cx="368935" cy="56515"/>
            </a:xfrm>
            <a:custGeom>
              <a:avLst/>
              <a:gdLst/>
              <a:ahLst/>
              <a:cxnLst/>
              <a:rect l="l" t="t" r="r" b="b"/>
              <a:pathLst>
                <a:path w="368934" h="56515">
                  <a:moveTo>
                    <a:pt x="368721" y="0"/>
                  </a:moveTo>
                  <a:lnTo>
                    <a:pt x="0" y="0"/>
                  </a:lnTo>
                  <a:lnTo>
                    <a:pt x="0" y="56291"/>
                  </a:lnTo>
                  <a:lnTo>
                    <a:pt x="368721" y="56291"/>
                  </a:lnTo>
                  <a:lnTo>
                    <a:pt x="368721" y="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18146180" y="7194880"/>
              <a:ext cx="483870" cy="56515"/>
            </a:xfrm>
            <a:custGeom>
              <a:avLst/>
              <a:gdLst/>
              <a:ahLst/>
              <a:cxnLst/>
              <a:rect l="l" t="t" r="r" b="b"/>
              <a:pathLst>
                <a:path w="483869" h="56515">
                  <a:moveTo>
                    <a:pt x="483786" y="0"/>
                  </a:moveTo>
                  <a:lnTo>
                    <a:pt x="0" y="0"/>
                  </a:lnTo>
                  <a:lnTo>
                    <a:pt x="0" y="56291"/>
                  </a:lnTo>
                  <a:lnTo>
                    <a:pt x="483786" y="56291"/>
                  </a:lnTo>
                  <a:lnTo>
                    <a:pt x="483786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5" name="object 415" descr=""/>
          <p:cNvGrpSpPr/>
          <p:nvPr/>
        </p:nvGrpSpPr>
        <p:grpSpPr>
          <a:xfrm>
            <a:off x="16377249" y="7437082"/>
            <a:ext cx="2413000" cy="1452245"/>
            <a:chOff x="16377249" y="7437082"/>
            <a:chExt cx="2413000" cy="1452245"/>
          </a:xfrm>
        </p:grpSpPr>
        <p:sp>
          <p:nvSpPr>
            <p:cNvPr id="416" name="object 416" descr=""/>
            <p:cNvSpPr/>
            <p:nvPr/>
          </p:nvSpPr>
          <p:spPr>
            <a:xfrm>
              <a:off x="16521297" y="8367441"/>
              <a:ext cx="1329055" cy="301625"/>
            </a:xfrm>
            <a:custGeom>
              <a:avLst/>
              <a:gdLst/>
              <a:ahLst/>
              <a:cxnLst/>
              <a:rect l="l" t="t" r="r" b="b"/>
              <a:pathLst>
                <a:path w="1329055" h="301625">
                  <a:moveTo>
                    <a:pt x="0" y="301509"/>
                  </a:moveTo>
                  <a:lnTo>
                    <a:pt x="1329059" y="301509"/>
                  </a:lnTo>
                  <a:lnTo>
                    <a:pt x="1329059" y="0"/>
                  </a:lnTo>
                  <a:lnTo>
                    <a:pt x="0" y="0"/>
                  </a:lnTo>
                  <a:lnTo>
                    <a:pt x="0" y="301509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16521297" y="8668950"/>
              <a:ext cx="1329055" cy="120014"/>
            </a:xfrm>
            <a:custGeom>
              <a:avLst/>
              <a:gdLst/>
              <a:ahLst/>
              <a:cxnLst/>
              <a:rect l="l" t="t" r="r" b="b"/>
              <a:pathLst>
                <a:path w="1329055" h="120015">
                  <a:moveTo>
                    <a:pt x="1329059" y="0"/>
                  </a:moveTo>
                  <a:lnTo>
                    <a:pt x="0" y="0"/>
                  </a:lnTo>
                  <a:lnTo>
                    <a:pt x="0" y="119556"/>
                  </a:lnTo>
                  <a:lnTo>
                    <a:pt x="1329059" y="119556"/>
                  </a:lnTo>
                  <a:lnTo>
                    <a:pt x="1329059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16602269" y="8421994"/>
              <a:ext cx="1167130" cy="59690"/>
            </a:xfrm>
            <a:custGeom>
              <a:avLst/>
              <a:gdLst/>
              <a:ahLst/>
              <a:cxnLst/>
              <a:rect l="l" t="t" r="r" b="b"/>
              <a:pathLst>
                <a:path w="1167130" h="59690">
                  <a:moveTo>
                    <a:pt x="1167116" y="0"/>
                  </a:moveTo>
                  <a:lnTo>
                    <a:pt x="0" y="0"/>
                  </a:lnTo>
                  <a:lnTo>
                    <a:pt x="0" y="59600"/>
                  </a:lnTo>
                  <a:lnTo>
                    <a:pt x="1167116" y="59600"/>
                  </a:lnTo>
                  <a:lnTo>
                    <a:pt x="1167116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16525304" y="8705653"/>
              <a:ext cx="1321435" cy="46355"/>
            </a:xfrm>
            <a:custGeom>
              <a:avLst/>
              <a:gdLst/>
              <a:ahLst/>
              <a:cxnLst/>
              <a:rect l="l" t="t" r="r" b="b"/>
              <a:pathLst>
                <a:path w="1321434" h="46354">
                  <a:moveTo>
                    <a:pt x="46164" y="23088"/>
                  </a:moveTo>
                  <a:lnTo>
                    <a:pt x="44348" y="14097"/>
                  </a:lnTo>
                  <a:lnTo>
                    <a:pt x="39395" y="6769"/>
                  </a:lnTo>
                  <a:lnTo>
                    <a:pt x="32067" y="1816"/>
                  </a:lnTo>
                  <a:lnTo>
                    <a:pt x="23088" y="0"/>
                  </a:lnTo>
                  <a:lnTo>
                    <a:pt x="14097" y="1816"/>
                  </a:lnTo>
                  <a:lnTo>
                    <a:pt x="6756" y="6769"/>
                  </a:lnTo>
                  <a:lnTo>
                    <a:pt x="1816" y="14097"/>
                  </a:lnTo>
                  <a:lnTo>
                    <a:pt x="0" y="23088"/>
                  </a:lnTo>
                  <a:lnTo>
                    <a:pt x="1816" y="32067"/>
                  </a:lnTo>
                  <a:lnTo>
                    <a:pt x="6756" y="39395"/>
                  </a:lnTo>
                  <a:lnTo>
                    <a:pt x="14097" y="44348"/>
                  </a:lnTo>
                  <a:lnTo>
                    <a:pt x="23088" y="46164"/>
                  </a:lnTo>
                  <a:lnTo>
                    <a:pt x="32067" y="44348"/>
                  </a:lnTo>
                  <a:lnTo>
                    <a:pt x="39395" y="39395"/>
                  </a:lnTo>
                  <a:lnTo>
                    <a:pt x="44348" y="32067"/>
                  </a:lnTo>
                  <a:lnTo>
                    <a:pt x="46164" y="23088"/>
                  </a:lnTo>
                  <a:close/>
                </a:path>
                <a:path w="1321434" h="46354">
                  <a:moveTo>
                    <a:pt x="137223" y="23088"/>
                  </a:moveTo>
                  <a:lnTo>
                    <a:pt x="135407" y="14097"/>
                  </a:lnTo>
                  <a:lnTo>
                    <a:pt x="130467" y="6769"/>
                  </a:lnTo>
                  <a:lnTo>
                    <a:pt x="123126" y="1816"/>
                  </a:lnTo>
                  <a:lnTo>
                    <a:pt x="114147" y="0"/>
                  </a:lnTo>
                  <a:lnTo>
                    <a:pt x="105156" y="1816"/>
                  </a:lnTo>
                  <a:lnTo>
                    <a:pt x="97828" y="6769"/>
                  </a:lnTo>
                  <a:lnTo>
                    <a:pt x="92875" y="14097"/>
                  </a:lnTo>
                  <a:lnTo>
                    <a:pt x="91071" y="23088"/>
                  </a:lnTo>
                  <a:lnTo>
                    <a:pt x="92875" y="32067"/>
                  </a:lnTo>
                  <a:lnTo>
                    <a:pt x="97828" y="39395"/>
                  </a:lnTo>
                  <a:lnTo>
                    <a:pt x="105156" y="44348"/>
                  </a:lnTo>
                  <a:lnTo>
                    <a:pt x="114147" y="46164"/>
                  </a:lnTo>
                  <a:lnTo>
                    <a:pt x="123126" y="44348"/>
                  </a:lnTo>
                  <a:lnTo>
                    <a:pt x="130467" y="39395"/>
                  </a:lnTo>
                  <a:lnTo>
                    <a:pt x="135407" y="32067"/>
                  </a:lnTo>
                  <a:lnTo>
                    <a:pt x="137223" y="23088"/>
                  </a:lnTo>
                  <a:close/>
                </a:path>
                <a:path w="1321434" h="46354">
                  <a:moveTo>
                    <a:pt x="228282" y="23088"/>
                  </a:moveTo>
                  <a:lnTo>
                    <a:pt x="226466" y="14097"/>
                  </a:lnTo>
                  <a:lnTo>
                    <a:pt x="221526" y="6769"/>
                  </a:lnTo>
                  <a:lnTo>
                    <a:pt x="214185" y="1816"/>
                  </a:lnTo>
                  <a:lnTo>
                    <a:pt x="205206" y="0"/>
                  </a:lnTo>
                  <a:lnTo>
                    <a:pt x="196227" y="1816"/>
                  </a:lnTo>
                  <a:lnTo>
                    <a:pt x="188887" y="6769"/>
                  </a:lnTo>
                  <a:lnTo>
                    <a:pt x="183946" y="14097"/>
                  </a:lnTo>
                  <a:lnTo>
                    <a:pt x="182130" y="23088"/>
                  </a:lnTo>
                  <a:lnTo>
                    <a:pt x="183946" y="32067"/>
                  </a:lnTo>
                  <a:lnTo>
                    <a:pt x="188887" y="39395"/>
                  </a:lnTo>
                  <a:lnTo>
                    <a:pt x="196227" y="44348"/>
                  </a:lnTo>
                  <a:lnTo>
                    <a:pt x="205206" y="46164"/>
                  </a:lnTo>
                  <a:lnTo>
                    <a:pt x="214185" y="44348"/>
                  </a:lnTo>
                  <a:lnTo>
                    <a:pt x="221526" y="39395"/>
                  </a:lnTo>
                  <a:lnTo>
                    <a:pt x="226466" y="32067"/>
                  </a:lnTo>
                  <a:lnTo>
                    <a:pt x="228282" y="23088"/>
                  </a:lnTo>
                  <a:close/>
                </a:path>
                <a:path w="1321434" h="46354">
                  <a:moveTo>
                    <a:pt x="319341" y="23088"/>
                  </a:moveTo>
                  <a:lnTo>
                    <a:pt x="317538" y="14097"/>
                  </a:lnTo>
                  <a:lnTo>
                    <a:pt x="312585" y="6769"/>
                  </a:lnTo>
                  <a:lnTo>
                    <a:pt x="305257" y="1816"/>
                  </a:lnTo>
                  <a:lnTo>
                    <a:pt x="296265" y="0"/>
                  </a:lnTo>
                  <a:lnTo>
                    <a:pt x="287286" y="1816"/>
                  </a:lnTo>
                  <a:lnTo>
                    <a:pt x="279946" y="6769"/>
                  </a:lnTo>
                  <a:lnTo>
                    <a:pt x="275005" y="14097"/>
                  </a:lnTo>
                  <a:lnTo>
                    <a:pt x="273189" y="23088"/>
                  </a:lnTo>
                  <a:lnTo>
                    <a:pt x="275005" y="32067"/>
                  </a:lnTo>
                  <a:lnTo>
                    <a:pt x="279946" y="39395"/>
                  </a:lnTo>
                  <a:lnTo>
                    <a:pt x="287286" y="44348"/>
                  </a:lnTo>
                  <a:lnTo>
                    <a:pt x="296265" y="46164"/>
                  </a:lnTo>
                  <a:lnTo>
                    <a:pt x="305257" y="44348"/>
                  </a:lnTo>
                  <a:lnTo>
                    <a:pt x="312585" y="39395"/>
                  </a:lnTo>
                  <a:lnTo>
                    <a:pt x="317538" y="32067"/>
                  </a:lnTo>
                  <a:lnTo>
                    <a:pt x="319341" y="23088"/>
                  </a:lnTo>
                  <a:close/>
                </a:path>
                <a:path w="1321434" h="46354">
                  <a:moveTo>
                    <a:pt x="410413" y="23088"/>
                  </a:moveTo>
                  <a:lnTo>
                    <a:pt x="408597" y="14097"/>
                  </a:lnTo>
                  <a:lnTo>
                    <a:pt x="403656" y="6769"/>
                  </a:lnTo>
                  <a:lnTo>
                    <a:pt x="396316" y="1816"/>
                  </a:lnTo>
                  <a:lnTo>
                    <a:pt x="387337" y="0"/>
                  </a:lnTo>
                  <a:lnTo>
                    <a:pt x="378345" y="1816"/>
                  </a:lnTo>
                  <a:lnTo>
                    <a:pt x="371017" y="6769"/>
                  </a:lnTo>
                  <a:lnTo>
                    <a:pt x="366064" y="14097"/>
                  </a:lnTo>
                  <a:lnTo>
                    <a:pt x="364261" y="23088"/>
                  </a:lnTo>
                  <a:lnTo>
                    <a:pt x="366064" y="32067"/>
                  </a:lnTo>
                  <a:lnTo>
                    <a:pt x="371017" y="39395"/>
                  </a:lnTo>
                  <a:lnTo>
                    <a:pt x="378345" y="44348"/>
                  </a:lnTo>
                  <a:lnTo>
                    <a:pt x="387337" y="46164"/>
                  </a:lnTo>
                  <a:lnTo>
                    <a:pt x="396316" y="44348"/>
                  </a:lnTo>
                  <a:lnTo>
                    <a:pt x="403656" y="39395"/>
                  </a:lnTo>
                  <a:lnTo>
                    <a:pt x="408597" y="32067"/>
                  </a:lnTo>
                  <a:lnTo>
                    <a:pt x="410413" y="23088"/>
                  </a:lnTo>
                  <a:close/>
                </a:path>
                <a:path w="1321434" h="46354">
                  <a:moveTo>
                    <a:pt x="501472" y="23088"/>
                  </a:moveTo>
                  <a:lnTo>
                    <a:pt x="499656" y="14097"/>
                  </a:lnTo>
                  <a:lnTo>
                    <a:pt x="494715" y="6769"/>
                  </a:lnTo>
                  <a:lnTo>
                    <a:pt x="487375" y="1816"/>
                  </a:lnTo>
                  <a:lnTo>
                    <a:pt x="478396" y="0"/>
                  </a:lnTo>
                  <a:lnTo>
                    <a:pt x="469404" y="1816"/>
                  </a:lnTo>
                  <a:lnTo>
                    <a:pt x="462076" y="6769"/>
                  </a:lnTo>
                  <a:lnTo>
                    <a:pt x="457123" y="14097"/>
                  </a:lnTo>
                  <a:lnTo>
                    <a:pt x="455320" y="23088"/>
                  </a:lnTo>
                  <a:lnTo>
                    <a:pt x="457123" y="32067"/>
                  </a:lnTo>
                  <a:lnTo>
                    <a:pt x="462076" y="39395"/>
                  </a:lnTo>
                  <a:lnTo>
                    <a:pt x="469404" y="44348"/>
                  </a:lnTo>
                  <a:lnTo>
                    <a:pt x="478396" y="46164"/>
                  </a:lnTo>
                  <a:lnTo>
                    <a:pt x="487375" y="44348"/>
                  </a:lnTo>
                  <a:lnTo>
                    <a:pt x="494715" y="39395"/>
                  </a:lnTo>
                  <a:lnTo>
                    <a:pt x="499656" y="32067"/>
                  </a:lnTo>
                  <a:lnTo>
                    <a:pt x="501472" y="23088"/>
                  </a:lnTo>
                  <a:close/>
                </a:path>
                <a:path w="1321434" h="46354">
                  <a:moveTo>
                    <a:pt x="592531" y="23088"/>
                  </a:moveTo>
                  <a:lnTo>
                    <a:pt x="590727" y="14097"/>
                  </a:lnTo>
                  <a:lnTo>
                    <a:pt x="585774" y="6769"/>
                  </a:lnTo>
                  <a:lnTo>
                    <a:pt x="578434" y="1816"/>
                  </a:lnTo>
                  <a:lnTo>
                    <a:pt x="569455" y="0"/>
                  </a:lnTo>
                  <a:lnTo>
                    <a:pt x="560476" y="1816"/>
                  </a:lnTo>
                  <a:lnTo>
                    <a:pt x="553135" y="6769"/>
                  </a:lnTo>
                  <a:lnTo>
                    <a:pt x="548195" y="14097"/>
                  </a:lnTo>
                  <a:lnTo>
                    <a:pt x="546379" y="23088"/>
                  </a:lnTo>
                  <a:lnTo>
                    <a:pt x="548195" y="32067"/>
                  </a:lnTo>
                  <a:lnTo>
                    <a:pt x="553135" y="39395"/>
                  </a:lnTo>
                  <a:lnTo>
                    <a:pt x="560476" y="44348"/>
                  </a:lnTo>
                  <a:lnTo>
                    <a:pt x="569455" y="46164"/>
                  </a:lnTo>
                  <a:lnTo>
                    <a:pt x="578434" y="44348"/>
                  </a:lnTo>
                  <a:lnTo>
                    <a:pt x="585774" y="39395"/>
                  </a:lnTo>
                  <a:lnTo>
                    <a:pt x="590727" y="32067"/>
                  </a:lnTo>
                  <a:lnTo>
                    <a:pt x="592531" y="23088"/>
                  </a:lnTo>
                  <a:close/>
                </a:path>
                <a:path w="1321434" h="46354">
                  <a:moveTo>
                    <a:pt x="683602" y="23088"/>
                  </a:moveTo>
                  <a:lnTo>
                    <a:pt x="681786" y="14097"/>
                  </a:lnTo>
                  <a:lnTo>
                    <a:pt x="676833" y="6769"/>
                  </a:lnTo>
                  <a:lnTo>
                    <a:pt x="669505" y="1816"/>
                  </a:lnTo>
                  <a:lnTo>
                    <a:pt x="660527" y="0"/>
                  </a:lnTo>
                  <a:lnTo>
                    <a:pt x="651535" y="1816"/>
                  </a:lnTo>
                  <a:lnTo>
                    <a:pt x="644194" y="6769"/>
                  </a:lnTo>
                  <a:lnTo>
                    <a:pt x="639254" y="14097"/>
                  </a:lnTo>
                  <a:lnTo>
                    <a:pt x="637438" y="23088"/>
                  </a:lnTo>
                  <a:lnTo>
                    <a:pt x="639254" y="32067"/>
                  </a:lnTo>
                  <a:lnTo>
                    <a:pt x="644194" y="39395"/>
                  </a:lnTo>
                  <a:lnTo>
                    <a:pt x="651535" y="44348"/>
                  </a:lnTo>
                  <a:lnTo>
                    <a:pt x="660527" y="46164"/>
                  </a:lnTo>
                  <a:lnTo>
                    <a:pt x="669505" y="44348"/>
                  </a:lnTo>
                  <a:lnTo>
                    <a:pt x="676833" y="39395"/>
                  </a:lnTo>
                  <a:lnTo>
                    <a:pt x="681786" y="32067"/>
                  </a:lnTo>
                  <a:lnTo>
                    <a:pt x="683602" y="23088"/>
                  </a:lnTo>
                  <a:close/>
                </a:path>
                <a:path w="1321434" h="46354">
                  <a:moveTo>
                    <a:pt x="774661" y="23088"/>
                  </a:moveTo>
                  <a:lnTo>
                    <a:pt x="772845" y="14097"/>
                  </a:lnTo>
                  <a:lnTo>
                    <a:pt x="767905" y="6769"/>
                  </a:lnTo>
                  <a:lnTo>
                    <a:pt x="760564" y="1816"/>
                  </a:lnTo>
                  <a:lnTo>
                    <a:pt x="751573" y="0"/>
                  </a:lnTo>
                  <a:lnTo>
                    <a:pt x="742594" y="1816"/>
                  </a:lnTo>
                  <a:lnTo>
                    <a:pt x="735266" y="6769"/>
                  </a:lnTo>
                  <a:lnTo>
                    <a:pt x="730313" y="14097"/>
                  </a:lnTo>
                  <a:lnTo>
                    <a:pt x="728497" y="23088"/>
                  </a:lnTo>
                  <a:lnTo>
                    <a:pt x="730313" y="32067"/>
                  </a:lnTo>
                  <a:lnTo>
                    <a:pt x="735266" y="39395"/>
                  </a:lnTo>
                  <a:lnTo>
                    <a:pt x="742594" y="44348"/>
                  </a:lnTo>
                  <a:lnTo>
                    <a:pt x="751573" y="46164"/>
                  </a:lnTo>
                  <a:lnTo>
                    <a:pt x="760564" y="44348"/>
                  </a:lnTo>
                  <a:lnTo>
                    <a:pt x="767905" y="39395"/>
                  </a:lnTo>
                  <a:lnTo>
                    <a:pt x="772845" y="32067"/>
                  </a:lnTo>
                  <a:lnTo>
                    <a:pt x="774661" y="23088"/>
                  </a:lnTo>
                  <a:close/>
                </a:path>
                <a:path w="1321434" h="46354">
                  <a:moveTo>
                    <a:pt x="865720" y="23088"/>
                  </a:moveTo>
                  <a:lnTo>
                    <a:pt x="863904" y="14097"/>
                  </a:lnTo>
                  <a:lnTo>
                    <a:pt x="858964" y="6769"/>
                  </a:lnTo>
                  <a:lnTo>
                    <a:pt x="851623" y="1816"/>
                  </a:lnTo>
                  <a:lnTo>
                    <a:pt x="842645" y="0"/>
                  </a:lnTo>
                  <a:lnTo>
                    <a:pt x="833653" y="1816"/>
                  </a:lnTo>
                  <a:lnTo>
                    <a:pt x="826325" y="6769"/>
                  </a:lnTo>
                  <a:lnTo>
                    <a:pt x="821372" y="14097"/>
                  </a:lnTo>
                  <a:lnTo>
                    <a:pt x="819569" y="23088"/>
                  </a:lnTo>
                  <a:lnTo>
                    <a:pt x="821372" y="32067"/>
                  </a:lnTo>
                  <a:lnTo>
                    <a:pt x="826325" y="39395"/>
                  </a:lnTo>
                  <a:lnTo>
                    <a:pt x="833653" y="44348"/>
                  </a:lnTo>
                  <a:lnTo>
                    <a:pt x="842645" y="46164"/>
                  </a:lnTo>
                  <a:lnTo>
                    <a:pt x="851623" y="44348"/>
                  </a:lnTo>
                  <a:lnTo>
                    <a:pt x="858964" y="39395"/>
                  </a:lnTo>
                  <a:lnTo>
                    <a:pt x="863904" y="32067"/>
                  </a:lnTo>
                  <a:lnTo>
                    <a:pt x="865720" y="23088"/>
                  </a:lnTo>
                  <a:close/>
                </a:path>
                <a:path w="1321434" h="46354">
                  <a:moveTo>
                    <a:pt x="956779" y="23088"/>
                  </a:moveTo>
                  <a:lnTo>
                    <a:pt x="954963" y="14097"/>
                  </a:lnTo>
                  <a:lnTo>
                    <a:pt x="950023" y="6769"/>
                  </a:lnTo>
                  <a:lnTo>
                    <a:pt x="942695" y="1816"/>
                  </a:lnTo>
                  <a:lnTo>
                    <a:pt x="933704" y="0"/>
                  </a:lnTo>
                  <a:lnTo>
                    <a:pt x="924725" y="1816"/>
                  </a:lnTo>
                  <a:lnTo>
                    <a:pt x="917384" y="6769"/>
                  </a:lnTo>
                  <a:lnTo>
                    <a:pt x="912444" y="14097"/>
                  </a:lnTo>
                  <a:lnTo>
                    <a:pt x="910628" y="23088"/>
                  </a:lnTo>
                  <a:lnTo>
                    <a:pt x="912444" y="32067"/>
                  </a:lnTo>
                  <a:lnTo>
                    <a:pt x="917384" y="39395"/>
                  </a:lnTo>
                  <a:lnTo>
                    <a:pt x="924725" y="44348"/>
                  </a:lnTo>
                  <a:lnTo>
                    <a:pt x="933704" y="46164"/>
                  </a:lnTo>
                  <a:lnTo>
                    <a:pt x="942695" y="44348"/>
                  </a:lnTo>
                  <a:lnTo>
                    <a:pt x="950023" y="39395"/>
                  </a:lnTo>
                  <a:lnTo>
                    <a:pt x="954963" y="32067"/>
                  </a:lnTo>
                  <a:lnTo>
                    <a:pt x="956779" y="23088"/>
                  </a:lnTo>
                  <a:close/>
                </a:path>
                <a:path w="1321434" h="46354">
                  <a:moveTo>
                    <a:pt x="1047838" y="23088"/>
                  </a:moveTo>
                  <a:lnTo>
                    <a:pt x="1046035" y="14097"/>
                  </a:lnTo>
                  <a:lnTo>
                    <a:pt x="1041082" y="6769"/>
                  </a:lnTo>
                  <a:lnTo>
                    <a:pt x="1033754" y="1816"/>
                  </a:lnTo>
                  <a:lnTo>
                    <a:pt x="1024763" y="0"/>
                  </a:lnTo>
                  <a:lnTo>
                    <a:pt x="1015784" y="1816"/>
                  </a:lnTo>
                  <a:lnTo>
                    <a:pt x="1008443" y="6769"/>
                  </a:lnTo>
                  <a:lnTo>
                    <a:pt x="1003503" y="14097"/>
                  </a:lnTo>
                  <a:lnTo>
                    <a:pt x="1001687" y="23088"/>
                  </a:lnTo>
                  <a:lnTo>
                    <a:pt x="1003503" y="32067"/>
                  </a:lnTo>
                  <a:lnTo>
                    <a:pt x="1008443" y="39395"/>
                  </a:lnTo>
                  <a:lnTo>
                    <a:pt x="1015784" y="44348"/>
                  </a:lnTo>
                  <a:lnTo>
                    <a:pt x="1024763" y="46164"/>
                  </a:lnTo>
                  <a:lnTo>
                    <a:pt x="1033754" y="44348"/>
                  </a:lnTo>
                  <a:lnTo>
                    <a:pt x="1041082" y="39395"/>
                  </a:lnTo>
                  <a:lnTo>
                    <a:pt x="1046035" y="32067"/>
                  </a:lnTo>
                  <a:lnTo>
                    <a:pt x="1047838" y="23088"/>
                  </a:lnTo>
                  <a:close/>
                </a:path>
                <a:path w="1321434" h="46354">
                  <a:moveTo>
                    <a:pt x="1138910" y="23088"/>
                  </a:moveTo>
                  <a:lnTo>
                    <a:pt x="1137094" y="14097"/>
                  </a:lnTo>
                  <a:lnTo>
                    <a:pt x="1132154" y="6769"/>
                  </a:lnTo>
                  <a:lnTo>
                    <a:pt x="1124813" y="1816"/>
                  </a:lnTo>
                  <a:lnTo>
                    <a:pt x="1115822" y="0"/>
                  </a:lnTo>
                  <a:lnTo>
                    <a:pt x="1106843" y="1816"/>
                  </a:lnTo>
                  <a:lnTo>
                    <a:pt x="1099515" y="6769"/>
                  </a:lnTo>
                  <a:lnTo>
                    <a:pt x="1094562" y="14097"/>
                  </a:lnTo>
                  <a:lnTo>
                    <a:pt x="1092746" y="23088"/>
                  </a:lnTo>
                  <a:lnTo>
                    <a:pt x="1094562" y="32067"/>
                  </a:lnTo>
                  <a:lnTo>
                    <a:pt x="1099515" y="39395"/>
                  </a:lnTo>
                  <a:lnTo>
                    <a:pt x="1106843" y="44348"/>
                  </a:lnTo>
                  <a:lnTo>
                    <a:pt x="1115822" y="46164"/>
                  </a:lnTo>
                  <a:lnTo>
                    <a:pt x="1124813" y="44348"/>
                  </a:lnTo>
                  <a:lnTo>
                    <a:pt x="1132154" y="39395"/>
                  </a:lnTo>
                  <a:lnTo>
                    <a:pt x="1137094" y="32067"/>
                  </a:lnTo>
                  <a:lnTo>
                    <a:pt x="1138910" y="23088"/>
                  </a:lnTo>
                  <a:close/>
                </a:path>
                <a:path w="1321434" h="46354">
                  <a:moveTo>
                    <a:pt x="1229969" y="23088"/>
                  </a:moveTo>
                  <a:lnTo>
                    <a:pt x="1228153" y="14097"/>
                  </a:lnTo>
                  <a:lnTo>
                    <a:pt x="1223213" y="6769"/>
                  </a:lnTo>
                  <a:lnTo>
                    <a:pt x="1215872" y="1816"/>
                  </a:lnTo>
                  <a:lnTo>
                    <a:pt x="1206893" y="0"/>
                  </a:lnTo>
                  <a:lnTo>
                    <a:pt x="1197914" y="1816"/>
                  </a:lnTo>
                  <a:lnTo>
                    <a:pt x="1190574" y="6769"/>
                  </a:lnTo>
                  <a:lnTo>
                    <a:pt x="1185633" y="14097"/>
                  </a:lnTo>
                  <a:lnTo>
                    <a:pt x="1183817" y="23088"/>
                  </a:lnTo>
                  <a:lnTo>
                    <a:pt x="1185633" y="32067"/>
                  </a:lnTo>
                  <a:lnTo>
                    <a:pt x="1190574" y="39395"/>
                  </a:lnTo>
                  <a:lnTo>
                    <a:pt x="1197914" y="44348"/>
                  </a:lnTo>
                  <a:lnTo>
                    <a:pt x="1206893" y="46164"/>
                  </a:lnTo>
                  <a:lnTo>
                    <a:pt x="1215872" y="44348"/>
                  </a:lnTo>
                  <a:lnTo>
                    <a:pt x="1223213" y="39395"/>
                  </a:lnTo>
                  <a:lnTo>
                    <a:pt x="1228153" y="32067"/>
                  </a:lnTo>
                  <a:lnTo>
                    <a:pt x="1229969" y="23088"/>
                  </a:lnTo>
                  <a:close/>
                </a:path>
                <a:path w="1321434" h="46354">
                  <a:moveTo>
                    <a:pt x="1321028" y="23088"/>
                  </a:moveTo>
                  <a:lnTo>
                    <a:pt x="1319225" y="14097"/>
                  </a:lnTo>
                  <a:lnTo>
                    <a:pt x="1314272" y="6769"/>
                  </a:lnTo>
                  <a:lnTo>
                    <a:pt x="1306944" y="1816"/>
                  </a:lnTo>
                  <a:lnTo>
                    <a:pt x="1297952" y="0"/>
                  </a:lnTo>
                  <a:lnTo>
                    <a:pt x="1288973" y="1816"/>
                  </a:lnTo>
                  <a:lnTo>
                    <a:pt x="1281633" y="6769"/>
                  </a:lnTo>
                  <a:lnTo>
                    <a:pt x="1276692" y="14097"/>
                  </a:lnTo>
                  <a:lnTo>
                    <a:pt x="1274876" y="23088"/>
                  </a:lnTo>
                  <a:lnTo>
                    <a:pt x="1276692" y="32067"/>
                  </a:lnTo>
                  <a:lnTo>
                    <a:pt x="1281633" y="39395"/>
                  </a:lnTo>
                  <a:lnTo>
                    <a:pt x="1288973" y="44348"/>
                  </a:lnTo>
                  <a:lnTo>
                    <a:pt x="1297952" y="46164"/>
                  </a:lnTo>
                  <a:lnTo>
                    <a:pt x="1306944" y="44348"/>
                  </a:lnTo>
                  <a:lnTo>
                    <a:pt x="1314272" y="39395"/>
                  </a:lnTo>
                  <a:lnTo>
                    <a:pt x="1319225" y="32067"/>
                  </a:lnTo>
                  <a:lnTo>
                    <a:pt x="1321028" y="23088"/>
                  </a:lnTo>
                  <a:close/>
                </a:path>
              </a:pathLst>
            </a:custGeom>
            <a:solidFill>
              <a:srgbClr val="A1D5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16521303" y="8367442"/>
              <a:ext cx="421640" cy="421640"/>
            </a:xfrm>
            <a:custGeom>
              <a:avLst/>
              <a:gdLst/>
              <a:ahLst/>
              <a:cxnLst/>
              <a:rect l="l" t="t" r="r" b="b"/>
              <a:pathLst>
                <a:path w="421640" h="421640">
                  <a:moveTo>
                    <a:pt x="0" y="0"/>
                  </a:moveTo>
                  <a:lnTo>
                    <a:pt x="0" y="421065"/>
                  </a:lnTo>
                  <a:lnTo>
                    <a:pt x="421065" y="4210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D5D0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16440064" y="8266774"/>
              <a:ext cx="81280" cy="622935"/>
            </a:xfrm>
            <a:custGeom>
              <a:avLst/>
              <a:gdLst/>
              <a:ahLst/>
              <a:cxnLst/>
              <a:rect l="l" t="t" r="r" b="b"/>
              <a:pathLst>
                <a:path w="81280" h="622934">
                  <a:moveTo>
                    <a:pt x="81233" y="0"/>
                  </a:moveTo>
                  <a:lnTo>
                    <a:pt x="0" y="0"/>
                  </a:lnTo>
                  <a:lnTo>
                    <a:pt x="0" y="622410"/>
                  </a:lnTo>
                  <a:lnTo>
                    <a:pt x="81233" y="622410"/>
                  </a:lnTo>
                  <a:lnTo>
                    <a:pt x="81233" y="0"/>
                  </a:lnTo>
                  <a:close/>
                </a:path>
              </a:pathLst>
            </a:custGeom>
            <a:solidFill>
              <a:srgbClr val="A6D7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 descr=""/>
            <p:cNvSpPr/>
            <p:nvPr/>
          </p:nvSpPr>
          <p:spPr>
            <a:xfrm>
              <a:off x="16377247" y="8289131"/>
              <a:ext cx="180975" cy="577850"/>
            </a:xfrm>
            <a:custGeom>
              <a:avLst/>
              <a:gdLst/>
              <a:ahLst/>
              <a:cxnLst/>
              <a:rect l="l" t="t" r="r" b="b"/>
              <a:pathLst>
                <a:path w="180975" h="577850">
                  <a:moveTo>
                    <a:pt x="62814" y="539216"/>
                  </a:moveTo>
                  <a:lnTo>
                    <a:pt x="0" y="539216"/>
                  </a:lnTo>
                  <a:lnTo>
                    <a:pt x="0" y="561568"/>
                  </a:lnTo>
                  <a:lnTo>
                    <a:pt x="62814" y="561568"/>
                  </a:lnTo>
                  <a:lnTo>
                    <a:pt x="62814" y="539216"/>
                  </a:lnTo>
                  <a:close/>
                </a:path>
                <a:path w="180975" h="577850">
                  <a:moveTo>
                    <a:pt x="62814" y="434594"/>
                  </a:moveTo>
                  <a:lnTo>
                    <a:pt x="0" y="434594"/>
                  </a:lnTo>
                  <a:lnTo>
                    <a:pt x="0" y="456958"/>
                  </a:lnTo>
                  <a:lnTo>
                    <a:pt x="62814" y="456958"/>
                  </a:lnTo>
                  <a:lnTo>
                    <a:pt x="62814" y="434594"/>
                  </a:lnTo>
                  <a:close/>
                </a:path>
                <a:path w="180975" h="577850">
                  <a:moveTo>
                    <a:pt x="62814" y="329984"/>
                  </a:moveTo>
                  <a:lnTo>
                    <a:pt x="0" y="329984"/>
                  </a:lnTo>
                  <a:lnTo>
                    <a:pt x="0" y="352336"/>
                  </a:lnTo>
                  <a:lnTo>
                    <a:pt x="62814" y="352336"/>
                  </a:lnTo>
                  <a:lnTo>
                    <a:pt x="62814" y="329984"/>
                  </a:lnTo>
                  <a:close/>
                </a:path>
                <a:path w="180975" h="577850">
                  <a:moveTo>
                    <a:pt x="62814" y="225374"/>
                  </a:moveTo>
                  <a:lnTo>
                    <a:pt x="0" y="225374"/>
                  </a:lnTo>
                  <a:lnTo>
                    <a:pt x="0" y="247726"/>
                  </a:lnTo>
                  <a:lnTo>
                    <a:pt x="62814" y="247726"/>
                  </a:lnTo>
                  <a:lnTo>
                    <a:pt x="62814" y="225374"/>
                  </a:lnTo>
                  <a:close/>
                </a:path>
                <a:path w="180975" h="577850">
                  <a:moveTo>
                    <a:pt x="62814" y="120751"/>
                  </a:moveTo>
                  <a:lnTo>
                    <a:pt x="0" y="120751"/>
                  </a:lnTo>
                  <a:lnTo>
                    <a:pt x="0" y="143116"/>
                  </a:lnTo>
                  <a:lnTo>
                    <a:pt x="62814" y="143116"/>
                  </a:lnTo>
                  <a:lnTo>
                    <a:pt x="62814" y="120751"/>
                  </a:lnTo>
                  <a:close/>
                </a:path>
                <a:path w="180975" h="577850">
                  <a:moveTo>
                    <a:pt x="62814" y="16141"/>
                  </a:moveTo>
                  <a:lnTo>
                    <a:pt x="0" y="16141"/>
                  </a:lnTo>
                  <a:lnTo>
                    <a:pt x="0" y="38493"/>
                  </a:lnTo>
                  <a:lnTo>
                    <a:pt x="62814" y="38493"/>
                  </a:lnTo>
                  <a:lnTo>
                    <a:pt x="62814" y="16141"/>
                  </a:lnTo>
                  <a:close/>
                </a:path>
                <a:path w="180975" h="577850">
                  <a:moveTo>
                    <a:pt x="180365" y="523062"/>
                  </a:moveTo>
                  <a:lnTo>
                    <a:pt x="144043" y="523062"/>
                  </a:lnTo>
                  <a:lnTo>
                    <a:pt x="144043" y="577710"/>
                  </a:lnTo>
                  <a:lnTo>
                    <a:pt x="180365" y="577710"/>
                  </a:lnTo>
                  <a:lnTo>
                    <a:pt x="180365" y="523062"/>
                  </a:lnTo>
                  <a:close/>
                </a:path>
                <a:path w="180975" h="577850">
                  <a:moveTo>
                    <a:pt x="180365" y="418452"/>
                  </a:moveTo>
                  <a:lnTo>
                    <a:pt x="144043" y="418452"/>
                  </a:lnTo>
                  <a:lnTo>
                    <a:pt x="144043" y="473087"/>
                  </a:lnTo>
                  <a:lnTo>
                    <a:pt x="180365" y="473087"/>
                  </a:lnTo>
                  <a:lnTo>
                    <a:pt x="180365" y="418452"/>
                  </a:lnTo>
                  <a:close/>
                </a:path>
                <a:path w="180975" h="577850">
                  <a:moveTo>
                    <a:pt x="180365" y="313842"/>
                  </a:moveTo>
                  <a:lnTo>
                    <a:pt x="144043" y="313842"/>
                  </a:lnTo>
                  <a:lnTo>
                    <a:pt x="144043" y="368477"/>
                  </a:lnTo>
                  <a:lnTo>
                    <a:pt x="180365" y="368477"/>
                  </a:lnTo>
                  <a:lnTo>
                    <a:pt x="180365" y="313842"/>
                  </a:lnTo>
                  <a:close/>
                </a:path>
                <a:path w="180975" h="577850">
                  <a:moveTo>
                    <a:pt x="180365" y="209219"/>
                  </a:moveTo>
                  <a:lnTo>
                    <a:pt x="144043" y="209219"/>
                  </a:lnTo>
                  <a:lnTo>
                    <a:pt x="144043" y="263855"/>
                  </a:lnTo>
                  <a:lnTo>
                    <a:pt x="180365" y="263855"/>
                  </a:lnTo>
                  <a:lnTo>
                    <a:pt x="180365" y="209219"/>
                  </a:lnTo>
                  <a:close/>
                </a:path>
                <a:path w="180975" h="577850">
                  <a:moveTo>
                    <a:pt x="180365" y="104609"/>
                  </a:moveTo>
                  <a:lnTo>
                    <a:pt x="144043" y="104609"/>
                  </a:lnTo>
                  <a:lnTo>
                    <a:pt x="144043" y="159245"/>
                  </a:lnTo>
                  <a:lnTo>
                    <a:pt x="180365" y="159245"/>
                  </a:lnTo>
                  <a:lnTo>
                    <a:pt x="180365" y="104609"/>
                  </a:lnTo>
                  <a:close/>
                </a:path>
                <a:path w="180975" h="577850">
                  <a:moveTo>
                    <a:pt x="180365" y="0"/>
                  </a:moveTo>
                  <a:lnTo>
                    <a:pt x="144043" y="0"/>
                  </a:lnTo>
                  <a:lnTo>
                    <a:pt x="144043" y="54635"/>
                  </a:lnTo>
                  <a:lnTo>
                    <a:pt x="180365" y="54635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3D46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16492272" y="8266774"/>
              <a:ext cx="29209" cy="622935"/>
            </a:xfrm>
            <a:custGeom>
              <a:avLst/>
              <a:gdLst/>
              <a:ahLst/>
              <a:cxnLst/>
              <a:rect l="l" t="t" r="r" b="b"/>
              <a:pathLst>
                <a:path w="29209" h="622934">
                  <a:moveTo>
                    <a:pt x="29025" y="0"/>
                  </a:moveTo>
                  <a:lnTo>
                    <a:pt x="0" y="0"/>
                  </a:lnTo>
                  <a:lnTo>
                    <a:pt x="0" y="622410"/>
                  </a:lnTo>
                  <a:lnTo>
                    <a:pt x="29025" y="622410"/>
                  </a:lnTo>
                  <a:lnTo>
                    <a:pt x="29025" y="0"/>
                  </a:lnTo>
                  <a:close/>
                </a:path>
              </a:pathLst>
            </a:custGeom>
            <a:solidFill>
              <a:srgbClr val="A6D7D2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 descr=""/>
            <p:cNvSpPr/>
            <p:nvPr/>
          </p:nvSpPr>
          <p:spPr>
            <a:xfrm>
              <a:off x="17850356" y="8266774"/>
              <a:ext cx="81280" cy="622935"/>
            </a:xfrm>
            <a:custGeom>
              <a:avLst/>
              <a:gdLst/>
              <a:ahLst/>
              <a:cxnLst/>
              <a:rect l="l" t="t" r="r" b="b"/>
              <a:pathLst>
                <a:path w="81280" h="622934">
                  <a:moveTo>
                    <a:pt x="81233" y="0"/>
                  </a:moveTo>
                  <a:lnTo>
                    <a:pt x="0" y="0"/>
                  </a:lnTo>
                  <a:lnTo>
                    <a:pt x="0" y="622410"/>
                  </a:lnTo>
                  <a:lnTo>
                    <a:pt x="81233" y="622410"/>
                  </a:lnTo>
                  <a:lnTo>
                    <a:pt x="81233" y="0"/>
                  </a:lnTo>
                  <a:close/>
                </a:path>
              </a:pathLst>
            </a:custGeom>
            <a:solidFill>
              <a:srgbClr val="A6D7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 descr=""/>
            <p:cNvSpPr/>
            <p:nvPr/>
          </p:nvSpPr>
          <p:spPr>
            <a:xfrm>
              <a:off x="17814024" y="8289131"/>
              <a:ext cx="180975" cy="577850"/>
            </a:xfrm>
            <a:custGeom>
              <a:avLst/>
              <a:gdLst/>
              <a:ahLst/>
              <a:cxnLst/>
              <a:rect l="l" t="t" r="r" b="b"/>
              <a:pathLst>
                <a:path w="180975" h="577850">
                  <a:moveTo>
                    <a:pt x="36322" y="523062"/>
                  </a:moveTo>
                  <a:lnTo>
                    <a:pt x="0" y="523062"/>
                  </a:lnTo>
                  <a:lnTo>
                    <a:pt x="0" y="577710"/>
                  </a:lnTo>
                  <a:lnTo>
                    <a:pt x="36322" y="577710"/>
                  </a:lnTo>
                  <a:lnTo>
                    <a:pt x="36322" y="523062"/>
                  </a:lnTo>
                  <a:close/>
                </a:path>
                <a:path w="180975" h="577850">
                  <a:moveTo>
                    <a:pt x="36322" y="418452"/>
                  </a:moveTo>
                  <a:lnTo>
                    <a:pt x="0" y="418452"/>
                  </a:lnTo>
                  <a:lnTo>
                    <a:pt x="0" y="473087"/>
                  </a:lnTo>
                  <a:lnTo>
                    <a:pt x="36322" y="473087"/>
                  </a:lnTo>
                  <a:lnTo>
                    <a:pt x="36322" y="418452"/>
                  </a:lnTo>
                  <a:close/>
                </a:path>
                <a:path w="180975" h="577850">
                  <a:moveTo>
                    <a:pt x="36322" y="313842"/>
                  </a:moveTo>
                  <a:lnTo>
                    <a:pt x="0" y="313842"/>
                  </a:lnTo>
                  <a:lnTo>
                    <a:pt x="0" y="368477"/>
                  </a:lnTo>
                  <a:lnTo>
                    <a:pt x="36322" y="368477"/>
                  </a:lnTo>
                  <a:lnTo>
                    <a:pt x="36322" y="313842"/>
                  </a:lnTo>
                  <a:close/>
                </a:path>
                <a:path w="180975" h="577850">
                  <a:moveTo>
                    <a:pt x="36322" y="209219"/>
                  </a:moveTo>
                  <a:lnTo>
                    <a:pt x="0" y="209219"/>
                  </a:lnTo>
                  <a:lnTo>
                    <a:pt x="0" y="263855"/>
                  </a:lnTo>
                  <a:lnTo>
                    <a:pt x="36322" y="263855"/>
                  </a:lnTo>
                  <a:lnTo>
                    <a:pt x="36322" y="209219"/>
                  </a:lnTo>
                  <a:close/>
                </a:path>
                <a:path w="180975" h="577850">
                  <a:moveTo>
                    <a:pt x="36322" y="104609"/>
                  </a:moveTo>
                  <a:lnTo>
                    <a:pt x="0" y="104609"/>
                  </a:lnTo>
                  <a:lnTo>
                    <a:pt x="0" y="159245"/>
                  </a:lnTo>
                  <a:lnTo>
                    <a:pt x="36322" y="159245"/>
                  </a:lnTo>
                  <a:lnTo>
                    <a:pt x="36322" y="104609"/>
                  </a:lnTo>
                  <a:close/>
                </a:path>
                <a:path w="180975" h="577850">
                  <a:moveTo>
                    <a:pt x="36322" y="0"/>
                  </a:moveTo>
                  <a:lnTo>
                    <a:pt x="0" y="0"/>
                  </a:lnTo>
                  <a:lnTo>
                    <a:pt x="0" y="54635"/>
                  </a:lnTo>
                  <a:lnTo>
                    <a:pt x="36322" y="54635"/>
                  </a:lnTo>
                  <a:lnTo>
                    <a:pt x="36322" y="0"/>
                  </a:lnTo>
                  <a:close/>
                </a:path>
                <a:path w="180975" h="577850">
                  <a:moveTo>
                    <a:pt x="180378" y="539216"/>
                  </a:moveTo>
                  <a:lnTo>
                    <a:pt x="117563" y="539216"/>
                  </a:lnTo>
                  <a:lnTo>
                    <a:pt x="117563" y="561568"/>
                  </a:lnTo>
                  <a:lnTo>
                    <a:pt x="180378" y="561568"/>
                  </a:lnTo>
                  <a:lnTo>
                    <a:pt x="180378" y="539216"/>
                  </a:lnTo>
                  <a:close/>
                </a:path>
                <a:path w="180975" h="577850">
                  <a:moveTo>
                    <a:pt x="180378" y="434594"/>
                  </a:moveTo>
                  <a:lnTo>
                    <a:pt x="117563" y="434594"/>
                  </a:lnTo>
                  <a:lnTo>
                    <a:pt x="117563" y="456958"/>
                  </a:lnTo>
                  <a:lnTo>
                    <a:pt x="180378" y="456958"/>
                  </a:lnTo>
                  <a:lnTo>
                    <a:pt x="180378" y="434594"/>
                  </a:lnTo>
                  <a:close/>
                </a:path>
                <a:path w="180975" h="577850">
                  <a:moveTo>
                    <a:pt x="180378" y="329984"/>
                  </a:moveTo>
                  <a:lnTo>
                    <a:pt x="117563" y="329984"/>
                  </a:lnTo>
                  <a:lnTo>
                    <a:pt x="117563" y="352336"/>
                  </a:lnTo>
                  <a:lnTo>
                    <a:pt x="180378" y="352336"/>
                  </a:lnTo>
                  <a:lnTo>
                    <a:pt x="180378" y="329984"/>
                  </a:lnTo>
                  <a:close/>
                </a:path>
                <a:path w="180975" h="577850">
                  <a:moveTo>
                    <a:pt x="180378" y="225374"/>
                  </a:moveTo>
                  <a:lnTo>
                    <a:pt x="117563" y="225374"/>
                  </a:lnTo>
                  <a:lnTo>
                    <a:pt x="117563" y="247726"/>
                  </a:lnTo>
                  <a:lnTo>
                    <a:pt x="180378" y="247726"/>
                  </a:lnTo>
                  <a:lnTo>
                    <a:pt x="180378" y="225374"/>
                  </a:lnTo>
                  <a:close/>
                </a:path>
                <a:path w="180975" h="577850">
                  <a:moveTo>
                    <a:pt x="180378" y="120751"/>
                  </a:moveTo>
                  <a:lnTo>
                    <a:pt x="117563" y="120751"/>
                  </a:lnTo>
                  <a:lnTo>
                    <a:pt x="117563" y="143116"/>
                  </a:lnTo>
                  <a:lnTo>
                    <a:pt x="180378" y="143116"/>
                  </a:lnTo>
                  <a:lnTo>
                    <a:pt x="180378" y="120751"/>
                  </a:lnTo>
                  <a:close/>
                </a:path>
                <a:path w="180975" h="577850">
                  <a:moveTo>
                    <a:pt x="180378" y="16141"/>
                  </a:moveTo>
                  <a:lnTo>
                    <a:pt x="117563" y="16141"/>
                  </a:lnTo>
                  <a:lnTo>
                    <a:pt x="117563" y="38493"/>
                  </a:lnTo>
                  <a:lnTo>
                    <a:pt x="180378" y="38493"/>
                  </a:lnTo>
                  <a:lnTo>
                    <a:pt x="180378" y="16141"/>
                  </a:lnTo>
                  <a:close/>
                </a:path>
              </a:pathLst>
            </a:custGeom>
            <a:solidFill>
              <a:srgbClr val="3D46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 descr=""/>
            <p:cNvSpPr/>
            <p:nvPr/>
          </p:nvSpPr>
          <p:spPr>
            <a:xfrm>
              <a:off x="17850356" y="8266774"/>
              <a:ext cx="29209" cy="622935"/>
            </a:xfrm>
            <a:custGeom>
              <a:avLst/>
              <a:gdLst/>
              <a:ahLst/>
              <a:cxnLst/>
              <a:rect l="l" t="t" r="r" b="b"/>
              <a:pathLst>
                <a:path w="29209" h="622934">
                  <a:moveTo>
                    <a:pt x="29025" y="0"/>
                  </a:moveTo>
                  <a:lnTo>
                    <a:pt x="0" y="0"/>
                  </a:lnTo>
                  <a:lnTo>
                    <a:pt x="0" y="622410"/>
                  </a:lnTo>
                  <a:lnTo>
                    <a:pt x="29025" y="622410"/>
                  </a:lnTo>
                  <a:lnTo>
                    <a:pt x="29025" y="0"/>
                  </a:lnTo>
                  <a:close/>
                </a:path>
              </a:pathLst>
            </a:custGeom>
            <a:solidFill>
              <a:srgbClr val="A6D7D2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17847430" y="7537751"/>
              <a:ext cx="842644" cy="842644"/>
            </a:xfrm>
            <a:custGeom>
              <a:avLst/>
              <a:gdLst/>
              <a:ahLst/>
              <a:cxnLst/>
              <a:rect l="l" t="t" r="r" b="b"/>
              <a:pathLst>
                <a:path w="842644" h="842645">
                  <a:moveTo>
                    <a:pt x="421065" y="0"/>
                  </a:moveTo>
                  <a:lnTo>
                    <a:pt x="0" y="0"/>
                  </a:lnTo>
                  <a:lnTo>
                    <a:pt x="0" y="321728"/>
                  </a:lnTo>
                  <a:lnTo>
                    <a:pt x="192088" y="321728"/>
                  </a:lnTo>
                  <a:lnTo>
                    <a:pt x="240538" y="325294"/>
                  </a:lnTo>
                  <a:lnTo>
                    <a:pt x="286803" y="335652"/>
                  </a:lnTo>
                  <a:lnTo>
                    <a:pt x="330371" y="352290"/>
                  </a:lnTo>
                  <a:lnTo>
                    <a:pt x="370730" y="374696"/>
                  </a:lnTo>
                  <a:lnTo>
                    <a:pt x="407368" y="402358"/>
                  </a:lnTo>
                  <a:lnTo>
                    <a:pt x="439774" y="434764"/>
                  </a:lnTo>
                  <a:lnTo>
                    <a:pt x="467435" y="471403"/>
                  </a:lnTo>
                  <a:lnTo>
                    <a:pt x="489841" y="511764"/>
                  </a:lnTo>
                  <a:lnTo>
                    <a:pt x="506478" y="555333"/>
                  </a:lnTo>
                  <a:lnTo>
                    <a:pt x="516836" y="601600"/>
                  </a:lnTo>
                  <a:lnTo>
                    <a:pt x="520403" y="650053"/>
                  </a:lnTo>
                  <a:lnTo>
                    <a:pt x="520403" y="842141"/>
                  </a:lnTo>
                  <a:lnTo>
                    <a:pt x="842131" y="842141"/>
                  </a:lnTo>
                  <a:lnTo>
                    <a:pt x="842131" y="421065"/>
                  </a:lnTo>
                  <a:lnTo>
                    <a:pt x="839298" y="371960"/>
                  </a:lnTo>
                  <a:lnTo>
                    <a:pt x="831010" y="324519"/>
                  </a:lnTo>
                  <a:lnTo>
                    <a:pt x="817583" y="279057"/>
                  </a:lnTo>
                  <a:lnTo>
                    <a:pt x="799333" y="235891"/>
                  </a:lnTo>
                  <a:lnTo>
                    <a:pt x="776576" y="195337"/>
                  </a:lnTo>
                  <a:lnTo>
                    <a:pt x="749627" y="157710"/>
                  </a:lnTo>
                  <a:lnTo>
                    <a:pt x="718804" y="123327"/>
                  </a:lnTo>
                  <a:lnTo>
                    <a:pt x="684420" y="92503"/>
                  </a:lnTo>
                  <a:lnTo>
                    <a:pt x="646793" y="65554"/>
                  </a:lnTo>
                  <a:lnTo>
                    <a:pt x="606239" y="42797"/>
                  </a:lnTo>
                  <a:lnTo>
                    <a:pt x="563073" y="24547"/>
                  </a:lnTo>
                  <a:lnTo>
                    <a:pt x="517612" y="11120"/>
                  </a:lnTo>
                  <a:lnTo>
                    <a:pt x="470170" y="2832"/>
                  </a:lnTo>
                  <a:lnTo>
                    <a:pt x="421065" y="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17986498" y="7607299"/>
              <a:ext cx="633730" cy="633730"/>
            </a:xfrm>
            <a:custGeom>
              <a:avLst/>
              <a:gdLst/>
              <a:ahLst/>
              <a:cxnLst/>
              <a:rect l="l" t="t" r="r" b="b"/>
              <a:pathLst>
                <a:path w="633730" h="633729">
                  <a:moveTo>
                    <a:pt x="281991" y="0"/>
                  </a:moveTo>
                  <a:lnTo>
                    <a:pt x="0" y="0"/>
                  </a:lnTo>
                  <a:lnTo>
                    <a:pt x="0" y="59600"/>
                  </a:lnTo>
                  <a:lnTo>
                    <a:pt x="281991" y="59600"/>
                  </a:lnTo>
                  <a:lnTo>
                    <a:pt x="329280" y="63427"/>
                  </a:lnTo>
                  <a:lnTo>
                    <a:pt x="374162" y="74506"/>
                  </a:lnTo>
                  <a:lnTo>
                    <a:pt x="416032" y="92231"/>
                  </a:lnTo>
                  <a:lnTo>
                    <a:pt x="454285" y="115996"/>
                  </a:lnTo>
                  <a:lnTo>
                    <a:pt x="488313" y="145195"/>
                  </a:lnTo>
                  <a:lnTo>
                    <a:pt x="517513" y="179224"/>
                  </a:lnTo>
                  <a:lnTo>
                    <a:pt x="541278" y="217476"/>
                  </a:lnTo>
                  <a:lnTo>
                    <a:pt x="559002" y="259346"/>
                  </a:lnTo>
                  <a:lnTo>
                    <a:pt x="570081" y="304228"/>
                  </a:lnTo>
                  <a:lnTo>
                    <a:pt x="573909" y="351518"/>
                  </a:lnTo>
                  <a:lnTo>
                    <a:pt x="573909" y="633509"/>
                  </a:lnTo>
                  <a:lnTo>
                    <a:pt x="633509" y="633509"/>
                  </a:lnTo>
                  <a:lnTo>
                    <a:pt x="633509" y="351518"/>
                  </a:lnTo>
                  <a:lnTo>
                    <a:pt x="630294" y="303884"/>
                  </a:lnTo>
                  <a:lnTo>
                    <a:pt x="620932" y="258178"/>
                  </a:lnTo>
                  <a:lnTo>
                    <a:pt x="605843" y="214822"/>
                  </a:lnTo>
                  <a:lnTo>
                    <a:pt x="585450" y="174238"/>
                  </a:lnTo>
                  <a:lnTo>
                    <a:pt x="560174" y="136848"/>
                  </a:lnTo>
                  <a:lnTo>
                    <a:pt x="530439" y="103074"/>
                  </a:lnTo>
                  <a:lnTo>
                    <a:pt x="496665" y="73337"/>
                  </a:lnTo>
                  <a:lnTo>
                    <a:pt x="459275" y="48061"/>
                  </a:lnTo>
                  <a:lnTo>
                    <a:pt x="418691" y="27667"/>
                  </a:lnTo>
                  <a:lnTo>
                    <a:pt x="375334" y="12578"/>
                  </a:lnTo>
                  <a:lnTo>
                    <a:pt x="329627" y="3214"/>
                  </a:lnTo>
                  <a:lnTo>
                    <a:pt x="28199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 descr=""/>
            <p:cNvSpPr/>
            <p:nvPr/>
          </p:nvSpPr>
          <p:spPr>
            <a:xfrm>
              <a:off x="17847430" y="7859480"/>
              <a:ext cx="520700" cy="520700"/>
            </a:xfrm>
            <a:custGeom>
              <a:avLst/>
              <a:gdLst/>
              <a:ahLst/>
              <a:cxnLst/>
              <a:rect l="l" t="t" r="r" b="b"/>
              <a:pathLst>
                <a:path w="520700" h="520700">
                  <a:moveTo>
                    <a:pt x="192088" y="0"/>
                  </a:moveTo>
                  <a:lnTo>
                    <a:pt x="0" y="0"/>
                  </a:lnTo>
                  <a:lnTo>
                    <a:pt x="0" y="99337"/>
                  </a:lnTo>
                  <a:lnTo>
                    <a:pt x="192077" y="99337"/>
                  </a:lnTo>
                  <a:lnTo>
                    <a:pt x="238227" y="103989"/>
                  </a:lnTo>
                  <a:lnTo>
                    <a:pt x="281210" y="117332"/>
                  </a:lnTo>
                  <a:lnTo>
                    <a:pt x="320107" y="138444"/>
                  </a:lnTo>
                  <a:lnTo>
                    <a:pt x="353997" y="166405"/>
                  </a:lnTo>
                  <a:lnTo>
                    <a:pt x="381958" y="200295"/>
                  </a:lnTo>
                  <a:lnTo>
                    <a:pt x="403070" y="239192"/>
                  </a:lnTo>
                  <a:lnTo>
                    <a:pt x="416413" y="282175"/>
                  </a:lnTo>
                  <a:lnTo>
                    <a:pt x="421065" y="328325"/>
                  </a:lnTo>
                  <a:lnTo>
                    <a:pt x="421065" y="520413"/>
                  </a:lnTo>
                  <a:lnTo>
                    <a:pt x="520403" y="520413"/>
                  </a:lnTo>
                  <a:lnTo>
                    <a:pt x="520403" y="328325"/>
                  </a:lnTo>
                  <a:lnTo>
                    <a:pt x="516836" y="279872"/>
                  </a:lnTo>
                  <a:lnTo>
                    <a:pt x="506478" y="233605"/>
                  </a:lnTo>
                  <a:lnTo>
                    <a:pt x="489841" y="190035"/>
                  </a:lnTo>
                  <a:lnTo>
                    <a:pt x="467435" y="149675"/>
                  </a:lnTo>
                  <a:lnTo>
                    <a:pt x="439774" y="113036"/>
                  </a:lnTo>
                  <a:lnTo>
                    <a:pt x="407368" y="80629"/>
                  </a:lnTo>
                  <a:lnTo>
                    <a:pt x="370730" y="52967"/>
                  </a:lnTo>
                  <a:lnTo>
                    <a:pt x="330371" y="30561"/>
                  </a:lnTo>
                  <a:lnTo>
                    <a:pt x="286803" y="13924"/>
                  </a:lnTo>
                  <a:lnTo>
                    <a:pt x="240538" y="3566"/>
                  </a:lnTo>
                  <a:lnTo>
                    <a:pt x="192088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 descr=""/>
            <p:cNvSpPr/>
            <p:nvPr/>
          </p:nvSpPr>
          <p:spPr>
            <a:xfrm>
              <a:off x="18167823" y="8333955"/>
              <a:ext cx="622935" cy="81280"/>
            </a:xfrm>
            <a:custGeom>
              <a:avLst/>
              <a:gdLst/>
              <a:ahLst/>
              <a:cxnLst/>
              <a:rect l="l" t="t" r="r" b="b"/>
              <a:pathLst>
                <a:path w="622934" h="81279">
                  <a:moveTo>
                    <a:pt x="622410" y="0"/>
                  </a:moveTo>
                  <a:lnTo>
                    <a:pt x="0" y="0"/>
                  </a:lnTo>
                  <a:lnTo>
                    <a:pt x="0" y="81233"/>
                  </a:lnTo>
                  <a:lnTo>
                    <a:pt x="622410" y="81233"/>
                  </a:lnTo>
                  <a:lnTo>
                    <a:pt x="622410" y="0"/>
                  </a:lnTo>
                  <a:close/>
                </a:path>
              </a:pathLst>
            </a:custGeom>
            <a:solidFill>
              <a:srgbClr val="A6D7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 descr=""/>
            <p:cNvSpPr/>
            <p:nvPr/>
          </p:nvSpPr>
          <p:spPr>
            <a:xfrm>
              <a:off x="18190160" y="8297640"/>
              <a:ext cx="577850" cy="180975"/>
            </a:xfrm>
            <a:custGeom>
              <a:avLst/>
              <a:gdLst/>
              <a:ahLst/>
              <a:cxnLst/>
              <a:rect l="l" t="t" r="r" b="b"/>
              <a:pathLst>
                <a:path w="577850" h="180975">
                  <a:moveTo>
                    <a:pt x="38506" y="117551"/>
                  </a:moveTo>
                  <a:lnTo>
                    <a:pt x="16154" y="117551"/>
                  </a:lnTo>
                  <a:lnTo>
                    <a:pt x="16154" y="180365"/>
                  </a:lnTo>
                  <a:lnTo>
                    <a:pt x="38506" y="180365"/>
                  </a:lnTo>
                  <a:lnTo>
                    <a:pt x="38506" y="117551"/>
                  </a:lnTo>
                  <a:close/>
                </a:path>
                <a:path w="577850" h="180975">
                  <a:moveTo>
                    <a:pt x="54635" y="0"/>
                  </a:moveTo>
                  <a:lnTo>
                    <a:pt x="0" y="0"/>
                  </a:lnTo>
                  <a:lnTo>
                    <a:pt x="0" y="36322"/>
                  </a:lnTo>
                  <a:lnTo>
                    <a:pt x="54635" y="36322"/>
                  </a:lnTo>
                  <a:lnTo>
                    <a:pt x="54635" y="0"/>
                  </a:lnTo>
                  <a:close/>
                </a:path>
                <a:path w="577850" h="180975">
                  <a:moveTo>
                    <a:pt x="143103" y="117551"/>
                  </a:moveTo>
                  <a:lnTo>
                    <a:pt x="120751" y="117551"/>
                  </a:lnTo>
                  <a:lnTo>
                    <a:pt x="120751" y="180365"/>
                  </a:lnTo>
                  <a:lnTo>
                    <a:pt x="143103" y="180365"/>
                  </a:lnTo>
                  <a:lnTo>
                    <a:pt x="143103" y="117551"/>
                  </a:lnTo>
                  <a:close/>
                </a:path>
                <a:path w="577850" h="180975">
                  <a:moveTo>
                    <a:pt x="159258" y="0"/>
                  </a:moveTo>
                  <a:lnTo>
                    <a:pt x="104622" y="0"/>
                  </a:lnTo>
                  <a:lnTo>
                    <a:pt x="104622" y="36322"/>
                  </a:lnTo>
                  <a:lnTo>
                    <a:pt x="159258" y="36322"/>
                  </a:lnTo>
                  <a:lnTo>
                    <a:pt x="159258" y="0"/>
                  </a:lnTo>
                  <a:close/>
                </a:path>
                <a:path w="577850" h="180975">
                  <a:moveTo>
                    <a:pt x="247738" y="117551"/>
                  </a:moveTo>
                  <a:lnTo>
                    <a:pt x="225374" y="117551"/>
                  </a:lnTo>
                  <a:lnTo>
                    <a:pt x="225374" y="180365"/>
                  </a:lnTo>
                  <a:lnTo>
                    <a:pt x="247738" y="180365"/>
                  </a:lnTo>
                  <a:lnTo>
                    <a:pt x="247738" y="117551"/>
                  </a:lnTo>
                  <a:close/>
                </a:path>
                <a:path w="577850" h="180975">
                  <a:moveTo>
                    <a:pt x="263867" y="0"/>
                  </a:moveTo>
                  <a:lnTo>
                    <a:pt x="209232" y="0"/>
                  </a:lnTo>
                  <a:lnTo>
                    <a:pt x="209232" y="36322"/>
                  </a:lnTo>
                  <a:lnTo>
                    <a:pt x="263867" y="36322"/>
                  </a:lnTo>
                  <a:lnTo>
                    <a:pt x="263867" y="0"/>
                  </a:lnTo>
                  <a:close/>
                </a:path>
                <a:path w="577850" h="180975">
                  <a:moveTo>
                    <a:pt x="352348" y="117551"/>
                  </a:moveTo>
                  <a:lnTo>
                    <a:pt x="329996" y="117551"/>
                  </a:lnTo>
                  <a:lnTo>
                    <a:pt x="329996" y="180365"/>
                  </a:lnTo>
                  <a:lnTo>
                    <a:pt x="352348" y="180365"/>
                  </a:lnTo>
                  <a:lnTo>
                    <a:pt x="352348" y="117551"/>
                  </a:lnTo>
                  <a:close/>
                </a:path>
                <a:path w="577850" h="180975">
                  <a:moveTo>
                    <a:pt x="368490" y="0"/>
                  </a:moveTo>
                  <a:lnTo>
                    <a:pt x="313842" y="0"/>
                  </a:lnTo>
                  <a:lnTo>
                    <a:pt x="313842" y="36322"/>
                  </a:lnTo>
                  <a:lnTo>
                    <a:pt x="368490" y="36322"/>
                  </a:lnTo>
                  <a:lnTo>
                    <a:pt x="368490" y="0"/>
                  </a:lnTo>
                  <a:close/>
                </a:path>
                <a:path w="577850" h="180975">
                  <a:moveTo>
                    <a:pt x="456958" y="117551"/>
                  </a:moveTo>
                  <a:lnTo>
                    <a:pt x="434594" y="117551"/>
                  </a:lnTo>
                  <a:lnTo>
                    <a:pt x="434594" y="180365"/>
                  </a:lnTo>
                  <a:lnTo>
                    <a:pt x="456958" y="180365"/>
                  </a:lnTo>
                  <a:lnTo>
                    <a:pt x="456958" y="117551"/>
                  </a:lnTo>
                  <a:close/>
                </a:path>
                <a:path w="577850" h="180975">
                  <a:moveTo>
                    <a:pt x="473100" y="0"/>
                  </a:moveTo>
                  <a:lnTo>
                    <a:pt x="418465" y="0"/>
                  </a:lnTo>
                  <a:lnTo>
                    <a:pt x="418465" y="36322"/>
                  </a:lnTo>
                  <a:lnTo>
                    <a:pt x="473100" y="36322"/>
                  </a:lnTo>
                  <a:lnTo>
                    <a:pt x="473100" y="0"/>
                  </a:lnTo>
                  <a:close/>
                </a:path>
                <a:path w="577850" h="180975">
                  <a:moveTo>
                    <a:pt x="561568" y="117551"/>
                  </a:moveTo>
                  <a:lnTo>
                    <a:pt x="539216" y="117551"/>
                  </a:lnTo>
                  <a:lnTo>
                    <a:pt x="539216" y="180365"/>
                  </a:lnTo>
                  <a:lnTo>
                    <a:pt x="561568" y="180365"/>
                  </a:lnTo>
                  <a:lnTo>
                    <a:pt x="561568" y="117551"/>
                  </a:lnTo>
                  <a:close/>
                </a:path>
                <a:path w="577850" h="180975">
                  <a:moveTo>
                    <a:pt x="577710" y="0"/>
                  </a:moveTo>
                  <a:lnTo>
                    <a:pt x="523074" y="0"/>
                  </a:lnTo>
                  <a:lnTo>
                    <a:pt x="523074" y="36322"/>
                  </a:lnTo>
                  <a:lnTo>
                    <a:pt x="577710" y="36322"/>
                  </a:lnTo>
                  <a:lnTo>
                    <a:pt x="577710" y="0"/>
                  </a:lnTo>
                  <a:close/>
                </a:path>
              </a:pathLst>
            </a:custGeom>
            <a:solidFill>
              <a:srgbClr val="3D46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 descr=""/>
            <p:cNvSpPr/>
            <p:nvPr/>
          </p:nvSpPr>
          <p:spPr>
            <a:xfrm>
              <a:off x="18167823" y="8333955"/>
              <a:ext cx="622935" cy="29209"/>
            </a:xfrm>
            <a:custGeom>
              <a:avLst/>
              <a:gdLst/>
              <a:ahLst/>
              <a:cxnLst/>
              <a:rect l="l" t="t" r="r" b="b"/>
              <a:pathLst>
                <a:path w="622934" h="29209">
                  <a:moveTo>
                    <a:pt x="622410" y="0"/>
                  </a:moveTo>
                  <a:lnTo>
                    <a:pt x="0" y="0"/>
                  </a:lnTo>
                  <a:lnTo>
                    <a:pt x="0" y="29025"/>
                  </a:lnTo>
                  <a:lnTo>
                    <a:pt x="622410" y="29025"/>
                  </a:lnTo>
                  <a:lnTo>
                    <a:pt x="622410" y="0"/>
                  </a:lnTo>
                  <a:close/>
                </a:path>
              </a:pathLst>
            </a:custGeom>
            <a:solidFill>
              <a:srgbClr val="A6D7D2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 descr=""/>
            <p:cNvSpPr/>
            <p:nvPr/>
          </p:nvSpPr>
          <p:spPr>
            <a:xfrm>
              <a:off x="17820054" y="7437082"/>
              <a:ext cx="81280" cy="622935"/>
            </a:xfrm>
            <a:custGeom>
              <a:avLst/>
              <a:gdLst/>
              <a:ahLst/>
              <a:cxnLst/>
              <a:rect l="l" t="t" r="r" b="b"/>
              <a:pathLst>
                <a:path w="81280" h="622934">
                  <a:moveTo>
                    <a:pt x="81233" y="0"/>
                  </a:moveTo>
                  <a:lnTo>
                    <a:pt x="0" y="0"/>
                  </a:lnTo>
                  <a:lnTo>
                    <a:pt x="0" y="622410"/>
                  </a:lnTo>
                  <a:lnTo>
                    <a:pt x="81233" y="622410"/>
                  </a:lnTo>
                  <a:lnTo>
                    <a:pt x="81233" y="0"/>
                  </a:lnTo>
                  <a:close/>
                </a:path>
              </a:pathLst>
            </a:custGeom>
            <a:solidFill>
              <a:srgbClr val="A6D7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 descr=""/>
            <p:cNvSpPr/>
            <p:nvPr/>
          </p:nvSpPr>
          <p:spPr>
            <a:xfrm>
              <a:off x="17757229" y="7459440"/>
              <a:ext cx="180975" cy="577850"/>
            </a:xfrm>
            <a:custGeom>
              <a:avLst/>
              <a:gdLst/>
              <a:ahLst/>
              <a:cxnLst/>
              <a:rect l="l" t="t" r="r" b="b"/>
              <a:pathLst>
                <a:path w="180975" h="577850">
                  <a:moveTo>
                    <a:pt x="62814" y="539216"/>
                  </a:moveTo>
                  <a:lnTo>
                    <a:pt x="0" y="539216"/>
                  </a:lnTo>
                  <a:lnTo>
                    <a:pt x="0" y="561568"/>
                  </a:lnTo>
                  <a:lnTo>
                    <a:pt x="62814" y="561568"/>
                  </a:lnTo>
                  <a:lnTo>
                    <a:pt x="62814" y="539216"/>
                  </a:lnTo>
                  <a:close/>
                </a:path>
                <a:path w="180975" h="577850">
                  <a:moveTo>
                    <a:pt x="62814" y="434594"/>
                  </a:moveTo>
                  <a:lnTo>
                    <a:pt x="0" y="434594"/>
                  </a:lnTo>
                  <a:lnTo>
                    <a:pt x="0" y="456958"/>
                  </a:lnTo>
                  <a:lnTo>
                    <a:pt x="62814" y="456958"/>
                  </a:lnTo>
                  <a:lnTo>
                    <a:pt x="62814" y="434594"/>
                  </a:lnTo>
                  <a:close/>
                </a:path>
                <a:path w="180975" h="577850">
                  <a:moveTo>
                    <a:pt x="62814" y="329984"/>
                  </a:moveTo>
                  <a:lnTo>
                    <a:pt x="0" y="329984"/>
                  </a:lnTo>
                  <a:lnTo>
                    <a:pt x="0" y="352336"/>
                  </a:lnTo>
                  <a:lnTo>
                    <a:pt x="62814" y="352336"/>
                  </a:lnTo>
                  <a:lnTo>
                    <a:pt x="62814" y="329984"/>
                  </a:lnTo>
                  <a:close/>
                </a:path>
                <a:path w="180975" h="577850">
                  <a:moveTo>
                    <a:pt x="62814" y="225374"/>
                  </a:moveTo>
                  <a:lnTo>
                    <a:pt x="0" y="225374"/>
                  </a:lnTo>
                  <a:lnTo>
                    <a:pt x="0" y="247726"/>
                  </a:lnTo>
                  <a:lnTo>
                    <a:pt x="62814" y="247726"/>
                  </a:lnTo>
                  <a:lnTo>
                    <a:pt x="62814" y="225374"/>
                  </a:lnTo>
                  <a:close/>
                </a:path>
                <a:path w="180975" h="577850">
                  <a:moveTo>
                    <a:pt x="62814" y="120751"/>
                  </a:moveTo>
                  <a:lnTo>
                    <a:pt x="0" y="120751"/>
                  </a:lnTo>
                  <a:lnTo>
                    <a:pt x="0" y="143103"/>
                  </a:lnTo>
                  <a:lnTo>
                    <a:pt x="62814" y="143103"/>
                  </a:lnTo>
                  <a:lnTo>
                    <a:pt x="62814" y="120751"/>
                  </a:lnTo>
                  <a:close/>
                </a:path>
                <a:path w="180975" h="577850">
                  <a:moveTo>
                    <a:pt x="62814" y="16141"/>
                  </a:moveTo>
                  <a:lnTo>
                    <a:pt x="0" y="16141"/>
                  </a:lnTo>
                  <a:lnTo>
                    <a:pt x="0" y="38493"/>
                  </a:lnTo>
                  <a:lnTo>
                    <a:pt x="62814" y="38493"/>
                  </a:lnTo>
                  <a:lnTo>
                    <a:pt x="62814" y="16141"/>
                  </a:lnTo>
                  <a:close/>
                </a:path>
                <a:path w="180975" h="577850">
                  <a:moveTo>
                    <a:pt x="180378" y="523074"/>
                  </a:moveTo>
                  <a:lnTo>
                    <a:pt x="144056" y="523074"/>
                  </a:lnTo>
                  <a:lnTo>
                    <a:pt x="144056" y="577710"/>
                  </a:lnTo>
                  <a:lnTo>
                    <a:pt x="180378" y="577710"/>
                  </a:lnTo>
                  <a:lnTo>
                    <a:pt x="180378" y="523074"/>
                  </a:lnTo>
                  <a:close/>
                </a:path>
                <a:path w="180975" h="577850">
                  <a:moveTo>
                    <a:pt x="180378" y="418452"/>
                  </a:moveTo>
                  <a:lnTo>
                    <a:pt x="144056" y="418452"/>
                  </a:lnTo>
                  <a:lnTo>
                    <a:pt x="144056" y="473087"/>
                  </a:lnTo>
                  <a:lnTo>
                    <a:pt x="180378" y="473087"/>
                  </a:lnTo>
                  <a:lnTo>
                    <a:pt x="180378" y="418452"/>
                  </a:lnTo>
                  <a:close/>
                </a:path>
                <a:path w="180975" h="577850">
                  <a:moveTo>
                    <a:pt x="180378" y="313842"/>
                  </a:moveTo>
                  <a:lnTo>
                    <a:pt x="144056" y="313842"/>
                  </a:lnTo>
                  <a:lnTo>
                    <a:pt x="144056" y="368490"/>
                  </a:lnTo>
                  <a:lnTo>
                    <a:pt x="180378" y="368490"/>
                  </a:lnTo>
                  <a:lnTo>
                    <a:pt x="180378" y="313842"/>
                  </a:lnTo>
                  <a:close/>
                </a:path>
                <a:path w="180975" h="577850">
                  <a:moveTo>
                    <a:pt x="180378" y="209232"/>
                  </a:moveTo>
                  <a:lnTo>
                    <a:pt x="144056" y="209232"/>
                  </a:lnTo>
                  <a:lnTo>
                    <a:pt x="144056" y="263867"/>
                  </a:lnTo>
                  <a:lnTo>
                    <a:pt x="180378" y="263867"/>
                  </a:lnTo>
                  <a:lnTo>
                    <a:pt x="180378" y="209232"/>
                  </a:lnTo>
                  <a:close/>
                </a:path>
                <a:path w="180975" h="577850">
                  <a:moveTo>
                    <a:pt x="180378" y="104622"/>
                  </a:moveTo>
                  <a:lnTo>
                    <a:pt x="144056" y="104622"/>
                  </a:lnTo>
                  <a:lnTo>
                    <a:pt x="144056" y="159258"/>
                  </a:lnTo>
                  <a:lnTo>
                    <a:pt x="180378" y="159258"/>
                  </a:lnTo>
                  <a:lnTo>
                    <a:pt x="180378" y="104622"/>
                  </a:lnTo>
                  <a:close/>
                </a:path>
                <a:path w="180975" h="577850">
                  <a:moveTo>
                    <a:pt x="180378" y="0"/>
                  </a:moveTo>
                  <a:lnTo>
                    <a:pt x="144056" y="0"/>
                  </a:lnTo>
                  <a:lnTo>
                    <a:pt x="144056" y="54635"/>
                  </a:lnTo>
                  <a:lnTo>
                    <a:pt x="180378" y="54635"/>
                  </a:lnTo>
                  <a:lnTo>
                    <a:pt x="180378" y="0"/>
                  </a:lnTo>
                  <a:close/>
                </a:path>
              </a:pathLst>
            </a:custGeom>
            <a:solidFill>
              <a:srgbClr val="3D46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 descr=""/>
            <p:cNvSpPr/>
            <p:nvPr/>
          </p:nvSpPr>
          <p:spPr>
            <a:xfrm>
              <a:off x="17872262" y="7437082"/>
              <a:ext cx="29209" cy="622935"/>
            </a:xfrm>
            <a:custGeom>
              <a:avLst/>
              <a:gdLst/>
              <a:ahLst/>
              <a:cxnLst/>
              <a:rect l="l" t="t" r="r" b="b"/>
              <a:pathLst>
                <a:path w="29209" h="622934">
                  <a:moveTo>
                    <a:pt x="29025" y="0"/>
                  </a:moveTo>
                  <a:lnTo>
                    <a:pt x="0" y="0"/>
                  </a:lnTo>
                  <a:lnTo>
                    <a:pt x="0" y="622410"/>
                  </a:lnTo>
                  <a:lnTo>
                    <a:pt x="29025" y="622410"/>
                  </a:lnTo>
                  <a:lnTo>
                    <a:pt x="29025" y="0"/>
                  </a:lnTo>
                  <a:close/>
                </a:path>
              </a:pathLst>
            </a:custGeom>
            <a:solidFill>
              <a:srgbClr val="A6D7D2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6" name="object 436" descr=""/>
          <p:cNvGrpSpPr/>
          <p:nvPr/>
        </p:nvGrpSpPr>
        <p:grpSpPr>
          <a:xfrm>
            <a:off x="16456880" y="8962501"/>
            <a:ext cx="1284605" cy="1202690"/>
            <a:chOff x="16456880" y="8962501"/>
            <a:chExt cx="1284605" cy="1202690"/>
          </a:xfrm>
        </p:grpSpPr>
        <p:sp>
          <p:nvSpPr>
            <p:cNvPr id="437" name="object 437" descr=""/>
            <p:cNvSpPr/>
            <p:nvPr/>
          </p:nvSpPr>
          <p:spPr>
            <a:xfrm>
              <a:off x="16600928" y="9643025"/>
              <a:ext cx="996315" cy="301625"/>
            </a:xfrm>
            <a:custGeom>
              <a:avLst/>
              <a:gdLst/>
              <a:ahLst/>
              <a:cxnLst/>
              <a:rect l="l" t="t" r="r" b="b"/>
              <a:pathLst>
                <a:path w="996315" h="301625">
                  <a:moveTo>
                    <a:pt x="0" y="301509"/>
                  </a:moveTo>
                  <a:lnTo>
                    <a:pt x="996315" y="301509"/>
                  </a:lnTo>
                  <a:lnTo>
                    <a:pt x="996315" y="0"/>
                  </a:lnTo>
                  <a:lnTo>
                    <a:pt x="0" y="0"/>
                  </a:lnTo>
                  <a:lnTo>
                    <a:pt x="0" y="301509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 descr=""/>
            <p:cNvSpPr/>
            <p:nvPr/>
          </p:nvSpPr>
          <p:spPr>
            <a:xfrm>
              <a:off x="16600928" y="9944534"/>
              <a:ext cx="996315" cy="120014"/>
            </a:xfrm>
            <a:custGeom>
              <a:avLst/>
              <a:gdLst/>
              <a:ahLst/>
              <a:cxnLst/>
              <a:rect l="l" t="t" r="r" b="b"/>
              <a:pathLst>
                <a:path w="996315" h="120015">
                  <a:moveTo>
                    <a:pt x="996315" y="0"/>
                  </a:moveTo>
                  <a:lnTo>
                    <a:pt x="0" y="0"/>
                  </a:lnTo>
                  <a:lnTo>
                    <a:pt x="0" y="119556"/>
                  </a:lnTo>
                  <a:lnTo>
                    <a:pt x="996315" y="119556"/>
                  </a:lnTo>
                  <a:lnTo>
                    <a:pt x="996315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 descr=""/>
            <p:cNvSpPr/>
            <p:nvPr/>
          </p:nvSpPr>
          <p:spPr>
            <a:xfrm>
              <a:off x="16661617" y="9697578"/>
              <a:ext cx="875030" cy="59690"/>
            </a:xfrm>
            <a:custGeom>
              <a:avLst/>
              <a:gdLst/>
              <a:ahLst/>
              <a:cxnLst/>
              <a:rect l="l" t="t" r="r" b="b"/>
              <a:pathLst>
                <a:path w="875030" h="59690">
                  <a:moveTo>
                    <a:pt x="874915" y="0"/>
                  </a:moveTo>
                  <a:lnTo>
                    <a:pt x="0" y="0"/>
                  </a:lnTo>
                  <a:lnTo>
                    <a:pt x="0" y="59600"/>
                  </a:lnTo>
                  <a:lnTo>
                    <a:pt x="874915" y="59600"/>
                  </a:lnTo>
                  <a:lnTo>
                    <a:pt x="874915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 descr=""/>
            <p:cNvSpPr/>
            <p:nvPr/>
          </p:nvSpPr>
          <p:spPr>
            <a:xfrm>
              <a:off x="16600928" y="9643027"/>
              <a:ext cx="421640" cy="421640"/>
            </a:xfrm>
            <a:custGeom>
              <a:avLst/>
              <a:gdLst/>
              <a:ahLst/>
              <a:cxnLst/>
              <a:rect l="l" t="t" r="r" b="b"/>
              <a:pathLst>
                <a:path w="421640" h="421640">
                  <a:moveTo>
                    <a:pt x="0" y="0"/>
                  </a:moveTo>
                  <a:lnTo>
                    <a:pt x="0" y="421065"/>
                  </a:lnTo>
                  <a:lnTo>
                    <a:pt x="421065" y="4210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D5D0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 descr=""/>
            <p:cNvSpPr/>
            <p:nvPr/>
          </p:nvSpPr>
          <p:spPr>
            <a:xfrm>
              <a:off x="16519695" y="9542347"/>
              <a:ext cx="81280" cy="622935"/>
            </a:xfrm>
            <a:custGeom>
              <a:avLst/>
              <a:gdLst/>
              <a:ahLst/>
              <a:cxnLst/>
              <a:rect l="l" t="t" r="r" b="b"/>
              <a:pathLst>
                <a:path w="81280" h="622934">
                  <a:moveTo>
                    <a:pt x="81233" y="0"/>
                  </a:moveTo>
                  <a:lnTo>
                    <a:pt x="0" y="0"/>
                  </a:lnTo>
                  <a:lnTo>
                    <a:pt x="0" y="622410"/>
                  </a:lnTo>
                  <a:lnTo>
                    <a:pt x="81233" y="622410"/>
                  </a:lnTo>
                  <a:lnTo>
                    <a:pt x="81233" y="0"/>
                  </a:lnTo>
                  <a:close/>
                </a:path>
              </a:pathLst>
            </a:custGeom>
            <a:solidFill>
              <a:srgbClr val="A6D7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 descr=""/>
            <p:cNvSpPr/>
            <p:nvPr/>
          </p:nvSpPr>
          <p:spPr>
            <a:xfrm>
              <a:off x="16456876" y="9564706"/>
              <a:ext cx="180975" cy="577850"/>
            </a:xfrm>
            <a:custGeom>
              <a:avLst/>
              <a:gdLst/>
              <a:ahLst/>
              <a:cxnLst/>
              <a:rect l="l" t="t" r="r" b="b"/>
              <a:pathLst>
                <a:path w="180975" h="577850">
                  <a:moveTo>
                    <a:pt x="62814" y="539216"/>
                  </a:moveTo>
                  <a:lnTo>
                    <a:pt x="0" y="539216"/>
                  </a:lnTo>
                  <a:lnTo>
                    <a:pt x="0" y="561581"/>
                  </a:lnTo>
                  <a:lnTo>
                    <a:pt x="62814" y="561581"/>
                  </a:lnTo>
                  <a:lnTo>
                    <a:pt x="62814" y="539216"/>
                  </a:lnTo>
                  <a:close/>
                </a:path>
                <a:path w="180975" h="577850">
                  <a:moveTo>
                    <a:pt x="62814" y="434606"/>
                  </a:moveTo>
                  <a:lnTo>
                    <a:pt x="0" y="434606"/>
                  </a:lnTo>
                  <a:lnTo>
                    <a:pt x="0" y="456958"/>
                  </a:lnTo>
                  <a:lnTo>
                    <a:pt x="62814" y="456958"/>
                  </a:lnTo>
                  <a:lnTo>
                    <a:pt x="62814" y="434606"/>
                  </a:lnTo>
                  <a:close/>
                </a:path>
                <a:path w="180975" h="577850">
                  <a:moveTo>
                    <a:pt x="62814" y="329996"/>
                  </a:moveTo>
                  <a:lnTo>
                    <a:pt x="0" y="329996"/>
                  </a:lnTo>
                  <a:lnTo>
                    <a:pt x="0" y="352348"/>
                  </a:lnTo>
                  <a:lnTo>
                    <a:pt x="62814" y="352348"/>
                  </a:lnTo>
                  <a:lnTo>
                    <a:pt x="62814" y="329996"/>
                  </a:lnTo>
                  <a:close/>
                </a:path>
                <a:path w="180975" h="577850">
                  <a:moveTo>
                    <a:pt x="62814" y="225374"/>
                  </a:moveTo>
                  <a:lnTo>
                    <a:pt x="0" y="225374"/>
                  </a:lnTo>
                  <a:lnTo>
                    <a:pt x="0" y="247738"/>
                  </a:lnTo>
                  <a:lnTo>
                    <a:pt x="62814" y="247738"/>
                  </a:lnTo>
                  <a:lnTo>
                    <a:pt x="62814" y="225374"/>
                  </a:lnTo>
                  <a:close/>
                </a:path>
                <a:path w="180975" h="577850">
                  <a:moveTo>
                    <a:pt x="62814" y="120764"/>
                  </a:moveTo>
                  <a:lnTo>
                    <a:pt x="0" y="120764"/>
                  </a:lnTo>
                  <a:lnTo>
                    <a:pt x="0" y="143116"/>
                  </a:lnTo>
                  <a:lnTo>
                    <a:pt x="62814" y="143116"/>
                  </a:lnTo>
                  <a:lnTo>
                    <a:pt x="62814" y="120764"/>
                  </a:lnTo>
                  <a:close/>
                </a:path>
                <a:path w="180975" h="577850">
                  <a:moveTo>
                    <a:pt x="62814" y="16154"/>
                  </a:moveTo>
                  <a:lnTo>
                    <a:pt x="0" y="16154"/>
                  </a:lnTo>
                  <a:lnTo>
                    <a:pt x="0" y="38506"/>
                  </a:lnTo>
                  <a:lnTo>
                    <a:pt x="62814" y="38506"/>
                  </a:lnTo>
                  <a:lnTo>
                    <a:pt x="62814" y="16154"/>
                  </a:lnTo>
                  <a:close/>
                </a:path>
                <a:path w="180975" h="577850">
                  <a:moveTo>
                    <a:pt x="180365" y="523074"/>
                  </a:moveTo>
                  <a:lnTo>
                    <a:pt x="144043" y="523074"/>
                  </a:lnTo>
                  <a:lnTo>
                    <a:pt x="144043" y="577710"/>
                  </a:lnTo>
                  <a:lnTo>
                    <a:pt x="180365" y="577710"/>
                  </a:lnTo>
                  <a:lnTo>
                    <a:pt x="180365" y="523074"/>
                  </a:lnTo>
                  <a:close/>
                </a:path>
                <a:path w="180975" h="577850">
                  <a:moveTo>
                    <a:pt x="180365" y="418465"/>
                  </a:moveTo>
                  <a:lnTo>
                    <a:pt x="144043" y="418465"/>
                  </a:lnTo>
                  <a:lnTo>
                    <a:pt x="144043" y="473100"/>
                  </a:lnTo>
                  <a:lnTo>
                    <a:pt x="180365" y="473100"/>
                  </a:lnTo>
                  <a:lnTo>
                    <a:pt x="180365" y="418465"/>
                  </a:lnTo>
                  <a:close/>
                </a:path>
                <a:path w="180975" h="577850">
                  <a:moveTo>
                    <a:pt x="180365" y="313842"/>
                  </a:moveTo>
                  <a:lnTo>
                    <a:pt x="144043" y="313842"/>
                  </a:lnTo>
                  <a:lnTo>
                    <a:pt x="144043" y="368490"/>
                  </a:lnTo>
                  <a:lnTo>
                    <a:pt x="180365" y="368490"/>
                  </a:lnTo>
                  <a:lnTo>
                    <a:pt x="180365" y="313842"/>
                  </a:lnTo>
                  <a:close/>
                </a:path>
                <a:path w="180975" h="577850">
                  <a:moveTo>
                    <a:pt x="180365" y="209232"/>
                  </a:moveTo>
                  <a:lnTo>
                    <a:pt x="144043" y="209232"/>
                  </a:lnTo>
                  <a:lnTo>
                    <a:pt x="144043" y="263867"/>
                  </a:lnTo>
                  <a:lnTo>
                    <a:pt x="180365" y="263867"/>
                  </a:lnTo>
                  <a:lnTo>
                    <a:pt x="180365" y="209232"/>
                  </a:lnTo>
                  <a:close/>
                </a:path>
                <a:path w="180975" h="577850">
                  <a:moveTo>
                    <a:pt x="180365" y="104622"/>
                  </a:moveTo>
                  <a:lnTo>
                    <a:pt x="144043" y="104622"/>
                  </a:lnTo>
                  <a:lnTo>
                    <a:pt x="144043" y="159258"/>
                  </a:lnTo>
                  <a:lnTo>
                    <a:pt x="180365" y="159258"/>
                  </a:lnTo>
                  <a:lnTo>
                    <a:pt x="180365" y="104622"/>
                  </a:lnTo>
                  <a:close/>
                </a:path>
                <a:path w="180975" h="577850">
                  <a:moveTo>
                    <a:pt x="180365" y="0"/>
                  </a:moveTo>
                  <a:lnTo>
                    <a:pt x="144043" y="0"/>
                  </a:lnTo>
                  <a:lnTo>
                    <a:pt x="144043" y="54635"/>
                  </a:lnTo>
                  <a:lnTo>
                    <a:pt x="180365" y="54635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3D46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 descr=""/>
            <p:cNvSpPr/>
            <p:nvPr/>
          </p:nvSpPr>
          <p:spPr>
            <a:xfrm>
              <a:off x="16571903" y="9542347"/>
              <a:ext cx="29209" cy="622935"/>
            </a:xfrm>
            <a:custGeom>
              <a:avLst/>
              <a:gdLst/>
              <a:ahLst/>
              <a:cxnLst/>
              <a:rect l="l" t="t" r="r" b="b"/>
              <a:pathLst>
                <a:path w="29209" h="622934">
                  <a:moveTo>
                    <a:pt x="29025" y="0"/>
                  </a:moveTo>
                  <a:lnTo>
                    <a:pt x="0" y="0"/>
                  </a:lnTo>
                  <a:lnTo>
                    <a:pt x="0" y="622410"/>
                  </a:lnTo>
                  <a:lnTo>
                    <a:pt x="29025" y="622410"/>
                  </a:lnTo>
                  <a:lnTo>
                    <a:pt x="29025" y="0"/>
                  </a:lnTo>
                  <a:close/>
                </a:path>
              </a:pathLst>
            </a:custGeom>
            <a:solidFill>
              <a:srgbClr val="A6D7D2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 descr=""/>
            <p:cNvSpPr/>
            <p:nvPr/>
          </p:nvSpPr>
          <p:spPr>
            <a:xfrm>
              <a:off x="17597243" y="9542347"/>
              <a:ext cx="81280" cy="622935"/>
            </a:xfrm>
            <a:custGeom>
              <a:avLst/>
              <a:gdLst/>
              <a:ahLst/>
              <a:cxnLst/>
              <a:rect l="l" t="t" r="r" b="b"/>
              <a:pathLst>
                <a:path w="81280" h="622934">
                  <a:moveTo>
                    <a:pt x="81233" y="0"/>
                  </a:moveTo>
                  <a:lnTo>
                    <a:pt x="0" y="0"/>
                  </a:lnTo>
                  <a:lnTo>
                    <a:pt x="0" y="622410"/>
                  </a:lnTo>
                  <a:lnTo>
                    <a:pt x="81233" y="622410"/>
                  </a:lnTo>
                  <a:lnTo>
                    <a:pt x="81233" y="0"/>
                  </a:lnTo>
                  <a:close/>
                </a:path>
              </a:pathLst>
            </a:custGeom>
            <a:solidFill>
              <a:srgbClr val="A6D7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 descr=""/>
            <p:cNvSpPr/>
            <p:nvPr/>
          </p:nvSpPr>
          <p:spPr>
            <a:xfrm>
              <a:off x="17560912" y="9564706"/>
              <a:ext cx="180975" cy="577850"/>
            </a:xfrm>
            <a:custGeom>
              <a:avLst/>
              <a:gdLst/>
              <a:ahLst/>
              <a:cxnLst/>
              <a:rect l="l" t="t" r="r" b="b"/>
              <a:pathLst>
                <a:path w="180975" h="577850">
                  <a:moveTo>
                    <a:pt x="36322" y="523074"/>
                  </a:moveTo>
                  <a:lnTo>
                    <a:pt x="0" y="523074"/>
                  </a:lnTo>
                  <a:lnTo>
                    <a:pt x="0" y="577710"/>
                  </a:lnTo>
                  <a:lnTo>
                    <a:pt x="36322" y="577710"/>
                  </a:lnTo>
                  <a:lnTo>
                    <a:pt x="36322" y="523074"/>
                  </a:lnTo>
                  <a:close/>
                </a:path>
                <a:path w="180975" h="577850">
                  <a:moveTo>
                    <a:pt x="36322" y="418465"/>
                  </a:moveTo>
                  <a:lnTo>
                    <a:pt x="0" y="418465"/>
                  </a:lnTo>
                  <a:lnTo>
                    <a:pt x="0" y="473100"/>
                  </a:lnTo>
                  <a:lnTo>
                    <a:pt x="36322" y="473100"/>
                  </a:lnTo>
                  <a:lnTo>
                    <a:pt x="36322" y="418465"/>
                  </a:lnTo>
                  <a:close/>
                </a:path>
                <a:path w="180975" h="577850">
                  <a:moveTo>
                    <a:pt x="36322" y="313842"/>
                  </a:moveTo>
                  <a:lnTo>
                    <a:pt x="0" y="313842"/>
                  </a:lnTo>
                  <a:lnTo>
                    <a:pt x="0" y="368490"/>
                  </a:lnTo>
                  <a:lnTo>
                    <a:pt x="36322" y="368490"/>
                  </a:lnTo>
                  <a:lnTo>
                    <a:pt x="36322" y="313842"/>
                  </a:lnTo>
                  <a:close/>
                </a:path>
                <a:path w="180975" h="577850">
                  <a:moveTo>
                    <a:pt x="36322" y="209232"/>
                  </a:moveTo>
                  <a:lnTo>
                    <a:pt x="0" y="209232"/>
                  </a:lnTo>
                  <a:lnTo>
                    <a:pt x="0" y="263867"/>
                  </a:lnTo>
                  <a:lnTo>
                    <a:pt x="36322" y="263867"/>
                  </a:lnTo>
                  <a:lnTo>
                    <a:pt x="36322" y="209232"/>
                  </a:lnTo>
                  <a:close/>
                </a:path>
                <a:path w="180975" h="577850">
                  <a:moveTo>
                    <a:pt x="36322" y="104622"/>
                  </a:moveTo>
                  <a:lnTo>
                    <a:pt x="0" y="104622"/>
                  </a:lnTo>
                  <a:lnTo>
                    <a:pt x="0" y="159258"/>
                  </a:lnTo>
                  <a:lnTo>
                    <a:pt x="36322" y="159258"/>
                  </a:lnTo>
                  <a:lnTo>
                    <a:pt x="36322" y="104622"/>
                  </a:lnTo>
                  <a:close/>
                </a:path>
                <a:path w="180975" h="577850">
                  <a:moveTo>
                    <a:pt x="36322" y="0"/>
                  </a:moveTo>
                  <a:lnTo>
                    <a:pt x="0" y="0"/>
                  </a:lnTo>
                  <a:lnTo>
                    <a:pt x="0" y="54635"/>
                  </a:lnTo>
                  <a:lnTo>
                    <a:pt x="36322" y="54635"/>
                  </a:lnTo>
                  <a:lnTo>
                    <a:pt x="36322" y="0"/>
                  </a:lnTo>
                  <a:close/>
                </a:path>
                <a:path w="180975" h="577850">
                  <a:moveTo>
                    <a:pt x="180365" y="539216"/>
                  </a:moveTo>
                  <a:lnTo>
                    <a:pt x="117551" y="539216"/>
                  </a:lnTo>
                  <a:lnTo>
                    <a:pt x="117551" y="561581"/>
                  </a:lnTo>
                  <a:lnTo>
                    <a:pt x="180365" y="561581"/>
                  </a:lnTo>
                  <a:lnTo>
                    <a:pt x="180365" y="539216"/>
                  </a:lnTo>
                  <a:close/>
                </a:path>
                <a:path w="180975" h="577850">
                  <a:moveTo>
                    <a:pt x="180365" y="434606"/>
                  </a:moveTo>
                  <a:lnTo>
                    <a:pt x="117551" y="434606"/>
                  </a:lnTo>
                  <a:lnTo>
                    <a:pt x="117551" y="456958"/>
                  </a:lnTo>
                  <a:lnTo>
                    <a:pt x="180365" y="456958"/>
                  </a:lnTo>
                  <a:lnTo>
                    <a:pt x="180365" y="434606"/>
                  </a:lnTo>
                  <a:close/>
                </a:path>
                <a:path w="180975" h="577850">
                  <a:moveTo>
                    <a:pt x="180365" y="329996"/>
                  </a:moveTo>
                  <a:lnTo>
                    <a:pt x="117551" y="329996"/>
                  </a:lnTo>
                  <a:lnTo>
                    <a:pt x="117551" y="352348"/>
                  </a:lnTo>
                  <a:lnTo>
                    <a:pt x="180365" y="352348"/>
                  </a:lnTo>
                  <a:lnTo>
                    <a:pt x="180365" y="329996"/>
                  </a:lnTo>
                  <a:close/>
                </a:path>
                <a:path w="180975" h="577850">
                  <a:moveTo>
                    <a:pt x="180365" y="225374"/>
                  </a:moveTo>
                  <a:lnTo>
                    <a:pt x="117551" y="225374"/>
                  </a:lnTo>
                  <a:lnTo>
                    <a:pt x="117551" y="247738"/>
                  </a:lnTo>
                  <a:lnTo>
                    <a:pt x="180365" y="247738"/>
                  </a:lnTo>
                  <a:lnTo>
                    <a:pt x="180365" y="225374"/>
                  </a:lnTo>
                  <a:close/>
                </a:path>
                <a:path w="180975" h="577850">
                  <a:moveTo>
                    <a:pt x="180365" y="120764"/>
                  </a:moveTo>
                  <a:lnTo>
                    <a:pt x="117551" y="120764"/>
                  </a:lnTo>
                  <a:lnTo>
                    <a:pt x="117551" y="143116"/>
                  </a:lnTo>
                  <a:lnTo>
                    <a:pt x="180365" y="143116"/>
                  </a:lnTo>
                  <a:lnTo>
                    <a:pt x="180365" y="120764"/>
                  </a:lnTo>
                  <a:close/>
                </a:path>
                <a:path w="180975" h="577850">
                  <a:moveTo>
                    <a:pt x="180365" y="16154"/>
                  </a:moveTo>
                  <a:lnTo>
                    <a:pt x="117551" y="16154"/>
                  </a:lnTo>
                  <a:lnTo>
                    <a:pt x="117551" y="38506"/>
                  </a:lnTo>
                  <a:lnTo>
                    <a:pt x="180365" y="38506"/>
                  </a:lnTo>
                  <a:lnTo>
                    <a:pt x="180365" y="16154"/>
                  </a:lnTo>
                  <a:close/>
                </a:path>
              </a:pathLst>
            </a:custGeom>
            <a:solidFill>
              <a:srgbClr val="3D46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 descr=""/>
            <p:cNvSpPr/>
            <p:nvPr/>
          </p:nvSpPr>
          <p:spPr>
            <a:xfrm>
              <a:off x="17597243" y="9542347"/>
              <a:ext cx="29209" cy="622935"/>
            </a:xfrm>
            <a:custGeom>
              <a:avLst/>
              <a:gdLst/>
              <a:ahLst/>
              <a:cxnLst/>
              <a:rect l="l" t="t" r="r" b="b"/>
              <a:pathLst>
                <a:path w="29209" h="622934">
                  <a:moveTo>
                    <a:pt x="29025" y="0"/>
                  </a:moveTo>
                  <a:lnTo>
                    <a:pt x="0" y="0"/>
                  </a:lnTo>
                  <a:lnTo>
                    <a:pt x="0" y="622410"/>
                  </a:lnTo>
                  <a:lnTo>
                    <a:pt x="29025" y="622410"/>
                  </a:lnTo>
                  <a:lnTo>
                    <a:pt x="29025" y="0"/>
                  </a:lnTo>
                  <a:close/>
                </a:path>
              </a:pathLst>
            </a:custGeom>
            <a:solidFill>
              <a:srgbClr val="A6D7D2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 descr=""/>
            <p:cNvSpPr/>
            <p:nvPr/>
          </p:nvSpPr>
          <p:spPr>
            <a:xfrm>
              <a:off x="16888553" y="9106539"/>
              <a:ext cx="421640" cy="536575"/>
            </a:xfrm>
            <a:custGeom>
              <a:avLst/>
              <a:gdLst/>
              <a:ahLst/>
              <a:cxnLst/>
              <a:rect l="l" t="t" r="r" b="b"/>
              <a:pathLst>
                <a:path w="421640" h="536575">
                  <a:moveTo>
                    <a:pt x="421065" y="0"/>
                  </a:moveTo>
                  <a:lnTo>
                    <a:pt x="0" y="0"/>
                  </a:lnTo>
                  <a:lnTo>
                    <a:pt x="0" y="536486"/>
                  </a:lnTo>
                  <a:lnTo>
                    <a:pt x="421065" y="536486"/>
                  </a:lnTo>
                  <a:lnTo>
                    <a:pt x="421065" y="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 descr=""/>
            <p:cNvSpPr/>
            <p:nvPr/>
          </p:nvSpPr>
          <p:spPr>
            <a:xfrm>
              <a:off x="16943096" y="9172306"/>
              <a:ext cx="59690" cy="405130"/>
            </a:xfrm>
            <a:custGeom>
              <a:avLst/>
              <a:gdLst/>
              <a:ahLst/>
              <a:cxnLst/>
              <a:rect l="l" t="t" r="r" b="b"/>
              <a:pathLst>
                <a:path w="59690" h="405129">
                  <a:moveTo>
                    <a:pt x="59600" y="0"/>
                  </a:moveTo>
                  <a:lnTo>
                    <a:pt x="0" y="0"/>
                  </a:lnTo>
                  <a:lnTo>
                    <a:pt x="0" y="404961"/>
                  </a:lnTo>
                  <a:lnTo>
                    <a:pt x="59600" y="404961"/>
                  </a:lnTo>
                  <a:lnTo>
                    <a:pt x="59600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 descr=""/>
            <p:cNvSpPr/>
            <p:nvPr/>
          </p:nvSpPr>
          <p:spPr>
            <a:xfrm>
              <a:off x="16787875" y="9025316"/>
              <a:ext cx="622935" cy="81280"/>
            </a:xfrm>
            <a:custGeom>
              <a:avLst/>
              <a:gdLst/>
              <a:ahLst/>
              <a:cxnLst/>
              <a:rect l="l" t="t" r="r" b="b"/>
              <a:pathLst>
                <a:path w="622934" h="81279">
                  <a:moveTo>
                    <a:pt x="622410" y="0"/>
                  </a:moveTo>
                  <a:lnTo>
                    <a:pt x="0" y="0"/>
                  </a:lnTo>
                  <a:lnTo>
                    <a:pt x="0" y="81233"/>
                  </a:lnTo>
                  <a:lnTo>
                    <a:pt x="622410" y="81233"/>
                  </a:lnTo>
                  <a:lnTo>
                    <a:pt x="622410" y="0"/>
                  </a:lnTo>
                  <a:close/>
                </a:path>
              </a:pathLst>
            </a:custGeom>
            <a:solidFill>
              <a:srgbClr val="A6D7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 descr=""/>
            <p:cNvSpPr/>
            <p:nvPr/>
          </p:nvSpPr>
          <p:spPr>
            <a:xfrm>
              <a:off x="16810228" y="8962510"/>
              <a:ext cx="577850" cy="180975"/>
            </a:xfrm>
            <a:custGeom>
              <a:avLst/>
              <a:gdLst/>
              <a:ahLst/>
              <a:cxnLst/>
              <a:rect l="l" t="t" r="r" b="b"/>
              <a:pathLst>
                <a:path w="577850" h="180975">
                  <a:moveTo>
                    <a:pt x="38493" y="0"/>
                  </a:moveTo>
                  <a:lnTo>
                    <a:pt x="16129" y="0"/>
                  </a:lnTo>
                  <a:lnTo>
                    <a:pt x="16129" y="62814"/>
                  </a:lnTo>
                  <a:lnTo>
                    <a:pt x="38493" y="62814"/>
                  </a:lnTo>
                  <a:lnTo>
                    <a:pt x="38493" y="0"/>
                  </a:lnTo>
                  <a:close/>
                </a:path>
                <a:path w="577850" h="180975">
                  <a:moveTo>
                    <a:pt x="54635" y="144030"/>
                  </a:moveTo>
                  <a:lnTo>
                    <a:pt x="0" y="144030"/>
                  </a:lnTo>
                  <a:lnTo>
                    <a:pt x="0" y="180352"/>
                  </a:lnTo>
                  <a:lnTo>
                    <a:pt x="54635" y="180352"/>
                  </a:lnTo>
                  <a:lnTo>
                    <a:pt x="54635" y="144030"/>
                  </a:lnTo>
                  <a:close/>
                </a:path>
                <a:path w="577850" h="180975">
                  <a:moveTo>
                    <a:pt x="143103" y="0"/>
                  </a:moveTo>
                  <a:lnTo>
                    <a:pt x="120751" y="0"/>
                  </a:lnTo>
                  <a:lnTo>
                    <a:pt x="120751" y="62814"/>
                  </a:lnTo>
                  <a:lnTo>
                    <a:pt x="143103" y="62814"/>
                  </a:lnTo>
                  <a:lnTo>
                    <a:pt x="143103" y="0"/>
                  </a:lnTo>
                  <a:close/>
                </a:path>
                <a:path w="577850" h="180975">
                  <a:moveTo>
                    <a:pt x="159245" y="144030"/>
                  </a:moveTo>
                  <a:lnTo>
                    <a:pt x="104609" y="144030"/>
                  </a:lnTo>
                  <a:lnTo>
                    <a:pt x="104609" y="180352"/>
                  </a:lnTo>
                  <a:lnTo>
                    <a:pt x="159245" y="180352"/>
                  </a:lnTo>
                  <a:lnTo>
                    <a:pt x="159245" y="144030"/>
                  </a:lnTo>
                  <a:close/>
                </a:path>
                <a:path w="577850" h="180975">
                  <a:moveTo>
                    <a:pt x="247713" y="0"/>
                  </a:moveTo>
                  <a:lnTo>
                    <a:pt x="225361" y="0"/>
                  </a:lnTo>
                  <a:lnTo>
                    <a:pt x="225361" y="62814"/>
                  </a:lnTo>
                  <a:lnTo>
                    <a:pt x="247713" y="62814"/>
                  </a:lnTo>
                  <a:lnTo>
                    <a:pt x="247713" y="0"/>
                  </a:lnTo>
                  <a:close/>
                </a:path>
                <a:path w="577850" h="180975">
                  <a:moveTo>
                    <a:pt x="263867" y="144030"/>
                  </a:moveTo>
                  <a:lnTo>
                    <a:pt x="209232" y="144030"/>
                  </a:lnTo>
                  <a:lnTo>
                    <a:pt x="209232" y="180352"/>
                  </a:lnTo>
                  <a:lnTo>
                    <a:pt x="263867" y="180352"/>
                  </a:lnTo>
                  <a:lnTo>
                    <a:pt x="263867" y="144030"/>
                  </a:lnTo>
                  <a:close/>
                </a:path>
                <a:path w="577850" h="180975">
                  <a:moveTo>
                    <a:pt x="352336" y="0"/>
                  </a:moveTo>
                  <a:lnTo>
                    <a:pt x="329971" y="0"/>
                  </a:lnTo>
                  <a:lnTo>
                    <a:pt x="329971" y="62814"/>
                  </a:lnTo>
                  <a:lnTo>
                    <a:pt x="352336" y="62814"/>
                  </a:lnTo>
                  <a:lnTo>
                    <a:pt x="352336" y="0"/>
                  </a:lnTo>
                  <a:close/>
                </a:path>
                <a:path w="577850" h="180975">
                  <a:moveTo>
                    <a:pt x="368477" y="144030"/>
                  </a:moveTo>
                  <a:lnTo>
                    <a:pt x="313842" y="144030"/>
                  </a:lnTo>
                  <a:lnTo>
                    <a:pt x="313842" y="180352"/>
                  </a:lnTo>
                  <a:lnTo>
                    <a:pt x="368477" y="180352"/>
                  </a:lnTo>
                  <a:lnTo>
                    <a:pt x="368477" y="144030"/>
                  </a:lnTo>
                  <a:close/>
                </a:path>
                <a:path w="577850" h="180975">
                  <a:moveTo>
                    <a:pt x="456946" y="0"/>
                  </a:moveTo>
                  <a:lnTo>
                    <a:pt x="434594" y="0"/>
                  </a:lnTo>
                  <a:lnTo>
                    <a:pt x="434594" y="62814"/>
                  </a:lnTo>
                  <a:lnTo>
                    <a:pt x="456946" y="62814"/>
                  </a:lnTo>
                  <a:lnTo>
                    <a:pt x="456946" y="0"/>
                  </a:lnTo>
                  <a:close/>
                </a:path>
                <a:path w="577850" h="180975">
                  <a:moveTo>
                    <a:pt x="473087" y="144030"/>
                  </a:moveTo>
                  <a:lnTo>
                    <a:pt x="418452" y="144030"/>
                  </a:lnTo>
                  <a:lnTo>
                    <a:pt x="418452" y="180352"/>
                  </a:lnTo>
                  <a:lnTo>
                    <a:pt x="473087" y="180352"/>
                  </a:lnTo>
                  <a:lnTo>
                    <a:pt x="473087" y="144030"/>
                  </a:lnTo>
                  <a:close/>
                </a:path>
                <a:path w="577850" h="180975">
                  <a:moveTo>
                    <a:pt x="561555" y="0"/>
                  </a:moveTo>
                  <a:lnTo>
                    <a:pt x="539203" y="0"/>
                  </a:lnTo>
                  <a:lnTo>
                    <a:pt x="539203" y="62814"/>
                  </a:lnTo>
                  <a:lnTo>
                    <a:pt x="561555" y="62814"/>
                  </a:lnTo>
                  <a:lnTo>
                    <a:pt x="561555" y="0"/>
                  </a:lnTo>
                  <a:close/>
                </a:path>
                <a:path w="577850" h="180975">
                  <a:moveTo>
                    <a:pt x="577710" y="144030"/>
                  </a:moveTo>
                  <a:lnTo>
                    <a:pt x="523074" y="144030"/>
                  </a:lnTo>
                  <a:lnTo>
                    <a:pt x="523074" y="180352"/>
                  </a:lnTo>
                  <a:lnTo>
                    <a:pt x="577710" y="180352"/>
                  </a:lnTo>
                  <a:lnTo>
                    <a:pt x="577710" y="144030"/>
                  </a:lnTo>
                  <a:close/>
                </a:path>
              </a:pathLst>
            </a:custGeom>
            <a:solidFill>
              <a:srgbClr val="3D46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 descr=""/>
            <p:cNvSpPr/>
            <p:nvPr/>
          </p:nvSpPr>
          <p:spPr>
            <a:xfrm>
              <a:off x="16787875" y="9077513"/>
              <a:ext cx="622935" cy="29209"/>
            </a:xfrm>
            <a:custGeom>
              <a:avLst/>
              <a:gdLst/>
              <a:ahLst/>
              <a:cxnLst/>
              <a:rect l="l" t="t" r="r" b="b"/>
              <a:pathLst>
                <a:path w="622934" h="29209">
                  <a:moveTo>
                    <a:pt x="622410" y="0"/>
                  </a:moveTo>
                  <a:lnTo>
                    <a:pt x="0" y="0"/>
                  </a:lnTo>
                  <a:lnTo>
                    <a:pt x="0" y="29025"/>
                  </a:lnTo>
                  <a:lnTo>
                    <a:pt x="622410" y="29025"/>
                  </a:lnTo>
                  <a:lnTo>
                    <a:pt x="622410" y="0"/>
                  </a:lnTo>
                  <a:close/>
                </a:path>
              </a:pathLst>
            </a:custGeom>
            <a:solidFill>
              <a:srgbClr val="A6D7D2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2" name="object 452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6888549" y="9537759"/>
              <a:ext cx="421071" cy="105265"/>
            </a:xfrm>
            <a:prstGeom prst="rect">
              <a:avLst/>
            </a:prstGeom>
          </p:spPr>
        </p:pic>
      </p:grpSp>
      <p:grpSp>
        <p:nvGrpSpPr>
          <p:cNvPr id="453" name="object 453" descr=""/>
          <p:cNvGrpSpPr/>
          <p:nvPr/>
        </p:nvGrpSpPr>
        <p:grpSpPr>
          <a:xfrm>
            <a:off x="18014066" y="8619109"/>
            <a:ext cx="930275" cy="1617345"/>
            <a:chOff x="18014066" y="8619109"/>
            <a:chExt cx="930275" cy="1617345"/>
          </a:xfrm>
        </p:grpSpPr>
        <p:sp>
          <p:nvSpPr>
            <p:cNvPr id="454" name="object 454" descr=""/>
            <p:cNvSpPr/>
            <p:nvPr/>
          </p:nvSpPr>
          <p:spPr>
            <a:xfrm>
              <a:off x="18206311" y="9184220"/>
              <a:ext cx="182245" cy="487045"/>
            </a:xfrm>
            <a:custGeom>
              <a:avLst/>
              <a:gdLst/>
              <a:ahLst/>
              <a:cxnLst/>
              <a:rect l="l" t="t" r="r" b="b"/>
              <a:pathLst>
                <a:path w="182244" h="487045">
                  <a:moveTo>
                    <a:pt x="181743" y="0"/>
                  </a:moveTo>
                  <a:lnTo>
                    <a:pt x="62186" y="0"/>
                  </a:lnTo>
                  <a:lnTo>
                    <a:pt x="0" y="53213"/>
                  </a:lnTo>
                  <a:lnTo>
                    <a:pt x="0" y="433704"/>
                  </a:lnTo>
                  <a:lnTo>
                    <a:pt x="62186" y="486917"/>
                  </a:lnTo>
                  <a:lnTo>
                    <a:pt x="181743" y="486917"/>
                  </a:lnTo>
                  <a:lnTo>
                    <a:pt x="181743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 descr=""/>
            <p:cNvSpPr/>
            <p:nvPr/>
          </p:nvSpPr>
          <p:spPr>
            <a:xfrm>
              <a:off x="18388051" y="8763158"/>
              <a:ext cx="363855" cy="1329055"/>
            </a:xfrm>
            <a:custGeom>
              <a:avLst/>
              <a:gdLst/>
              <a:ahLst/>
              <a:cxnLst/>
              <a:rect l="l" t="t" r="r" b="b"/>
              <a:pathLst>
                <a:path w="363855" h="1329054">
                  <a:moveTo>
                    <a:pt x="363677" y="474281"/>
                  </a:moveTo>
                  <a:lnTo>
                    <a:pt x="301498" y="421068"/>
                  </a:lnTo>
                  <a:lnTo>
                    <a:pt x="301498" y="0"/>
                  </a:lnTo>
                  <a:lnTo>
                    <a:pt x="0" y="0"/>
                  </a:lnTo>
                  <a:lnTo>
                    <a:pt x="0" y="421068"/>
                  </a:lnTo>
                  <a:lnTo>
                    <a:pt x="0" y="907986"/>
                  </a:lnTo>
                  <a:lnTo>
                    <a:pt x="0" y="1329042"/>
                  </a:lnTo>
                  <a:lnTo>
                    <a:pt x="301498" y="1329042"/>
                  </a:lnTo>
                  <a:lnTo>
                    <a:pt x="301498" y="907986"/>
                  </a:lnTo>
                  <a:lnTo>
                    <a:pt x="363677" y="854773"/>
                  </a:lnTo>
                  <a:lnTo>
                    <a:pt x="363677" y="474281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 descr=""/>
            <p:cNvSpPr/>
            <p:nvPr/>
          </p:nvSpPr>
          <p:spPr>
            <a:xfrm>
              <a:off x="18268490" y="8763147"/>
              <a:ext cx="120014" cy="1329055"/>
            </a:xfrm>
            <a:custGeom>
              <a:avLst/>
              <a:gdLst/>
              <a:ahLst/>
              <a:cxnLst/>
              <a:rect l="l" t="t" r="r" b="b"/>
              <a:pathLst>
                <a:path w="120015" h="1329054">
                  <a:moveTo>
                    <a:pt x="119567" y="0"/>
                  </a:moveTo>
                  <a:lnTo>
                    <a:pt x="0" y="0"/>
                  </a:lnTo>
                  <a:lnTo>
                    <a:pt x="0" y="1329048"/>
                  </a:lnTo>
                  <a:lnTo>
                    <a:pt x="119567" y="1329048"/>
                  </a:lnTo>
                  <a:lnTo>
                    <a:pt x="119567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 descr=""/>
            <p:cNvSpPr/>
            <p:nvPr/>
          </p:nvSpPr>
          <p:spPr>
            <a:xfrm>
              <a:off x="18575392" y="8844128"/>
              <a:ext cx="59690" cy="1167130"/>
            </a:xfrm>
            <a:custGeom>
              <a:avLst/>
              <a:gdLst/>
              <a:ahLst/>
              <a:cxnLst/>
              <a:rect l="l" t="t" r="r" b="b"/>
              <a:pathLst>
                <a:path w="59690" h="1167129">
                  <a:moveTo>
                    <a:pt x="59610" y="0"/>
                  </a:moveTo>
                  <a:lnTo>
                    <a:pt x="0" y="0"/>
                  </a:lnTo>
                  <a:lnTo>
                    <a:pt x="0" y="1167116"/>
                  </a:lnTo>
                  <a:lnTo>
                    <a:pt x="59610" y="1167116"/>
                  </a:lnTo>
                  <a:lnTo>
                    <a:pt x="59610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 descr=""/>
            <p:cNvSpPr/>
            <p:nvPr/>
          </p:nvSpPr>
          <p:spPr>
            <a:xfrm>
              <a:off x="18268493" y="8763153"/>
              <a:ext cx="421640" cy="421640"/>
            </a:xfrm>
            <a:custGeom>
              <a:avLst/>
              <a:gdLst/>
              <a:ahLst/>
              <a:cxnLst/>
              <a:rect l="l" t="t" r="r" b="b"/>
              <a:pathLst>
                <a:path w="421640" h="421640">
                  <a:moveTo>
                    <a:pt x="421065" y="0"/>
                  </a:moveTo>
                  <a:lnTo>
                    <a:pt x="0" y="0"/>
                  </a:lnTo>
                  <a:lnTo>
                    <a:pt x="0" y="421065"/>
                  </a:lnTo>
                  <a:lnTo>
                    <a:pt x="421065" y="0"/>
                  </a:lnTo>
                  <a:close/>
                </a:path>
              </a:pathLst>
            </a:custGeom>
            <a:solidFill>
              <a:srgbClr val="A1D5D0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 descr=""/>
            <p:cNvSpPr/>
            <p:nvPr/>
          </p:nvSpPr>
          <p:spPr>
            <a:xfrm>
              <a:off x="18167823" y="8681924"/>
              <a:ext cx="622935" cy="81280"/>
            </a:xfrm>
            <a:custGeom>
              <a:avLst/>
              <a:gdLst/>
              <a:ahLst/>
              <a:cxnLst/>
              <a:rect l="l" t="t" r="r" b="b"/>
              <a:pathLst>
                <a:path w="622934" h="81279">
                  <a:moveTo>
                    <a:pt x="622410" y="0"/>
                  </a:moveTo>
                  <a:lnTo>
                    <a:pt x="0" y="0"/>
                  </a:lnTo>
                  <a:lnTo>
                    <a:pt x="0" y="81233"/>
                  </a:lnTo>
                  <a:lnTo>
                    <a:pt x="622410" y="81233"/>
                  </a:lnTo>
                  <a:lnTo>
                    <a:pt x="622410" y="0"/>
                  </a:lnTo>
                  <a:close/>
                </a:path>
              </a:pathLst>
            </a:custGeom>
            <a:solidFill>
              <a:srgbClr val="A6D7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 descr=""/>
            <p:cNvSpPr/>
            <p:nvPr/>
          </p:nvSpPr>
          <p:spPr>
            <a:xfrm>
              <a:off x="18190160" y="8619115"/>
              <a:ext cx="577850" cy="180975"/>
            </a:xfrm>
            <a:custGeom>
              <a:avLst/>
              <a:gdLst/>
              <a:ahLst/>
              <a:cxnLst/>
              <a:rect l="l" t="t" r="r" b="b"/>
              <a:pathLst>
                <a:path w="577850" h="180975">
                  <a:moveTo>
                    <a:pt x="38506" y="0"/>
                  </a:moveTo>
                  <a:lnTo>
                    <a:pt x="16154" y="0"/>
                  </a:lnTo>
                  <a:lnTo>
                    <a:pt x="16154" y="62814"/>
                  </a:lnTo>
                  <a:lnTo>
                    <a:pt x="38506" y="62814"/>
                  </a:lnTo>
                  <a:lnTo>
                    <a:pt x="38506" y="0"/>
                  </a:lnTo>
                  <a:close/>
                </a:path>
                <a:path w="577850" h="180975">
                  <a:moveTo>
                    <a:pt x="54635" y="144043"/>
                  </a:moveTo>
                  <a:lnTo>
                    <a:pt x="0" y="144043"/>
                  </a:lnTo>
                  <a:lnTo>
                    <a:pt x="0" y="180365"/>
                  </a:lnTo>
                  <a:lnTo>
                    <a:pt x="54635" y="180365"/>
                  </a:lnTo>
                  <a:lnTo>
                    <a:pt x="54635" y="144043"/>
                  </a:lnTo>
                  <a:close/>
                </a:path>
                <a:path w="577850" h="180975">
                  <a:moveTo>
                    <a:pt x="143103" y="0"/>
                  </a:moveTo>
                  <a:lnTo>
                    <a:pt x="120751" y="0"/>
                  </a:lnTo>
                  <a:lnTo>
                    <a:pt x="120751" y="62814"/>
                  </a:lnTo>
                  <a:lnTo>
                    <a:pt x="143103" y="62814"/>
                  </a:lnTo>
                  <a:lnTo>
                    <a:pt x="143103" y="0"/>
                  </a:lnTo>
                  <a:close/>
                </a:path>
                <a:path w="577850" h="180975">
                  <a:moveTo>
                    <a:pt x="159258" y="144043"/>
                  </a:moveTo>
                  <a:lnTo>
                    <a:pt x="104622" y="144043"/>
                  </a:lnTo>
                  <a:lnTo>
                    <a:pt x="104622" y="180365"/>
                  </a:lnTo>
                  <a:lnTo>
                    <a:pt x="159258" y="180365"/>
                  </a:lnTo>
                  <a:lnTo>
                    <a:pt x="159258" y="144043"/>
                  </a:lnTo>
                  <a:close/>
                </a:path>
                <a:path w="577850" h="180975">
                  <a:moveTo>
                    <a:pt x="247738" y="0"/>
                  </a:moveTo>
                  <a:lnTo>
                    <a:pt x="225374" y="0"/>
                  </a:lnTo>
                  <a:lnTo>
                    <a:pt x="225374" y="62814"/>
                  </a:lnTo>
                  <a:lnTo>
                    <a:pt x="247738" y="62814"/>
                  </a:lnTo>
                  <a:lnTo>
                    <a:pt x="247738" y="0"/>
                  </a:lnTo>
                  <a:close/>
                </a:path>
                <a:path w="577850" h="180975">
                  <a:moveTo>
                    <a:pt x="263867" y="144043"/>
                  </a:moveTo>
                  <a:lnTo>
                    <a:pt x="209232" y="144043"/>
                  </a:lnTo>
                  <a:lnTo>
                    <a:pt x="209232" y="180365"/>
                  </a:lnTo>
                  <a:lnTo>
                    <a:pt x="263867" y="180365"/>
                  </a:lnTo>
                  <a:lnTo>
                    <a:pt x="263867" y="144043"/>
                  </a:lnTo>
                  <a:close/>
                </a:path>
                <a:path w="577850" h="180975">
                  <a:moveTo>
                    <a:pt x="352348" y="0"/>
                  </a:moveTo>
                  <a:lnTo>
                    <a:pt x="329996" y="0"/>
                  </a:lnTo>
                  <a:lnTo>
                    <a:pt x="329996" y="62814"/>
                  </a:lnTo>
                  <a:lnTo>
                    <a:pt x="352348" y="62814"/>
                  </a:lnTo>
                  <a:lnTo>
                    <a:pt x="352348" y="0"/>
                  </a:lnTo>
                  <a:close/>
                </a:path>
                <a:path w="577850" h="180975">
                  <a:moveTo>
                    <a:pt x="368490" y="144043"/>
                  </a:moveTo>
                  <a:lnTo>
                    <a:pt x="313842" y="144043"/>
                  </a:lnTo>
                  <a:lnTo>
                    <a:pt x="313842" y="180365"/>
                  </a:lnTo>
                  <a:lnTo>
                    <a:pt x="368490" y="180365"/>
                  </a:lnTo>
                  <a:lnTo>
                    <a:pt x="368490" y="144043"/>
                  </a:lnTo>
                  <a:close/>
                </a:path>
                <a:path w="577850" h="180975">
                  <a:moveTo>
                    <a:pt x="456958" y="0"/>
                  </a:moveTo>
                  <a:lnTo>
                    <a:pt x="434594" y="0"/>
                  </a:lnTo>
                  <a:lnTo>
                    <a:pt x="434594" y="62814"/>
                  </a:lnTo>
                  <a:lnTo>
                    <a:pt x="456958" y="62814"/>
                  </a:lnTo>
                  <a:lnTo>
                    <a:pt x="456958" y="0"/>
                  </a:lnTo>
                  <a:close/>
                </a:path>
                <a:path w="577850" h="180975">
                  <a:moveTo>
                    <a:pt x="473100" y="144043"/>
                  </a:moveTo>
                  <a:lnTo>
                    <a:pt x="418465" y="144043"/>
                  </a:lnTo>
                  <a:lnTo>
                    <a:pt x="418465" y="180365"/>
                  </a:lnTo>
                  <a:lnTo>
                    <a:pt x="473100" y="180365"/>
                  </a:lnTo>
                  <a:lnTo>
                    <a:pt x="473100" y="144043"/>
                  </a:lnTo>
                  <a:close/>
                </a:path>
                <a:path w="577850" h="180975">
                  <a:moveTo>
                    <a:pt x="561568" y="0"/>
                  </a:moveTo>
                  <a:lnTo>
                    <a:pt x="539216" y="0"/>
                  </a:lnTo>
                  <a:lnTo>
                    <a:pt x="539216" y="62814"/>
                  </a:lnTo>
                  <a:lnTo>
                    <a:pt x="561568" y="62814"/>
                  </a:lnTo>
                  <a:lnTo>
                    <a:pt x="561568" y="0"/>
                  </a:lnTo>
                  <a:close/>
                </a:path>
                <a:path w="577850" h="180975">
                  <a:moveTo>
                    <a:pt x="577710" y="144043"/>
                  </a:moveTo>
                  <a:lnTo>
                    <a:pt x="523074" y="144043"/>
                  </a:lnTo>
                  <a:lnTo>
                    <a:pt x="523074" y="180365"/>
                  </a:lnTo>
                  <a:lnTo>
                    <a:pt x="577710" y="180365"/>
                  </a:lnTo>
                  <a:lnTo>
                    <a:pt x="577710" y="144043"/>
                  </a:lnTo>
                  <a:close/>
                </a:path>
              </a:pathLst>
            </a:custGeom>
            <a:solidFill>
              <a:srgbClr val="3D46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 descr=""/>
            <p:cNvSpPr/>
            <p:nvPr/>
          </p:nvSpPr>
          <p:spPr>
            <a:xfrm>
              <a:off x="18167823" y="8734121"/>
              <a:ext cx="622935" cy="29209"/>
            </a:xfrm>
            <a:custGeom>
              <a:avLst/>
              <a:gdLst/>
              <a:ahLst/>
              <a:cxnLst/>
              <a:rect l="l" t="t" r="r" b="b"/>
              <a:pathLst>
                <a:path w="622934" h="29209">
                  <a:moveTo>
                    <a:pt x="622410" y="0"/>
                  </a:moveTo>
                  <a:lnTo>
                    <a:pt x="0" y="0"/>
                  </a:lnTo>
                  <a:lnTo>
                    <a:pt x="0" y="29025"/>
                  </a:lnTo>
                  <a:lnTo>
                    <a:pt x="622410" y="29025"/>
                  </a:lnTo>
                  <a:lnTo>
                    <a:pt x="622410" y="0"/>
                  </a:lnTo>
                  <a:close/>
                </a:path>
              </a:pathLst>
            </a:custGeom>
            <a:solidFill>
              <a:srgbClr val="A6D7D2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 descr=""/>
            <p:cNvSpPr/>
            <p:nvPr/>
          </p:nvSpPr>
          <p:spPr>
            <a:xfrm>
              <a:off x="18167823" y="10092206"/>
              <a:ext cx="622935" cy="81280"/>
            </a:xfrm>
            <a:custGeom>
              <a:avLst/>
              <a:gdLst/>
              <a:ahLst/>
              <a:cxnLst/>
              <a:rect l="l" t="t" r="r" b="b"/>
              <a:pathLst>
                <a:path w="622934" h="81279">
                  <a:moveTo>
                    <a:pt x="622410" y="0"/>
                  </a:moveTo>
                  <a:lnTo>
                    <a:pt x="0" y="0"/>
                  </a:lnTo>
                  <a:lnTo>
                    <a:pt x="0" y="81233"/>
                  </a:lnTo>
                  <a:lnTo>
                    <a:pt x="622410" y="81233"/>
                  </a:lnTo>
                  <a:lnTo>
                    <a:pt x="622410" y="0"/>
                  </a:lnTo>
                  <a:close/>
                </a:path>
              </a:pathLst>
            </a:custGeom>
            <a:solidFill>
              <a:srgbClr val="A6D7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 descr=""/>
            <p:cNvSpPr/>
            <p:nvPr/>
          </p:nvSpPr>
          <p:spPr>
            <a:xfrm>
              <a:off x="18190160" y="10055891"/>
              <a:ext cx="577850" cy="180975"/>
            </a:xfrm>
            <a:custGeom>
              <a:avLst/>
              <a:gdLst/>
              <a:ahLst/>
              <a:cxnLst/>
              <a:rect l="l" t="t" r="r" b="b"/>
              <a:pathLst>
                <a:path w="577850" h="180975">
                  <a:moveTo>
                    <a:pt x="38506" y="117551"/>
                  </a:moveTo>
                  <a:lnTo>
                    <a:pt x="16154" y="117551"/>
                  </a:lnTo>
                  <a:lnTo>
                    <a:pt x="16154" y="180365"/>
                  </a:lnTo>
                  <a:lnTo>
                    <a:pt x="38506" y="180365"/>
                  </a:lnTo>
                  <a:lnTo>
                    <a:pt x="38506" y="117551"/>
                  </a:lnTo>
                  <a:close/>
                </a:path>
                <a:path w="577850" h="180975">
                  <a:moveTo>
                    <a:pt x="54635" y="0"/>
                  </a:moveTo>
                  <a:lnTo>
                    <a:pt x="0" y="0"/>
                  </a:lnTo>
                  <a:lnTo>
                    <a:pt x="0" y="36322"/>
                  </a:lnTo>
                  <a:lnTo>
                    <a:pt x="54635" y="36322"/>
                  </a:lnTo>
                  <a:lnTo>
                    <a:pt x="54635" y="0"/>
                  </a:lnTo>
                  <a:close/>
                </a:path>
                <a:path w="577850" h="180975">
                  <a:moveTo>
                    <a:pt x="143103" y="117551"/>
                  </a:moveTo>
                  <a:lnTo>
                    <a:pt x="120751" y="117551"/>
                  </a:lnTo>
                  <a:lnTo>
                    <a:pt x="120751" y="180365"/>
                  </a:lnTo>
                  <a:lnTo>
                    <a:pt x="143103" y="180365"/>
                  </a:lnTo>
                  <a:lnTo>
                    <a:pt x="143103" y="117551"/>
                  </a:lnTo>
                  <a:close/>
                </a:path>
                <a:path w="577850" h="180975">
                  <a:moveTo>
                    <a:pt x="159258" y="0"/>
                  </a:moveTo>
                  <a:lnTo>
                    <a:pt x="104622" y="0"/>
                  </a:lnTo>
                  <a:lnTo>
                    <a:pt x="104622" y="36322"/>
                  </a:lnTo>
                  <a:lnTo>
                    <a:pt x="159258" y="36322"/>
                  </a:lnTo>
                  <a:lnTo>
                    <a:pt x="159258" y="0"/>
                  </a:lnTo>
                  <a:close/>
                </a:path>
                <a:path w="577850" h="180975">
                  <a:moveTo>
                    <a:pt x="247738" y="117551"/>
                  </a:moveTo>
                  <a:lnTo>
                    <a:pt x="225374" y="117551"/>
                  </a:lnTo>
                  <a:lnTo>
                    <a:pt x="225374" y="180365"/>
                  </a:lnTo>
                  <a:lnTo>
                    <a:pt x="247738" y="180365"/>
                  </a:lnTo>
                  <a:lnTo>
                    <a:pt x="247738" y="117551"/>
                  </a:lnTo>
                  <a:close/>
                </a:path>
                <a:path w="577850" h="180975">
                  <a:moveTo>
                    <a:pt x="263867" y="0"/>
                  </a:moveTo>
                  <a:lnTo>
                    <a:pt x="209232" y="0"/>
                  </a:lnTo>
                  <a:lnTo>
                    <a:pt x="209232" y="36322"/>
                  </a:lnTo>
                  <a:lnTo>
                    <a:pt x="263867" y="36322"/>
                  </a:lnTo>
                  <a:lnTo>
                    <a:pt x="263867" y="0"/>
                  </a:lnTo>
                  <a:close/>
                </a:path>
                <a:path w="577850" h="180975">
                  <a:moveTo>
                    <a:pt x="352348" y="117551"/>
                  </a:moveTo>
                  <a:lnTo>
                    <a:pt x="329996" y="117551"/>
                  </a:lnTo>
                  <a:lnTo>
                    <a:pt x="329996" y="180365"/>
                  </a:lnTo>
                  <a:lnTo>
                    <a:pt x="352348" y="180365"/>
                  </a:lnTo>
                  <a:lnTo>
                    <a:pt x="352348" y="117551"/>
                  </a:lnTo>
                  <a:close/>
                </a:path>
                <a:path w="577850" h="180975">
                  <a:moveTo>
                    <a:pt x="368490" y="0"/>
                  </a:moveTo>
                  <a:lnTo>
                    <a:pt x="313842" y="0"/>
                  </a:lnTo>
                  <a:lnTo>
                    <a:pt x="313842" y="36322"/>
                  </a:lnTo>
                  <a:lnTo>
                    <a:pt x="368490" y="36322"/>
                  </a:lnTo>
                  <a:lnTo>
                    <a:pt x="368490" y="0"/>
                  </a:lnTo>
                  <a:close/>
                </a:path>
                <a:path w="577850" h="180975">
                  <a:moveTo>
                    <a:pt x="456958" y="117551"/>
                  </a:moveTo>
                  <a:lnTo>
                    <a:pt x="434594" y="117551"/>
                  </a:lnTo>
                  <a:lnTo>
                    <a:pt x="434594" y="180365"/>
                  </a:lnTo>
                  <a:lnTo>
                    <a:pt x="456958" y="180365"/>
                  </a:lnTo>
                  <a:lnTo>
                    <a:pt x="456958" y="117551"/>
                  </a:lnTo>
                  <a:close/>
                </a:path>
                <a:path w="577850" h="180975">
                  <a:moveTo>
                    <a:pt x="473100" y="0"/>
                  </a:moveTo>
                  <a:lnTo>
                    <a:pt x="418465" y="0"/>
                  </a:lnTo>
                  <a:lnTo>
                    <a:pt x="418465" y="36322"/>
                  </a:lnTo>
                  <a:lnTo>
                    <a:pt x="473100" y="36322"/>
                  </a:lnTo>
                  <a:lnTo>
                    <a:pt x="473100" y="0"/>
                  </a:lnTo>
                  <a:close/>
                </a:path>
                <a:path w="577850" h="180975">
                  <a:moveTo>
                    <a:pt x="561568" y="117551"/>
                  </a:moveTo>
                  <a:lnTo>
                    <a:pt x="539216" y="117551"/>
                  </a:lnTo>
                  <a:lnTo>
                    <a:pt x="539216" y="180365"/>
                  </a:lnTo>
                  <a:lnTo>
                    <a:pt x="561568" y="180365"/>
                  </a:lnTo>
                  <a:lnTo>
                    <a:pt x="561568" y="117551"/>
                  </a:lnTo>
                  <a:close/>
                </a:path>
                <a:path w="577850" h="180975">
                  <a:moveTo>
                    <a:pt x="577710" y="0"/>
                  </a:moveTo>
                  <a:lnTo>
                    <a:pt x="523074" y="0"/>
                  </a:lnTo>
                  <a:lnTo>
                    <a:pt x="523074" y="36322"/>
                  </a:lnTo>
                  <a:lnTo>
                    <a:pt x="577710" y="36322"/>
                  </a:lnTo>
                  <a:lnTo>
                    <a:pt x="577710" y="0"/>
                  </a:lnTo>
                  <a:close/>
                </a:path>
              </a:pathLst>
            </a:custGeom>
            <a:solidFill>
              <a:srgbClr val="3D46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 descr=""/>
            <p:cNvSpPr/>
            <p:nvPr/>
          </p:nvSpPr>
          <p:spPr>
            <a:xfrm>
              <a:off x="18167823" y="10092206"/>
              <a:ext cx="622935" cy="29209"/>
            </a:xfrm>
            <a:custGeom>
              <a:avLst/>
              <a:gdLst/>
              <a:ahLst/>
              <a:cxnLst/>
              <a:rect l="l" t="t" r="r" b="b"/>
              <a:pathLst>
                <a:path w="622934" h="29209">
                  <a:moveTo>
                    <a:pt x="622410" y="0"/>
                  </a:moveTo>
                  <a:lnTo>
                    <a:pt x="0" y="0"/>
                  </a:lnTo>
                  <a:lnTo>
                    <a:pt x="0" y="29025"/>
                  </a:lnTo>
                  <a:lnTo>
                    <a:pt x="622410" y="29025"/>
                  </a:lnTo>
                  <a:lnTo>
                    <a:pt x="622410" y="0"/>
                  </a:lnTo>
                  <a:close/>
                </a:path>
              </a:pathLst>
            </a:custGeom>
            <a:solidFill>
              <a:srgbClr val="A6D7D2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 descr=""/>
            <p:cNvSpPr/>
            <p:nvPr/>
          </p:nvSpPr>
          <p:spPr>
            <a:xfrm>
              <a:off x="18206301" y="9005766"/>
              <a:ext cx="545465" cy="930275"/>
            </a:xfrm>
            <a:custGeom>
              <a:avLst/>
              <a:gdLst/>
              <a:ahLst/>
              <a:cxnLst/>
              <a:rect l="l" t="t" r="r" b="b"/>
              <a:pathLst>
                <a:path w="545465" h="930275">
                  <a:moveTo>
                    <a:pt x="483260" y="799579"/>
                  </a:moveTo>
                  <a:lnTo>
                    <a:pt x="435533" y="825309"/>
                  </a:lnTo>
                  <a:lnTo>
                    <a:pt x="384162" y="844410"/>
                  </a:lnTo>
                  <a:lnTo>
                    <a:pt x="329704" y="856297"/>
                  </a:lnTo>
                  <a:lnTo>
                    <a:pt x="272719" y="860386"/>
                  </a:lnTo>
                  <a:lnTo>
                    <a:pt x="215734" y="856297"/>
                  </a:lnTo>
                  <a:lnTo>
                    <a:pt x="161277" y="844410"/>
                  </a:lnTo>
                  <a:lnTo>
                    <a:pt x="109918" y="825309"/>
                  </a:lnTo>
                  <a:lnTo>
                    <a:pt x="62191" y="799566"/>
                  </a:lnTo>
                  <a:lnTo>
                    <a:pt x="62191" y="879487"/>
                  </a:lnTo>
                  <a:lnTo>
                    <a:pt x="111099" y="900938"/>
                  </a:lnTo>
                  <a:lnTo>
                    <a:pt x="162737" y="916774"/>
                  </a:lnTo>
                  <a:lnTo>
                    <a:pt x="216738" y="926566"/>
                  </a:lnTo>
                  <a:lnTo>
                    <a:pt x="272719" y="929919"/>
                  </a:lnTo>
                  <a:lnTo>
                    <a:pt x="328701" y="926566"/>
                  </a:lnTo>
                  <a:lnTo>
                    <a:pt x="382701" y="916774"/>
                  </a:lnTo>
                  <a:lnTo>
                    <a:pt x="434340" y="900938"/>
                  </a:lnTo>
                  <a:lnTo>
                    <a:pt x="483260" y="879487"/>
                  </a:lnTo>
                  <a:lnTo>
                    <a:pt x="483260" y="799579"/>
                  </a:lnTo>
                  <a:close/>
                </a:path>
                <a:path w="545465" h="930275">
                  <a:moveTo>
                    <a:pt x="545426" y="587997"/>
                  </a:moveTo>
                  <a:lnTo>
                    <a:pt x="401777" y="505066"/>
                  </a:lnTo>
                  <a:lnTo>
                    <a:pt x="404393" y="495427"/>
                  </a:lnTo>
                  <a:lnTo>
                    <a:pt x="406285" y="485508"/>
                  </a:lnTo>
                  <a:lnTo>
                    <a:pt x="407441" y="475348"/>
                  </a:lnTo>
                  <a:lnTo>
                    <a:pt x="407835" y="464959"/>
                  </a:lnTo>
                  <a:lnTo>
                    <a:pt x="399859" y="419138"/>
                  </a:lnTo>
                  <a:lnTo>
                    <a:pt x="377774" y="380060"/>
                  </a:lnTo>
                  <a:lnTo>
                    <a:pt x="344398" y="350507"/>
                  </a:lnTo>
                  <a:lnTo>
                    <a:pt x="302514" y="333248"/>
                  </a:lnTo>
                  <a:lnTo>
                    <a:pt x="302514" y="71043"/>
                  </a:lnTo>
                  <a:lnTo>
                    <a:pt x="351205" y="77774"/>
                  </a:lnTo>
                  <a:lnTo>
                    <a:pt x="397776" y="90246"/>
                  </a:lnTo>
                  <a:lnTo>
                    <a:pt x="441909" y="108064"/>
                  </a:lnTo>
                  <a:lnTo>
                    <a:pt x="483260" y="130822"/>
                  </a:lnTo>
                  <a:lnTo>
                    <a:pt x="483260" y="50444"/>
                  </a:lnTo>
                  <a:lnTo>
                    <a:pt x="434340" y="28981"/>
                  </a:lnTo>
                  <a:lnTo>
                    <a:pt x="382701" y="13157"/>
                  </a:lnTo>
                  <a:lnTo>
                    <a:pt x="328701" y="3365"/>
                  </a:lnTo>
                  <a:lnTo>
                    <a:pt x="272719" y="0"/>
                  </a:lnTo>
                  <a:lnTo>
                    <a:pt x="216738" y="3365"/>
                  </a:lnTo>
                  <a:lnTo>
                    <a:pt x="162737" y="13157"/>
                  </a:lnTo>
                  <a:lnTo>
                    <a:pt x="111099" y="28981"/>
                  </a:lnTo>
                  <a:lnTo>
                    <a:pt x="62191" y="50444"/>
                  </a:lnTo>
                  <a:lnTo>
                    <a:pt x="62191" y="130822"/>
                  </a:lnTo>
                  <a:lnTo>
                    <a:pt x="103530" y="108064"/>
                  </a:lnTo>
                  <a:lnTo>
                    <a:pt x="147662" y="90246"/>
                  </a:lnTo>
                  <a:lnTo>
                    <a:pt x="194233" y="77774"/>
                  </a:lnTo>
                  <a:lnTo>
                    <a:pt x="242912" y="71043"/>
                  </a:lnTo>
                  <a:lnTo>
                    <a:pt x="242912" y="333248"/>
                  </a:lnTo>
                  <a:lnTo>
                    <a:pt x="201041" y="350507"/>
                  </a:lnTo>
                  <a:lnTo>
                    <a:pt x="167652" y="380060"/>
                  </a:lnTo>
                  <a:lnTo>
                    <a:pt x="145567" y="419138"/>
                  </a:lnTo>
                  <a:lnTo>
                    <a:pt x="137591" y="464959"/>
                  </a:lnTo>
                  <a:lnTo>
                    <a:pt x="137985" y="475348"/>
                  </a:lnTo>
                  <a:lnTo>
                    <a:pt x="139141" y="485508"/>
                  </a:lnTo>
                  <a:lnTo>
                    <a:pt x="141046" y="495427"/>
                  </a:lnTo>
                  <a:lnTo>
                    <a:pt x="143649" y="505066"/>
                  </a:lnTo>
                  <a:lnTo>
                    <a:pt x="0" y="588010"/>
                  </a:lnTo>
                  <a:lnTo>
                    <a:pt x="0" y="612165"/>
                  </a:lnTo>
                  <a:lnTo>
                    <a:pt x="31165" y="638835"/>
                  </a:lnTo>
                  <a:lnTo>
                    <a:pt x="173609" y="556590"/>
                  </a:lnTo>
                  <a:lnTo>
                    <a:pt x="193992" y="574649"/>
                  </a:lnTo>
                  <a:lnTo>
                    <a:pt x="217716" y="588352"/>
                  </a:lnTo>
                  <a:lnTo>
                    <a:pt x="244157" y="597052"/>
                  </a:lnTo>
                  <a:lnTo>
                    <a:pt x="272719" y="600087"/>
                  </a:lnTo>
                  <a:lnTo>
                    <a:pt x="301282" y="597052"/>
                  </a:lnTo>
                  <a:lnTo>
                    <a:pt x="327723" y="588352"/>
                  </a:lnTo>
                  <a:lnTo>
                    <a:pt x="351447" y="574636"/>
                  </a:lnTo>
                  <a:lnTo>
                    <a:pt x="371830" y="556590"/>
                  </a:lnTo>
                  <a:lnTo>
                    <a:pt x="514273" y="638835"/>
                  </a:lnTo>
                  <a:lnTo>
                    <a:pt x="545426" y="612165"/>
                  </a:lnTo>
                  <a:lnTo>
                    <a:pt x="545426" y="587997"/>
                  </a:lnTo>
                  <a:close/>
                </a:path>
              </a:pathLst>
            </a:custGeom>
            <a:solidFill>
              <a:srgbClr val="A1D5D0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 descr=""/>
            <p:cNvSpPr/>
            <p:nvPr/>
          </p:nvSpPr>
          <p:spPr>
            <a:xfrm>
              <a:off x="18082596" y="8987118"/>
              <a:ext cx="793115" cy="687070"/>
            </a:xfrm>
            <a:custGeom>
              <a:avLst/>
              <a:gdLst/>
              <a:ahLst/>
              <a:cxnLst/>
              <a:rect l="l" t="t" r="r" b="b"/>
              <a:pathLst>
                <a:path w="793115" h="687070">
                  <a:moveTo>
                    <a:pt x="426238" y="0"/>
                  </a:moveTo>
                  <a:lnTo>
                    <a:pt x="366627" y="0"/>
                  </a:lnTo>
                  <a:lnTo>
                    <a:pt x="366627" y="423358"/>
                  </a:lnTo>
                  <a:lnTo>
                    <a:pt x="0" y="635027"/>
                  </a:lnTo>
                  <a:lnTo>
                    <a:pt x="29800" y="686638"/>
                  </a:lnTo>
                  <a:lnTo>
                    <a:pt x="396427" y="474959"/>
                  </a:lnTo>
                  <a:lnTo>
                    <a:pt x="763065" y="686638"/>
                  </a:lnTo>
                  <a:lnTo>
                    <a:pt x="792865" y="635027"/>
                  </a:lnTo>
                  <a:lnTo>
                    <a:pt x="426238" y="423358"/>
                  </a:lnTo>
                  <a:lnTo>
                    <a:pt x="426238" y="0"/>
                  </a:lnTo>
                  <a:close/>
                </a:path>
              </a:pathLst>
            </a:custGeom>
            <a:solidFill>
              <a:srgbClr val="A6D7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 descr=""/>
            <p:cNvSpPr/>
            <p:nvPr/>
          </p:nvSpPr>
          <p:spPr>
            <a:xfrm>
              <a:off x="18307778" y="9244540"/>
              <a:ext cx="342900" cy="299720"/>
            </a:xfrm>
            <a:custGeom>
              <a:avLst/>
              <a:gdLst/>
              <a:ahLst/>
              <a:cxnLst/>
              <a:rect l="l" t="t" r="r" b="b"/>
              <a:pathLst>
                <a:path w="342900" h="299720">
                  <a:moveTo>
                    <a:pt x="171251" y="0"/>
                  </a:moveTo>
                  <a:lnTo>
                    <a:pt x="163667" y="187"/>
                  </a:lnTo>
                  <a:lnTo>
                    <a:pt x="156178" y="718"/>
                  </a:lnTo>
                  <a:lnTo>
                    <a:pt x="148775" y="1550"/>
                  </a:lnTo>
                  <a:lnTo>
                    <a:pt x="141451" y="2638"/>
                  </a:lnTo>
                  <a:lnTo>
                    <a:pt x="141451" y="165932"/>
                  </a:lnTo>
                  <a:lnTo>
                    <a:pt x="0" y="247594"/>
                  </a:lnTo>
                  <a:lnTo>
                    <a:pt x="5870" y="261485"/>
                  </a:lnTo>
                  <a:lnTo>
                    <a:pt x="12786" y="274775"/>
                  </a:lnTo>
                  <a:lnTo>
                    <a:pt x="20724" y="287396"/>
                  </a:lnTo>
                  <a:lnTo>
                    <a:pt x="29664" y="299278"/>
                  </a:lnTo>
                  <a:lnTo>
                    <a:pt x="171251" y="217543"/>
                  </a:lnTo>
                  <a:lnTo>
                    <a:pt x="312828" y="299278"/>
                  </a:lnTo>
                  <a:lnTo>
                    <a:pt x="321768" y="287395"/>
                  </a:lnTo>
                  <a:lnTo>
                    <a:pt x="329709" y="274771"/>
                  </a:lnTo>
                  <a:lnTo>
                    <a:pt x="336626" y="261480"/>
                  </a:lnTo>
                  <a:lnTo>
                    <a:pt x="342492" y="247594"/>
                  </a:lnTo>
                  <a:lnTo>
                    <a:pt x="201051" y="165932"/>
                  </a:lnTo>
                  <a:lnTo>
                    <a:pt x="201051" y="2638"/>
                  </a:lnTo>
                  <a:lnTo>
                    <a:pt x="193725" y="1554"/>
                  </a:lnTo>
                  <a:lnTo>
                    <a:pt x="186320" y="722"/>
                  </a:lnTo>
                  <a:lnTo>
                    <a:pt x="178830" y="188"/>
                  </a:lnTo>
                  <a:lnTo>
                    <a:pt x="171251" y="0"/>
                  </a:lnTo>
                  <a:close/>
                </a:path>
              </a:pathLst>
            </a:custGeom>
            <a:solidFill>
              <a:srgbClr val="A1D5D0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8" name="object 468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8082597" y="9568199"/>
              <a:ext cx="123189" cy="105556"/>
            </a:xfrm>
            <a:prstGeom prst="rect">
              <a:avLst/>
            </a:prstGeom>
          </p:spPr>
        </p:pic>
        <p:sp>
          <p:nvSpPr>
            <p:cNvPr id="469" name="object 469" descr=""/>
            <p:cNvSpPr/>
            <p:nvPr/>
          </p:nvSpPr>
          <p:spPr>
            <a:xfrm>
              <a:off x="18449227" y="8986970"/>
              <a:ext cx="59690" cy="107950"/>
            </a:xfrm>
            <a:custGeom>
              <a:avLst/>
              <a:gdLst/>
              <a:ahLst/>
              <a:cxnLst/>
              <a:rect l="l" t="t" r="r" b="b"/>
              <a:pathLst>
                <a:path w="59690" h="107950">
                  <a:moveTo>
                    <a:pt x="59601" y="0"/>
                  </a:moveTo>
                  <a:lnTo>
                    <a:pt x="0" y="0"/>
                  </a:lnTo>
                  <a:lnTo>
                    <a:pt x="0" y="106680"/>
                  </a:lnTo>
                  <a:lnTo>
                    <a:pt x="0" y="107950"/>
                  </a:lnTo>
                  <a:lnTo>
                    <a:pt x="8712" y="107950"/>
                  </a:lnTo>
                  <a:lnTo>
                    <a:pt x="8712" y="106680"/>
                  </a:lnTo>
                  <a:lnTo>
                    <a:pt x="50888" y="106680"/>
                  </a:lnTo>
                  <a:lnTo>
                    <a:pt x="50888" y="107950"/>
                  </a:lnTo>
                  <a:lnTo>
                    <a:pt x="59601" y="107950"/>
                  </a:lnTo>
                  <a:lnTo>
                    <a:pt x="59601" y="106680"/>
                  </a:lnTo>
                  <a:lnTo>
                    <a:pt x="59601" y="0"/>
                  </a:lnTo>
                  <a:close/>
                </a:path>
              </a:pathLst>
            </a:custGeom>
            <a:solidFill>
              <a:srgbClr val="A1D5D0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0" name="object 470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8752272" y="9568189"/>
              <a:ext cx="123189" cy="105567"/>
            </a:xfrm>
            <a:prstGeom prst="rect">
              <a:avLst/>
            </a:prstGeom>
          </p:spPr>
        </p:pic>
        <p:sp>
          <p:nvSpPr>
            <p:cNvPr id="471" name="object 471" descr=""/>
            <p:cNvSpPr/>
            <p:nvPr/>
          </p:nvSpPr>
          <p:spPr>
            <a:xfrm>
              <a:off x="18014061" y="8962726"/>
              <a:ext cx="930275" cy="930275"/>
            </a:xfrm>
            <a:custGeom>
              <a:avLst/>
              <a:gdLst/>
              <a:ahLst/>
              <a:cxnLst/>
              <a:rect l="l" t="t" r="r" b="b"/>
              <a:pathLst>
                <a:path w="930275" h="930275">
                  <a:moveTo>
                    <a:pt x="600075" y="464959"/>
                  </a:moveTo>
                  <a:lnTo>
                    <a:pt x="593191" y="422249"/>
                  </a:lnTo>
                  <a:lnTo>
                    <a:pt x="574014" y="385152"/>
                  </a:lnTo>
                  <a:lnTo>
                    <a:pt x="544753" y="355904"/>
                  </a:lnTo>
                  <a:lnTo>
                    <a:pt x="507669" y="336715"/>
                  </a:lnTo>
                  <a:lnTo>
                    <a:pt x="464959" y="329831"/>
                  </a:lnTo>
                  <a:lnTo>
                    <a:pt x="422249" y="336715"/>
                  </a:lnTo>
                  <a:lnTo>
                    <a:pt x="385152" y="355904"/>
                  </a:lnTo>
                  <a:lnTo>
                    <a:pt x="355904" y="385152"/>
                  </a:lnTo>
                  <a:lnTo>
                    <a:pt x="336727" y="422249"/>
                  </a:lnTo>
                  <a:lnTo>
                    <a:pt x="329844" y="464959"/>
                  </a:lnTo>
                  <a:lnTo>
                    <a:pt x="336727" y="507669"/>
                  </a:lnTo>
                  <a:lnTo>
                    <a:pt x="355904" y="544766"/>
                  </a:lnTo>
                  <a:lnTo>
                    <a:pt x="385152" y="574014"/>
                  </a:lnTo>
                  <a:lnTo>
                    <a:pt x="422249" y="593191"/>
                  </a:lnTo>
                  <a:lnTo>
                    <a:pt x="464959" y="600087"/>
                  </a:lnTo>
                  <a:lnTo>
                    <a:pt x="507669" y="593191"/>
                  </a:lnTo>
                  <a:lnTo>
                    <a:pt x="544753" y="574014"/>
                  </a:lnTo>
                  <a:lnTo>
                    <a:pt x="574014" y="544766"/>
                  </a:lnTo>
                  <a:lnTo>
                    <a:pt x="593191" y="507669"/>
                  </a:lnTo>
                  <a:lnTo>
                    <a:pt x="600075" y="464959"/>
                  </a:lnTo>
                  <a:close/>
                </a:path>
                <a:path w="930275" h="930275">
                  <a:moveTo>
                    <a:pt x="929919" y="464959"/>
                  </a:moveTo>
                  <a:lnTo>
                    <a:pt x="927519" y="417410"/>
                  </a:lnTo>
                  <a:lnTo>
                    <a:pt x="920470" y="371246"/>
                  </a:lnTo>
                  <a:lnTo>
                    <a:pt x="909015" y="326694"/>
                  </a:lnTo>
                  <a:lnTo>
                    <a:pt x="893381" y="283972"/>
                  </a:lnTo>
                  <a:lnTo>
                    <a:pt x="873798" y="243332"/>
                  </a:lnTo>
                  <a:lnTo>
                    <a:pt x="860386" y="221259"/>
                  </a:lnTo>
                  <a:lnTo>
                    <a:pt x="860386" y="464959"/>
                  </a:lnTo>
                  <a:lnTo>
                    <a:pt x="857719" y="511073"/>
                  </a:lnTo>
                  <a:lnTo>
                    <a:pt x="849934" y="555625"/>
                  </a:lnTo>
                  <a:lnTo>
                    <a:pt x="837323" y="598322"/>
                  </a:lnTo>
                  <a:lnTo>
                    <a:pt x="820191" y="638860"/>
                  </a:lnTo>
                  <a:lnTo>
                    <a:pt x="798817" y="676935"/>
                  </a:lnTo>
                  <a:lnTo>
                    <a:pt x="773506" y="712279"/>
                  </a:lnTo>
                  <a:lnTo>
                    <a:pt x="744562" y="744562"/>
                  </a:lnTo>
                  <a:lnTo>
                    <a:pt x="712266" y="773506"/>
                  </a:lnTo>
                  <a:lnTo>
                    <a:pt x="676935" y="798817"/>
                  </a:lnTo>
                  <a:lnTo>
                    <a:pt x="638848" y="820191"/>
                  </a:lnTo>
                  <a:lnTo>
                    <a:pt x="598322" y="837323"/>
                  </a:lnTo>
                  <a:lnTo>
                    <a:pt x="555625" y="849934"/>
                  </a:lnTo>
                  <a:lnTo>
                    <a:pt x="511073" y="857719"/>
                  </a:lnTo>
                  <a:lnTo>
                    <a:pt x="464959" y="860374"/>
                  </a:lnTo>
                  <a:lnTo>
                    <a:pt x="418846" y="857719"/>
                  </a:lnTo>
                  <a:lnTo>
                    <a:pt x="374294" y="849934"/>
                  </a:lnTo>
                  <a:lnTo>
                    <a:pt x="331597" y="837323"/>
                  </a:lnTo>
                  <a:lnTo>
                    <a:pt x="291058" y="820191"/>
                  </a:lnTo>
                  <a:lnTo>
                    <a:pt x="252984" y="798817"/>
                  </a:lnTo>
                  <a:lnTo>
                    <a:pt x="217639" y="773506"/>
                  </a:lnTo>
                  <a:lnTo>
                    <a:pt x="185356" y="744562"/>
                  </a:lnTo>
                  <a:lnTo>
                    <a:pt x="156413" y="712279"/>
                  </a:lnTo>
                  <a:lnTo>
                    <a:pt x="131102" y="676935"/>
                  </a:lnTo>
                  <a:lnTo>
                    <a:pt x="109728" y="638860"/>
                  </a:lnTo>
                  <a:lnTo>
                    <a:pt x="92583" y="598322"/>
                  </a:lnTo>
                  <a:lnTo>
                    <a:pt x="79984" y="555625"/>
                  </a:lnTo>
                  <a:lnTo>
                    <a:pt x="72199" y="511073"/>
                  </a:lnTo>
                  <a:lnTo>
                    <a:pt x="69532" y="464959"/>
                  </a:lnTo>
                  <a:lnTo>
                    <a:pt x="72199" y="418846"/>
                  </a:lnTo>
                  <a:lnTo>
                    <a:pt x="79984" y="374294"/>
                  </a:lnTo>
                  <a:lnTo>
                    <a:pt x="92583" y="331597"/>
                  </a:lnTo>
                  <a:lnTo>
                    <a:pt x="109728" y="291058"/>
                  </a:lnTo>
                  <a:lnTo>
                    <a:pt x="131102" y="252971"/>
                  </a:lnTo>
                  <a:lnTo>
                    <a:pt x="156413" y="217639"/>
                  </a:lnTo>
                  <a:lnTo>
                    <a:pt x="185356" y="185356"/>
                  </a:lnTo>
                  <a:lnTo>
                    <a:pt x="217639" y="156400"/>
                  </a:lnTo>
                  <a:lnTo>
                    <a:pt x="252984" y="131102"/>
                  </a:lnTo>
                  <a:lnTo>
                    <a:pt x="291058" y="109728"/>
                  </a:lnTo>
                  <a:lnTo>
                    <a:pt x="331597" y="92583"/>
                  </a:lnTo>
                  <a:lnTo>
                    <a:pt x="374294" y="79971"/>
                  </a:lnTo>
                  <a:lnTo>
                    <a:pt x="418846" y="72199"/>
                  </a:lnTo>
                  <a:lnTo>
                    <a:pt x="464959" y="69532"/>
                  </a:lnTo>
                  <a:lnTo>
                    <a:pt x="511073" y="72199"/>
                  </a:lnTo>
                  <a:lnTo>
                    <a:pt x="555625" y="79971"/>
                  </a:lnTo>
                  <a:lnTo>
                    <a:pt x="598322" y="92583"/>
                  </a:lnTo>
                  <a:lnTo>
                    <a:pt x="638848" y="109728"/>
                  </a:lnTo>
                  <a:lnTo>
                    <a:pt x="676935" y="131102"/>
                  </a:lnTo>
                  <a:lnTo>
                    <a:pt x="712266" y="156400"/>
                  </a:lnTo>
                  <a:lnTo>
                    <a:pt x="744562" y="185356"/>
                  </a:lnTo>
                  <a:lnTo>
                    <a:pt x="773506" y="217639"/>
                  </a:lnTo>
                  <a:lnTo>
                    <a:pt x="798817" y="252971"/>
                  </a:lnTo>
                  <a:lnTo>
                    <a:pt x="820191" y="291058"/>
                  </a:lnTo>
                  <a:lnTo>
                    <a:pt x="837323" y="331597"/>
                  </a:lnTo>
                  <a:lnTo>
                    <a:pt x="849934" y="374294"/>
                  </a:lnTo>
                  <a:lnTo>
                    <a:pt x="857719" y="418846"/>
                  </a:lnTo>
                  <a:lnTo>
                    <a:pt x="860386" y="464959"/>
                  </a:lnTo>
                  <a:lnTo>
                    <a:pt x="860386" y="221259"/>
                  </a:lnTo>
                  <a:lnTo>
                    <a:pt x="823747" y="169202"/>
                  </a:lnTo>
                  <a:lnTo>
                    <a:pt x="793737" y="136182"/>
                  </a:lnTo>
                  <a:lnTo>
                    <a:pt x="760717" y="106172"/>
                  </a:lnTo>
                  <a:lnTo>
                    <a:pt x="724916" y="79400"/>
                  </a:lnTo>
                  <a:lnTo>
                    <a:pt x="686587" y="56121"/>
                  </a:lnTo>
                  <a:lnTo>
                    <a:pt x="645934" y="36537"/>
                  </a:lnTo>
                  <a:lnTo>
                    <a:pt x="603224" y="20904"/>
                  </a:lnTo>
                  <a:lnTo>
                    <a:pt x="558660" y="9448"/>
                  </a:lnTo>
                  <a:lnTo>
                    <a:pt x="512495" y="2400"/>
                  </a:lnTo>
                  <a:lnTo>
                    <a:pt x="464959" y="0"/>
                  </a:lnTo>
                  <a:lnTo>
                    <a:pt x="417423" y="2400"/>
                  </a:lnTo>
                  <a:lnTo>
                    <a:pt x="371259" y="9448"/>
                  </a:lnTo>
                  <a:lnTo>
                    <a:pt x="326694" y="20904"/>
                  </a:lnTo>
                  <a:lnTo>
                    <a:pt x="283972" y="36537"/>
                  </a:lnTo>
                  <a:lnTo>
                    <a:pt x="243332" y="56121"/>
                  </a:lnTo>
                  <a:lnTo>
                    <a:pt x="204990" y="79400"/>
                  </a:lnTo>
                  <a:lnTo>
                    <a:pt x="169202" y="106172"/>
                  </a:lnTo>
                  <a:lnTo>
                    <a:pt x="136182" y="136182"/>
                  </a:lnTo>
                  <a:lnTo>
                    <a:pt x="106172" y="169202"/>
                  </a:lnTo>
                  <a:lnTo>
                    <a:pt x="79413" y="204990"/>
                  </a:lnTo>
                  <a:lnTo>
                    <a:pt x="56121" y="243332"/>
                  </a:lnTo>
                  <a:lnTo>
                    <a:pt x="36537" y="283972"/>
                  </a:lnTo>
                  <a:lnTo>
                    <a:pt x="20904" y="326694"/>
                  </a:lnTo>
                  <a:lnTo>
                    <a:pt x="9448" y="371246"/>
                  </a:lnTo>
                  <a:lnTo>
                    <a:pt x="2400" y="417410"/>
                  </a:lnTo>
                  <a:lnTo>
                    <a:pt x="0" y="464959"/>
                  </a:lnTo>
                  <a:lnTo>
                    <a:pt x="2400" y="512495"/>
                  </a:lnTo>
                  <a:lnTo>
                    <a:pt x="9448" y="558660"/>
                  </a:lnTo>
                  <a:lnTo>
                    <a:pt x="20904" y="603224"/>
                  </a:lnTo>
                  <a:lnTo>
                    <a:pt x="36537" y="645934"/>
                  </a:lnTo>
                  <a:lnTo>
                    <a:pt x="56121" y="686587"/>
                  </a:lnTo>
                  <a:lnTo>
                    <a:pt x="79413" y="724916"/>
                  </a:lnTo>
                  <a:lnTo>
                    <a:pt x="106172" y="760717"/>
                  </a:lnTo>
                  <a:lnTo>
                    <a:pt x="136182" y="793737"/>
                  </a:lnTo>
                  <a:lnTo>
                    <a:pt x="169202" y="823734"/>
                  </a:lnTo>
                  <a:lnTo>
                    <a:pt x="204990" y="850506"/>
                  </a:lnTo>
                  <a:lnTo>
                    <a:pt x="243332" y="873798"/>
                  </a:lnTo>
                  <a:lnTo>
                    <a:pt x="283972" y="893381"/>
                  </a:lnTo>
                  <a:lnTo>
                    <a:pt x="326694" y="909015"/>
                  </a:lnTo>
                  <a:lnTo>
                    <a:pt x="371259" y="920470"/>
                  </a:lnTo>
                  <a:lnTo>
                    <a:pt x="417423" y="927519"/>
                  </a:lnTo>
                  <a:lnTo>
                    <a:pt x="464959" y="929919"/>
                  </a:lnTo>
                  <a:lnTo>
                    <a:pt x="512495" y="927519"/>
                  </a:lnTo>
                  <a:lnTo>
                    <a:pt x="558660" y="920470"/>
                  </a:lnTo>
                  <a:lnTo>
                    <a:pt x="603224" y="909015"/>
                  </a:lnTo>
                  <a:lnTo>
                    <a:pt x="645934" y="893381"/>
                  </a:lnTo>
                  <a:lnTo>
                    <a:pt x="686587" y="873798"/>
                  </a:lnTo>
                  <a:lnTo>
                    <a:pt x="708672" y="860374"/>
                  </a:lnTo>
                  <a:lnTo>
                    <a:pt x="724916" y="850506"/>
                  </a:lnTo>
                  <a:lnTo>
                    <a:pt x="760717" y="823734"/>
                  </a:lnTo>
                  <a:lnTo>
                    <a:pt x="793737" y="793737"/>
                  </a:lnTo>
                  <a:lnTo>
                    <a:pt x="823747" y="760717"/>
                  </a:lnTo>
                  <a:lnTo>
                    <a:pt x="850506" y="724916"/>
                  </a:lnTo>
                  <a:lnTo>
                    <a:pt x="873798" y="686587"/>
                  </a:lnTo>
                  <a:lnTo>
                    <a:pt x="893381" y="645934"/>
                  </a:lnTo>
                  <a:lnTo>
                    <a:pt x="909015" y="603224"/>
                  </a:lnTo>
                  <a:lnTo>
                    <a:pt x="920470" y="558660"/>
                  </a:lnTo>
                  <a:lnTo>
                    <a:pt x="927519" y="512495"/>
                  </a:lnTo>
                  <a:lnTo>
                    <a:pt x="929919" y="464959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2" name="object 472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8411788" y="9360434"/>
              <a:ext cx="134477" cy="134488"/>
            </a:xfrm>
            <a:prstGeom prst="rect">
              <a:avLst/>
            </a:prstGeom>
          </p:spPr>
        </p:pic>
      </p:grpSp>
      <p:grpSp>
        <p:nvGrpSpPr>
          <p:cNvPr id="473" name="object 473" descr=""/>
          <p:cNvGrpSpPr/>
          <p:nvPr/>
        </p:nvGrpSpPr>
        <p:grpSpPr>
          <a:xfrm>
            <a:off x="13833064" y="3859320"/>
            <a:ext cx="1712595" cy="173990"/>
            <a:chOff x="13833064" y="3859320"/>
            <a:chExt cx="1712595" cy="173990"/>
          </a:xfrm>
        </p:grpSpPr>
        <p:sp>
          <p:nvSpPr>
            <p:cNvPr id="474" name="object 474" descr=""/>
            <p:cNvSpPr/>
            <p:nvPr/>
          </p:nvSpPr>
          <p:spPr>
            <a:xfrm>
              <a:off x="13833064" y="3926371"/>
              <a:ext cx="1712595" cy="40005"/>
            </a:xfrm>
            <a:custGeom>
              <a:avLst/>
              <a:gdLst/>
              <a:ahLst/>
              <a:cxnLst/>
              <a:rect l="l" t="t" r="r" b="b"/>
              <a:pathLst>
                <a:path w="1712594" h="40004">
                  <a:moveTo>
                    <a:pt x="1692461" y="0"/>
                  </a:moveTo>
                  <a:lnTo>
                    <a:pt x="19863" y="0"/>
                  </a:lnTo>
                  <a:lnTo>
                    <a:pt x="12125" y="1560"/>
                  </a:lnTo>
                  <a:lnTo>
                    <a:pt x="5812" y="5816"/>
                  </a:lnTo>
                  <a:lnTo>
                    <a:pt x="1559" y="12130"/>
                  </a:lnTo>
                  <a:lnTo>
                    <a:pt x="0" y="19863"/>
                  </a:lnTo>
                  <a:lnTo>
                    <a:pt x="1559" y="27602"/>
                  </a:lnTo>
                  <a:lnTo>
                    <a:pt x="5812" y="33919"/>
                  </a:lnTo>
                  <a:lnTo>
                    <a:pt x="12125" y="38176"/>
                  </a:lnTo>
                  <a:lnTo>
                    <a:pt x="19863" y="39737"/>
                  </a:lnTo>
                  <a:lnTo>
                    <a:pt x="1692461" y="39737"/>
                  </a:lnTo>
                  <a:lnTo>
                    <a:pt x="1700194" y="38176"/>
                  </a:lnTo>
                  <a:lnTo>
                    <a:pt x="1706508" y="33919"/>
                  </a:lnTo>
                  <a:lnTo>
                    <a:pt x="1710764" y="27602"/>
                  </a:lnTo>
                  <a:lnTo>
                    <a:pt x="1712324" y="19863"/>
                  </a:lnTo>
                  <a:lnTo>
                    <a:pt x="1710764" y="12130"/>
                  </a:lnTo>
                  <a:lnTo>
                    <a:pt x="1706508" y="5816"/>
                  </a:lnTo>
                  <a:lnTo>
                    <a:pt x="1700194" y="1560"/>
                  </a:lnTo>
                  <a:lnTo>
                    <a:pt x="1692461" y="0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 descr=""/>
            <p:cNvSpPr/>
            <p:nvPr/>
          </p:nvSpPr>
          <p:spPr>
            <a:xfrm>
              <a:off x="14506448" y="3926376"/>
              <a:ext cx="295275" cy="40005"/>
            </a:xfrm>
            <a:custGeom>
              <a:avLst/>
              <a:gdLst/>
              <a:ahLst/>
              <a:cxnLst/>
              <a:rect l="l" t="t" r="r" b="b"/>
              <a:pathLst>
                <a:path w="295275" h="40004">
                  <a:moveTo>
                    <a:pt x="294716" y="0"/>
                  </a:moveTo>
                  <a:lnTo>
                    <a:pt x="0" y="0"/>
                  </a:lnTo>
                  <a:lnTo>
                    <a:pt x="0" y="39738"/>
                  </a:lnTo>
                  <a:lnTo>
                    <a:pt x="294716" y="39738"/>
                  </a:lnTo>
                  <a:lnTo>
                    <a:pt x="294716" y="0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 descr=""/>
            <p:cNvSpPr/>
            <p:nvPr/>
          </p:nvSpPr>
          <p:spPr>
            <a:xfrm>
              <a:off x="14566882" y="3859320"/>
              <a:ext cx="173990" cy="173990"/>
            </a:xfrm>
            <a:custGeom>
              <a:avLst/>
              <a:gdLst/>
              <a:ahLst/>
              <a:cxnLst/>
              <a:rect l="l" t="t" r="r" b="b"/>
              <a:pathLst>
                <a:path w="173990" h="173989">
                  <a:moveTo>
                    <a:pt x="148979" y="0"/>
                  </a:moveTo>
                  <a:lnTo>
                    <a:pt x="24868" y="0"/>
                  </a:lnTo>
                  <a:lnTo>
                    <a:pt x="15187" y="1953"/>
                  </a:lnTo>
                  <a:lnTo>
                    <a:pt x="7282" y="7282"/>
                  </a:lnTo>
                  <a:lnTo>
                    <a:pt x="1953" y="15187"/>
                  </a:lnTo>
                  <a:lnTo>
                    <a:pt x="0" y="24868"/>
                  </a:lnTo>
                  <a:lnTo>
                    <a:pt x="0" y="148979"/>
                  </a:lnTo>
                  <a:lnTo>
                    <a:pt x="1953" y="158661"/>
                  </a:lnTo>
                  <a:lnTo>
                    <a:pt x="7282" y="166565"/>
                  </a:lnTo>
                  <a:lnTo>
                    <a:pt x="15187" y="171894"/>
                  </a:lnTo>
                  <a:lnTo>
                    <a:pt x="24868" y="173848"/>
                  </a:lnTo>
                  <a:lnTo>
                    <a:pt x="148979" y="173848"/>
                  </a:lnTo>
                  <a:lnTo>
                    <a:pt x="158656" y="171894"/>
                  </a:lnTo>
                  <a:lnTo>
                    <a:pt x="166561" y="166565"/>
                  </a:lnTo>
                  <a:lnTo>
                    <a:pt x="171892" y="158661"/>
                  </a:lnTo>
                  <a:lnTo>
                    <a:pt x="173848" y="148979"/>
                  </a:lnTo>
                  <a:lnTo>
                    <a:pt x="173848" y="24868"/>
                  </a:lnTo>
                  <a:lnTo>
                    <a:pt x="171892" y="15187"/>
                  </a:lnTo>
                  <a:lnTo>
                    <a:pt x="166561" y="7282"/>
                  </a:lnTo>
                  <a:lnTo>
                    <a:pt x="158656" y="1953"/>
                  </a:lnTo>
                  <a:lnTo>
                    <a:pt x="148979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 descr=""/>
            <p:cNvSpPr/>
            <p:nvPr/>
          </p:nvSpPr>
          <p:spPr>
            <a:xfrm>
              <a:off x="14606617" y="389906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5" h="94614">
                  <a:moveTo>
                    <a:pt x="88122" y="0"/>
                  </a:moveTo>
                  <a:lnTo>
                    <a:pt x="6251" y="0"/>
                  </a:lnTo>
                  <a:lnTo>
                    <a:pt x="0" y="6251"/>
                  </a:lnTo>
                  <a:lnTo>
                    <a:pt x="0" y="88122"/>
                  </a:lnTo>
                  <a:lnTo>
                    <a:pt x="6251" y="94374"/>
                  </a:lnTo>
                  <a:lnTo>
                    <a:pt x="88122" y="94374"/>
                  </a:lnTo>
                  <a:lnTo>
                    <a:pt x="94374" y="88122"/>
                  </a:lnTo>
                  <a:lnTo>
                    <a:pt x="94374" y="13957"/>
                  </a:lnTo>
                  <a:lnTo>
                    <a:pt x="94374" y="6251"/>
                  </a:lnTo>
                  <a:lnTo>
                    <a:pt x="8812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8" name="object 478" descr=""/>
          <p:cNvGrpSpPr/>
          <p:nvPr/>
        </p:nvGrpSpPr>
        <p:grpSpPr>
          <a:xfrm>
            <a:off x="13833064" y="3692310"/>
            <a:ext cx="1712595" cy="170180"/>
            <a:chOff x="13833064" y="3692310"/>
            <a:chExt cx="1712595" cy="170180"/>
          </a:xfrm>
        </p:grpSpPr>
        <p:sp>
          <p:nvSpPr>
            <p:cNvPr id="479" name="object 479" descr=""/>
            <p:cNvSpPr/>
            <p:nvPr/>
          </p:nvSpPr>
          <p:spPr>
            <a:xfrm>
              <a:off x="13833064" y="3757490"/>
              <a:ext cx="1712595" cy="40005"/>
            </a:xfrm>
            <a:custGeom>
              <a:avLst/>
              <a:gdLst/>
              <a:ahLst/>
              <a:cxnLst/>
              <a:rect l="l" t="t" r="r" b="b"/>
              <a:pathLst>
                <a:path w="1712594" h="40004">
                  <a:moveTo>
                    <a:pt x="1692461" y="0"/>
                  </a:moveTo>
                  <a:lnTo>
                    <a:pt x="19863" y="0"/>
                  </a:lnTo>
                  <a:lnTo>
                    <a:pt x="12125" y="1560"/>
                  </a:lnTo>
                  <a:lnTo>
                    <a:pt x="5812" y="5817"/>
                  </a:lnTo>
                  <a:lnTo>
                    <a:pt x="1559" y="12134"/>
                  </a:lnTo>
                  <a:lnTo>
                    <a:pt x="0" y="19873"/>
                  </a:lnTo>
                  <a:lnTo>
                    <a:pt x="1559" y="27606"/>
                  </a:lnTo>
                  <a:lnTo>
                    <a:pt x="5812" y="33920"/>
                  </a:lnTo>
                  <a:lnTo>
                    <a:pt x="12125" y="38176"/>
                  </a:lnTo>
                  <a:lnTo>
                    <a:pt x="19863" y="39737"/>
                  </a:lnTo>
                  <a:lnTo>
                    <a:pt x="1692461" y="39737"/>
                  </a:lnTo>
                  <a:lnTo>
                    <a:pt x="1700194" y="38176"/>
                  </a:lnTo>
                  <a:lnTo>
                    <a:pt x="1706508" y="33920"/>
                  </a:lnTo>
                  <a:lnTo>
                    <a:pt x="1710764" y="27606"/>
                  </a:lnTo>
                  <a:lnTo>
                    <a:pt x="1712324" y="19873"/>
                  </a:lnTo>
                  <a:lnTo>
                    <a:pt x="1710764" y="12134"/>
                  </a:lnTo>
                  <a:lnTo>
                    <a:pt x="1706508" y="5817"/>
                  </a:lnTo>
                  <a:lnTo>
                    <a:pt x="1700194" y="1560"/>
                  </a:lnTo>
                  <a:lnTo>
                    <a:pt x="1692461" y="0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 descr=""/>
            <p:cNvSpPr/>
            <p:nvPr/>
          </p:nvSpPr>
          <p:spPr>
            <a:xfrm>
              <a:off x="14082585" y="3757491"/>
              <a:ext cx="266700" cy="40005"/>
            </a:xfrm>
            <a:custGeom>
              <a:avLst/>
              <a:gdLst/>
              <a:ahLst/>
              <a:cxnLst/>
              <a:rect l="l" t="t" r="r" b="b"/>
              <a:pathLst>
                <a:path w="266700" h="40004">
                  <a:moveTo>
                    <a:pt x="266433" y="0"/>
                  </a:moveTo>
                  <a:lnTo>
                    <a:pt x="0" y="0"/>
                  </a:lnTo>
                  <a:lnTo>
                    <a:pt x="0" y="39738"/>
                  </a:lnTo>
                  <a:lnTo>
                    <a:pt x="266433" y="39738"/>
                  </a:lnTo>
                  <a:lnTo>
                    <a:pt x="266433" y="0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1" name="object 481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4130749" y="3692310"/>
              <a:ext cx="170110" cy="170110"/>
            </a:xfrm>
            <a:prstGeom prst="rect">
              <a:avLst/>
            </a:prstGeom>
          </p:spPr>
        </p:pic>
      </p:grpSp>
      <p:grpSp>
        <p:nvGrpSpPr>
          <p:cNvPr id="482" name="object 482" descr=""/>
          <p:cNvGrpSpPr/>
          <p:nvPr/>
        </p:nvGrpSpPr>
        <p:grpSpPr>
          <a:xfrm>
            <a:off x="13833064" y="4030069"/>
            <a:ext cx="1712595" cy="170180"/>
            <a:chOff x="13833064" y="4030069"/>
            <a:chExt cx="1712595" cy="170180"/>
          </a:xfrm>
        </p:grpSpPr>
        <p:sp>
          <p:nvSpPr>
            <p:cNvPr id="483" name="object 483" descr=""/>
            <p:cNvSpPr/>
            <p:nvPr/>
          </p:nvSpPr>
          <p:spPr>
            <a:xfrm>
              <a:off x="13833064" y="4095250"/>
              <a:ext cx="1712595" cy="40005"/>
            </a:xfrm>
            <a:custGeom>
              <a:avLst/>
              <a:gdLst/>
              <a:ahLst/>
              <a:cxnLst/>
              <a:rect l="l" t="t" r="r" b="b"/>
              <a:pathLst>
                <a:path w="1712594" h="40004">
                  <a:moveTo>
                    <a:pt x="1692461" y="0"/>
                  </a:moveTo>
                  <a:lnTo>
                    <a:pt x="19863" y="0"/>
                  </a:lnTo>
                  <a:lnTo>
                    <a:pt x="12125" y="1560"/>
                  </a:lnTo>
                  <a:lnTo>
                    <a:pt x="5812" y="5816"/>
                  </a:lnTo>
                  <a:lnTo>
                    <a:pt x="1559" y="12130"/>
                  </a:lnTo>
                  <a:lnTo>
                    <a:pt x="0" y="19863"/>
                  </a:lnTo>
                  <a:lnTo>
                    <a:pt x="1559" y="27602"/>
                  </a:lnTo>
                  <a:lnTo>
                    <a:pt x="5812" y="33919"/>
                  </a:lnTo>
                  <a:lnTo>
                    <a:pt x="12125" y="38176"/>
                  </a:lnTo>
                  <a:lnTo>
                    <a:pt x="19863" y="39737"/>
                  </a:lnTo>
                  <a:lnTo>
                    <a:pt x="1692461" y="39737"/>
                  </a:lnTo>
                  <a:lnTo>
                    <a:pt x="1700194" y="38176"/>
                  </a:lnTo>
                  <a:lnTo>
                    <a:pt x="1706508" y="33919"/>
                  </a:lnTo>
                  <a:lnTo>
                    <a:pt x="1710764" y="27602"/>
                  </a:lnTo>
                  <a:lnTo>
                    <a:pt x="1712324" y="19863"/>
                  </a:lnTo>
                  <a:lnTo>
                    <a:pt x="1710764" y="12130"/>
                  </a:lnTo>
                  <a:lnTo>
                    <a:pt x="1706508" y="5816"/>
                  </a:lnTo>
                  <a:lnTo>
                    <a:pt x="1700194" y="1560"/>
                  </a:lnTo>
                  <a:lnTo>
                    <a:pt x="1692461" y="0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 descr=""/>
            <p:cNvSpPr/>
            <p:nvPr/>
          </p:nvSpPr>
          <p:spPr>
            <a:xfrm>
              <a:off x="14978405" y="4095248"/>
              <a:ext cx="271780" cy="40005"/>
            </a:xfrm>
            <a:custGeom>
              <a:avLst/>
              <a:gdLst/>
              <a:ahLst/>
              <a:cxnLst/>
              <a:rect l="l" t="t" r="r" b="b"/>
              <a:pathLst>
                <a:path w="271780" h="40004">
                  <a:moveTo>
                    <a:pt x="271297" y="0"/>
                  </a:moveTo>
                  <a:lnTo>
                    <a:pt x="0" y="0"/>
                  </a:lnTo>
                  <a:lnTo>
                    <a:pt x="0" y="39738"/>
                  </a:lnTo>
                  <a:lnTo>
                    <a:pt x="271297" y="39738"/>
                  </a:lnTo>
                  <a:lnTo>
                    <a:pt x="271297" y="0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5" name="object 485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15029005" y="4030069"/>
              <a:ext cx="170099" cy="170110"/>
            </a:xfrm>
            <a:prstGeom prst="rect">
              <a:avLst/>
            </a:prstGeom>
          </p:spPr>
        </p:pic>
      </p:grpSp>
      <p:grpSp>
        <p:nvGrpSpPr>
          <p:cNvPr id="486" name="object 486" descr=""/>
          <p:cNvGrpSpPr/>
          <p:nvPr/>
        </p:nvGrpSpPr>
        <p:grpSpPr>
          <a:xfrm>
            <a:off x="15197383" y="2190589"/>
            <a:ext cx="1129665" cy="1129665"/>
            <a:chOff x="15197383" y="2190589"/>
            <a:chExt cx="1129665" cy="1129665"/>
          </a:xfrm>
        </p:grpSpPr>
        <p:sp>
          <p:nvSpPr>
            <p:cNvPr id="487" name="object 487" descr=""/>
            <p:cNvSpPr/>
            <p:nvPr/>
          </p:nvSpPr>
          <p:spPr>
            <a:xfrm>
              <a:off x="15197383" y="2190589"/>
              <a:ext cx="1129665" cy="1129665"/>
            </a:xfrm>
            <a:custGeom>
              <a:avLst/>
              <a:gdLst/>
              <a:ahLst/>
              <a:cxnLst/>
              <a:rect l="l" t="t" r="r" b="b"/>
              <a:pathLst>
                <a:path w="1129665" h="1129664">
                  <a:moveTo>
                    <a:pt x="564590" y="0"/>
                  </a:moveTo>
                  <a:lnTo>
                    <a:pt x="515875" y="2072"/>
                  </a:lnTo>
                  <a:lnTo>
                    <a:pt x="468311" y="8176"/>
                  </a:lnTo>
                  <a:lnTo>
                    <a:pt x="422067" y="18143"/>
                  </a:lnTo>
                  <a:lnTo>
                    <a:pt x="377313" y="31802"/>
                  </a:lnTo>
                  <a:lnTo>
                    <a:pt x="334218" y="48985"/>
                  </a:lnTo>
                  <a:lnTo>
                    <a:pt x="292951" y="69521"/>
                  </a:lnTo>
                  <a:lnTo>
                    <a:pt x="253682" y="93243"/>
                  </a:lnTo>
                  <a:lnTo>
                    <a:pt x="216581" y="119979"/>
                  </a:lnTo>
                  <a:lnTo>
                    <a:pt x="181818" y="149560"/>
                  </a:lnTo>
                  <a:lnTo>
                    <a:pt x="149560" y="181818"/>
                  </a:lnTo>
                  <a:lnTo>
                    <a:pt x="119979" y="216581"/>
                  </a:lnTo>
                  <a:lnTo>
                    <a:pt x="93243" y="253682"/>
                  </a:lnTo>
                  <a:lnTo>
                    <a:pt x="69521" y="292951"/>
                  </a:lnTo>
                  <a:lnTo>
                    <a:pt x="48985" y="334218"/>
                  </a:lnTo>
                  <a:lnTo>
                    <a:pt x="31802" y="377313"/>
                  </a:lnTo>
                  <a:lnTo>
                    <a:pt x="18143" y="422067"/>
                  </a:lnTo>
                  <a:lnTo>
                    <a:pt x="8176" y="468311"/>
                  </a:lnTo>
                  <a:lnTo>
                    <a:pt x="2072" y="515875"/>
                  </a:lnTo>
                  <a:lnTo>
                    <a:pt x="0" y="564590"/>
                  </a:lnTo>
                  <a:lnTo>
                    <a:pt x="2072" y="613304"/>
                  </a:lnTo>
                  <a:lnTo>
                    <a:pt x="8176" y="660868"/>
                  </a:lnTo>
                  <a:lnTo>
                    <a:pt x="18143" y="707112"/>
                  </a:lnTo>
                  <a:lnTo>
                    <a:pt x="31802" y="751867"/>
                  </a:lnTo>
                  <a:lnTo>
                    <a:pt x="48985" y="794962"/>
                  </a:lnTo>
                  <a:lnTo>
                    <a:pt x="69521" y="836228"/>
                  </a:lnTo>
                  <a:lnTo>
                    <a:pt x="93243" y="875497"/>
                  </a:lnTo>
                  <a:lnTo>
                    <a:pt x="119979" y="912598"/>
                  </a:lnTo>
                  <a:lnTo>
                    <a:pt x="149560" y="947362"/>
                  </a:lnTo>
                  <a:lnTo>
                    <a:pt x="181818" y="979619"/>
                  </a:lnTo>
                  <a:lnTo>
                    <a:pt x="216581" y="1009201"/>
                  </a:lnTo>
                  <a:lnTo>
                    <a:pt x="253682" y="1035937"/>
                  </a:lnTo>
                  <a:lnTo>
                    <a:pt x="292951" y="1059658"/>
                  </a:lnTo>
                  <a:lnTo>
                    <a:pt x="334218" y="1080194"/>
                  </a:lnTo>
                  <a:lnTo>
                    <a:pt x="377313" y="1097377"/>
                  </a:lnTo>
                  <a:lnTo>
                    <a:pt x="422067" y="1111037"/>
                  </a:lnTo>
                  <a:lnTo>
                    <a:pt x="468311" y="1121003"/>
                  </a:lnTo>
                  <a:lnTo>
                    <a:pt x="515875" y="1127107"/>
                  </a:lnTo>
                  <a:lnTo>
                    <a:pt x="564590" y="1129180"/>
                  </a:lnTo>
                  <a:lnTo>
                    <a:pt x="613304" y="1127107"/>
                  </a:lnTo>
                  <a:lnTo>
                    <a:pt x="660868" y="1121003"/>
                  </a:lnTo>
                  <a:lnTo>
                    <a:pt x="707112" y="1111037"/>
                  </a:lnTo>
                  <a:lnTo>
                    <a:pt x="751867" y="1097377"/>
                  </a:lnTo>
                  <a:lnTo>
                    <a:pt x="794962" y="1080194"/>
                  </a:lnTo>
                  <a:lnTo>
                    <a:pt x="836228" y="1059658"/>
                  </a:lnTo>
                  <a:lnTo>
                    <a:pt x="875497" y="1035937"/>
                  </a:lnTo>
                  <a:lnTo>
                    <a:pt x="912598" y="1009201"/>
                  </a:lnTo>
                  <a:lnTo>
                    <a:pt x="947362" y="979619"/>
                  </a:lnTo>
                  <a:lnTo>
                    <a:pt x="979619" y="947362"/>
                  </a:lnTo>
                  <a:lnTo>
                    <a:pt x="1009201" y="912598"/>
                  </a:lnTo>
                  <a:lnTo>
                    <a:pt x="1035937" y="875497"/>
                  </a:lnTo>
                  <a:lnTo>
                    <a:pt x="1059658" y="836228"/>
                  </a:lnTo>
                  <a:lnTo>
                    <a:pt x="1080194" y="794962"/>
                  </a:lnTo>
                  <a:lnTo>
                    <a:pt x="1097377" y="751867"/>
                  </a:lnTo>
                  <a:lnTo>
                    <a:pt x="1111037" y="707112"/>
                  </a:lnTo>
                  <a:lnTo>
                    <a:pt x="1121003" y="660868"/>
                  </a:lnTo>
                  <a:lnTo>
                    <a:pt x="1127107" y="613304"/>
                  </a:lnTo>
                  <a:lnTo>
                    <a:pt x="1129180" y="564590"/>
                  </a:lnTo>
                  <a:lnTo>
                    <a:pt x="1127107" y="515875"/>
                  </a:lnTo>
                  <a:lnTo>
                    <a:pt x="1121003" y="468311"/>
                  </a:lnTo>
                  <a:lnTo>
                    <a:pt x="1111037" y="422067"/>
                  </a:lnTo>
                  <a:lnTo>
                    <a:pt x="1097377" y="377313"/>
                  </a:lnTo>
                  <a:lnTo>
                    <a:pt x="1080194" y="334218"/>
                  </a:lnTo>
                  <a:lnTo>
                    <a:pt x="1059658" y="292951"/>
                  </a:lnTo>
                  <a:lnTo>
                    <a:pt x="1035937" y="253682"/>
                  </a:lnTo>
                  <a:lnTo>
                    <a:pt x="1009201" y="216581"/>
                  </a:lnTo>
                  <a:lnTo>
                    <a:pt x="979619" y="181818"/>
                  </a:lnTo>
                  <a:lnTo>
                    <a:pt x="947362" y="149560"/>
                  </a:lnTo>
                  <a:lnTo>
                    <a:pt x="912598" y="119979"/>
                  </a:lnTo>
                  <a:lnTo>
                    <a:pt x="875497" y="93243"/>
                  </a:lnTo>
                  <a:lnTo>
                    <a:pt x="836228" y="69521"/>
                  </a:lnTo>
                  <a:lnTo>
                    <a:pt x="794962" y="48985"/>
                  </a:lnTo>
                  <a:lnTo>
                    <a:pt x="751867" y="31802"/>
                  </a:lnTo>
                  <a:lnTo>
                    <a:pt x="707112" y="18143"/>
                  </a:lnTo>
                  <a:lnTo>
                    <a:pt x="660868" y="8176"/>
                  </a:lnTo>
                  <a:lnTo>
                    <a:pt x="613304" y="2072"/>
                  </a:lnTo>
                  <a:lnTo>
                    <a:pt x="56459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 descr=""/>
            <p:cNvSpPr/>
            <p:nvPr/>
          </p:nvSpPr>
          <p:spPr>
            <a:xfrm>
              <a:off x="15229663" y="2222886"/>
              <a:ext cx="1064895" cy="1064895"/>
            </a:xfrm>
            <a:custGeom>
              <a:avLst/>
              <a:gdLst/>
              <a:ahLst/>
              <a:cxnLst/>
              <a:rect l="l" t="t" r="r" b="b"/>
              <a:pathLst>
                <a:path w="1064894" h="1064895">
                  <a:moveTo>
                    <a:pt x="54635" y="532295"/>
                  </a:moveTo>
                  <a:lnTo>
                    <a:pt x="52489" y="521665"/>
                  </a:lnTo>
                  <a:lnTo>
                    <a:pt x="46634" y="512978"/>
                  </a:lnTo>
                  <a:lnTo>
                    <a:pt x="37947" y="507123"/>
                  </a:lnTo>
                  <a:lnTo>
                    <a:pt x="27317" y="504977"/>
                  </a:lnTo>
                  <a:lnTo>
                    <a:pt x="16687" y="507123"/>
                  </a:lnTo>
                  <a:lnTo>
                    <a:pt x="8001" y="512978"/>
                  </a:lnTo>
                  <a:lnTo>
                    <a:pt x="2146" y="521665"/>
                  </a:lnTo>
                  <a:lnTo>
                    <a:pt x="0" y="532295"/>
                  </a:lnTo>
                  <a:lnTo>
                    <a:pt x="2146" y="542937"/>
                  </a:lnTo>
                  <a:lnTo>
                    <a:pt x="8001" y="551611"/>
                  </a:lnTo>
                  <a:lnTo>
                    <a:pt x="16687" y="557466"/>
                  </a:lnTo>
                  <a:lnTo>
                    <a:pt x="27317" y="559612"/>
                  </a:lnTo>
                  <a:lnTo>
                    <a:pt x="37947" y="557466"/>
                  </a:lnTo>
                  <a:lnTo>
                    <a:pt x="46634" y="551611"/>
                  </a:lnTo>
                  <a:lnTo>
                    <a:pt x="52489" y="542937"/>
                  </a:lnTo>
                  <a:lnTo>
                    <a:pt x="54635" y="532295"/>
                  </a:lnTo>
                  <a:close/>
                </a:path>
                <a:path w="1064894" h="1064895">
                  <a:moveTo>
                    <a:pt x="122097" y="781418"/>
                  </a:moveTo>
                  <a:lnTo>
                    <a:pt x="118630" y="771131"/>
                  </a:lnTo>
                  <a:lnTo>
                    <a:pt x="111455" y="762990"/>
                  </a:lnTo>
                  <a:lnTo>
                    <a:pt x="102044" y="758405"/>
                  </a:lnTo>
                  <a:lnTo>
                    <a:pt x="91592" y="757669"/>
                  </a:lnTo>
                  <a:lnTo>
                    <a:pt x="81318" y="761136"/>
                  </a:lnTo>
                  <a:lnTo>
                    <a:pt x="73177" y="768299"/>
                  </a:lnTo>
                  <a:lnTo>
                    <a:pt x="68592" y="777722"/>
                  </a:lnTo>
                  <a:lnTo>
                    <a:pt x="67856" y="788162"/>
                  </a:lnTo>
                  <a:lnTo>
                    <a:pt x="71310" y="798449"/>
                  </a:lnTo>
                  <a:lnTo>
                    <a:pt x="78498" y="806589"/>
                  </a:lnTo>
                  <a:lnTo>
                    <a:pt x="87909" y="811174"/>
                  </a:lnTo>
                  <a:lnTo>
                    <a:pt x="98348" y="811911"/>
                  </a:lnTo>
                  <a:lnTo>
                    <a:pt x="108635" y="808443"/>
                  </a:lnTo>
                  <a:lnTo>
                    <a:pt x="116763" y="801281"/>
                  </a:lnTo>
                  <a:lnTo>
                    <a:pt x="121361" y="791857"/>
                  </a:lnTo>
                  <a:lnTo>
                    <a:pt x="122097" y="781418"/>
                  </a:lnTo>
                  <a:close/>
                </a:path>
                <a:path w="1064894" h="1064895">
                  <a:moveTo>
                    <a:pt x="122097" y="283184"/>
                  </a:moveTo>
                  <a:lnTo>
                    <a:pt x="121361" y="272732"/>
                  </a:lnTo>
                  <a:lnTo>
                    <a:pt x="116763" y="263321"/>
                  </a:lnTo>
                  <a:lnTo>
                    <a:pt x="108635" y="256146"/>
                  </a:lnTo>
                  <a:lnTo>
                    <a:pt x="98348" y="252691"/>
                  </a:lnTo>
                  <a:lnTo>
                    <a:pt x="87896" y="253415"/>
                  </a:lnTo>
                  <a:lnTo>
                    <a:pt x="78486" y="258013"/>
                  </a:lnTo>
                  <a:lnTo>
                    <a:pt x="71310" y="266153"/>
                  </a:lnTo>
                  <a:lnTo>
                    <a:pt x="67856" y="276428"/>
                  </a:lnTo>
                  <a:lnTo>
                    <a:pt x="68592" y="286880"/>
                  </a:lnTo>
                  <a:lnTo>
                    <a:pt x="73177" y="296291"/>
                  </a:lnTo>
                  <a:lnTo>
                    <a:pt x="81318" y="303466"/>
                  </a:lnTo>
                  <a:lnTo>
                    <a:pt x="91592" y="306920"/>
                  </a:lnTo>
                  <a:lnTo>
                    <a:pt x="102044" y="306197"/>
                  </a:lnTo>
                  <a:lnTo>
                    <a:pt x="111455" y="301599"/>
                  </a:lnTo>
                  <a:lnTo>
                    <a:pt x="118630" y="293471"/>
                  </a:lnTo>
                  <a:lnTo>
                    <a:pt x="122097" y="283184"/>
                  </a:lnTo>
                  <a:close/>
                </a:path>
                <a:path w="1064894" h="1064895">
                  <a:moveTo>
                    <a:pt x="306920" y="972997"/>
                  </a:moveTo>
                  <a:lnTo>
                    <a:pt x="306197" y="962558"/>
                  </a:lnTo>
                  <a:lnTo>
                    <a:pt x="301612" y="953147"/>
                  </a:lnTo>
                  <a:lnTo>
                    <a:pt x="293471" y="945972"/>
                  </a:lnTo>
                  <a:lnTo>
                    <a:pt x="283184" y="942517"/>
                  </a:lnTo>
                  <a:lnTo>
                    <a:pt x="272745" y="943241"/>
                  </a:lnTo>
                  <a:lnTo>
                    <a:pt x="263321" y="947826"/>
                  </a:lnTo>
                  <a:lnTo>
                    <a:pt x="256159" y="955967"/>
                  </a:lnTo>
                  <a:lnTo>
                    <a:pt x="252691" y="966254"/>
                  </a:lnTo>
                  <a:lnTo>
                    <a:pt x="253415" y="976706"/>
                  </a:lnTo>
                  <a:lnTo>
                    <a:pt x="258013" y="986116"/>
                  </a:lnTo>
                  <a:lnTo>
                    <a:pt x="266153" y="993279"/>
                  </a:lnTo>
                  <a:lnTo>
                    <a:pt x="276440" y="996746"/>
                  </a:lnTo>
                  <a:lnTo>
                    <a:pt x="286880" y="996010"/>
                  </a:lnTo>
                  <a:lnTo>
                    <a:pt x="296291" y="991425"/>
                  </a:lnTo>
                  <a:lnTo>
                    <a:pt x="303466" y="983284"/>
                  </a:lnTo>
                  <a:lnTo>
                    <a:pt x="306920" y="972997"/>
                  </a:lnTo>
                  <a:close/>
                </a:path>
                <a:path w="1064894" h="1064895">
                  <a:moveTo>
                    <a:pt x="306920" y="91592"/>
                  </a:moveTo>
                  <a:lnTo>
                    <a:pt x="303466" y="81305"/>
                  </a:lnTo>
                  <a:lnTo>
                    <a:pt x="296291" y="73177"/>
                  </a:lnTo>
                  <a:lnTo>
                    <a:pt x="286880" y="68580"/>
                  </a:lnTo>
                  <a:lnTo>
                    <a:pt x="276440" y="67856"/>
                  </a:lnTo>
                  <a:lnTo>
                    <a:pt x="266153" y="71310"/>
                  </a:lnTo>
                  <a:lnTo>
                    <a:pt x="258013" y="78486"/>
                  </a:lnTo>
                  <a:lnTo>
                    <a:pt x="253415" y="87896"/>
                  </a:lnTo>
                  <a:lnTo>
                    <a:pt x="252691" y="98348"/>
                  </a:lnTo>
                  <a:lnTo>
                    <a:pt x="256159" y="108623"/>
                  </a:lnTo>
                  <a:lnTo>
                    <a:pt x="263334" y="116763"/>
                  </a:lnTo>
                  <a:lnTo>
                    <a:pt x="272745" y="121361"/>
                  </a:lnTo>
                  <a:lnTo>
                    <a:pt x="283184" y="122085"/>
                  </a:lnTo>
                  <a:lnTo>
                    <a:pt x="293471" y="118630"/>
                  </a:lnTo>
                  <a:lnTo>
                    <a:pt x="301612" y="111455"/>
                  </a:lnTo>
                  <a:lnTo>
                    <a:pt x="306197" y="102044"/>
                  </a:lnTo>
                  <a:lnTo>
                    <a:pt x="306920" y="91592"/>
                  </a:lnTo>
                  <a:close/>
                </a:path>
                <a:path w="1064894" h="1064895">
                  <a:moveTo>
                    <a:pt x="559625" y="1037285"/>
                  </a:moveTo>
                  <a:lnTo>
                    <a:pt x="557479" y="1026642"/>
                  </a:lnTo>
                  <a:lnTo>
                    <a:pt x="551624" y="1017968"/>
                  </a:lnTo>
                  <a:lnTo>
                    <a:pt x="542937" y="1012113"/>
                  </a:lnTo>
                  <a:lnTo>
                    <a:pt x="532307" y="1009967"/>
                  </a:lnTo>
                  <a:lnTo>
                    <a:pt x="521665" y="1012113"/>
                  </a:lnTo>
                  <a:lnTo>
                    <a:pt x="512991" y="1017968"/>
                  </a:lnTo>
                  <a:lnTo>
                    <a:pt x="507136" y="1026642"/>
                  </a:lnTo>
                  <a:lnTo>
                    <a:pt x="504990" y="1037285"/>
                  </a:lnTo>
                  <a:lnTo>
                    <a:pt x="507136" y="1047915"/>
                  </a:lnTo>
                  <a:lnTo>
                    <a:pt x="512991" y="1056601"/>
                  </a:lnTo>
                  <a:lnTo>
                    <a:pt x="521665" y="1062456"/>
                  </a:lnTo>
                  <a:lnTo>
                    <a:pt x="532307" y="1064602"/>
                  </a:lnTo>
                  <a:lnTo>
                    <a:pt x="542937" y="1062456"/>
                  </a:lnTo>
                  <a:lnTo>
                    <a:pt x="551624" y="1056601"/>
                  </a:lnTo>
                  <a:lnTo>
                    <a:pt x="557479" y="1047915"/>
                  </a:lnTo>
                  <a:lnTo>
                    <a:pt x="559625" y="1037285"/>
                  </a:lnTo>
                  <a:close/>
                </a:path>
                <a:path w="1064894" h="1064895">
                  <a:moveTo>
                    <a:pt x="559625" y="27317"/>
                  </a:moveTo>
                  <a:lnTo>
                    <a:pt x="557479" y="16675"/>
                  </a:lnTo>
                  <a:lnTo>
                    <a:pt x="551624" y="8001"/>
                  </a:lnTo>
                  <a:lnTo>
                    <a:pt x="542937" y="2146"/>
                  </a:lnTo>
                  <a:lnTo>
                    <a:pt x="532307" y="0"/>
                  </a:lnTo>
                  <a:lnTo>
                    <a:pt x="521665" y="2146"/>
                  </a:lnTo>
                  <a:lnTo>
                    <a:pt x="512991" y="8001"/>
                  </a:lnTo>
                  <a:lnTo>
                    <a:pt x="507136" y="16675"/>
                  </a:lnTo>
                  <a:lnTo>
                    <a:pt x="504990" y="27317"/>
                  </a:lnTo>
                  <a:lnTo>
                    <a:pt x="507136" y="37947"/>
                  </a:lnTo>
                  <a:lnTo>
                    <a:pt x="512991" y="46634"/>
                  </a:lnTo>
                  <a:lnTo>
                    <a:pt x="521665" y="52489"/>
                  </a:lnTo>
                  <a:lnTo>
                    <a:pt x="532307" y="54635"/>
                  </a:lnTo>
                  <a:lnTo>
                    <a:pt x="542937" y="52489"/>
                  </a:lnTo>
                  <a:lnTo>
                    <a:pt x="551624" y="46634"/>
                  </a:lnTo>
                  <a:lnTo>
                    <a:pt x="557479" y="37947"/>
                  </a:lnTo>
                  <a:lnTo>
                    <a:pt x="559625" y="27317"/>
                  </a:lnTo>
                  <a:close/>
                </a:path>
                <a:path w="1064894" h="1064895">
                  <a:moveTo>
                    <a:pt x="811911" y="966254"/>
                  </a:moveTo>
                  <a:lnTo>
                    <a:pt x="808456" y="955967"/>
                  </a:lnTo>
                  <a:lnTo>
                    <a:pt x="801268" y="947826"/>
                  </a:lnTo>
                  <a:lnTo>
                    <a:pt x="791857" y="943241"/>
                  </a:lnTo>
                  <a:lnTo>
                    <a:pt x="781418" y="942517"/>
                  </a:lnTo>
                  <a:lnTo>
                    <a:pt x="771131" y="945972"/>
                  </a:lnTo>
                  <a:lnTo>
                    <a:pt x="763003" y="953147"/>
                  </a:lnTo>
                  <a:lnTo>
                    <a:pt x="758405" y="962558"/>
                  </a:lnTo>
                  <a:lnTo>
                    <a:pt x="757682" y="972997"/>
                  </a:lnTo>
                  <a:lnTo>
                    <a:pt x="761136" y="983284"/>
                  </a:lnTo>
                  <a:lnTo>
                    <a:pt x="768311" y="991425"/>
                  </a:lnTo>
                  <a:lnTo>
                    <a:pt x="777722" y="996010"/>
                  </a:lnTo>
                  <a:lnTo>
                    <a:pt x="788174" y="996746"/>
                  </a:lnTo>
                  <a:lnTo>
                    <a:pt x="798449" y="993279"/>
                  </a:lnTo>
                  <a:lnTo>
                    <a:pt x="806589" y="986104"/>
                  </a:lnTo>
                  <a:lnTo>
                    <a:pt x="811187" y="976693"/>
                  </a:lnTo>
                  <a:lnTo>
                    <a:pt x="811911" y="966254"/>
                  </a:lnTo>
                  <a:close/>
                </a:path>
                <a:path w="1064894" h="1064895">
                  <a:moveTo>
                    <a:pt x="811911" y="98348"/>
                  </a:moveTo>
                  <a:lnTo>
                    <a:pt x="811187" y="87896"/>
                  </a:lnTo>
                  <a:lnTo>
                    <a:pt x="806589" y="78486"/>
                  </a:lnTo>
                  <a:lnTo>
                    <a:pt x="798449" y="71310"/>
                  </a:lnTo>
                  <a:lnTo>
                    <a:pt x="788174" y="67856"/>
                  </a:lnTo>
                  <a:lnTo>
                    <a:pt x="777722" y="68580"/>
                  </a:lnTo>
                  <a:lnTo>
                    <a:pt x="768311" y="73177"/>
                  </a:lnTo>
                  <a:lnTo>
                    <a:pt x="761136" y="81305"/>
                  </a:lnTo>
                  <a:lnTo>
                    <a:pt x="757682" y="91592"/>
                  </a:lnTo>
                  <a:lnTo>
                    <a:pt x="758405" y="102044"/>
                  </a:lnTo>
                  <a:lnTo>
                    <a:pt x="763003" y="111455"/>
                  </a:lnTo>
                  <a:lnTo>
                    <a:pt x="771131" y="118630"/>
                  </a:lnTo>
                  <a:lnTo>
                    <a:pt x="781418" y="122085"/>
                  </a:lnTo>
                  <a:lnTo>
                    <a:pt x="791870" y="121361"/>
                  </a:lnTo>
                  <a:lnTo>
                    <a:pt x="801281" y="116763"/>
                  </a:lnTo>
                  <a:lnTo>
                    <a:pt x="808456" y="108623"/>
                  </a:lnTo>
                  <a:lnTo>
                    <a:pt x="811911" y="98348"/>
                  </a:lnTo>
                  <a:close/>
                </a:path>
                <a:path w="1064894" h="1064895">
                  <a:moveTo>
                    <a:pt x="996746" y="788162"/>
                  </a:moveTo>
                  <a:lnTo>
                    <a:pt x="996022" y="777722"/>
                  </a:lnTo>
                  <a:lnTo>
                    <a:pt x="991425" y="768299"/>
                  </a:lnTo>
                  <a:lnTo>
                    <a:pt x="983297" y="761136"/>
                  </a:lnTo>
                  <a:lnTo>
                    <a:pt x="973010" y="757669"/>
                  </a:lnTo>
                  <a:lnTo>
                    <a:pt x="962558" y="758393"/>
                  </a:lnTo>
                  <a:lnTo>
                    <a:pt x="953147" y="762990"/>
                  </a:lnTo>
                  <a:lnTo>
                    <a:pt x="945972" y="771131"/>
                  </a:lnTo>
                  <a:lnTo>
                    <a:pt x="942517" y="781418"/>
                  </a:lnTo>
                  <a:lnTo>
                    <a:pt x="943241" y="791857"/>
                  </a:lnTo>
                  <a:lnTo>
                    <a:pt x="947839" y="801268"/>
                  </a:lnTo>
                  <a:lnTo>
                    <a:pt x="955967" y="808443"/>
                  </a:lnTo>
                  <a:lnTo>
                    <a:pt x="966254" y="811898"/>
                  </a:lnTo>
                  <a:lnTo>
                    <a:pt x="976706" y="811174"/>
                  </a:lnTo>
                  <a:lnTo>
                    <a:pt x="986116" y="806589"/>
                  </a:lnTo>
                  <a:lnTo>
                    <a:pt x="993292" y="798449"/>
                  </a:lnTo>
                  <a:lnTo>
                    <a:pt x="996746" y="788162"/>
                  </a:lnTo>
                  <a:close/>
                </a:path>
                <a:path w="1064894" h="1064895">
                  <a:moveTo>
                    <a:pt x="996746" y="276428"/>
                  </a:moveTo>
                  <a:lnTo>
                    <a:pt x="993292" y="266141"/>
                  </a:lnTo>
                  <a:lnTo>
                    <a:pt x="986116" y="258013"/>
                  </a:lnTo>
                  <a:lnTo>
                    <a:pt x="976706" y="253415"/>
                  </a:lnTo>
                  <a:lnTo>
                    <a:pt x="966254" y="252691"/>
                  </a:lnTo>
                  <a:lnTo>
                    <a:pt x="955967" y="256146"/>
                  </a:lnTo>
                  <a:lnTo>
                    <a:pt x="947839" y="263321"/>
                  </a:lnTo>
                  <a:lnTo>
                    <a:pt x="943241" y="272732"/>
                  </a:lnTo>
                  <a:lnTo>
                    <a:pt x="942517" y="283184"/>
                  </a:lnTo>
                  <a:lnTo>
                    <a:pt x="945972" y="293471"/>
                  </a:lnTo>
                  <a:lnTo>
                    <a:pt x="953147" y="301599"/>
                  </a:lnTo>
                  <a:lnTo>
                    <a:pt x="962558" y="306197"/>
                  </a:lnTo>
                  <a:lnTo>
                    <a:pt x="973010" y="306920"/>
                  </a:lnTo>
                  <a:lnTo>
                    <a:pt x="983297" y="303466"/>
                  </a:lnTo>
                  <a:lnTo>
                    <a:pt x="991425" y="296291"/>
                  </a:lnTo>
                  <a:lnTo>
                    <a:pt x="996022" y="286880"/>
                  </a:lnTo>
                  <a:lnTo>
                    <a:pt x="996746" y="276428"/>
                  </a:lnTo>
                  <a:close/>
                </a:path>
                <a:path w="1064894" h="1064895">
                  <a:moveTo>
                    <a:pt x="1064602" y="532295"/>
                  </a:moveTo>
                  <a:lnTo>
                    <a:pt x="1062456" y="521665"/>
                  </a:lnTo>
                  <a:lnTo>
                    <a:pt x="1056601" y="512978"/>
                  </a:lnTo>
                  <a:lnTo>
                    <a:pt x="1047915" y="507123"/>
                  </a:lnTo>
                  <a:lnTo>
                    <a:pt x="1037285" y="504977"/>
                  </a:lnTo>
                  <a:lnTo>
                    <a:pt x="1026655" y="507123"/>
                  </a:lnTo>
                  <a:lnTo>
                    <a:pt x="1017968" y="512978"/>
                  </a:lnTo>
                  <a:lnTo>
                    <a:pt x="1012113" y="521665"/>
                  </a:lnTo>
                  <a:lnTo>
                    <a:pt x="1009967" y="532295"/>
                  </a:lnTo>
                  <a:lnTo>
                    <a:pt x="1012113" y="542937"/>
                  </a:lnTo>
                  <a:lnTo>
                    <a:pt x="1017968" y="551611"/>
                  </a:lnTo>
                  <a:lnTo>
                    <a:pt x="1026655" y="557466"/>
                  </a:lnTo>
                  <a:lnTo>
                    <a:pt x="1037285" y="559612"/>
                  </a:lnTo>
                  <a:lnTo>
                    <a:pt x="1047915" y="557466"/>
                  </a:lnTo>
                  <a:lnTo>
                    <a:pt x="1056601" y="551611"/>
                  </a:lnTo>
                  <a:lnTo>
                    <a:pt x="1062456" y="542937"/>
                  </a:lnTo>
                  <a:lnTo>
                    <a:pt x="1064602" y="532295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 descr=""/>
            <p:cNvSpPr/>
            <p:nvPr/>
          </p:nvSpPr>
          <p:spPr>
            <a:xfrm>
              <a:off x="15342257" y="2335459"/>
              <a:ext cx="984885" cy="984885"/>
            </a:xfrm>
            <a:custGeom>
              <a:avLst/>
              <a:gdLst/>
              <a:ahLst/>
              <a:cxnLst/>
              <a:rect l="l" t="t" r="r" b="b"/>
              <a:pathLst>
                <a:path w="984884" h="984885">
                  <a:moveTo>
                    <a:pt x="419714" y="0"/>
                  </a:moveTo>
                  <a:lnTo>
                    <a:pt x="373755" y="2508"/>
                  </a:lnTo>
                  <a:lnTo>
                    <a:pt x="328240" y="10035"/>
                  </a:lnTo>
                  <a:lnTo>
                    <a:pt x="283616" y="22579"/>
                  </a:lnTo>
                  <a:lnTo>
                    <a:pt x="240328" y="40141"/>
                  </a:lnTo>
                  <a:lnTo>
                    <a:pt x="198821" y="62721"/>
                  </a:lnTo>
                  <a:lnTo>
                    <a:pt x="159541" y="90318"/>
                  </a:lnTo>
                  <a:lnTo>
                    <a:pt x="122933" y="122933"/>
                  </a:lnTo>
                  <a:lnTo>
                    <a:pt x="90318" y="159541"/>
                  </a:lnTo>
                  <a:lnTo>
                    <a:pt x="62721" y="198822"/>
                  </a:lnTo>
                  <a:lnTo>
                    <a:pt x="40141" y="240329"/>
                  </a:lnTo>
                  <a:lnTo>
                    <a:pt x="22579" y="283618"/>
                  </a:lnTo>
                  <a:lnTo>
                    <a:pt x="10035" y="328243"/>
                  </a:lnTo>
                  <a:lnTo>
                    <a:pt x="2508" y="373759"/>
                  </a:lnTo>
                  <a:lnTo>
                    <a:pt x="0" y="419720"/>
                  </a:lnTo>
                  <a:lnTo>
                    <a:pt x="2508" y="465681"/>
                  </a:lnTo>
                  <a:lnTo>
                    <a:pt x="10035" y="511196"/>
                  </a:lnTo>
                  <a:lnTo>
                    <a:pt x="22579" y="555821"/>
                  </a:lnTo>
                  <a:lnTo>
                    <a:pt x="40141" y="599110"/>
                  </a:lnTo>
                  <a:lnTo>
                    <a:pt x="62721" y="640618"/>
                  </a:lnTo>
                  <a:lnTo>
                    <a:pt x="90318" y="679898"/>
                  </a:lnTo>
                  <a:lnTo>
                    <a:pt x="122933" y="716506"/>
                  </a:lnTo>
                  <a:lnTo>
                    <a:pt x="389941" y="983514"/>
                  </a:lnTo>
                  <a:lnTo>
                    <a:pt x="419720" y="984310"/>
                  </a:lnTo>
                  <a:lnTo>
                    <a:pt x="468434" y="982237"/>
                  </a:lnTo>
                  <a:lnTo>
                    <a:pt x="515998" y="976133"/>
                  </a:lnTo>
                  <a:lnTo>
                    <a:pt x="562242" y="966167"/>
                  </a:lnTo>
                  <a:lnTo>
                    <a:pt x="606995" y="952507"/>
                  </a:lnTo>
                  <a:lnTo>
                    <a:pt x="650090" y="935325"/>
                  </a:lnTo>
                  <a:lnTo>
                    <a:pt x="691356" y="914788"/>
                  </a:lnTo>
                  <a:lnTo>
                    <a:pt x="730624" y="891067"/>
                  </a:lnTo>
                  <a:lnTo>
                    <a:pt x="767724" y="864331"/>
                  </a:lnTo>
                  <a:lnTo>
                    <a:pt x="802487" y="834749"/>
                  </a:lnTo>
                  <a:lnTo>
                    <a:pt x="834744" y="802492"/>
                  </a:lnTo>
                  <a:lnTo>
                    <a:pt x="864324" y="767728"/>
                  </a:lnTo>
                  <a:lnTo>
                    <a:pt x="891060" y="730627"/>
                  </a:lnTo>
                  <a:lnTo>
                    <a:pt x="914780" y="691358"/>
                  </a:lnTo>
                  <a:lnTo>
                    <a:pt x="935316" y="650092"/>
                  </a:lnTo>
                  <a:lnTo>
                    <a:pt x="952498" y="606997"/>
                  </a:lnTo>
                  <a:lnTo>
                    <a:pt x="966157" y="562242"/>
                  </a:lnTo>
                  <a:lnTo>
                    <a:pt x="976123" y="515998"/>
                  </a:lnTo>
                  <a:lnTo>
                    <a:pt x="982227" y="468434"/>
                  </a:lnTo>
                  <a:lnTo>
                    <a:pt x="984299" y="419720"/>
                  </a:lnTo>
                  <a:lnTo>
                    <a:pt x="983853" y="397359"/>
                  </a:lnTo>
                  <a:lnTo>
                    <a:pt x="716496" y="122933"/>
                  </a:lnTo>
                  <a:lnTo>
                    <a:pt x="679888" y="90318"/>
                  </a:lnTo>
                  <a:lnTo>
                    <a:pt x="640608" y="62721"/>
                  </a:lnTo>
                  <a:lnTo>
                    <a:pt x="599101" y="40141"/>
                  </a:lnTo>
                  <a:lnTo>
                    <a:pt x="555813" y="22579"/>
                  </a:lnTo>
                  <a:lnTo>
                    <a:pt x="511189" y="10035"/>
                  </a:lnTo>
                  <a:lnTo>
                    <a:pt x="465674" y="2508"/>
                  </a:lnTo>
                  <a:lnTo>
                    <a:pt x="419714" y="0"/>
                  </a:lnTo>
                  <a:close/>
                </a:path>
              </a:pathLst>
            </a:custGeom>
            <a:solidFill>
              <a:srgbClr val="499F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 descr=""/>
            <p:cNvSpPr/>
            <p:nvPr/>
          </p:nvSpPr>
          <p:spPr>
            <a:xfrm>
              <a:off x="15342256" y="2335466"/>
              <a:ext cx="839469" cy="839469"/>
            </a:xfrm>
            <a:custGeom>
              <a:avLst/>
              <a:gdLst/>
              <a:ahLst/>
              <a:cxnLst/>
              <a:rect l="l" t="t" r="r" b="b"/>
              <a:pathLst>
                <a:path w="839469" h="839469">
                  <a:moveTo>
                    <a:pt x="419718" y="0"/>
                  </a:moveTo>
                  <a:lnTo>
                    <a:pt x="373758" y="2508"/>
                  </a:lnTo>
                  <a:lnTo>
                    <a:pt x="328243" y="10035"/>
                  </a:lnTo>
                  <a:lnTo>
                    <a:pt x="283618" y="22579"/>
                  </a:lnTo>
                  <a:lnTo>
                    <a:pt x="240329" y="40141"/>
                  </a:lnTo>
                  <a:lnTo>
                    <a:pt x="198822" y="62721"/>
                  </a:lnTo>
                  <a:lnTo>
                    <a:pt x="159541" y="90318"/>
                  </a:lnTo>
                  <a:lnTo>
                    <a:pt x="122933" y="122933"/>
                  </a:lnTo>
                  <a:lnTo>
                    <a:pt x="90318" y="159539"/>
                  </a:lnTo>
                  <a:lnTo>
                    <a:pt x="62721" y="198818"/>
                  </a:lnTo>
                  <a:lnTo>
                    <a:pt x="40141" y="240324"/>
                  </a:lnTo>
                  <a:lnTo>
                    <a:pt x="22579" y="283611"/>
                  </a:lnTo>
                  <a:lnTo>
                    <a:pt x="10035" y="328235"/>
                  </a:lnTo>
                  <a:lnTo>
                    <a:pt x="2508" y="373750"/>
                  </a:lnTo>
                  <a:lnTo>
                    <a:pt x="0" y="419711"/>
                  </a:lnTo>
                  <a:lnTo>
                    <a:pt x="2508" y="465671"/>
                  </a:lnTo>
                  <a:lnTo>
                    <a:pt x="10035" y="511186"/>
                  </a:lnTo>
                  <a:lnTo>
                    <a:pt x="22579" y="555811"/>
                  </a:lnTo>
                  <a:lnTo>
                    <a:pt x="40141" y="599100"/>
                  </a:lnTo>
                  <a:lnTo>
                    <a:pt x="62721" y="640607"/>
                  </a:lnTo>
                  <a:lnTo>
                    <a:pt x="90318" y="679888"/>
                  </a:lnTo>
                  <a:lnTo>
                    <a:pt x="122933" y="716496"/>
                  </a:lnTo>
                  <a:lnTo>
                    <a:pt x="159541" y="749111"/>
                  </a:lnTo>
                  <a:lnTo>
                    <a:pt x="198822" y="776708"/>
                  </a:lnTo>
                  <a:lnTo>
                    <a:pt x="240329" y="799288"/>
                  </a:lnTo>
                  <a:lnTo>
                    <a:pt x="283618" y="816850"/>
                  </a:lnTo>
                  <a:lnTo>
                    <a:pt x="328243" y="829394"/>
                  </a:lnTo>
                  <a:lnTo>
                    <a:pt x="373758" y="836921"/>
                  </a:lnTo>
                  <a:lnTo>
                    <a:pt x="419718" y="839429"/>
                  </a:lnTo>
                  <a:lnTo>
                    <a:pt x="465679" y="836921"/>
                  </a:lnTo>
                  <a:lnTo>
                    <a:pt x="511194" y="829394"/>
                  </a:lnTo>
                  <a:lnTo>
                    <a:pt x="555817" y="816850"/>
                  </a:lnTo>
                  <a:lnTo>
                    <a:pt x="599105" y="799288"/>
                  </a:lnTo>
                  <a:lnTo>
                    <a:pt x="640611" y="776708"/>
                  </a:lnTo>
                  <a:lnTo>
                    <a:pt x="679890" y="749111"/>
                  </a:lnTo>
                  <a:lnTo>
                    <a:pt x="716496" y="716496"/>
                  </a:lnTo>
                  <a:lnTo>
                    <a:pt x="749111" y="679888"/>
                  </a:lnTo>
                  <a:lnTo>
                    <a:pt x="776708" y="640607"/>
                  </a:lnTo>
                  <a:lnTo>
                    <a:pt x="799288" y="599100"/>
                  </a:lnTo>
                  <a:lnTo>
                    <a:pt x="816850" y="555811"/>
                  </a:lnTo>
                  <a:lnTo>
                    <a:pt x="829394" y="511186"/>
                  </a:lnTo>
                  <a:lnTo>
                    <a:pt x="836921" y="465671"/>
                  </a:lnTo>
                  <a:lnTo>
                    <a:pt x="839429" y="419711"/>
                  </a:lnTo>
                  <a:lnTo>
                    <a:pt x="836921" y="373750"/>
                  </a:lnTo>
                  <a:lnTo>
                    <a:pt x="829394" y="328235"/>
                  </a:lnTo>
                  <a:lnTo>
                    <a:pt x="816850" y="283611"/>
                  </a:lnTo>
                  <a:lnTo>
                    <a:pt x="799288" y="240324"/>
                  </a:lnTo>
                  <a:lnTo>
                    <a:pt x="776708" y="198818"/>
                  </a:lnTo>
                  <a:lnTo>
                    <a:pt x="749111" y="159539"/>
                  </a:lnTo>
                  <a:lnTo>
                    <a:pt x="716496" y="122933"/>
                  </a:lnTo>
                  <a:lnTo>
                    <a:pt x="679890" y="90318"/>
                  </a:lnTo>
                  <a:lnTo>
                    <a:pt x="640611" y="62721"/>
                  </a:lnTo>
                  <a:lnTo>
                    <a:pt x="599105" y="40141"/>
                  </a:lnTo>
                  <a:lnTo>
                    <a:pt x="555817" y="22579"/>
                  </a:lnTo>
                  <a:lnTo>
                    <a:pt x="511194" y="10035"/>
                  </a:lnTo>
                  <a:lnTo>
                    <a:pt x="465679" y="2508"/>
                  </a:lnTo>
                  <a:lnTo>
                    <a:pt x="419718" y="0"/>
                  </a:lnTo>
                  <a:close/>
                </a:path>
              </a:pathLst>
            </a:custGeom>
            <a:solidFill>
              <a:srgbClr val="499F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 descr=""/>
            <p:cNvSpPr/>
            <p:nvPr/>
          </p:nvSpPr>
          <p:spPr>
            <a:xfrm>
              <a:off x="15559978" y="2520901"/>
              <a:ext cx="404495" cy="468630"/>
            </a:xfrm>
            <a:custGeom>
              <a:avLst/>
              <a:gdLst/>
              <a:ahLst/>
              <a:cxnLst/>
              <a:rect l="l" t="t" r="r" b="b"/>
              <a:pathLst>
                <a:path w="404494" h="468630">
                  <a:moveTo>
                    <a:pt x="246694" y="0"/>
                  </a:moveTo>
                  <a:lnTo>
                    <a:pt x="157293" y="0"/>
                  </a:lnTo>
                  <a:lnTo>
                    <a:pt x="157293" y="37412"/>
                  </a:lnTo>
                  <a:lnTo>
                    <a:pt x="114385" y="52387"/>
                  </a:lnTo>
                  <a:lnTo>
                    <a:pt x="76505" y="76130"/>
                  </a:lnTo>
                  <a:lnTo>
                    <a:pt x="44889" y="107415"/>
                  </a:lnTo>
                  <a:lnTo>
                    <a:pt x="20775" y="145018"/>
                  </a:lnTo>
                  <a:lnTo>
                    <a:pt x="5400" y="187713"/>
                  </a:lnTo>
                  <a:lnTo>
                    <a:pt x="0" y="234275"/>
                  </a:lnTo>
                  <a:lnTo>
                    <a:pt x="5400" y="280837"/>
                  </a:lnTo>
                  <a:lnTo>
                    <a:pt x="20775" y="323532"/>
                  </a:lnTo>
                  <a:lnTo>
                    <a:pt x="44889" y="361135"/>
                  </a:lnTo>
                  <a:lnTo>
                    <a:pt x="76505" y="392420"/>
                  </a:lnTo>
                  <a:lnTo>
                    <a:pt x="114385" y="416163"/>
                  </a:lnTo>
                  <a:lnTo>
                    <a:pt x="157293" y="431138"/>
                  </a:lnTo>
                  <a:lnTo>
                    <a:pt x="157293" y="468551"/>
                  </a:lnTo>
                  <a:lnTo>
                    <a:pt x="246694" y="468551"/>
                  </a:lnTo>
                  <a:lnTo>
                    <a:pt x="246694" y="431138"/>
                  </a:lnTo>
                  <a:lnTo>
                    <a:pt x="289601" y="416163"/>
                  </a:lnTo>
                  <a:lnTo>
                    <a:pt x="327481" y="392420"/>
                  </a:lnTo>
                  <a:lnTo>
                    <a:pt x="359097" y="361135"/>
                  </a:lnTo>
                  <a:lnTo>
                    <a:pt x="383211" y="323532"/>
                  </a:lnTo>
                  <a:lnTo>
                    <a:pt x="398587" y="280837"/>
                  </a:lnTo>
                  <a:lnTo>
                    <a:pt x="403987" y="234275"/>
                  </a:lnTo>
                  <a:lnTo>
                    <a:pt x="398587" y="187713"/>
                  </a:lnTo>
                  <a:lnTo>
                    <a:pt x="383211" y="145018"/>
                  </a:lnTo>
                  <a:lnTo>
                    <a:pt x="359097" y="107415"/>
                  </a:lnTo>
                  <a:lnTo>
                    <a:pt x="327481" y="76130"/>
                  </a:lnTo>
                  <a:lnTo>
                    <a:pt x="289601" y="52387"/>
                  </a:lnTo>
                  <a:lnTo>
                    <a:pt x="246694" y="37412"/>
                  </a:lnTo>
                  <a:lnTo>
                    <a:pt x="246694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2" name="object 492" descr=""/>
          <p:cNvGrpSpPr/>
          <p:nvPr/>
        </p:nvGrpSpPr>
        <p:grpSpPr>
          <a:xfrm>
            <a:off x="13601899" y="2190582"/>
            <a:ext cx="755650" cy="1129665"/>
            <a:chOff x="13601899" y="2190582"/>
            <a:chExt cx="755650" cy="1129665"/>
          </a:xfrm>
        </p:grpSpPr>
        <p:sp>
          <p:nvSpPr>
            <p:cNvPr id="493" name="object 493" descr=""/>
            <p:cNvSpPr/>
            <p:nvPr/>
          </p:nvSpPr>
          <p:spPr>
            <a:xfrm>
              <a:off x="13796187" y="2190582"/>
              <a:ext cx="151765" cy="1129665"/>
            </a:xfrm>
            <a:custGeom>
              <a:avLst/>
              <a:gdLst/>
              <a:ahLst/>
              <a:cxnLst/>
              <a:rect l="l" t="t" r="r" b="b"/>
              <a:pathLst>
                <a:path w="151765" h="1129664">
                  <a:moveTo>
                    <a:pt x="151524" y="0"/>
                  </a:moveTo>
                  <a:lnTo>
                    <a:pt x="0" y="0"/>
                  </a:lnTo>
                  <a:lnTo>
                    <a:pt x="0" y="1129180"/>
                  </a:lnTo>
                  <a:lnTo>
                    <a:pt x="151524" y="1129180"/>
                  </a:lnTo>
                  <a:lnTo>
                    <a:pt x="15152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 descr=""/>
            <p:cNvSpPr/>
            <p:nvPr/>
          </p:nvSpPr>
          <p:spPr>
            <a:xfrm>
              <a:off x="13947721" y="2190582"/>
              <a:ext cx="215900" cy="1129665"/>
            </a:xfrm>
            <a:custGeom>
              <a:avLst/>
              <a:gdLst/>
              <a:ahLst/>
              <a:cxnLst/>
              <a:rect l="l" t="t" r="r" b="b"/>
              <a:pathLst>
                <a:path w="215900" h="1129664">
                  <a:moveTo>
                    <a:pt x="215448" y="0"/>
                  </a:moveTo>
                  <a:lnTo>
                    <a:pt x="0" y="0"/>
                  </a:lnTo>
                  <a:lnTo>
                    <a:pt x="0" y="1129180"/>
                  </a:lnTo>
                  <a:lnTo>
                    <a:pt x="215448" y="1129180"/>
                  </a:lnTo>
                  <a:lnTo>
                    <a:pt x="215448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 descr=""/>
            <p:cNvSpPr/>
            <p:nvPr/>
          </p:nvSpPr>
          <p:spPr>
            <a:xfrm>
              <a:off x="13601899" y="2335468"/>
              <a:ext cx="194310" cy="839469"/>
            </a:xfrm>
            <a:custGeom>
              <a:avLst/>
              <a:gdLst/>
              <a:ahLst/>
              <a:cxnLst/>
              <a:rect l="l" t="t" r="r" b="b"/>
              <a:pathLst>
                <a:path w="194309" h="839469">
                  <a:moveTo>
                    <a:pt x="194297" y="0"/>
                  </a:moveTo>
                  <a:lnTo>
                    <a:pt x="0" y="0"/>
                  </a:lnTo>
                  <a:lnTo>
                    <a:pt x="0" y="839429"/>
                  </a:lnTo>
                  <a:lnTo>
                    <a:pt x="194297" y="839429"/>
                  </a:lnTo>
                  <a:lnTo>
                    <a:pt x="194297" y="0"/>
                  </a:lnTo>
                  <a:close/>
                </a:path>
              </a:pathLst>
            </a:custGeom>
            <a:solidFill>
              <a:srgbClr val="499F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 descr=""/>
            <p:cNvSpPr/>
            <p:nvPr/>
          </p:nvSpPr>
          <p:spPr>
            <a:xfrm>
              <a:off x="13740968" y="2389739"/>
              <a:ext cx="55244" cy="731520"/>
            </a:xfrm>
            <a:custGeom>
              <a:avLst/>
              <a:gdLst/>
              <a:ahLst/>
              <a:cxnLst/>
              <a:rect l="l" t="t" r="r" b="b"/>
              <a:pathLst>
                <a:path w="55244" h="731519">
                  <a:moveTo>
                    <a:pt x="55219" y="673315"/>
                  </a:moveTo>
                  <a:lnTo>
                    <a:pt x="0" y="673315"/>
                  </a:lnTo>
                  <a:lnTo>
                    <a:pt x="0" y="730897"/>
                  </a:lnTo>
                  <a:lnTo>
                    <a:pt x="55219" y="730897"/>
                  </a:lnTo>
                  <a:lnTo>
                    <a:pt x="55219" y="673315"/>
                  </a:lnTo>
                  <a:close/>
                </a:path>
                <a:path w="55244" h="731519">
                  <a:moveTo>
                    <a:pt x="55219" y="561086"/>
                  </a:moveTo>
                  <a:lnTo>
                    <a:pt x="0" y="561086"/>
                  </a:lnTo>
                  <a:lnTo>
                    <a:pt x="0" y="618680"/>
                  </a:lnTo>
                  <a:lnTo>
                    <a:pt x="55219" y="618680"/>
                  </a:lnTo>
                  <a:lnTo>
                    <a:pt x="55219" y="561086"/>
                  </a:lnTo>
                  <a:close/>
                </a:path>
                <a:path w="55244" h="731519">
                  <a:moveTo>
                    <a:pt x="55219" y="448868"/>
                  </a:moveTo>
                  <a:lnTo>
                    <a:pt x="0" y="448868"/>
                  </a:lnTo>
                  <a:lnTo>
                    <a:pt x="0" y="506450"/>
                  </a:lnTo>
                  <a:lnTo>
                    <a:pt x="55219" y="506450"/>
                  </a:lnTo>
                  <a:lnTo>
                    <a:pt x="55219" y="448868"/>
                  </a:lnTo>
                  <a:close/>
                </a:path>
                <a:path w="55244" h="731519">
                  <a:moveTo>
                    <a:pt x="55219" y="336651"/>
                  </a:moveTo>
                  <a:lnTo>
                    <a:pt x="0" y="336651"/>
                  </a:lnTo>
                  <a:lnTo>
                    <a:pt x="0" y="394233"/>
                  </a:lnTo>
                  <a:lnTo>
                    <a:pt x="55219" y="394233"/>
                  </a:lnTo>
                  <a:lnTo>
                    <a:pt x="55219" y="336651"/>
                  </a:lnTo>
                  <a:close/>
                </a:path>
                <a:path w="55244" h="731519">
                  <a:moveTo>
                    <a:pt x="55219" y="224434"/>
                  </a:moveTo>
                  <a:lnTo>
                    <a:pt x="0" y="224434"/>
                  </a:lnTo>
                  <a:lnTo>
                    <a:pt x="0" y="282016"/>
                  </a:lnTo>
                  <a:lnTo>
                    <a:pt x="55219" y="282016"/>
                  </a:lnTo>
                  <a:lnTo>
                    <a:pt x="55219" y="224434"/>
                  </a:lnTo>
                  <a:close/>
                </a:path>
                <a:path w="55244" h="731519">
                  <a:moveTo>
                    <a:pt x="55219" y="112217"/>
                  </a:moveTo>
                  <a:lnTo>
                    <a:pt x="0" y="112217"/>
                  </a:lnTo>
                  <a:lnTo>
                    <a:pt x="0" y="169799"/>
                  </a:lnTo>
                  <a:lnTo>
                    <a:pt x="55219" y="169799"/>
                  </a:lnTo>
                  <a:lnTo>
                    <a:pt x="55219" y="112217"/>
                  </a:lnTo>
                  <a:close/>
                </a:path>
                <a:path w="55244" h="731519">
                  <a:moveTo>
                    <a:pt x="55219" y="0"/>
                  </a:moveTo>
                  <a:lnTo>
                    <a:pt x="0" y="0"/>
                  </a:lnTo>
                  <a:lnTo>
                    <a:pt x="0" y="57581"/>
                  </a:lnTo>
                  <a:lnTo>
                    <a:pt x="55219" y="57581"/>
                  </a:lnTo>
                  <a:lnTo>
                    <a:pt x="55219" y="0"/>
                  </a:lnTo>
                  <a:close/>
                </a:path>
              </a:pathLst>
            </a:custGeom>
            <a:solidFill>
              <a:srgbClr val="499FC6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 descr=""/>
            <p:cNvSpPr/>
            <p:nvPr/>
          </p:nvSpPr>
          <p:spPr>
            <a:xfrm>
              <a:off x="14163170" y="2335468"/>
              <a:ext cx="194310" cy="839469"/>
            </a:xfrm>
            <a:custGeom>
              <a:avLst/>
              <a:gdLst/>
              <a:ahLst/>
              <a:cxnLst/>
              <a:rect l="l" t="t" r="r" b="b"/>
              <a:pathLst>
                <a:path w="194309" h="839469">
                  <a:moveTo>
                    <a:pt x="194308" y="0"/>
                  </a:moveTo>
                  <a:lnTo>
                    <a:pt x="0" y="0"/>
                  </a:lnTo>
                  <a:lnTo>
                    <a:pt x="0" y="839429"/>
                  </a:lnTo>
                  <a:lnTo>
                    <a:pt x="194308" y="839429"/>
                  </a:lnTo>
                  <a:lnTo>
                    <a:pt x="194308" y="0"/>
                  </a:lnTo>
                  <a:close/>
                </a:path>
              </a:pathLst>
            </a:custGeom>
            <a:solidFill>
              <a:srgbClr val="499F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 descr=""/>
            <p:cNvSpPr/>
            <p:nvPr/>
          </p:nvSpPr>
          <p:spPr>
            <a:xfrm>
              <a:off x="14163170" y="2335468"/>
              <a:ext cx="55244" cy="839469"/>
            </a:xfrm>
            <a:custGeom>
              <a:avLst/>
              <a:gdLst/>
              <a:ahLst/>
              <a:cxnLst/>
              <a:rect l="l" t="t" r="r" b="b"/>
              <a:pathLst>
                <a:path w="55244" h="839469">
                  <a:moveTo>
                    <a:pt x="55223" y="0"/>
                  </a:moveTo>
                  <a:lnTo>
                    <a:pt x="0" y="0"/>
                  </a:lnTo>
                  <a:lnTo>
                    <a:pt x="0" y="839429"/>
                  </a:lnTo>
                  <a:lnTo>
                    <a:pt x="55223" y="839429"/>
                  </a:lnTo>
                  <a:lnTo>
                    <a:pt x="55223" y="0"/>
                  </a:lnTo>
                  <a:close/>
                </a:path>
              </a:pathLst>
            </a:custGeom>
            <a:solidFill>
              <a:srgbClr val="499FC6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 descr=""/>
            <p:cNvSpPr/>
            <p:nvPr/>
          </p:nvSpPr>
          <p:spPr>
            <a:xfrm>
              <a:off x="13726660" y="3232844"/>
              <a:ext cx="69850" cy="55244"/>
            </a:xfrm>
            <a:custGeom>
              <a:avLst/>
              <a:gdLst/>
              <a:ahLst/>
              <a:cxnLst/>
              <a:rect l="l" t="t" r="r" b="b"/>
              <a:pathLst>
                <a:path w="69850" h="55245">
                  <a:moveTo>
                    <a:pt x="69537" y="0"/>
                  </a:moveTo>
                  <a:lnTo>
                    <a:pt x="0" y="0"/>
                  </a:lnTo>
                  <a:lnTo>
                    <a:pt x="0" y="54637"/>
                  </a:lnTo>
                  <a:lnTo>
                    <a:pt x="69537" y="54637"/>
                  </a:lnTo>
                  <a:lnTo>
                    <a:pt x="69537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00" name="object 500" descr=""/>
          <p:cNvPicPr/>
          <p:nvPr/>
        </p:nvPicPr>
        <p:blipFill>
          <a:blip r:embed="rId103" cstate="print"/>
          <a:stretch>
            <a:fillRect/>
          </a:stretch>
        </p:blipFill>
        <p:spPr>
          <a:xfrm>
            <a:off x="12039692" y="4907129"/>
            <a:ext cx="4571504" cy="4057435"/>
          </a:xfrm>
          <a:prstGeom prst="rect">
            <a:avLst/>
          </a:prstGeom>
        </p:spPr>
      </p:pic>
      <p:sp>
        <p:nvSpPr>
          <p:cNvPr id="501" name="object 501" descr=""/>
          <p:cNvSpPr/>
          <p:nvPr/>
        </p:nvSpPr>
        <p:spPr>
          <a:xfrm>
            <a:off x="13726659" y="2222874"/>
            <a:ext cx="69850" cy="55244"/>
          </a:xfrm>
          <a:custGeom>
            <a:avLst/>
            <a:gdLst/>
            <a:ahLst/>
            <a:cxnLst/>
            <a:rect l="l" t="t" r="r" b="b"/>
            <a:pathLst>
              <a:path w="69850" h="55244">
                <a:moveTo>
                  <a:pt x="69537" y="0"/>
                </a:moveTo>
                <a:lnTo>
                  <a:pt x="0" y="0"/>
                </a:lnTo>
                <a:lnTo>
                  <a:pt x="0" y="54637"/>
                </a:lnTo>
                <a:lnTo>
                  <a:pt x="69537" y="54637"/>
                </a:lnTo>
                <a:lnTo>
                  <a:pt x="69537" y="0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2" name="object 502" descr=""/>
          <p:cNvSpPr/>
          <p:nvPr/>
        </p:nvSpPr>
        <p:spPr>
          <a:xfrm>
            <a:off x="13726659" y="2335101"/>
            <a:ext cx="69850" cy="55244"/>
          </a:xfrm>
          <a:custGeom>
            <a:avLst/>
            <a:gdLst/>
            <a:ahLst/>
            <a:cxnLst/>
            <a:rect l="l" t="t" r="r" b="b"/>
            <a:pathLst>
              <a:path w="69850" h="55244">
                <a:moveTo>
                  <a:pt x="69537" y="0"/>
                </a:moveTo>
                <a:lnTo>
                  <a:pt x="0" y="0"/>
                </a:lnTo>
                <a:lnTo>
                  <a:pt x="0" y="54637"/>
                </a:lnTo>
                <a:lnTo>
                  <a:pt x="69537" y="54637"/>
                </a:lnTo>
                <a:lnTo>
                  <a:pt x="69537" y="0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3" name="object 503" descr=""/>
          <p:cNvSpPr/>
          <p:nvPr/>
        </p:nvSpPr>
        <p:spPr>
          <a:xfrm>
            <a:off x="13726659" y="2447318"/>
            <a:ext cx="69850" cy="55244"/>
          </a:xfrm>
          <a:custGeom>
            <a:avLst/>
            <a:gdLst/>
            <a:ahLst/>
            <a:cxnLst/>
            <a:rect l="l" t="t" r="r" b="b"/>
            <a:pathLst>
              <a:path w="69850" h="55244">
                <a:moveTo>
                  <a:pt x="69537" y="0"/>
                </a:moveTo>
                <a:lnTo>
                  <a:pt x="0" y="0"/>
                </a:lnTo>
                <a:lnTo>
                  <a:pt x="0" y="54637"/>
                </a:lnTo>
                <a:lnTo>
                  <a:pt x="69537" y="54637"/>
                </a:lnTo>
                <a:lnTo>
                  <a:pt x="69537" y="0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4" name="object 504" descr=""/>
          <p:cNvSpPr/>
          <p:nvPr/>
        </p:nvSpPr>
        <p:spPr>
          <a:xfrm>
            <a:off x="13726659" y="2559534"/>
            <a:ext cx="69850" cy="55244"/>
          </a:xfrm>
          <a:custGeom>
            <a:avLst/>
            <a:gdLst/>
            <a:ahLst/>
            <a:cxnLst/>
            <a:rect l="l" t="t" r="r" b="b"/>
            <a:pathLst>
              <a:path w="69850" h="55244">
                <a:moveTo>
                  <a:pt x="69537" y="0"/>
                </a:moveTo>
                <a:lnTo>
                  <a:pt x="0" y="0"/>
                </a:lnTo>
                <a:lnTo>
                  <a:pt x="0" y="54637"/>
                </a:lnTo>
                <a:lnTo>
                  <a:pt x="69537" y="54637"/>
                </a:lnTo>
                <a:lnTo>
                  <a:pt x="69537" y="0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5" name="object 505" descr=""/>
          <p:cNvSpPr/>
          <p:nvPr/>
        </p:nvSpPr>
        <p:spPr>
          <a:xfrm>
            <a:off x="13726659" y="2671751"/>
            <a:ext cx="69850" cy="55244"/>
          </a:xfrm>
          <a:custGeom>
            <a:avLst/>
            <a:gdLst/>
            <a:ahLst/>
            <a:cxnLst/>
            <a:rect l="l" t="t" r="r" b="b"/>
            <a:pathLst>
              <a:path w="69850" h="55244">
                <a:moveTo>
                  <a:pt x="69537" y="0"/>
                </a:moveTo>
                <a:lnTo>
                  <a:pt x="0" y="0"/>
                </a:lnTo>
                <a:lnTo>
                  <a:pt x="0" y="54637"/>
                </a:lnTo>
                <a:lnTo>
                  <a:pt x="69537" y="54637"/>
                </a:lnTo>
                <a:lnTo>
                  <a:pt x="69537" y="0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6" name="object 506" descr=""/>
          <p:cNvSpPr/>
          <p:nvPr/>
        </p:nvSpPr>
        <p:spPr>
          <a:xfrm>
            <a:off x="13726659" y="2783967"/>
            <a:ext cx="69850" cy="55244"/>
          </a:xfrm>
          <a:custGeom>
            <a:avLst/>
            <a:gdLst/>
            <a:ahLst/>
            <a:cxnLst/>
            <a:rect l="l" t="t" r="r" b="b"/>
            <a:pathLst>
              <a:path w="69850" h="55244">
                <a:moveTo>
                  <a:pt x="69537" y="0"/>
                </a:moveTo>
                <a:lnTo>
                  <a:pt x="0" y="0"/>
                </a:lnTo>
                <a:lnTo>
                  <a:pt x="0" y="54637"/>
                </a:lnTo>
                <a:lnTo>
                  <a:pt x="69537" y="54637"/>
                </a:lnTo>
                <a:lnTo>
                  <a:pt x="69537" y="0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7" name="object 507" descr=""/>
          <p:cNvSpPr/>
          <p:nvPr/>
        </p:nvSpPr>
        <p:spPr>
          <a:xfrm>
            <a:off x="13726659" y="2896184"/>
            <a:ext cx="69850" cy="55244"/>
          </a:xfrm>
          <a:custGeom>
            <a:avLst/>
            <a:gdLst/>
            <a:ahLst/>
            <a:cxnLst/>
            <a:rect l="l" t="t" r="r" b="b"/>
            <a:pathLst>
              <a:path w="69850" h="55244">
                <a:moveTo>
                  <a:pt x="69537" y="0"/>
                </a:moveTo>
                <a:lnTo>
                  <a:pt x="0" y="0"/>
                </a:lnTo>
                <a:lnTo>
                  <a:pt x="0" y="54637"/>
                </a:lnTo>
                <a:lnTo>
                  <a:pt x="69537" y="54637"/>
                </a:lnTo>
                <a:lnTo>
                  <a:pt x="69537" y="0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8" name="object 508" descr=""/>
          <p:cNvSpPr/>
          <p:nvPr/>
        </p:nvSpPr>
        <p:spPr>
          <a:xfrm>
            <a:off x="13726659" y="3008411"/>
            <a:ext cx="69850" cy="55244"/>
          </a:xfrm>
          <a:custGeom>
            <a:avLst/>
            <a:gdLst/>
            <a:ahLst/>
            <a:cxnLst/>
            <a:rect l="l" t="t" r="r" b="b"/>
            <a:pathLst>
              <a:path w="69850" h="55244">
                <a:moveTo>
                  <a:pt x="69537" y="0"/>
                </a:moveTo>
                <a:lnTo>
                  <a:pt x="0" y="0"/>
                </a:lnTo>
                <a:lnTo>
                  <a:pt x="0" y="54637"/>
                </a:lnTo>
                <a:lnTo>
                  <a:pt x="69537" y="54637"/>
                </a:lnTo>
                <a:lnTo>
                  <a:pt x="69537" y="0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9" name="object 509" descr=""/>
          <p:cNvSpPr/>
          <p:nvPr/>
        </p:nvSpPr>
        <p:spPr>
          <a:xfrm>
            <a:off x="13726659" y="3120627"/>
            <a:ext cx="69850" cy="55244"/>
          </a:xfrm>
          <a:custGeom>
            <a:avLst/>
            <a:gdLst/>
            <a:ahLst/>
            <a:cxnLst/>
            <a:rect l="l" t="t" r="r" b="b"/>
            <a:pathLst>
              <a:path w="69850" h="55244">
                <a:moveTo>
                  <a:pt x="69537" y="0"/>
                </a:moveTo>
                <a:lnTo>
                  <a:pt x="0" y="0"/>
                </a:lnTo>
                <a:lnTo>
                  <a:pt x="0" y="54637"/>
                </a:lnTo>
                <a:lnTo>
                  <a:pt x="69537" y="54637"/>
                </a:lnTo>
                <a:lnTo>
                  <a:pt x="69537" y="0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0" name="object 510" descr=""/>
          <p:cNvSpPr/>
          <p:nvPr/>
        </p:nvSpPr>
        <p:spPr>
          <a:xfrm>
            <a:off x="13771360" y="3232843"/>
            <a:ext cx="25400" cy="55244"/>
          </a:xfrm>
          <a:custGeom>
            <a:avLst/>
            <a:gdLst/>
            <a:ahLst/>
            <a:cxnLst/>
            <a:rect l="l" t="t" r="r" b="b"/>
            <a:pathLst>
              <a:path w="25400" h="55245">
                <a:moveTo>
                  <a:pt x="24836" y="0"/>
                </a:moveTo>
                <a:lnTo>
                  <a:pt x="0" y="0"/>
                </a:lnTo>
                <a:lnTo>
                  <a:pt x="0" y="54637"/>
                </a:lnTo>
                <a:lnTo>
                  <a:pt x="24836" y="54637"/>
                </a:lnTo>
                <a:lnTo>
                  <a:pt x="24836" y="0"/>
                </a:lnTo>
                <a:close/>
              </a:path>
            </a:pathLst>
          </a:custGeom>
          <a:solidFill>
            <a:srgbClr val="C9F0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11" name="object 511" descr=""/>
          <p:cNvSpPr/>
          <p:nvPr/>
        </p:nvSpPr>
        <p:spPr>
          <a:xfrm>
            <a:off x="13771360" y="2222874"/>
            <a:ext cx="25400" cy="55244"/>
          </a:xfrm>
          <a:custGeom>
            <a:avLst/>
            <a:gdLst/>
            <a:ahLst/>
            <a:cxnLst/>
            <a:rect l="l" t="t" r="r" b="b"/>
            <a:pathLst>
              <a:path w="25400" h="55244">
                <a:moveTo>
                  <a:pt x="24836" y="0"/>
                </a:moveTo>
                <a:lnTo>
                  <a:pt x="0" y="0"/>
                </a:lnTo>
                <a:lnTo>
                  <a:pt x="0" y="54637"/>
                </a:lnTo>
                <a:lnTo>
                  <a:pt x="24836" y="54637"/>
                </a:lnTo>
                <a:lnTo>
                  <a:pt x="24836" y="0"/>
                </a:lnTo>
                <a:close/>
              </a:path>
            </a:pathLst>
          </a:custGeom>
          <a:solidFill>
            <a:srgbClr val="C9F0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12" name="object 512" descr=""/>
          <p:cNvSpPr/>
          <p:nvPr/>
        </p:nvSpPr>
        <p:spPr>
          <a:xfrm>
            <a:off x="13771360" y="2335101"/>
            <a:ext cx="25400" cy="55244"/>
          </a:xfrm>
          <a:custGeom>
            <a:avLst/>
            <a:gdLst/>
            <a:ahLst/>
            <a:cxnLst/>
            <a:rect l="l" t="t" r="r" b="b"/>
            <a:pathLst>
              <a:path w="25400" h="55244">
                <a:moveTo>
                  <a:pt x="24836" y="0"/>
                </a:moveTo>
                <a:lnTo>
                  <a:pt x="0" y="0"/>
                </a:lnTo>
                <a:lnTo>
                  <a:pt x="0" y="54637"/>
                </a:lnTo>
                <a:lnTo>
                  <a:pt x="24836" y="54637"/>
                </a:lnTo>
                <a:lnTo>
                  <a:pt x="24836" y="0"/>
                </a:lnTo>
                <a:close/>
              </a:path>
            </a:pathLst>
          </a:custGeom>
          <a:solidFill>
            <a:srgbClr val="C9F0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13" name="object 513" descr=""/>
          <p:cNvSpPr/>
          <p:nvPr/>
        </p:nvSpPr>
        <p:spPr>
          <a:xfrm>
            <a:off x="13771360" y="2447318"/>
            <a:ext cx="25400" cy="55244"/>
          </a:xfrm>
          <a:custGeom>
            <a:avLst/>
            <a:gdLst/>
            <a:ahLst/>
            <a:cxnLst/>
            <a:rect l="l" t="t" r="r" b="b"/>
            <a:pathLst>
              <a:path w="25400" h="55244">
                <a:moveTo>
                  <a:pt x="24836" y="0"/>
                </a:moveTo>
                <a:lnTo>
                  <a:pt x="0" y="0"/>
                </a:lnTo>
                <a:lnTo>
                  <a:pt x="0" y="54637"/>
                </a:lnTo>
                <a:lnTo>
                  <a:pt x="24836" y="54637"/>
                </a:lnTo>
                <a:lnTo>
                  <a:pt x="24836" y="0"/>
                </a:lnTo>
                <a:close/>
              </a:path>
            </a:pathLst>
          </a:custGeom>
          <a:solidFill>
            <a:srgbClr val="C9F0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14" name="object 514" descr=""/>
          <p:cNvSpPr/>
          <p:nvPr/>
        </p:nvSpPr>
        <p:spPr>
          <a:xfrm>
            <a:off x="13771360" y="2559534"/>
            <a:ext cx="25400" cy="55244"/>
          </a:xfrm>
          <a:custGeom>
            <a:avLst/>
            <a:gdLst/>
            <a:ahLst/>
            <a:cxnLst/>
            <a:rect l="l" t="t" r="r" b="b"/>
            <a:pathLst>
              <a:path w="25400" h="55244">
                <a:moveTo>
                  <a:pt x="24836" y="0"/>
                </a:moveTo>
                <a:lnTo>
                  <a:pt x="0" y="0"/>
                </a:lnTo>
                <a:lnTo>
                  <a:pt x="0" y="54637"/>
                </a:lnTo>
                <a:lnTo>
                  <a:pt x="24836" y="54637"/>
                </a:lnTo>
                <a:lnTo>
                  <a:pt x="24836" y="0"/>
                </a:lnTo>
                <a:close/>
              </a:path>
            </a:pathLst>
          </a:custGeom>
          <a:solidFill>
            <a:srgbClr val="C9F0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15" name="object 515" descr=""/>
          <p:cNvSpPr/>
          <p:nvPr/>
        </p:nvSpPr>
        <p:spPr>
          <a:xfrm>
            <a:off x="13771360" y="2671751"/>
            <a:ext cx="25400" cy="55244"/>
          </a:xfrm>
          <a:custGeom>
            <a:avLst/>
            <a:gdLst/>
            <a:ahLst/>
            <a:cxnLst/>
            <a:rect l="l" t="t" r="r" b="b"/>
            <a:pathLst>
              <a:path w="25400" h="55244">
                <a:moveTo>
                  <a:pt x="24836" y="0"/>
                </a:moveTo>
                <a:lnTo>
                  <a:pt x="0" y="0"/>
                </a:lnTo>
                <a:lnTo>
                  <a:pt x="0" y="54637"/>
                </a:lnTo>
                <a:lnTo>
                  <a:pt x="24836" y="54637"/>
                </a:lnTo>
                <a:lnTo>
                  <a:pt x="24836" y="0"/>
                </a:lnTo>
                <a:close/>
              </a:path>
            </a:pathLst>
          </a:custGeom>
          <a:solidFill>
            <a:srgbClr val="C9F0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16" name="object 516" descr=""/>
          <p:cNvSpPr/>
          <p:nvPr/>
        </p:nvSpPr>
        <p:spPr>
          <a:xfrm>
            <a:off x="13771360" y="2783967"/>
            <a:ext cx="25400" cy="55244"/>
          </a:xfrm>
          <a:custGeom>
            <a:avLst/>
            <a:gdLst/>
            <a:ahLst/>
            <a:cxnLst/>
            <a:rect l="l" t="t" r="r" b="b"/>
            <a:pathLst>
              <a:path w="25400" h="55244">
                <a:moveTo>
                  <a:pt x="24836" y="0"/>
                </a:moveTo>
                <a:lnTo>
                  <a:pt x="0" y="0"/>
                </a:lnTo>
                <a:lnTo>
                  <a:pt x="0" y="54637"/>
                </a:lnTo>
                <a:lnTo>
                  <a:pt x="24836" y="54637"/>
                </a:lnTo>
                <a:lnTo>
                  <a:pt x="24836" y="0"/>
                </a:lnTo>
                <a:close/>
              </a:path>
            </a:pathLst>
          </a:custGeom>
          <a:solidFill>
            <a:srgbClr val="C9F0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17" name="object 517" descr=""/>
          <p:cNvSpPr/>
          <p:nvPr/>
        </p:nvSpPr>
        <p:spPr>
          <a:xfrm>
            <a:off x="13771360" y="2896184"/>
            <a:ext cx="25400" cy="55244"/>
          </a:xfrm>
          <a:custGeom>
            <a:avLst/>
            <a:gdLst/>
            <a:ahLst/>
            <a:cxnLst/>
            <a:rect l="l" t="t" r="r" b="b"/>
            <a:pathLst>
              <a:path w="25400" h="55244">
                <a:moveTo>
                  <a:pt x="24836" y="0"/>
                </a:moveTo>
                <a:lnTo>
                  <a:pt x="0" y="0"/>
                </a:lnTo>
                <a:lnTo>
                  <a:pt x="0" y="54637"/>
                </a:lnTo>
                <a:lnTo>
                  <a:pt x="24836" y="54637"/>
                </a:lnTo>
                <a:lnTo>
                  <a:pt x="24836" y="0"/>
                </a:lnTo>
                <a:close/>
              </a:path>
            </a:pathLst>
          </a:custGeom>
          <a:solidFill>
            <a:srgbClr val="C9F0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18" name="object 518" descr=""/>
          <p:cNvSpPr/>
          <p:nvPr/>
        </p:nvSpPr>
        <p:spPr>
          <a:xfrm>
            <a:off x="13771360" y="3008411"/>
            <a:ext cx="25400" cy="55244"/>
          </a:xfrm>
          <a:custGeom>
            <a:avLst/>
            <a:gdLst/>
            <a:ahLst/>
            <a:cxnLst/>
            <a:rect l="l" t="t" r="r" b="b"/>
            <a:pathLst>
              <a:path w="25400" h="55244">
                <a:moveTo>
                  <a:pt x="24836" y="0"/>
                </a:moveTo>
                <a:lnTo>
                  <a:pt x="0" y="0"/>
                </a:lnTo>
                <a:lnTo>
                  <a:pt x="0" y="54637"/>
                </a:lnTo>
                <a:lnTo>
                  <a:pt x="24836" y="54637"/>
                </a:lnTo>
                <a:lnTo>
                  <a:pt x="24836" y="0"/>
                </a:lnTo>
                <a:close/>
              </a:path>
            </a:pathLst>
          </a:custGeom>
          <a:solidFill>
            <a:srgbClr val="C9F0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19" name="object 519" descr=""/>
          <p:cNvSpPr/>
          <p:nvPr/>
        </p:nvSpPr>
        <p:spPr>
          <a:xfrm>
            <a:off x="13771360" y="3120627"/>
            <a:ext cx="25400" cy="55244"/>
          </a:xfrm>
          <a:custGeom>
            <a:avLst/>
            <a:gdLst/>
            <a:ahLst/>
            <a:cxnLst/>
            <a:rect l="l" t="t" r="r" b="b"/>
            <a:pathLst>
              <a:path w="25400" h="55244">
                <a:moveTo>
                  <a:pt x="24836" y="0"/>
                </a:moveTo>
                <a:lnTo>
                  <a:pt x="0" y="0"/>
                </a:lnTo>
                <a:lnTo>
                  <a:pt x="0" y="54637"/>
                </a:lnTo>
                <a:lnTo>
                  <a:pt x="24836" y="54637"/>
                </a:lnTo>
                <a:lnTo>
                  <a:pt x="24836" y="0"/>
                </a:lnTo>
                <a:close/>
              </a:path>
            </a:pathLst>
          </a:custGeom>
          <a:solidFill>
            <a:srgbClr val="C9F0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0" name="object 520" descr=""/>
          <p:cNvGrpSpPr/>
          <p:nvPr/>
        </p:nvGrpSpPr>
        <p:grpSpPr>
          <a:xfrm>
            <a:off x="13035644" y="2530006"/>
            <a:ext cx="566420" cy="450850"/>
            <a:chOff x="13035644" y="2530006"/>
            <a:chExt cx="566420" cy="450850"/>
          </a:xfrm>
        </p:grpSpPr>
        <p:sp>
          <p:nvSpPr>
            <p:cNvPr id="521" name="object 521" descr=""/>
            <p:cNvSpPr/>
            <p:nvPr/>
          </p:nvSpPr>
          <p:spPr>
            <a:xfrm>
              <a:off x="13035635" y="2530011"/>
              <a:ext cx="566420" cy="450850"/>
            </a:xfrm>
            <a:custGeom>
              <a:avLst/>
              <a:gdLst/>
              <a:ahLst/>
              <a:cxnLst/>
              <a:rect l="l" t="t" r="r" b="b"/>
              <a:pathLst>
                <a:path w="566419" h="450850">
                  <a:moveTo>
                    <a:pt x="566242" y="0"/>
                  </a:moveTo>
                  <a:lnTo>
                    <a:pt x="381520" y="0"/>
                  </a:lnTo>
                  <a:lnTo>
                    <a:pt x="381520" y="84162"/>
                  </a:lnTo>
                  <a:lnTo>
                    <a:pt x="0" y="84162"/>
                  </a:lnTo>
                  <a:lnTo>
                    <a:pt x="0" y="366179"/>
                  </a:lnTo>
                  <a:lnTo>
                    <a:pt x="381520" y="366179"/>
                  </a:lnTo>
                  <a:lnTo>
                    <a:pt x="381520" y="450329"/>
                  </a:lnTo>
                  <a:lnTo>
                    <a:pt x="566242" y="450329"/>
                  </a:lnTo>
                  <a:lnTo>
                    <a:pt x="56624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 descr=""/>
            <p:cNvSpPr/>
            <p:nvPr/>
          </p:nvSpPr>
          <p:spPr>
            <a:xfrm>
              <a:off x="13293928" y="2530011"/>
              <a:ext cx="307975" cy="450850"/>
            </a:xfrm>
            <a:custGeom>
              <a:avLst/>
              <a:gdLst/>
              <a:ahLst/>
              <a:cxnLst/>
              <a:rect l="l" t="t" r="r" b="b"/>
              <a:pathLst>
                <a:path w="307975" h="450850">
                  <a:moveTo>
                    <a:pt x="123228" y="84162"/>
                  </a:moveTo>
                  <a:lnTo>
                    <a:pt x="0" y="84162"/>
                  </a:lnTo>
                  <a:lnTo>
                    <a:pt x="0" y="366179"/>
                  </a:lnTo>
                  <a:lnTo>
                    <a:pt x="123228" y="366179"/>
                  </a:lnTo>
                  <a:lnTo>
                    <a:pt x="123228" y="84162"/>
                  </a:lnTo>
                  <a:close/>
                </a:path>
                <a:path w="307975" h="450850">
                  <a:moveTo>
                    <a:pt x="307949" y="0"/>
                  </a:moveTo>
                  <a:lnTo>
                    <a:pt x="235940" y="0"/>
                  </a:lnTo>
                  <a:lnTo>
                    <a:pt x="235940" y="450329"/>
                  </a:lnTo>
                  <a:lnTo>
                    <a:pt x="307949" y="450329"/>
                  </a:lnTo>
                  <a:lnTo>
                    <a:pt x="307949" y="0"/>
                  </a:lnTo>
                  <a:close/>
                </a:path>
              </a:pathLst>
            </a:custGeom>
            <a:solidFill>
              <a:srgbClr val="499FC6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3" name="object 523" descr=""/>
          <p:cNvGrpSpPr/>
          <p:nvPr/>
        </p:nvGrpSpPr>
        <p:grpSpPr>
          <a:xfrm>
            <a:off x="14357467" y="2530017"/>
            <a:ext cx="566420" cy="450850"/>
            <a:chOff x="14357467" y="2530017"/>
            <a:chExt cx="566420" cy="450850"/>
          </a:xfrm>
        </p:grpSpPr>
        <p:sp>
          <p:nvSpPr>
            <p:cNvPr id="524" name="object 524" descr=""/>
            <p:cNvSpPr/>
            <p:nvPr/>
          </p:nvSpPr>
          <p:spPr>
            <a:xfrm>
              <a:off x="14357464" y="2530023"/>
              <a:ext cx="566420" cy="450850"/>
            </a:xfrm>
            <a:custGeom>
              <a:avLst/>
              <a:gdLst/>
              <a:ahLst/>
              <a:cxnLst/>
              <a:rect l="l" t="t" r="r" b="b"/>
              <a:pathLst>
                <a:path w="566419" h="450850">
                  <a:moveTo>
                    <a:pt x="566242" y="84150"/>
                  </a:moveTo>
                  <a:lnTo>
                    <a:pt x="184721" y="84150"/>
                  </a:lnTo>
                  <a:lnTo>
                    <a:pt x="184721" y="0"/>
                  </a:lnTo>
                  <a:lnTo>
                    <a:pt x="0" y="0"/>
                  </a:lnTo>
                  <a:lnTo>
                    <a:pt x="0" y="450329"/>
                  </a:lnTo>
                  <a:lnTo>
                    <a:pt x="184721" y="450329"/>
                  </a:lnTo>
                  <a:lnTo>
                    <a:pt x="184721" y="366166"/>
                  </a:lnTo>
                  <a:lnTo>
                    <a:pt x="566242" y="366166"/>
                  </a:lnTo>
                  <a:lnTo>
                    <a:pt x="566242" y="8415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 descr=""/>
            <p:cNvSpPr/>
            <p:nvPr/>
          </p:nvSpPr>
          <p:spPr>
            <a:xfrm>
              <a:off x="14357464" y="2530023"/>
              <a:ext cx="307975" cy="450850"/>
            </a:xfrm>
            <a:custGeom>
              <a:avLst/>
              <a:gdLst/>
              <a:ahLst/>
              <a:cxnLst/>
              <a:rect l="l" t="t" r="r" b="b"/>
              <a:pathLst>
                <a:path w="307975" h="450850">
                  <a:moveTo>
                    <a:pt x="72021" y="0"/>
                  </a:moveTo>
                  <a:lnTo>
                    <a:pt x="0" y="0"/>
                  </a:lnTo>
                  <a:lnTo>
                    <a:pt x="0" y="450329"/>
                  </a:lnTo>
                  <a:lnTo>
                    <a:pt x="72021" y="450329"/>
                  </a:lnTo>
                  <a:lnTo>
                    <a:pt x="72021" y="0"/>
                  </a:lnTo>
                  <a:close/>
                </a:path>
                <a:path w="307975" h="450850">
                  <a:moveTo>
                    <a:pt x="307962" y="84150"/>
                  </a:moveTo>
                  <a:lnTo>
                    <a:pt x="184721" y="84150"/>
                  </a:lnTo>
                  <a:lnTo>
                    <a:pt x="184721" y="366166"/>
                  </a:lnTo>
                  <a:lnTo>
                    <a:pt x="307962" y="366166"/>
                  </a:lnTo>
                  <a:lnTo>
                    <a:pt x="307962" y="84150"/>
                  </a:lnTo>
                  <a:close/>
                </a:path>
              </a:pathLst>
            </a:custGeom>
            <a:solidFill>
              <a:srgbClr val="499FC6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6" name="object 526" descr=""/>
          <p:cNvSpPr/>
          <p:nvPr/>
        </p:nvSpPr>
        <p:spPr>
          <a:xfrm>
            <a:off x="13035644" y="2641950"/>
            <a:ext cx="225425" cy="59690"/>
          </a:xfrm>
          <a:custGeom>
            <a:avLst/>
            <a:gdLst/>
            <a:ahLst/>
            <a:cxnLst/>
            <a:rect l="l" t="t" r="r" b="b"/>
            <a:pathLst>
              <a:path w="225425" h="59689">
                <a:moveTo>
                  <a:pt x="225417" y="0"/>
                </a:moveTo>
                <a:lnTo>
                  <a:pt x="0" y="0"/>
                </a:lnTo>
                <a:lnTo>
                  <a:pt x="0" y="59600"/>
                </a:lnTo>
                <a:lnTo>
                  <a:pt x="225417" y="59600"/>
                </a:lnTo>
                <a:lnTo>
                  <a:pt x="225417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27" name="object 527" descr=""/>
          <p:cNvSpPr/>
          <p:nvPr/>
        </p:nvSpPr>
        <p:spPr>
          <a:xfrm>
            <a:off x="14698305" y="2641950"/>
            <a:ext cx="225425" cy="59690"/>
          </a:xfrm>
          <a:custGeom>
            <a:avLst/>
            <a:gdLst/>
            <a:ahLst/>
            <a:cxnLst/>
            <a:rect l="l" t="t" r="r" b="b"/>
            <a:pathLst>
              <a:path w="225425" h="59689">
                <a:moveTo>
                  <a:pt x="225417" y="0"/>
                </a:moveTo>
                <a:lnTo>
                  <a:pt x="0" y="0"/>
                </a:lnTo>
                <a:lnTo>
                  <a:pt x="0" y="59600"/>
                </a:lnTo>
                <a:lnTo>
                  <a:pt x="225417" y="59600"/>
                </a:lnTo>
                <a:lnTo>
                  <a:pt x="225417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28" name="object 528" descr=""/>
          <p:cNvSpPr/>
          <p:nvPr/>
        </p:nvSpPr>
        <p:spPr>
          <a:xfrm>
            <a:off x="17265600" y="4539432"/>
            <a:ext cx="156845" cy="78740"/>
          </a:xfrm>
          <a:custGeom>
            <a:avLst/>
            <a:gdLst/>
            <a:ahLst/>
            <a:cxnLst/>
            <a:rect l="l" t="t" r="r" b="b"/>
            <a:pathLst>
              <a:path w="156844" h="78739">
                <a:moveTo>
                  <a:pt x="0" y="78196"/>
                </a:moveTo>
                <a:lnTo>
                  <a:pt x="156602" y="78196"/>
                </a:lnTo>
                <a:lnTo>
                  <a:pt x="156602" y="0"/>
                </a:lnTo>
                <a:lnTo>
                  <a:pt x="0" y="0"/>
                </a:lnTo>
                <a:lnTo>
                  <a:pt x="0" y="78196"/>
                </a:lnTo>
                <a:close/>
              </a:path>
            </a:pathLst>
          </a:custGeom>
          <a:solidFill>
            <a:srgbClr val="499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9" name="object 529" descr=""/>
          <p:cNvSpPr/>
          <p:nvPr/>
        </p:nvSpPr>
        <p:spPr>
          <a:xfrm>
            <a:off x="17265600" y="4420786"/>
            <a:ext cx="156845" cy="47625"/>
          </a:xfrm>
          <a:custGeom>
            <a:avLst/>
            <a:gdLst/>
            <a:ahLst/>
            <a:cxnLst/>
            <a:rect l="l" t="t" r="r" b="b"/>
            <a:pathLst>
              <a:path w="156844" h="47625">
                <a:moveTo>
                  <a:pt x="0" y="47464"/>
                </a:moveTo>
                <a:lnTo>
                  <a:pt x="156602" y="47464"/>
                </a:lnTo>
                <a:lnTo>
                  <a:pt x="156602" y="0"/>
                </a:lnTo>
                <a:lnTo>
                  <a:pt x="0" y="0"/>
                </a:lnTo>
                <a:lnTo>
                  <a:pt x="0" y="47464"/>
                </a:lnTo>
                <a:close/>
              </a:path>
            </a:pathLst>
          </a:custGeom>
          <a:solidFill>
            <a:srgbClr val="499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0" name="object 530" descr=""/>
          <p:cNvSpPr/>
          <p:nvPr/>
        </p:nvSpPr>
        <p:spPr>
          <a:xfrm>
            <a:off x="17820819" y="4539432"/>
            <a:ext cx="417830" cy="78740"/>
          </a:xfrm>
          <a:custGeom>
            <a:avLst/>
            <a:gdLst/>
            <a:ahLst/>
            <a:cxnLst/>
            <a:rect l="l" t="t" r="r" b="b"/>
            <a:pathLst>
              <a:path w="417830" h="78739">
                <a:moveTo>
                  <a:pt x="0" y="78196"/>
                </a:moveTo>
                <a:lnTo>
                  <a:pt x="417599" y="78196"/>
                </a:lnTo>
                <a:lnTo>
                  <a:pt x="417599" y="0"/>
                </a:lnTo>
                <a:lnTo>
                  <a:pt x="0" y="0"/>
                </a:lnTo>
                <a:lnTo>
                  <a:pt x="0" y="78196"/>
                </a:lnTo>
                <a:close/>
              </a:path>
            </a:pathLst>
          </a:custGeom>
          <a:solidFill>
            <a:srgbClr val="499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1" name="object 531" descr=""/>
          <p:cNvSpPr/>
          <p:nvPr/>
        </p:nvSpPr>
        <p:spPr>
          <a:xfrm>
            <a:off x="17820819" y="4420786"/>
            <a:ext cx="417830" cy="47625"/>
          </a:xfrm>
          <a:custGeom>
            <a:avLst/>
            <a:gdLst/>
            <a:ahLst/>
            <a:cxnLst/>
            <a:rect l="l" t="t" r="r" b="b"/>
            <a:pathLst>
              <a:path w="417830" h="47625">
                <a:moveTo>
                  <a:pt x="0" y="47464"/>
                </a:moveTo>
                <a:lnTo>
                  <a:pt x="417599" y="47464"/>
                </a:lnTo>
                <a:lnTo>
                  <a:pt x="417599" y="0"/>
                </a:lnTo>
                <a:lnTo>
                  <a:pt x="0" y="0"/>
                </a:lnTo>
                <a:lnTo>
                  <a:pt x="0" y="47464"/>
                </a:lnTo>
                <a:close/>
              </a:path>
            </a:pathLst>
          </a:custGeom>
          <a:solidFill>
            <a:srgbClr val="499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2" name="object 532" descr=""/>
          <p:cNvSpPr/>
          <p:nvPr/>
        </p:nvSpPr>
        <p:spPr>
          <a:xfrm>
            <a:off x="17265600" y="4302151"/>
            <a:ext cx="972819" cy="47625"/>
          </a:xfrm>
          <a:custGeom>
            <a:avLst/>
            <a:gdLst/>
            <a:ahLst/>
            <a:cxnLst/>
            <a:rect l="l" t="t" r="r" b="b"/>
            <a:pathLst>
              <a:path w="972819" h="47625">
                <a:moveTo>
                  <a:pt x="0" y="47454"/>
                </a:moveTo>
                <a:lnTo>
                  <a:pt x="972818" y="47454"/>
                </a:lnTo>
                <a:lnTo>
                  <a:pt x="972818" y="0"/>
                </a:lnTo>
                <a:lnTo>
                  <a:pt x="0" y="0"/>
                </a:lnTo>
                <a:lnTo>
                  <a:pt x="0" y="47454"/>
                </a:lnTo>
                <a:close/>
              </a:path>
            </a:pathLst>
          </a:custGeom>
          <a:solidFill>
            <a:srgbClr val="499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3" name="object 533" descr=""/>
          <p:cNvSpPr/>
          <p:nvPr/>
        </p:nvSpPr>
        <p:spPr>
          <a:xfrm>
            <a:off x="17265600" y="4183516"/>
            <a:ext cx="972819" cy="47625"/>
          </a:xfrm>
          <a:custGeom>
            <a:avLst/>
            <a:gdLst/>
            <a:ahLst/>
            <a:cxnLst/>
            <a:rect l="l" t="t" r="r" b="b"/>
            <a:pathLst>
              <a:path w="972819" h="47625">
                <a:moveTo>
                  <a:pt x="0" y="47454"/>
                </a:moveTo>
                <a:lnTo>
                  <a:pt x="972818" y="47454"/>
                </a:lnTo>
                <a:lnTo>
                  <a:pt x="972818" y="0"/>
                </a:lnTo>
                <a:lnTo>
                  <a:pt x="0" y="0"/>
                </a:lnTo>
                <a:lnTo>
                  <a:pt x="0" y="47454"/>
                </a:lnTo>
                <a:close/>
              </a:path>
            </a:pathLst>
          </a:custGeom>
          <a:solidFill>
            <a:srgbClr val="499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4" name="object 534" descr=""/>
          <p:cNvSpPr/>
          <p:nvPr/>
        </p:nvSpPr>
        <p:spPr>
          <a:xfrm>
            <a:off x="17265600" y="4064881"/>
            <a:ext cx="972819" cy="47625"/>
          </a:xfrm>
          <a:custGeom>
            <a:avLst/>
            <a:gdLst/>
            <a:ahLst/>
            <a:cxnLst/>
            <a:rect l="l" t="t" r="r" b="b"/>
            <a:pathLst>
              <a:path w="972819" h="47625">
                <a:moveTo>
                  <a:pt x="0" y="47454"/>
                </a:moveTo>
                <a:lnTo>
                  <a:pt x="972818" y="47454"/>
                </a:lnTo>
                <a:lnTo>
                  <a:pt x="972818" y="0"/>
                </a:lnTo>
                <a:lnTo>
                  <a:pt x="0" y="0"/>
                </a:lnTo>
                <a:lnTo>
                  <a:pt x="0" y="47454"/>
                </a:lnTo>
                <a:close/>
              </a:path>
            </a:pathLst>
          </a:custGeom>
          <a:solidFill>
            <a:srgbClr val="499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5" name="object 535" descr=""/>
          <p:cNvSpPr/>
          <p:nvPr/>
        </p:nvSpPr>
        <p:spPr>
          <a:xfrm>
            <a:off x="17265600" y="3946246"/>
            <a:ext cx="972819" cy="47625"/>
          </a:xfrm>
          <a:custGeom>
            <a:avLst/>
            <a:gdLst/>
            <a:ahLst/>
            <a:cxnLst/>
            <a:rect l="l" t="t" r="r" b="b"/>
            <a:pathLst>
              <a:path w="972819" h="47625">
                <a:moveTo>
                  <a:pt x="0" y="47454"/>
                </a:moveTo>
                <a:lnTo>
                  <a:pt x="972818" y="47454"/>
                </a:lnTo>
                <a:lnTo>
                  <a:pt x="972818" y="0"/>
                </a:lnTo>
                <a:lnTo>
                  <a:pt x="0" y="0"/>
                </a:lnTo>
                <a:lnTo>
                  <a:pt x="0" y="47454"/>
                </a:lnTo>
                <a:close/>
              </a:path>
            </a:pathLst>
          </a:custGeom>
          <a:solidFill>
            <a:srgbClr val="499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6" name="object 536" descr=""/>
          <p:cNvSpPr/>
          <p:nvPr/>
        </p:nvSpPr>
        <p:spPr>
          <a:xfrm>
            <a:off x="17265600" y="3827608"/>
            <a:ext cx="972819" cy="47625"/>
          </a:xfrm>
          <a:custGeom>
            <a:avLst/>
            <a:gdLst/>
            <a:ahLst/>
            <a:cxnLst/>
            <a:rect l="l" t="t" r="r" b="b"/>
            <a:pathLst>
              <a:path w="972819" h="47625">
                <a:moveTo>
                  <a:pt x="972807" y="0"/>
                </a:moveTo>
                <a:lnTo>
                  <a:pt x="0" y="0"/>
                </a:lnTo>
                <a:lnTo>
                  <a:pt x="0" y="35877"/>
                </a:lnTo>
                <a:lnTo>
                  <a:pt x="0" y="47459"/>
                </a:lnTo>
                <a:lnTo>
                  <a:pt x="972807" y="47459"/>
                </a:lnTo>
                <a:lnTo>
                  <a:pt x="972807" y="35877"/>
                </a:lnTo>
                <a:lnTo>
                  <a:pt x="972807" y="0"/>
                </a:lnTo>
                <a:close/>
              </a:path>
            </a:pathLst>
          </a:custGeom>
          <a:solidFill>
            <a:srgbClr val="499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7" name="object 537" descr=""/>
          <p:cNvSpPr/>
          <p:nvPr/>
        </p:nvSpPr>
        <p:spPr>
          <a:xfrm>
            <a:off x="17958437" y="3678212"/>
            <a:ext cx="280035" cy="78740"/>
          </a:xfrm>
          <a:custGeom>
            <a:avLst/>
            <a:gdLst/>
            <a:ahLst/>
            <a:cxnLst/>
            <a:rect l="l" t="t" r="r" b="b"/>
            <a:pathLst>
              <a:path w="280034" h="78739">
                <a:moveTo>
                  <a:pt x="0" y="78207"/>
                </a:moveTo>
                <a:lnTo>
                  <a:pt x="279981" y="78207"/>
                </a:lnTo>
                <a:lnTo>
                  <a:pt x="279981" y="0"/>
                </a:lnTo>
                <a:lnTo>
                  <a:pt x="0" y="0"/>
                </a:lnTo>
                <a:lnTo>
                  <a:pt x="0" y="78207"/>
                </a:lnTo>
                <a:close/>
              </a:path>
            </a:pathLst>
          </a:custGeom>
          <a:solidFill>
            <a:srgbClr val="499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8" name="object 538" descr=""/>
          <p:cNvSpPr/>
          <p:nvPr/>
        </p:nvSpPr>
        <p:spPr>
          <a:xfrm>
            <a:off x="17265600" y="3678212"/>
            <a:ext cx="104775" cy="78740"/>
          </a:xfrm>
          <a:custGeom>
            <a:avLst/>
            <a:gdLst/>
            <a:ahLst/>
            <a:cxnLst/>
            <a:rect l="l" t="t" r="r" b="b"/>
            <a:pathLst>
              <a:path w="104775" h="78739">
                <a:moveTo>
                  <a:pt x="0" y="78207"/>
                </a:moveTo>
                <a:lnTo>
                  <a:pt x="104394" y="78207"/>
                </a:lnTo>
                <a:lnTo>
                  <a:pt x="104394" y="0"/>
                </a:lnTo>
                <a:lnTo>
                  <a:pt x="0" y="0"/>
                </a:lnTo>
                <a:lnTo>
                  <a:pt x="0" y="78207"/>
                </a:lnTo>
                <a:close/>
              </a:path>
            </a:pathLst>
          </a:custGeom>
          <a:solidFill>
            <a:srgbClr val="499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9" name="object 539" descr=""/>
          <p:cNvSpPr/>
          <p:nvPr/>
        </p:nvSpPr>
        <p:spPr>
          <a:xfrm>
            <a:off x="17265600" y="4112335"/>
            <a:ext cx="972819" cy="71755"/>
          </a:xfrm>
          <a:custGeom>
            <a:avLst/>
            <a:gdLst/>
            <a:ahLst/>
            <a:cxnLst/>
            <a:rect l="l" t="t" r="r" b="b"/>
            <a:pathLst>
              <a:path w="972819" h="71754">
                <a:moveTo>
                  <a:pt x="972818" y="0"/>
                </a:moveTo>
                <a:lnTo>
                  <a:pt x="0" y="0"/>
                </a:lnTo>
                <a:lnTo>
                  <a:pt x="0" y="71181"/>
                </a:lnTo>
                <a:lnTo>
                  <a:pt x="972818" y="71181"/>
                </a:lnTo>
                <a:lnTo>
                  <a:pt x="972818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0" name="object 540" descr=""/>
          <p:cNvSpPr/>
          <p:nvPr/>
        </p:nvSpPr>
        <p:spPr>
          <a:xfrm>
            <a:off x="17265600" y="3993700"/>
            <a:ext cx="972819" cy="71755"/>
          </a:xfrm>
          <a:custGeom>
            <a:avLst/>
            <a:gdLst/>
            <a:ahLst/>
            <a:cxnLst/>
            <a:rect l="l" t="t" r="r" b="b"/>
            <a:pathLst>
              <a:path w="972819" h="71754">
                <a:moveTo>
                  <a:pt x="972818" y="0"/>
                </a:moveTo>
                <a:lnTo>
                  <a:pt x="0" y="0"/>
                </a:lnTo>
                <a:lnTo>
                  <a:pt x="0" y="71181"/>
                </a:lnTo>
                <a:lnTo>
                  <a:pt x="972818" y="71181"/>
                </a:lnTo>
                <a:lnTo>
                  <a:pt x="972818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1" name="object 541" descr=""/>
          <p:cNvSpPr/>
          <p:nvPr/>
        </p:nvSpPr>
        <p:spPr>
          <a:xfrm>
            <a:off x="17265600" y="3875065"/>
            <a:ext cx="972819" cy="71755"/>
          </a:xfrm>
          <a:custGeom>
            <a:avLst/>
            <a:gdLst/>
            <a:ahLst/>
            <a:cxnLst/>
            <a:rect l="l" t="t" r="r" b="b"/>
            <a:pathLst>
              <a:path w="972819" h="71754">
                <a:moveTo>
                  <a:pt x="972818" y="0"/>
                </a:moveTo>
                <a:lnTo>
                  <a:pt x="0" y="0"/>
                </a:lnTo>
                <a:lnTo>
                  <a:pt x="0" y="71181"/>
                </a:lnTo>
                <a:lnTo>
                  <a:pt x="972818" y="71181"/>
                </a:lnTo>
                <a:lnTo>
                  <a:pt x="972818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2" name="object 542" descr=""/>
          <p:cNvSpPr/>
          <p:nvPr/>
        </p:nvSpPr>
        <p:spPr>
          <a:xfrm>
            <a:off x="17265600" y="3756419"/>
            <a:ext cx="972819" cy="71755"/>
          </a:xfrm>
          <a:custGeom>
            <a:avLst/>
            <a:gdLst/>
            <a:ahLst/>
            <a:cxnLst/>
            <a:rect l="l" t="t" r="r" b="b"/>
            <a:pathLst>
              <a:path w="972819" h="71754">
                <a:moveTo>
                  <a:pt x="972818" y="0"/>
                </a:moveTo>
                <a:lnTo>
                  <a:pt x="0" y="0"/>
                </a:lnTo>
                <a:lnTo>
                  <a:pt x="0" y="71181"/>
                </a:lnTo>
                <a:lnTo>
                  <a:pt x="972818" y="71181"/>
                </a:lnTo>
                <a:lnTo>
                  <a:pt x="972818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3" name="object 543" descr=""/>
          <p:cNvSpPr/>
          <p:nvPr/>
        </p:nvSpPr>
        <p:spPr>
          <a:xfrm>
            <a:off x="17265600" y="4230970"/>
            <a:ext cx="972819" cy="71755"/>
          </a:xfrm>
          <a:custGeom>
            <a:avLst/>
            <a:gdLst/>
            <a:ahLst/>
            <a:cxnLst/>
            <a:rect l="l" t="t" r="r" b="b"/>
            <a:pathLst>
              <a:path w="972819" h="71754">
                <a:moveTo>
                  <a:pt x="972818" y="0"/>
                </a:moveTo>
                <a:lnTo>
                  <a:pt x="0" y="0"/>
                </a:lnTo>
                <a:lnTo>
                  <a:pt x="0" y="71181"/>
                </a:lnTo>
                <a:lnTo>
                  <a:pt x="972818" y="71181"/>
                </a:lnTo>
                <a:lnTo>
                  <a:pt x="972818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4" name="object 544" descr=""/>
          <p:cNvSpPr/>
          <p:nvPr/>
        </p:nvSpPr>
        <p:spPr>
          <a:xfrm>
            <a:off x="17265600" y="4349605"/>
            <a:ext cx="972819" cy="71755"/>
          </a:xfrm>
          <a:custGeom>
            <a:avLst/>
            <a:gdLst/>
            <a:ahLst/>
            <a:cxnLst/>
            <a:rect l="l" t="t" r="r" b="b"/>
            <a:pathLst>
              <a:path w="972819" h="71754">
                <a:moveTo>
                  <a:pt x="972818" y="0"/>
                </a:moveTo>
                <a:lnTo>
                  <a:pt x="0" y="0"/>
                </a:lnTo>
                <a:lnTo>
                  <a:pt x="0" y="71181"/>
                </a:lnTo>
                <a:lnTo>
                  <a:pt x="972818" y="71181"/>
                </a:lnTo>
                <a:lnTo>
                  <a:pt x="972818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5" name="object 545" descr=""/>
          <p:cNvSpPr/>
          <p:nvPr/>
        </p:nvSpPr>
        <p:spPr>
          <a:xfrm>
            <a:off x="17265600" y="4468251"/>
            <a:ext cx="156845" cy="71755"/>
          </a:xfrm>
          <a:custGeom>
            <a:avLst/>
            <a:gdLst/>
            <a:ahLst/>
            <a:cxnLst/>
            <a:rect l="l" t="t" r="r" b="b"/>
            <a:pathLst>
              <a:path w="156844" h="71754">
                <a:moveTo>
                  <a:pt x="0" y="71181"/>
                </a:moveTo>
                <a:lnTo>
                  <a:pt x="156602" y="71181"/>
                </a:lnTo>
                <a:lnTo>
                  <a:pt x="156602" y="0"/>
                </a:lnTo>
                <a:lnTo>
                  <a:pt x="0" y="0"/>
                </a:lnTo>
                <a:lnTo>
                  <a:pt x="0" y="71181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6" name="object 546" descr=""/>
          <p:cNvSpPr/>
          <p:nvPr/>
        </p:nvSpPr>
        <p:spPr>
          <a:xfrm>
            <a:off x="17820819" y="4468251"/>
            <a:ext cx="417830" cy="71755"/>
          </a:xfrm>
          <a:custGeom>
            <a:avLst/>
            <a:gdLst/>
            <a:ahLst/>
            <a:cxnLst/>
            <a:rect l="l" t="t" r="r" b="b"/>
            <a:pathLst>
              <a:path w="417830" h="71754">
                <a:moveTo>
                  <a:pt x="0" y="71181"/>
                </a:moveTo>
                <a:lnTo>
                  <a:pt x="417599" y="71181"/>
                </a:lnTo>
                <a:lnTo>
                  <a:pt x="417599" y="0"/>
                </a:lnTo>
                <a:lnTo>
                  <a:pt x="0" y="0"/>
                </a:lnTo>
                <a:lnTo>
                  <a:pt x="0" y="71181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7" name="object 547" descr=""/>
          <p:cNvSpPr/>
          <p:nvPr/>
        </p:nvSpPr>
        <p:spPr>
          <a:xfrm>
            <a:off x="17313707" y="3678230"/>
            <a:ext cx="701040" cy="267970"/>
          </a:xfrm>
          <a:custGeom>
            <a:avLst/>
            <a:gdLst/>
            <a:ahLst/>
            <a:cxnLst/>
            <a:rect l="l" t="t" r="r" b="b"/>
            <a:pathLst>
              <a:path w="701040" h="267970">
                <a:moveTo>
                  <a:pt x="700989" y="0"/>
                </a:moveTo>
                <a:lnTo>
                  <a:pt x="0" y="0"/>
                </a:lnTo>
                <a:lnTo>
                  <a:pt x="0" y="185254"/>
                </a:lnTo>
                <a:lnTo>
                  <a:pt x="0" y="267931"/>
                </a:lnTo>
                <a:lnTo>
                  <a:pt x="700989" y="267931"/>
                </a:lnTo>
                <a:lnTo>
                  <a:pt x="700989" y="185254"/>
                </a:lnTo>
                <a:lnTo>
                  <a:pt x="700989" y="0"/>
                </a:lnTo>
                <a:close/>
              </a:path>
            </a:pathLst>
          </a:custGeom>
          <a:solidFill>
            <a:srgbClr val="499FC6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48" name="object 548" descr=""/>
          <p:cNvSpPr/>
          <p:nvPr/>
        </p:nvSpPr>
        <p:spPr>
          <a:xfrm>
            <a:off x="18238412" y="3640066"/>
            <a:ext cx="562610" cy="1016000"/>
          </a:xfrm>
          <a:custGeom>
            <a:avLst/>
            <a:gdLst/>
            <a:ahLst/>
            <a:cxnLst/>
            <a:rect l="l" t="t" r="r" b="b"/>
            <a:pathLst>
              <a:path w="562609" h="1016000">
                <a:moveTo>
                  <a:pt x="374899" y="0"/>
                </a:moveTo>
                <a:lnTo>
                  <a:pt x="0" y="0"/>
                </a:lnTo>
                <a:lnTo>
                  <a:pt x="0" y="1015717"/>
                </a:lnTo>
                <a:lnTo>
                  <a:pt x="374899" y="1015717"/>
                </a:lnTo>
                <a:lnTo>
                  <a:pt x="424730" y="1009021"/>
                </a:lnTo>
                <a:lnTo>
                  <a:pt x="469506" y="990125"/>
                </a:lnTo>
                <a:lnTo>
                  <a:pt x="507441" y="960816"/>
                </a:lnTo>
                <a:lnTo>
                  <a:pt x="536749" y="922880"/>
                </a:lnTo>
                <a:lnTo>
                  <a:pt x="555643" y="878105"/>
                </a:lnTo>
                <a:lnTo>
                  <a:pt x="562338" y="828278"/>
                </a:lnTo>
                <a:lnTo>
                  <a:pt x="562338" y="187449"/>
                </a:lnTo>
                <a:lnTo>
                  <a:pt x="555643" y="137618"/>
                </a:lnTo>
                <a:lnTo>
                  <a:pt x="536749" y="92840"/>
                </a:lnTo>
                <a:lnTo>
                  <a:pt x="507441" y="54902"/>
                </a:lnTo>
                <a:lnTo>
                  <a:pt x="469506" y="25592"/>
                </a:lnTo>
                <a:lnTo>
                  <a:pt x="424730" y="6695"/>
                </a:lnTo>
                <a:lnTo>
                  <a:pt x="374899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49" name="object 549" descr=""/>
          <p:cNvGrpSpPr/>
          <p:nvPr/>
        </p:nvGrpSpPr>
        <p:grpSpPr>
          <a:xfrm>
            <a:off x="17369990" y="3367201"/>
            <a:ext cx="588645" cy="496570"/>
            <a:chOff x="17369990" y="3367201"/>
            <a:chExt cx="588645" cy="496570"/>
          </a:xfrm>
        </p:grpSpPr>
        <p:sp>
          <p:nvSpPr>
            <p:cNvPr id="550" name="object 550" descr=""/>
            <p:cNvSpPr/>
            <p:nvPr/>
          </p:nvSpPr>
          <p:spPr>
            <a:xfrm>
              <a:off x="17369994" y="3367207"/>
              <a:ext cx="588645" cy="496570"/>
            </a:xfrm>
            <a:custGeom>
              <a:avLst/>
              <a:gdLst/>
              <a:ahLst/>
              <a:cxnLst/>
              <a:rect l="l" t="t" r="r" b="b"/>
              <a:pathLst>
                <a:path w="588644" h="496570">
                  <a:moveTo>
                    <a:pt x="588441" y="94907"/>
                  </a:moveTo>
                  <a:lnTo>
                    <a:pt x="446074" y="0"/>
                  </a:lnTo>
                  <a:lnTo>
                    <a:pt x="142367" y="0"/>
                  </a:lnTo>
                  <a:lnTo>
                    <a:pt x="0" y="94907"/>
                  </a:lnTo>
                  <a:lnTo>
                    <a:pt x="0" y="496277"/>
                  </a:lnTo>
                  <a:lnTo>
                    <a:pt x="588441" y="496277"/>
                  </a:lnTo>
                  <a:lnTo>
                    <a:pt x="588441" y="94907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1" name="object 551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7649977" y="3504818"/>
              <a:ext cx="204056" cy="204056"/>
            </a:xfrm>
            <a:prstGeom prst="rect">
              <a:avLst/>
            </a:prstGeom>
          </p:spPr>
        </p:pic>
      </p:grpSp>
      <p:sp>
        <p:nvSpPr>
          <p:cNvPr id="552" name="object 552" descr=""/>
          <p:cNvSpPr/>
          <p:nvPr/>
        </p:nvSpPr>
        <p:spPr>
          <a:xfrm>
            <a:off x="16622585" y="4119360"/>
            <a:ext cx="453390" cy="57150"/>
          </a:xfrm>
          <a:custGeom>
            <a:avLst/>
            <a:gdLst/>
            <a:ahLst/>
            <a:cxnLst/>
            <a:rect l="l" t="t" r="r" b="b"/>
            <a:pathLst>
              <a:path w="453390" h="57150">
                <a:moveTo>
                  <a:pt x="424625" y="0"/>
                </a:moveTo>
                <a:lnTo>
                  <a:pt x="28564" y="0"/>
                </a:lnTo>
                <a:lnTo>
                  <a:pt x="17444" y="2244"/>
                </a:lnTo>
                <a:lnTo>
                  <a:pt x="8364" y="8364"/>
                </a:lnTo>
                <a:lnTo>
                  <a:pt x="2244" y="17444"/>
                </a:lnTo>
                <a:lnTo>
                  <a:pt x="0" y="28564"/>
                </a:lnTo>
                <a:lnTo>
                  <a:pt x="2244" y="39684"/>
                </a:lnTo>
                <a:lnTo>
                  <a:pt x="8364" y="48764"/>
                </a:lnTo>
                <a:lnTo>
                  <a:pt x="17444" y="54884"/>
                </a:lnTo>
                <a:lnTo>
                  <a:pt x="28564" y="57129"/>
                </a:lnTo>
                <a:lnTo>
                  <a:pt x="424625" y="57129"/>
                </a:lnTo>
                <a:lnTo>
                  <a:pt x="435746" y="54884"/>
                </a:lnTo>
                <a:lnTo>
                  <a:pt x="444825" y="48764"/>
                </a:lnTo>
                <a:lnTo>
                  <a:pt x="450946" y="39684"/>
                </a:lnTo>
                <a:lnTo>
                  <a:pt x="453190" y="28564"/>
                </a:lnTo>
                <a:lnTo>
                  <a:pt x="450946" y="17444"/>
                </a:lnTo>
                <a:lnTo>
                  <a:pt x="444825" y="8364"/>
                </a:lnTo>
                <a:lnTo>
                  <a:pt x="435746" y="2244"/>
                </a:lnTo>
                <a:lnTo>
                  <a:pt x="424625" y="0"/>
                </a:lnTo>
                <a:close/>
              </a:path>
            </a:pathLst>
          </a:custGeom>
          <a:solidFill>
            <a:srgbClr val="499F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3" name="object 553" descr=""/>
          <p:cNvSpPr/>
          <p:nvPr/>
        </p:nvSpPr>
        <p:spPr>
          <a:xfrm>
            <a:off x="18067585" y="3678212"/>
            <a:ext cx="171450" cy="939800"/>
          </a:xfrm>
          <a:custGeom>
            <a:avLst/>
            <a:gdLst/>
            <a:ahLst/>
            <a:cxnLst/>
            <a:rect l="l" t="t" r="r" b="b"/>
            <a:pathLst>
              <a:path w="171450" h="939800">
                <a:moveTo>
                  <a:pt x="170832" y="0"/>
                </a:moveTo>
                <a:lnTo>
                  <a:pt x="0" y="0"/>
                </a:lnTo>
                <a:lnTo>
                  <a:pt x="0" y="939416"/>
                </a:lnTo>
                <a:lnTo>
                  <a:pt x="170832" y="939416"/>
                </a:lnTo>
                <a:lnTo>
                  <a:pt x="170832" y="0"/>
                </a:lnTo>
                <a:close/>
              </a:path>
            </a:pathLst>
          </a:custGeom>
          <a:solidFill>
            <a:srgbClr val="499FC6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4" name="object 554" descr=""/>
          <p:cNvGrpSpPr/>
          <p:nvPr/>
        </p:nvGrpSpPr>
        <p:grpSpPr>
          <a:xfrm>
            <a:off x="16849177" y="3640067"/>
            <a:ext cx="416559" cy="1016000"/>
            <a:chOff x="16849177" y="3640067"/>
            <a:chExt cx="416559" cy="1016000"/>
          </a:xfrm>
        </p:grpSpPr>
        <p:sp>
          <p:nvSpPr>
            <p:cNvPr id="555" name="object 555" descr=""/>
            <p:cNvSpPr/>
            <p:nvPr/>
          </p:nvSpPr>
          <p:spPr>
            <a:xfrm>
              <a:off x="16849166" y="3640067"/>
              <a:ext cx="416559" cy="1016000"/>
            </a:xfrm>
            <a:custGeom>
              <a:avLst/>
              <a:gdLst/>
              <a:ahLst/>
              <a:cxnLst/>
              <a:rect l="l" t="t" r="r" b="b"/>
              <a:pathLst>
                <a:path w="416559" h="1016000">
                  <a:moveTo>
                    <a:pt x="416420" y="0"/>
                  </a:moveTo>
                  <a:lnTo>
                    <a:pt x="277609" y="0"/>
                  </a:lnTo>
                  <a:lnTo>
                    <a:pt x="277609" y="68821"/>
                  </a:lnTo>
                  <a:lnTo>
                    <a:pt x="138811" y="68821"/>
                  </a:lnTo>
                  <a:lnTo>
                    <a:pt x="138811" y="151955"/>
                  </a:lnTo>
                  <a:lnTo>
                    <a:pt x="0" y="294309"/>
                  </a:lnTo>
                  <a:lnTo>
                    <a:pt x="0" y="721410"/>
                  </a:lnTo>
                  <a:lnTo>
                    <a:pt x="138811" y="863777"/>
                  </a:lnTo>
                  <a:lnTo>
                    <a:pt x="138811" y="946924"/>
                  </a:lnTo>
                  <a:lnTo>
                    <a:pt x="277609" y="946924"/>
                  </a:lnTo>
                  <a:lnTo>
                    <a:pt x="277609" y="1015720"/>
                  </a:lnTo>
                  <a:lnTo>
                    <a:pt x="416420" y="1015720"/>
                  </a:lnTo>
                  <a:lnTo>
                    <a:pt x="41642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 descr=""/>
            <p:cNvSpPr/>
            <p:nvPr/>
          </p:nvSpPr>
          <p:spPr>
            <a:xfrm>
              <a:off x="16943489" y="3708888"/>
              <a:ext cx="183515" cy="878205"/>
            </a:xfrm>
            <a:custGeom>
              <a:avLst/>
              <a:gdLst/>
              <a:ahLst/>
              <a:cxnLst/>
              <a:rect l="l" t="t" r="r" b="b"/>
              <a:pathLst>
                <a:path w="183515" h="878204">
                  <a:moveTo>
                    <a:pt x="44488" y="83134"/>
                  </a:moveTo>
                  <a:lnTo>
                    <a:pt x="0" y="128765"/>
                  </a:lnTo>
                  <a:lnTo>
                    <a:pt x="0" y="749325"/>
                  </a:lnTo>
                  <a:lnTo>
                    <a:pt x="44488" y="794956"/>
                  </a:lnTo>
                  <a:lnTo>
                    <a:pt x="44488" y="83134"/>
                  </a:lnTo>
                  <a:close/>
                </a:path>
                <a:path w="183515" h="878204">
                  <a:moveTo>
                    <a:pt x="183299" y="0"/>
                  </a:moveTo>
                  <a:lnTo>
                    <a:pt x="129908" y="0"/>
                  </a:lnTo>
                  <a:lnTo>
                    <a:pt x="129908" y="878103"/>
                  </a:lnTo>
                  <a:lnTo>
                    <a:pt x="183299" y="878103"/>
                  </a:lnTo>
                  <a:lnTo>
                    <a:pt x="183299" y="0"/>
                  </a:lnTo>
                  <a:close/>
                </a:path>
              </a:pathLst>
            </a:custGeom>
            <a:solidFill>
              <a:srgbClr val="499FC6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7" name="object 557" descr=""/>
          <p:cNvGrpSpPr/>
          <p:nvPr/>
        </p:nvGrpSpPr>
        <p:grpSpPr>
          <a:xfrm>
            <a:off x="17284583" y="4420692"/>
            <a:ext cx="674370" cy="273685"/>
            <a:chOff x="17284583" y="4420692"/>
            <a:chExt cx="674370" cy="273685"/>
          </a:xfrm>
        </p:grpSpPr>
        <p:sp>
          <p:nvSpPr>
            <p:cNvPr id="558" name="object 558" descr=""/>
            <p:cNvSpPr/>
            <p:nvPr/>
          </p:nvSpPr>
          <p:spPr>
            <a:xfrm>
              <a:off x="17284573" y="4420698"/>
              <a:ext cx="674370" cy="273685"/>
            </a:xfrm>
            <a:custGeom>
              <a:avLst/>
              <a:gdLst/>
              <a:ahLst/>
              <a:cxnLst/>
              <a:rect l="l" t="t" r="r" b="b"/>
              <a:pathLst>
                <a:path w="674369" h="273685">
                  <a:moveTo>
                    <a:pt x="673862" y="196938"/>
                  </a:moveTo>
                  <a:lnTo>
                    <a:pt x="536244" y="196938"/>
                  </a:lnTo>
                  <a:lnTo>
                    <a:pt x="536244" y="0"/>
                  </a:lnTo>
                  <a:lnTo>
                    <a:pt x="137629" y="0"/>
                  </a:lnTo>
                  <a:lnTo>
                    <a:pt x="137629" y="196938"/>
                  </a:lnTo>
                  <a:lnTo>
                    <a:pt x="0" y="196938"/>
                  </a:lnTo>
                  <a:lnTo>
                    <a:pt x="0" y="273240"/>
                  </a:lnTo>
                  <a:lnTo>
                    <a:pt x="673862" y="273240"/>
                  </a:lnTo>
                  <a:lnTo>
                    <a:pt x="673862" y="196938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9" name="object 559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7496935" y="4480014"/>
              <a:ext cx="78301" cy="78301"/>
            </a:xfrm>
            <a:prstGeom prst="rect">
              <a:avLst/>
            </a:prstGeom>
          </p:spPr>
        </p:pic>
        <p:pic>
          <p:nvPicPr>
            <p:cNvPr id="560" name="object 560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7667772" y="4480014"/>
              <a:ext cx="78301" cy="78301"/>
            </a:xfrm>
            <a:prstGeom prst="rect">
              <a:avLst/>
            </a:prstGeom>
          </p:spPr>
        </p:pic>
      </p:grpSp>
      <p:grpSp>
        <p:nvGrpSpPr>
          <p:cNvPr id="561" name="object 561" descr=""/>
          <p:cNvGrpSpPr/>
          <p:nvPr/>
        </p:nvGrpSpPr>
        <p:grpSpPr>
          <a:xfrm>
            <a:off x="12439859" y="5109478"/>
            <a:ext cx="299085" cy="299085"/>
            <a:chOff x="12439859" y="5109478"/>
            <a:chExt cx="299085" cy="299085"/>
          </a:xfrm>
        </p:grpSpPr>
        <p:sp>
          <p:nvSpPr>
            <p:cNvPr id="562" name="object 562" descr=""/>
            <p:cNvSpPr/>
            <p:nvPr/>
          </p:nvSpPr>
          <p:spPr>
            <a:xfrm>
              <a:off x="12439859" y="5109478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84224" y="233406"/>
                  </a:moveTo>
                  <a:lnTo>
                    <a:pt x="114656" y="233406"/>
                  </a:lnTo>
                  <a:lnTo>
                    <a:pt x="137765" y="298367"/>
                  </a:lnTo>
                  <a:lnTo>
                    <a:pt x="141618" y="298671"/>
                  </a:lnTo>
                  <a:lnTo>
                    <a:pt x="145503" y="298870"/>
                  </a:lnTo>
                  <a:lnTo>
                    <a:pt x="153377" y="298870"/>
                  </a:lnTo>
                  <a:lnTo>
                    <a:pt x="157262" y="298671"/>
                  </a:lnTo>
                  <a:lnTo>
                    <a:pt x="161125" y="298367"/>
                  </a:lnTo>
                  <a:lnTo>
                    <a:pt x="184224" y="233406"/>
                  </a:lnTo>
                  <a:close/>
                </a:path>
                <a:path w="299084" h="299085">
                  <a:moveTo>
                    <a:pt x="52375" y="35852"/>
                  </a:moveTo>
                  <a:lnTo>
                    <a:pt x="46459" y="40920"/>
                  </a:lnTo>
                  <a:lnTo>
                    <a:pt x="40930" y="46448"/>
                  </a:lnTo>
                  <a:lnTo>
                    <a:pt x="35862" y="52375"/>
                  </a:lnTo>
                  <a:lnTo>
                    <a:pt x="65463" y="114645"/>
                  </a:lnTo>
                  <a:lnTo>
                    <a:pt x="502" y="137754"/>
                  </a:lnTo>
                  <a:lnTo>
                    <a:pt x="209" y="141608"/>
                  </a:lnTo>
                  <a:lnTo>
                    <a:pt x="0" y="145492"/>
                  </a:lnTo>
                  <a:lnTo>
                    <a:pt x="0" y="153367"/>
                  </a:lnTo>
                  <a:lnTo>
                    <a:pt x="209" y="157251"/>
                  </a:lnTo>
                  <a:lnTo>
                    <a:pt x="502" y="161115"/>
                  </a:lnTo>
                  <a:lnTo>
                    <a:pt x="65463" y="184214"/>
                  </a:lnTo>
                  <a:lnTo>
                    <a:pt x="35862" y="246495"/>
                  </a:lnTo>
                  <a:lnTo>
                    <a:pt x="40930" y="252421"/>
                  </a:lnTo>
                  <a:lnTo>
                    <a:pt x="46459" y="257939"/>
                  </a:lnTo>
                  <a:lnTo>
                    <a:pt x="52375" y="263007"/>
                  </a:lnTo>
                  <a:lnTo>
                    <a:pt x="114656" y="233406"/>
                  </a:lnTo>
                  <a:lnTo>
                    <a:pt x="256797" y="233406"/>
                  </a:lnTo>
                  <a:lnTo>
                    <a:pt x="245983" y="210653"/>
                  </a:lnTo>
                  <a:lnTo>
                    <a:pt x="149440" y="210653"/>
                  </a:lnTo>
                  <a:lnTo>
                    <a:pt x="125610" y="205843"/>
                  </a:lnTo>
                  <a:lnTo>
                    <a:pt x="106149" y="192724"/>
                  </a:lnTo>
                  <a:lnTo>
                    <a:pt x="93028" y="173264"/>
                  </a:lnTo>
                  <a:lnTo>
                    <a:pt x="88217" y="149430"/>
                  </a:lnTo>
                  <a:lnTo>
                    <a:pt x="93028" y="125600"/>
                  </a:lnTo>
                  <a:lnTo>
                    <a:pt x="106149" y="106139"/>
                  </a:lnTo>
                  <a:lnTo>
                    <a:pt x="125610" y="93018"/>
                  </a:lnTo>
                  <a:lnTo>
                    <a:pt x="149440" y="88206"/>
                  </a:lnTo>
                  <a:lnTo>
                    <a:pt x="245985" y="88206"/>
                  </a:lnTo>
                  <a:lnTo>
                    <a:pt x="256796" y="65463"/>
                  </a:lnTo>
                  <a:lnTo>
                    <a:pt x="114656" y="65463"/>
                  </a:lnTo>
                  <a:lnTo>
                    <a:pt x="52375" y="35852"/>
                  </a:lnTo>
                  <a:close/>
                </a:path>
                <a:path w="299084" h="299085">
                  <a:moveTo>
                    <a:pt x="256797" y="233406"/>
                  </a:moveTo>
                  <a:lnTo>
                    <a:pt x="184224" y="233406"/>
                  </a:lnTo>
                  <a:lnTo>
                    <a:pt x="246505" y="263007"/>
                  </a:lnTo>
                  <a:lnTo>
                    <a:pt x="252432" y="257939"/>
                  </a:lnTo>
                  <a:lnTo>
                    <a:pt x="257950" y="252421"/>
                  </a:lnTo>
                  <a:lnTo>
                    <a:pt x="263018" y="246495"/>
                  </a:lnTo>
                  <a:lnTo>
                    <a:pt x="256797" y="233406"/>
                  </a:lnTo>
                  <a:close/>
                </a:path>
                <a:path w="299084" h="299085">
                  <a:moveTo>
                    <a:pt x="245985" y="88206"/>
                  </a:moveTo>
                  <a:lnTo>
                    <a:pt x="149440" y="88206"/>
                  </a:lnTo>
                  <a:lnTo>
                    <a:pt x="173270" y="93018"/>
                  </a:lnTo>
                  <a:lnTo>
                    <a:pt x="192731" y="106139"/>
                  </a:lnTo>
                  <a:lnTo>
                    <a:pt x="205852" y="125600"/>
                  </a:lnTo>
                  <a:lnTo>
                    <a:pt x="210663" y="149430"/>
                  </a:lnTo>
                  <a:lnTo>
                    <a:pt x="205852" y="173264"/>
                  </a:lnTo>
                  <a:lnTo>
                    <a:pt x="192731" y="192724"/>
                  </a:lnTo>
                  <a:lnTo>
                    <a:pt x="173270" y="205843"/>
                  </a:lnTo>
                  <a:lnTo>
                    <a:pt x="149440" y="210653"/>
                  </a:lnTo>
                  <a:lnTo>
                    <a:pt x="245983" y="210653"/>
                  </a:lnTo>
                  <a:lnTo>
                    <a:pt x="233416" y="184214"/>
                  </a:lnTo>
                  <a:lnTo>
                    <a:pt x="298378" y="161115"/>
                  </a:lnTo>
                  <a:lnTo>
                    <a:pt x="298682" y="157251"/>
                  </a:lnTo>
                  <a:lnTo>
                    <a:pt x="298880" y="153367"/>
                  </a:lnTo>
                  <a:lnTo>
                    <a:pt x="298880" y="145492"/>
                  </a:lnTo>
                  <a:lnTo>
                    <a:pt x="298682" y="141608"/>
                  </a:lnTo>
                  <a:lnTo>
                    <a:pt x="298378" y="137754"/>
                  </a:lnTo>
                  <a:lnTo>
                    <a:pt x="233416" y="114645"/>
                  </a:lnTo>
                  <a:lnTo>
                    <a:pt x="245985" y="88206"/>
                  </a:lnTo>
                  <a:close/>
                </a:path>
                <a:path w="299084" h="299085">
                  <a:moveTo>
                    <a:pt x="153377" y="0"/>
                  </a:moveTo>
                  <a:lnTo>
                    <a:pt x="145503" y="0"/>
                  </a:lnTo>
                  <a:lnTo>
                    <a:pt x="141618" y="198"/>
                  </a:lnTo>
                  <a:lnTo>
                    <a:pt x="137765" y="492"/>
                  </a:lnTo>
                  <a:lnTo>
                    <a:pt x="114656" y="65463"/>
                  </a:lnTo>
                  <a:lnTo>
                    <a:pt x="184224" y="65463"/>
                  </a:lnTo>
                  <a:lnTo>
                    <a:pt x="161125" y="492"/>
                  </a:lnTo>
                  <a:lnTo>
                    <a:pt x="157262" y="198"/>
                  </a:lnTo>
                  <a:lnTo>
                    <a:pt x="153377" y="0"/>
                  </a:lnTo>
                  <a:close/>
                </a:path>
                <a:path w="299084" h="299085">
                  <a:moveTo>
                    <a:pt x="246505" y="35852"/>
                  </a:moveTo>
                  <a:lnTo>
                    <a:pt x="184224" y="65463"/>
                  </a:lnTo>
                  <a:lnTo>
                    <a:pt x="256796" y="65463"/>
                  </a:lnTo>
                  <a:lnTo>
                    <a:pt x="263018" y="52375"/>
                  </a:lnTo>
                  <a:lnTo>
                    <a:pt x="257950" y="46448"/>
                  </a:lnTo>
                  <a:lnTo>
                    <a:pt x="252432" y="40920"/>
                  </a:lnTo>
                  <a:lnTo>
                    <a:pt x="246505" y="35852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3" name="object 563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2528076" y="5197685"/>
              <a:ext cx="122446" cy="122446"/>
            </a:xfrm>
            <a:prstGeom prst="rect">
              <a:avLst/>
            </a:prstGeom>
          </p:spPr>
        </p:pic>
      </p:grpSp>
      <p:grpSp>
        <p:nvGrpSpPr>
          <p:cNvPr id="564" name="object 564" descr=""/>
          <p:cNvGrpSpPr/>
          <p:nvPr/>
        </p:nvGrpSpPr>
        <p:grpSpPr>
          <a:xfrm>
            <a:off x="17061626" y="7471874"/>
            <a:ext cx="532130" cy="532130"/>
            <a:chOff x="17061626" y="7471874"/>
            <a:chExt cx="532130" cy="532130"/>
          </a:xfrm>
        </p:grpSpPr>
        <p:sp>
          <p:nvSpPr>
            <p:cNvPr id="565" name="object 565" descr=""/>
            <p:cNvSpPr/>
            <p:nvPr/>
          </p:nvSpPr>
          <p:spPr>
            <a:xfrm>
              <a:off x="17061626" y="7471874"/>
              <a:ext cx="532130" cy="532130"/>
            </a:xfrm>
            <a:custGeom>
              <a:avLst/>
              <a:gdLst/>
              <a:ahLst/>
              <a:cxnLst/>
              <a:rect l="l" t="t" r="r" b="b"/>
              <a:pathLst>
                <a:path w="532130" h="532129">
                  <a:moveTo>
                    <a:pt x="305571" y="479618"/>
                  </a:moveTo>
                  <a:lnTo>
                    <a:pt x="226097" y="479618"/>
                  </a:lnTo>
                  <a:lnTo>
                    <a:pt x="233563" y="481001"/>
                  </a:lnTo>
                  <a:lnTo>
                    <a:pt x="241165" y="481995"/>
                  </a:lnTo>
                  <a:lnTo>
                    <a:pt x="248882" y="482592"/>
                  </a:lnTo>
                  <a:lnTo>
                    <a:pt x="248882" y="531680"/>
                  </a:lnTo>
                  <a:lnTo>
                    <a:pt x="282776" y="531680"/>
                  </a:lnTo>
                  <a:lnTo>
                    <a:pt x="282776" y="482592"/>
                  </a:lnTo>
                  <a:lnTo>
                    <a:pt x="290504" y="481995"/>
                  </a:lnTo>
                  <a:lnTo>
                    <a:pt x="298106" y="481001"/>
                  </a:lnTo>
                  <a:lnTo>
                    <a:pt x="305571" y="479618"/>
                  </a:lnTo>
                  <a:close/>
                </a:path>
                <a:path w="532130" h="532129">
                  <a:moveTo>
                    <a:pt x="359580" y="462111"/>
                  </a:moveTo>
                  <a:lnTo>
                    <a:pt x="172089" y="462111"/>
                  </a:lnTo>
                  <a:lnTo>
                    <a:pt x="178978" y="465409"/>
                  </a:lnTo>
                  <a:lnTo>
                    <a:pt x="186078" y="468320"/>
                  </a:lnTo>
                  <a:lnTo>
                    <a:pt x="193344" y="470886"/>
                  </a:lnTo>
                  <a:lnTo>
                    <a:pt x="180664" y="518235"/>
                  </a:lnTo>
                  <a:lnTo>
                    <a:pt x="213396" y="526999"/>
                  </a:lnTo>
                  <a:lnTo>
                    <a:pt x="226097" y="479618"/>
                  </a:lnTo>
                  <a:lnTo>
                    <a:pt x="340663" y="479618"/>
                  </a:lnTo>
                  <a:lnTo>
                    <a:pt x="338324" y="470886"/>
                  </a:lnTo>
                  <a:lnTo>
                    <a:pt x="345591" y="468320"/>
                  </a:lnTo>
                  <a:lnTo>
                    <a:pt x="352690" y="465399"/>
                  </a:lnTo>
                  <a:lnTo>
                    <a:pt x="359580" y="462111"/>
                  </a:lnTo>
                  <a:close/>
                </a:path>
                <a:path w="532130" h="532129">
                  <a:moveTo>
                    <a:pt x="340663" y="479618"/>
                  </a:moveTo>
                  <a:lnTo>
                    <a:pt x="305571" y="479618"/>
                  </a:lnTo>
                  <a:lnTo>
                    <a:pt x="318273" y="526999"/>
                  </a:lnTo>
                  <a:lnTo>
                    <a:pt x="351005" y="518235"/>
                  </a:lnTo>
                  <a:lnTo>
                    <a:pt x="340663" y="479618"/>
                  </a:lnTo>
                  <a:close/>
                </a:path>
                <a:path w="532130" h="532129">
                  <a:moveTo>
                    <a:pt x="407128" y="431086"/>
                  </a:moveTo>
                  <a:lnTo>
                    <a:pt x="124540" y="431086"/>
                  </a:lnTo>
                  <a:lnTo>
                    <a:pt x="130362" y="436070"/>
                  </a:lnTo>
                  <a:lnTo>
                    <a:pt x="136435" y="440761"/>
                  </a:lnTo>
                  <a:lnTo>
                    <a:pt x="142760" y="445117"/>
                  </a:lnTo>
                  <a:lnTo>
                    <a:pt x="118237" y="487587"/>
                  </a:lnTo>
                  <a:lnTo>
                    <a:pt x="147587" y="504529"/>
                  </a:lnTo>
                  <a:lnTo>
                    <a:pt x="172089" y="462111"/>
                  </a:lnTo>
                  <a:lnTo>
                    <a:pt x="398722" y="462111"/>
                  </a:lnTo>
                  <a:lnTo>
                    <a:pt x="388909" y="445117"/>
                  </a:lnTo>
                  <a:lnTo>
                    <a:pt x="395234" y="440761"/>
                  </a:lnTo>
                  <a:lnTo>
                    <a:pt x="401307" y="436070"/>
                  </a:lnTo>
                  <a:lnTo>
                    <a:pt x="407128" y="431086"/>
                  </a:lnTo>
                  <a:close/>
                </a:path>
                <a:path w="532130" h="532129">
                  <a:moveTo>
                    <a:pt x="398722" y="462111"/>
                  </a:moveTo>
                  <a:lnTo>
                    <a:pt x="359580" y="462111"/>
                  </a:lnTo>
                  <a:lnTo>
                    <a:pt x="384082" y="504529"/>
                  </a:lnTo>
                  <a:lnTo>
                    <a:pt x="413432" y="487587"/>
                  </a:lnTo>
                  <a:lnTo>
                    <a:pt x="398722" y="462111"/>
                  </a:lnTo>
                  <a:close/>
                </a:path>
                <a:path w="532130" h="532129">
                  <a:moveTo>
                    <a:pt x="445106" y="388909"/>
                  </a:moveTo>
                  <a:lnTo>
                    <a:pt x="86552" y="388909"/>
                  </a:lnTo>
                  <a:lnTo>
                    <a:pt x="90908" y="395234"/>
                  </a:lnTo>
                  <a:lnTo>
                    <a:pt x="95599" y="401307"/>
                  </a:lnTo>
                  <a:lnTo>
                    <a:pt x="100583" y="407128"/>
                  </a:lnTo>
                  <a:lnTo>
                    <a:pt x="65872" y="441829"/>
                  </a:lnTo>
                  <a:lnTo>
                    <a:pt x="89840" y="465797"/>
                  </a:lnTo>
                  <a:lnTo>
                    <a:pt x="124540" y="431086"/>
                  </a:lnTo>
                  <a:lnTo>
                    <a:pt x="455050" y="431086"/>
                  </a:lnTo>
                  <a:lnTo>
                    <a:pt x="431086" y="407128"/>
                  </a:lnTo>
                  <a:lnTo>
                    <a:pt x="436070" y="401307"/>
                  </a:lnTo>
                  <a:lnTo>
                    <a:pt x="440761" y="395234"/>
                  </a:lnTo>
                  <a:lnTo>
                    <a:pt x="445106" y="388909"/>
                  </a:lnTo>
                  <a:close/>
                </a:path>
                <a:path w="532130" h="532129">
                  <a:moveTo>
                    <a:pt x="455050" y="431086"/>
                  </a:moveTo>
                  <a:lnTo>
                    <a:pt x="407128" y="431086"/>
                  </a:lnTo>
                  <a:lnTo>
                    <a:pt x="441829" y="465797"/>
                  </a:lnTo>
                  <a:lnTo>
                    <a:pt x="465797" y="441829"/>
                  </a:lnTo>
                  <a:lnTo>
                    <a:pt x="455050" y="431086"/>
                  </a:lnTo>
                  <a:close/>
                </a:path>
                <a:path w="532130" h="532129">
                  <a:moveTo>
                    <a:pt x="470886" y="338324"/>
                  </a:moveTo>
                  <a:lnTo>
                    <a:pt x="60783" y="338324"/>
                  </a:lnTo>
                  <a:lnTo>
                    <a:pt x="63348" y="345591"/>
                  </a:lnTo>
                  <a:lnTo>
                    <a:pt x="66270" y="352690"/>
                  </a:lnTo>
                  <a:lnTo>
                    <a:pt x="69558" y="359580"/>
                  </a:lnTo>
                  <a:lnTo>
                    <a:pt x="27140" y="384082"/>
                  </a:lnTo>
                  <a:lnTo>
                    <a:pt x="44082" y="413432"/>
                  </a:lnTo>
                  <a:lnTo>
                    <a:pt x="86552" y="388909"/>
                  </a:lnTo>
                  <a:lnTo>
                    <a:pt x="501742" y="388909"/>
                  </a:lnTo>
                  <a:lnTo>
                    <a:pt x="504529" y="384082"/>
                  </a:lnTo>
                  <a:lnTo>
                    <a:pt x="462101" y="359580"/>
                  </a:lnTo>
                  <a:lnTo>
                    <a:pt x="465399" y="352690"/>
                  </a:lnTo>
                  <a:lnTo>
                    <a:pt x="468320" y="345591"/>
                  </a:lnTo>
                  <a:lnTo>
                    <a:pt x="470886" y="338324"/>
                  </a:lnTo>
                  <a:close/>
                </a:path>
                <a:path w="532130" h="532129">
                  <a:moveTo>
                    <a:pt x="501742" y="388909"/>
                  </a:moveTo>
                  <a:lnTo>
                    <a:pt x="445106" y="388909"/>
                  </a:lnTo>
                  <a:lnTo>
                    <a:pt x="487587" y="413432"/>
                  </a:lnTo>
                  <a:lnTo>
                    <a:pt x="501742" y="388909"/>
                  </a:lnTo>
                  <a:close/>
                </a:path>
                <a:path w="532130" h="532129">
                  <a:moveTo>
                    <a:pt x="13444" y="180664"/>
                  </a:moveTo>
                  <a:lnTo>
                    <a:pt x="4670" y="213396"/>
                  </a:lnTo>
                  <a:lnTo>
                    <a:pt x="52050" y="226097"/>
                  </a:lnTo>
                  <a:lnTo>
                    <a:pt x="50668" y="233563"/>
                  </a:lnTo>
                  <a:lnTo>
                    <a:pt x="49673" y="241175"/>
                  </a:lnTo>
                  <a:lnTo>
                    <a:pt x="49077" y="248892"/>
                  </a:lnTo>
                  <a:lnTo>
                    <a:pt x="0" y="248892"/>
                  </a:lnTo>
                  <a:lnTo>
                    <a:pt x="0" y="282776"/>
                  </a:lnTo>
                  <a:lnTo>
                    <a:pt x="49077" y="282776"/>
                  </a:lnTo>
                  <a:lnTo>
                    <a:pt x="49682" y="290571"/>
                  </a:lnTo>
                  <a:lnTo>
                    <a:pt x="50668" y="298106"/>
                  </a:lnTo>
                  <a:lnTo>
                    <a:pt x="52050" y="305571"/>
                  </a:lnTo>
                  <a:lnTo>
                    <a:pt x="4670" y="318273"/>
                  </a:lnTo>
                  <a:lnTo>
                    <a:pt x="13444" y="351005"/>
                  </a:lnTo>
                  <a:lnTo>
                    <a:pt x="60783" y="338324"/>
                  </a:lnTo>
                  <a:lnTo>
                    <a:pt x="521624" y="338324"/>
                  </a:lnTo>
                  <a:lnTo>
                    <a:pt x="524021" y="329382"/>
                  </a:lnTo>
                  <a:lnTo>
                    <a:pt x="265834" y="329382"/>
                  </a:lnTo>
                  <a:lnTo>
                    <a:pt x="241098" y="324389"/>
                  </a:lnTo>
                  <a:lnTo>
                    <a:pt x="220899" y="310770"/>
                  </a:lnTo>
                  <a:lnTo>
                    <a:pt x="207280" y="290571"/>
                  </a:lnTo>
                  <a:lnTo>
                    <a:pt x="202287" y="265834"/>
                  </a:lnTo>
                  <a:lnTo>
                    <a:pt x="207280" y="241098"/>
                  </a:lnTo>
                  <a:lnTo>
                    <a:pt x="220899" y="220899"/>
                  </a:lnTo>
                  <a:lnTo>
                    <a:pt x="241098" y="207280"/>
                  </a:lnTo>
                  <a:lnTo>
                    <a:pt x="265834" y="202287"/>
                  </a:lnTo>
                  <a:lnTo>
                    <a:pt x="524021" y="202287"/>
                  </a:lnTo>
                  <a:lnTo>
                    <a:pt x="521624" y="193344"/>
                  </a:lnTo>
                  <a:lnTo>
                    <a:pt x="60783" y="193344"/>
                  </a:lnTo>
                  <a:lnTo>
                    <a:pt x="13444" y="180664"/>
                  </a:lnTo>
                  <a:close/>
                </a:path>
                <a:path w="532130" h="532129">
                  <a:moveTo>
                    <a:pt x="521624" y="338324"/>
                  </a:moveTo>
                  <a:lnTo>
                    <a:pt x="470886" y="338324"/>
                  </a:lnTo>
                  <a:lnTo>
                    <a:pt x="518225" y="351005"/>
                  </a:lnTo>
                  <a:lnTo>
                    <a:pt x="521624" y="338324"/>
                  </a:lnTo>
                  <a:close/>
                </a:path>
                <a:path w="532130" h="532129">
                  <a:moveTo>
                    <a:pt x="524021" y="202287"/>
                  </a:moveTo>
                  <a:lnTo>
                    <a:pt x="265834" y="202287"/>
                  </a:lnTo>
                  <a:lnTo>
                    <a:pt x="290571" y="207280"/>
                  </a:lnTo>
                  <a:lnTo>
                    <a:pt x="310770" y="220899"/>
                  </a:lnTo>
                  <a:lnTo>
                    <a:pt x="324389" y="241098"/>
                  </a:lnTo>
                  <a:lnTo>
                    <a:pt x="329382" y="265834"/>
                  </a:lnTo>
                  <a:lnTo>
                    <a:pt x="324389" y="290571"/>
                  </a:lnTo>
                  <a:lnTo>
                    <a:pt x="310770" y="310770"/>
                  </a:lnTo>
                  <a:lnTo>
                    <a:pt x="290571" y="324389"/>
                  </a:lnTo>
                  <a:lnTo>
                    <a:pt x="265834" y="329382"/>
                  </a:lnTo>
                  <a:lnTo>
                    <a:pt x="524021" y="329382"/>
                  </a:lnTo>
                  <a:lnTo>
                    <a:pt x="526999" y="318273"/>
                  </a:lnTo>
                  <a:lnTo>
                    <a:pt x="479618" y="305571"/>
                  </a:lnTo>
                  <a:lnTo>
                    <a:pt x="481001" y="298106"/>
                  </a:lnTo>
                  <a:lnTo>
                    <a:pt x="481995" y="290504"/>
                  </a:lnTo>
                  <a:lnTo>
                    <a:pt x="482582" y="282776"/>
                  </a:lnTo>
                  <a:lnTo>
                    <a:pt x="531669" y="282776"/>
                  </a:lnTo>
                  <a:lnTo>
                    <a:pt x="531669" y="248892"/>
                  </a:lnTo>
                  <a:lnTo>
                    <a:pt x="482582" y="248892"/>
                  </a:lnTo>
                  <a:lnTo>
                    <a:pt x="481985" y="241098"/>
                  </a:lnTo>
                  <a:lnTo>
                    <a:pt x="481001" y="233563"/>
                  </a:lnTo>
                  <a:lnTo>
                    <a:pt x="479618" y="226097"/>
                  </a:lnTo>
                  <a:lnTo>
                    <a:pt x="526999" y="213396"/>
                  </a:lnTo>
                  <a:lnTo>
                    <a:pt x="524021" y="202287"/>
                  </a:lnTo>
                  <a:close/>
                </a:path>
                <a:path w="532130" h="532129">
                  <a:moveTo>
                    <a:pt x="44082" y="118237"/>
                  </a:moveTo>
                  <a:lnTo>
                    <a:pt x="27140" y="147587"/>
                  </a:lnTo>
                  <a:lnTo>
                    <a:pt x="69558" y="172089"/>
                  </a:lnTo>
                  <a:lnTo>
                    <a:pt x="66270" y="178978"/>
                  </a:lnTo>
                  <a:lnTo>
                    <a:pt x="63348" y="186078"/>
                  </a:lnTo>
                  <a:lnTo>
                    <a:pt x="60783" y="193344"/>
                  </a:lnTo>
                  <a:lnTo>
                    <a:pt x="470886" y="193344"/>
                  </a:lnTo>
                  <a:lnTo>
                    <a:pt x="468320" y="186078"/>
                  </a:lnTo>
                  <a:lnTo>
                    <a:pt x="465399" y="178978"/>
                  </a:lnTo>
                  <a:lnTo>
                    <a:pt x="462101" y="172089"/>
                  </a:lnTo>
                  <a:lnTo>
                    <a:pt x="504529" y="147587"/>
                  </a:lnTo>
                  <a:lnTo>
                    <a:pt x="501742" y="142760"/>
                  </a:lnTo>
                  <a:lnTo>
                    <a:pt x="86552" y="142760"/>
                  </a:lnTo>
                  <a:lnTo>
                    <a:pt x="44082" y="118237"/>
                  </a:lnTo>
                  <a:close/>
                </a:path>
                <a:path w="532130" h="532129">
                  <a:moveTo>
                    <a:pt x="518225" y="180664"/>
                  </a:moveTo>
                  <a:lnTo>
                    <a:pt x="470886" y="193344"/>
                  </a:lnTo>
                  <a:lnTo>
                    <a:pt x="521624" y="193344"/>
                  </a:lnTo>
                  <a:lnTo>
                    <a:pt x="518225" y="180664"/>
                  </a:lnTo>
                  <a:close/>
                </a:path>
                <a:path w="532130" h="532129">
                  <a:moveTo>
                    <a:pt x="89840" y="65882"/>
                  </a:moveTo>
                  <a:lnTo>
                    <a:pt x="65872" y="89840"/>
                  </a:lnTo>
                  <a:lnTo>
                    <a:pt x="100583" y="124551"/>
                  </a:lnTo>
                  <a:lnTo>
                    <a:pt x="95591" y="130372"/>
                  </a:lnTo>
                  <a:lnTo>
                    <a:pt x="90908" y="136435"/>
                  </a:lnTo>
                  <a:lnTo>
                    <a:pt x="86552" y="142760"/>
                  </a:lnTo>
                  <a:lnTo>
                    <a:pt x="445106" y="142760"/>
                  </a:lnTo>
                  <a:lnTo>
                    <a:pt x="440761" y="136435"/>
                  </a:lnTo>
                  <a:lnTo>
                    <a:pt x="436061" y="130362"/>
                  </a:lnTo>
                  <a:lnTo>
                    <a:pt x="431086" y="124551"/>
                  </a:lnTo>
                  <a:lnTo>
                    <a:pt x="455054" y="100583"/>
                  </a:lnTo>
                  <a:lnTo>
                    <a:pt x="124540" y="100583"/>
                  </a:lnTo>
                  <a:lnTo>
                    <a:pt x="89840" y="65882"/>
                  </a:lnTo>
                  <a:close/>
                </a:path>
                <a:path w="532130" h="532129">
                  <a:moveTo>
                    <a:pt x="487587" y="118237"/>
                  </a:moveTo>
                  <a:lnTo>
                    <a:pt x="445106" y="142760"/>
                  </a:lnTo>
                  <a:lnTo>
                    <a:pt x="501742" y="142760"/>
                  </a:lnTo>
                  <a:lnTo>
                    <a:pt x="487587" y="118237"/>
                  </a:lnTo>
                  <a:close/>
                </a:path>
                <a:path w="532130" h="532129">
                  <a:moveTo>
                    <a:pt x="147587" y="27140"/>
                  </a:moveTo>
                  <a:lnTo>
                    <a:pt x="118237" y="44082"/>
                  </a:lnTo>
                  <a:lnTo>
                    <a:pt x="142760" y="86552"/>
                  </a:lnTo>
                  <a:lnTo>
                    <a:pt x="136435" y="90908"/>
                  </a:lnTo>
                  <a:lnTo>
                    <a:pt x="130362" y="95599"/>
                  </a:lnTo>
                  <a:lnTo>
                    <a:pt x="124540" y="100583"/>
                  </a:lnTo>
                  <a:lnTo>
                    <a:pt x="407118" y="100583"/>
                  </a:lnTo>
                  <a:lnTo>
                    <a:pt x="401307" y="95599"/>
                  </a:lnTo>
                  <a:lnTo>
                    <a:pt x="395234" y="90908"/>
                  </a:lnTo>
                  <a:lnTo>
                    <a:pt x="388915" y="86552"/>
                  </a:lnTo>
                  <a:lnTo>
                    <a:pt x="398719" y="69568"/>
                  </a:lnTo>
                  <a:lnTo>
                    <a:pt x="172089" y="69568"/>
                  </a:lnTo>
                  <a:lnTo>
                    <a:pt x="147587" y="27140"/>
                  </a:lnTo>
                  <a:close/>
                </a:path>
                <a:path w="532130" h="532129">
                  <a:moveTo>
                    <a:pt x="441829" y="65882"/>
                  </a:moveTo>
                  <a:lnTo>
                    <a:pt x="407118" y="100583"/>
                  </a:lnTo>
                  <a:lnTo>
                    <a:pt x="455054" y="100583"/>
                  </a:lnTo>
                  <a:lnTo>
                    <a:pt x="465797" y="89840"/>
                  </a:lnTo>
                  <a:lnTo>
                    <a:pt x="441829" y="65882"/>
                  </a:lnTo>
                  <a:close/>
                </a:path>
                <a:path w="532130" h="532129">
                  <a:moveTo>
                    <a:pt x="213396" y="4670"/>
                  </a:moveTo>
                  <a:lnTo>
                    <a:pt x="180664" y="13444"/>
                  </a:lnTo>
                  <a:lnTo>
                    <a:pt x="193344" y="60783"/>
                  </a:lnTo>
                  <a:lnTo>
                    <a:pt x="186078" y="63359"/>
                  </a:lnTo>
                  <a:lnTo>
                    <a:pt x="178978" y="66270"/>
                  </a:lnTo>
                  <a:lnTo>
                    <a:pt x="172089" y="69568"/>
                  </a:lnTo>
                  <a:lnTo>
                    <a:pt x="359580" y="69568"/>
                  </a:lnTo>
                  <a:lnTo>
                    <a:pt x="352690" y="66270"/>
                  </a:lnTo>
                  <a:lnTo>
                    <a:pt x="345591" y="63359"/>
                  </a:lnTo>
                  <a:lnTo>
                    <a:pt x="338324" y="60783"/>
                  </a:lnTo>
                  <a:lnTo>
                    <a:pt x="340663" y="52050"/>
                  </a:lnTo>
                  <a:lnTo>
                    <a:pt x="226097" y="52050"/>
                  </a:lnTo>
                  <a:lnTo>
                    <a:pt x="213396" y="4670"/>
                  </a:lnTo>
                  <a:close/>
                </a:path>
                <a:path w="532130" h="532129">
                  <a:moveTo>
                    <a:pt x="384082" y="27140"/>
                  </a:moveTo>
                  <a:lnTo>
                    <a:pt x="359580" y="69568"/>
                  </a:lnTo>
                  <a:lnTo>
                    <a:pt x="398719" y="69568"/>
                  </a:lnTo>
                  <a:lnTo>
                    <a:pt x="413432" y="44082"/>
                  </a:lnTo>
                  <a:lnTo>
                    <a:pt x="384082" y="27140"/>
                  </a:lnTo>
                  <a:close/>
                </a:path>
                <a:path w="532130" h="532129">
                  <a:moveTo>
                    <a:pt x="282776" y="0"/>
                  </a:moveTo>
                  <a:lnTo>
                    <a:pt x="248882" y="0"/>
                  </a:lnTo>
                  <a:lnTo>
                    <a:pt x="248882" y="49087"/>
                  </a:lnTo>
                  <a:lnTo>
                    <a:pt x="241175" y="49684"/>
                  </a:lnTo>
                  <a:lnTo>
                    <a:pt x="233563" y="50668"/>
                  </a:lnTo>
                  <a:lnTo>
                    <a:pt x="226097" y="52050"/>
                  </a:lnTo>
                  <a:lnTo>
                    <a:pt x="305571" y="52050"/>
                  </a:lnTo>
                  <a:lnTo>
                    <a:pt x="298106" y="50668"/>
                  </a:lnTo>
                  <a:lnTo>
                    <a:pt x="290504" y="49684"/>
                  </a:lnTo>
                  <a:lnTo>
                    <a:pt x="282776" y="49087"/>
                  </a:lnTo>
                  <a:lnTo>
                    <a:pt x="282776" y="0"/>
                  </a:lnTo>
                  <a:close/>
                </a:path>
                <a:path w="532130" h="532129">
                  <a:moveTo>
                    <a:pt x="318273" y="4670"/>
                  </a:moveTo>
                  <a:lnTo>
                    <a:pt x="305571" y="52050"/>
                  </a:lnTo>
                  <a:lnTo>
                    <a:pt x="340663" y="52050"/>
                  </a:lnTo>
                  <a:lnTo>
                    <a:pt x="351005" y="13444"/>
                  </a:lnTo>
                  <a:lnTo>
                    <a:pt x="318273" y="467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 descr=""/>
            <p:cNvSpPr/>
            <p:nvPr/>
          </p:nvSpPr>
          <p:spPr>
            <a:xfrm>
              <a:off x="17147236" y="7557484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79">
                  <a:moveTo>
                    <a:pt x="180224" y="0"/>
                  </a:moveTo>
                  <a:lnTo>
                    <a:pt x="132313" y="6437"/>
                  </a:lnTo>
                  <a:lnTo>
                    <a:pt x="89261" y="24605"/>
                  </a:lnTo>
                  <a:lnTo>
                    <a:pt x="52786" y="52786"/>
                  </a:lnTo>
                  <a:lnTo>
                    <a:pt x="24605" y="89261"/>
                  </a:lnTo>
                  <a:lnTo>
                    <a:pt x="6437" y="132313"/>
                  </a:lnTo>
                  <a:lnTo>
                    <a:pt x="0" y="180224"/>
                  </a:lnTo>
                  <a:lnTo>
                    <a:pt x="6437" y="228136"/>
                  </a:lnTo>
                  <a:lnTo>
                    <a:pt x="24605" y="271188"/>
                  </a:lnTo>
                  <a:lnTo>
                    <a:pt x="52786" y="307663"/>
                  </a:lnTo>
                  <a:lnTo>
                    <a:pt x="89261" y="335843"/>
                  </a:lnTo>
                  <a:lnTo>
                    <a:pt x="132313" y="354012"/>
                  </a:lnTo>
                  <a:lnTo>
                    <a:pt x="180224" y="360449"/>
                  </a:lnTo>
                  <a:lnTo>
                    <a:pt x="228136" y="354012"/>
                  </a:lnTo>
                  <a:lnTo>
                    <a:pt x="271188" y="335843"/>
                  </a:lnTo>
                  <a:lnTo>
                    <a:pt x="307663" y="307663"/>
                  </a:lnTo>
                  <a:lnTo>
                    <a:pt x="335843" y="271188"/>
                  </a:lnTo>
                  <a:lnTo>
                    <a:pt x="347413" y="243772"/>
                  </a:lnTo>
                  <a:lnTo>
                    <a:pt x="180224" y="243772"/>
                  </a:lnTo>
                  <a:lnTo>
                    <a:pt x="155488" y="238779"/>
                  </a:lnTo>
                  <a:lnTo>
                    <a:pt x="135289" y="225160"/>
                  </a:lnTo>
                  <a:lnTo>
                    <a:pt x="121670" y="204961"/>
                  </a:lnTo>
                  <a:lnTo>
                    <a:pt x="116677" y="180224"/>
                  </a:lnTo>
                  <a:lnTo>
                    <a:pt x="121670" y="155488"/>
                  </a:lnTo>
                  <a:lnTo>
                    <a:pt x="135289" y="135289"/>
                  </a:lnTo>
                  <a:lnTo>
                    <a:pt x="155488" y="121670"/>
                  </a:lnTo>
                  <a:lnTo>
                    <a:pt x="180224" y="116677"/>
                  </a:lnTo>
                  <a:lnTo>
                    <a:pt x="347413" y="116677"/>
                  </a:lnTo>
                  <a:lnTo>
                    <a:pt x="335843" y="89261"/>
                  </a:lnTo>
                  <a:lnTo>
                    <a:pt x="307663" y="52786"/>
                  </a:lnTo>
                  <a:lnTo>
                    <a:pt x="271188" y="24605"/>
                  </a:lnTo>
                  <a:lnTo>
                    <a:pt x="228136" y="6437"/>
                  </a:lnTo>
                  <a:lnTo>
                    <a:pt x="180224" y="0"/>
                  </a:lnTo>
                  <a:close/>
                </a:path>
                <a:path w="360680" h="360679">
                  <a:moveTo>
                    <a:pt x="347413" y="116677"/>
                  </a:moveTo>
                  <a:lnTo>
                    <a:pt x="180224" y="116677"/>
                  </a:lnTo>
                  <a:lnTo>
                    <a:pt x="204961" y="121670"/>
                  </a:lnTo>
                  <a:lnTo>
                    <a:pt x="225160" y="135289"/>
                  </a:lnTo>
                  <a:lnTo>
                    <a:pt x="238779" y="155488"/>
                  </a:lnTo>
                  <a:lnTo>
                    <a:pt x="243772" y="180224"/>
                  </a:lnTo>
                  <a:lnTo>
                    <a:pt x="238779" y="204961"/>
                  </a:lnTo>
                  <a:lnTo>
                    <a:pt x="225160" y="225160"/>
                  </a:lnTo>
                  <a:lnTo>
                    <a:pt x="204961" y="238779"/>
                  </a:lnTo>
                  <a:lnTo>
                    <a:pt x="180224" y="243772"/>
                  </a:lnTo>
                  <a:lnTo>
                    <a:pt x="347413" y="243772"/>
                  </a:lnTo>
                  <a:lnTo>
                    <a:pt x="354012" y="228136"/>
                  </a:lnTo>
                  <a:lnTo>
                    <a:pt x="360449" y="180224"/>
                  </a:lnTo>
                  <a:lnTo>
                    <a:pt x="354012" y="132313"/>
                  </a:lnTo>
                  <a:lnTo>
                    <a:pt x="347413" y="116677"/>
                  </a:lnTo>
                  <a:close/>
                </a:path>
              </a:pathLst>
            </a:custGeom>
            <a:solidFill>
              <a:srgbClr val="499FC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7" name="object 567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7206009" y="7616257"/>
              <a:ext cx="242903" cy="242903"/>
            </a:xfrm>
            <a:prstGeom prst="rect">
              <a:avLst/>
            </a:prstGeom>
          </p:spPr>
        </p:pic>
      </p:grpSp>
      <p:grpSp>
        <p:nvGrpSpPr>
          <p:cNvPr id="568" name="object 568" descr=""/>
          <p:cNvGrpSpPr/>
          <p:nvPr/>
        </p:nvGrpSpPr>
        <p:grpSpPr>
          <a:xfrm>
            <a:off x="15734455" y="8826196"/>
            <a:ext cx="532130" cy="532130"/>
            <a:chOff x="15734455" y="8826196"/>
            <a:chExt cx="532130" cy="532130"/>
          </a:xfrm>
        </p:grpSpPr>
        <p:sp>
          <p:nvSpPr>
            <p:cNvPr id="569" name="object 569" descr=""/>
            <p:cNvSpPr/>
            <p:nvPr/>
          </p:nvSpPr>
          <p:spPr>
            <a:xfrm>
              <a:off x="15734455" y="8826196"/>
              <a:ext cx="532130" cy="532130"/>
            </a:xfrm>
            <a:custGeom>
              <a:avLst/>
              <a:gdLst/>
              <a:ahLst/>
              <a:cxnLst/>
              <a:rect l="l" t="t" r="r" b="b"/>
              <a:pathLst>
                <a:path w="532130" h="532129">
                  <a:moveTo>
                    <a:pt x="305582" y="479618"/>
                  </a:moveTo>
                  <a:lnTo>
                    <a:pt x="226108" y="479618"/>
                  </a:lnTo>
                  <a:lnTo>
                    <a:pt x="233574" y="481001"/>
                  </a:lnTo>
                  <a:lnTo>
                    <a:pt x="241175" y="481995"/>
                  </a:lnTo>
                  <a:lnTo>
                    <a:pt x="248892" y="482592"/>
                  </a:lnTo>
                  <a:lnTo>
                    <a:pt x="248892" y="531669"/>
                  </a:lnTo>
                  <a:lnTo>
                    <a:pt x="282787" y="531669"/>
                  </a:lnTo>
                  <a:lnTo>
                    <a:pt x="282787" y="482592"/>
                  </a:lnTo>
                  <a:lnTo>
                    <a:pt x="290504" y="481995"/>
                  </a:lnTo>
                  <a:lnTo>
                    <a:pt x="298116" y="481001"/>
                  </a:lnTo>
                  <a:lnTo>
                    <a:pt x="305582" y="479618"/>
                  </a:lnTo>
                  <a:close/>
                </a:path>
                <a:path w="532130" h="532129">
                  <a:moveTo>
                    <a:pt x="359569" y="462111"/>
                  </a:moveTo>
                  <a:lnTo>
                    <a:pt x="172099" y="462111"/>
                  </a:lnTo>
                  <a:lnTo>
                    <a:pt x="178978" y="465399"/>
                  </a:lnTo>
                  <a:lnTo>
                    <a:pt x="186088" y="468320"/>
                  </a:lnTo>
                  <a:lnTo>
                    <a:pt x="193355" y="470886"/>
                  </a:lnTo>
                  <a:lnTo>
                    <a:pt x="180675" y="518235"/>
                  </a:lnTo>
                  <a:lnTo>
                    <a:pt x="213407" y="526999"/>
                  </a:lnTo>
                  <a:lnTo>
                    <a:pt x="226108" y="479618"/>
                  </a:lnTo>
                  <a:lnTo>
                    <a:pt x="340673" y="479618"/>
                  </a:lnTo>
                  <a:lnTo>
                    <a:pt x="338335" y="470886"/>
                  </a:lnTo>
                  <a:lnTo>
                    <a:pt x="345602" y="468320"/>
                  </a:lnTo>
                  <a:lnTo>
                    <a:pt x="352701" y="465399"/>
                  </a:lnTo>
                  <a:lnTo>
                    <a:pt x="359569" y="462111"/>
                  </a:lnTo>
                  <a:close/>
                </a:path>
                <a:path w="532130" h="532129">
                  <a:moveTo>
                    <a:pt x="340673" y="479618"/>
                  </a:moveTo>
                  <a:lnTo>
                    <a:pt x="305582" y="479618"/>
                  </a:lnTo>
                  <a:lnTo>
                    <a:pt x="318283" y="526999"/>
                  </a:lnTo>
                  <a:lnTo>
                    <a:pt x="351015" y="518235"/>
                  </a:lnTo>
                  <a:lnTo>
                    <a:pt x="340673" y="479618"/>
                  </a:lnTo>
                  <a:close/>
                </a:path>
                <a:path w="532130" h="532129">
                  <a:moveTo>
                    <a:pt x="407128" y="431086"/>
                  </a:moveTo>
                  <a:lnTo>
                    <a:pt x="124551" y="431086"/>
                  </a:lnTo>
                  <a:lnTo>
                    <a:pt x="130372" y="436070"/>
                  </a:lnTo>
                  <a:lnTo>
                    <a:pt x="136446" y="440761"/>
                  </a:lnTo>
                  <a:lnTo>
                    <a:pt x="142770" y="445117"/>
                  </a:lnTo>
                  <a:lnTo>
                    <a:pt x="118247" y="487587"/>
                  </a:lnTo>
                  <a:lnTo>
                    <a:pt x="147597" y="504529"/>
                  </a:lnTo>
                  <a:lnTo>
                    <a:pt x="172099" y="462111"/>
                  </a:lnTo>
                  <a:lnTo>
                    <a:pt x="359591" y="462101"/>
                  </a:lnTo>
                  <a:lnTo>
                    <a:pt x="398726" y="462101"/>
                  </a:lnTo>
                  <a:lnTo>
                    <a:pt x="388920" y="445117"/>
                  </a:lnTo>
                  <a:lnTo>
                    <a:pt x="395244" y="440761"/>
                  </a:lnTo>
                  <a:lnTo>
                    <a:pt x="401317" y="436070"/>
                  </a:lnTo>
                  <a:lnTo>
                    <a:pt x="407128" y="431086"/>
                  </a:lnTo>
                  <a:close/>
                </a:path>
                <a:path w="532130" h="532129">
                  <a:moveTo>
                    <a:pt x="398726" y="462101"/>
                  </a:moveTo>
                  <a:lnTo>
                    <a:pt x="359591" y="462101"/>
                  </a:lnTo>
                  <a:lnTo>
                    <a:pt x="384093" y="504529"/>
                  </a:lnTo>
                  <a:lnTo>
                    <a:pt x="413442" y="487587"/>
                  </a:lnTo>
                  <a:lnTo>
                    <a:pt x="398726" y="462101"/>
                  </a:lnTo>
                  <a:close/>
                </a:path>
                <a:path w="532130" h="532129">
                  <a:moveTo>
                    <a:pt x="445117" y="388909"/>
                  </a:moveTo>
                  <a:lnTo>
                    <a:pt x="86562" y="388909"/>
                  </a:lnTo>
                  <a:lnTo>
                    <a:pt x="90918" y="395234"/>
                  </a:lnTo>
                  <a:lnTo>
                    <a:pt x="95609" y="401307"/>
                  </a:lnTo>
                  <a:lnTo>
                    <a:pt x="100593" y="407128"/>
                  </a:lnTo>
                  <a:lnTo>
                    <a:pt x="65882" y="441829"/>
                  </a:lnTo>
                  <a:lnTo>
                    <a:pt x="89850" y="465797"/>
                  </a:lnTo>
                  <a:lnTo>
                    <a:pt x="124551" y="431086"/>
                  </a:lnTo>
                  <a:lnTo>
                    <a:pt x="455054" y="431086"/>
                  </a:lnTo>
                  <a:lnTo>
                    <a:pt x="431096" y="407128"/>
                  </a:lnTo>
                  <a:lnTo>
                    <a:pt x="436080" y="401307"/>
                  </a:lnTo>
                  <a:lnTo>
                    <a:pt x="440771" y="395234"/>
                  </a:lnTo>
                  <a:lnTo>
                    <a:pt x="445117" y="388909"/>
                  </a:lnTo>
                  <a:close/>
                </a:path>
                <a:path w="532130" h="532129">
                  <a:moveTo>
                    <a:pt x="455054" y="431086"/>
                  </a:moveTo>
                  <a:lnTo>
                    <a:pt x="407128" y="431086"/>
                  </a:lnTo>
                  <a:lnTo>
                    <a:pt x="441839" y="465797"/>
                  </a:lnTo>
                  <a:lnTo>
                    <a:pt x="465797" y="441829"/>
                  </a:lnTo>
                  <a:lnTo>
                    <a:pt x="455054" y="431086"/>
                  </a:lnTo>
                  <a:close/>
                </a:path>
                <a:path w="532130" h="532129">
                  <a:moveTo>
                    <a:pt x="470896" y="338324"/>
                  </a:moveTo>
                  <a:lnTo>
                    <a:pt x="60793" y="338324"/>
                  </a:lnTo>
                  <a:lnTo>
                    <a:pt x="63359" y="345591"/>
                  </a:lnTo>
                  <a:lnTo>
                    <a:pt x="66270" y="352690"/>
                  </a:lnTo>
                  <a:lnTo>
                    <a:pt x="69568" y="359580"/>
                  </a:lnTo>
                  <a:lnTo>
                    <a:pt x="27151" y="384082"/>
                  </a:lnTo>
                  <a:lnTo>
                    <a:pt x="44092" y="413432"/>
                  </a:lnTo>
                  <a:lnTo>
                    <a:pt x="86562" y="388909"/>
                  </a:lnTo>
                  <a:lnTo>
                    <a:pt x="501753" y="388909"/>
                  </a:lnTo>
                  <a:lnTo>
                    <a:pt x="504539" y="384082"/>
                  </a:lnTo>
                  <a:lnTo>
                    <a:pt x="462111" y="359580"/>
                  </a:lnTo>
                  <a:lnTo>
                    <a:pt x="465409" y="352690"/>
                  </a:lnTo>
                  <a:lnTo>
                    <a:pt x="468331" y="345591"/>
                  </a:lnTo>
                  <a:lnTo>
                    <a:pt x="470896" y="338324"/>
                  </a:lnTo>
                  <a:close/>
                </a:path>
                <a:path w="532130" h="532129">
                  <a:moveTo>
                    <a:pt x="501753" y="388909"/>
                  </a:moveTo>
                  <a:lnTo>
                    <a:pt x="445117" y="388909"/>
                  </a:lnTo>
                  <a:lnTo>
                    <a:pt x="487597" y="413432"/>
                  </a:lnTo>
                  <a:lnTo>
                    <a:pt x="501753" y="388909"/>
                  </a:lnTo>
                  <a:close/>
                </a:path>
                <a:path w="532130" h="532129">
                  <a:moveTo>
                    <a:pt x="13455" y="180664"/>
                  </a:moveTo>
                  <a:lnTo>
                    <a:pt x="4680" y="213396"/>
                  </a:lnTo>
                  <a:lnTo>
                    <a:pt x="52061" y="226097"/>
                  </a:lnTo>
                  <a:lnTo>
                    <a:pt x="50679" y="233563"/>
                  </a:lnTo>
                  <a:lnTo>
                    <a:pt x="49684" y="241175"/>
                  </a:lnTo>
                  <a:lnTo>
                    <a:pt x="49087" y="248892"/>
                  </a:lnTo>
                  <a:lnTo>
                    <a:pt x="0" y="248892"/>
                  </a:lnTo>
                  <a:lnTo>
                    <a:pt x="0" y="282776"/>
                  </a:lnTo>
                  <a:lnTo>
                    <a:pt x="49087" y="282776"/>
                  </a:lnTo>
                  <a:lnTo>
                    <a:pt x="49693" y="290571"/>
                  </a:lnTo>
                  <a:lnTo>
                    <a:pt x="50679" y="298106"/>
                  </a:lnTo>
                  <a:lnTo>
                    <a:pt x="52061" y="305571"/>
                  </a:lnTo>
                  <a:lnTo>
                    <a:pt x="4680" y="318273"/>
                  </a:lnTo>
                  <a:lnTo>
                    <a:pt x="13455" y="351005"/>
                  </a:lnTo>
                  <a:lnTo>
                    <a:pt x="60793" y="338324"/>
                  </a:lnTo>
                  <a:lnTo>
                    <a:pt x="521634" y="338324"/>
                  </a:lnTo>
                  <a:lnTo>
                    <a:pt x="524031" y="329382"/>
                  </a:lnTo>
                  <a:lnTo>
                    <a:pt x="265845" y="329382"/>
                  </a:lnTo>
                  <a:lnTo>
                    <a:pt x="241108" y="324389"/>
                  </a:lnTo>
                  <a:lnTo>
                    <a:pt x="220909" y="310770"/>
                  </a:lnTo>
                  <a:lnTo>
                    <a:pt x="207291" y="290571"/>
                  </a:lnTo>
                  <a:lnTo>
                    <a:pt x="202297" y="265834"/>
                  </a:lnTo>
                  <a:lnTo>
                    <a:pt x="207291" y="241098"/>
                  </a:lnTo>
                  <a:lnTo>
                    <a:pt x="220909" y="220899"/>
                  </a:lnTo>
                  <a:lnTo>
                    <a:pt x="241108" y="207280"/>
                  </a:lnTo>
                  <a:lnTo>
                    <a:pt x="265845" y="202287"/>
                  </a:lnTo>
                  <a:lnTo>
                    <a:pt x="524031" y="202287"/>
                  </a:lnTo>
                  <a:lnTo>
                    <a:pt x="521634" y="193344"/>
                  </a:lnTo>
                  <a:lnTo>
                    <a:pt x="60793" y="193344"/>
                  </a:lnTo>
                  <a:lnTo>
                    <a:pt x="13455" y="180664"/>
                  </a:lnTo>
                  <a:close/>
                </a:path>
                <a:path w="532130" h="532129">
                  <a:moveTo>
                    <a:pt x="521634" y="338324"/>
                  </a:moveTo>
                  <a:lnTo>
                    <a:pt x="470896" y="338324"/>
                  </a:lnTo>
                  <a:lnTo>
                    <a:pt x="518235" y="351005"/>
                  </a:lnTo>
                  <a:lnTo>
                    <a:pt x="521634" y="338324"/>
                  </a:lnTo>
                  <a:close/>
                </a:path>
                <a:path w="532130" h="532129">
                  <a:moveTo>
                    <a:pt x="524031" y="202287"/>
                  </a:moveTo>
                  <a:lnTo>
                    <a:pt x="265845" y="202287"/>
                  </a:lnTo>
                  <a:lnTo>
                    <a:pt x="290581" y="207280"/>
                  </a:lnTo>
                  <a:lnTo>
                    <a:pt x="310781" y="220899"/>
                  </a:lnTo>
                  <a:lnTo>
                    <a:pt x="324399" y="241098"/>
                  </a:lnTo>
                  <a:lnTo>
                    <a:pt x="329393" y="265834"/>
                  </a:lnTo>
                  <a:lnTo>
                    <a:pt x="324399" y="290571"/>
                  </a:lnTo>
                  <a:lnTo>
                    <a:pt x="310781" y="310770"/>
                  </a:lnTo>
                  <a:lnTo>
                    <a:pt x="290581" y="324389"/>
                  </a:lnTo>
                  <a:lnTo>
                    <a:pt x="265845" y="329382"/>
                  </a:lnTo>
                  <a:lnTo>
                    <a:pt x="524031" y="329382"/>
                  </a:lnTo>
                  <a:lnTo>
                    <a:pt x="527010" y="318273"/>
                  </a:lnTo>
                  <a:lnTo>
                    <a:pt x="479629" y="305571"/>
                  </a:lnTo>
                  <a:lnTo>
                    <a:pt x="481011" y="298106"/>
                  </a:lnTo>
                  <a:lnTo>
                    <a:pt x="481995" y="290504"/>
                  </a:lnTo>
                  <a:lnTo>
                    <a:pt x="482592" y="282776"/>
                  </a:lnTo>
                  <a:lnTo>
                    <a:pt x="531680" y="282776"/>
                  </a:lnTo>
                  <a:lnTo>
                    <a:pt x="531680" y="248892"/>
                  </a:lnTo>
                  <a:lnTo>
                    <a:pt x="482592" y="248892"/>
                  </a:lnTo>
                  <a:lnTo>
                    <a:pt x="481985" y="241098"/>
                  </a:lnTo>
                  <a:lnTo>
                    <a:pt x="481011" y="233563"/>
                  </a:lnTo>
                  <a:lnTo>
                    <a:pt x="479629" y="226097"/>
                  </a:lnTo>
                  <a:lnTo>
                    <a:pt x="527010" y="213396"/>
                  </a:lnTo>
                  <a:lnTo>
                    <a:pt x="524031" y="202287"/>
                  </a:lnTo>
                  <a:close/>
                </a:path>
                <a:path w="532130" h="532129">
                  <a:moveTo>
                    <a:pt x="44092" y="118237"/>
                  </a:moveTo>
                  <a:lnTo>
                    <a:pt x="27151" y="147587"/>
                  </a:lnTo>
                  <a:lnTo>
                    <a:pt x="69568" y="172089"/>
                  </a:lnTo>
                  <a:lnTo>
                    <a:pt x="66270" y="178978"/>
                  </a:lnTo>
                  <a:lnTo>
                    <a:pt x="63359" y="186078"/>
                  </a:lnTo>
                  <a:lnTo>
                    <a:pt x="60793" y="193344"/>
                  </a:lnTo>
                  <a:lnTo>
                    <a:pt x="470896" y="193344"/>
                  </a:lnTo>
                  <a:lnTo>
                    <a:pt x="468320" y="186078"/>
                  </a:lnTo>
                  <a:lnTo>
                    <a:pt x="465409" y="178978"/>
                  </a:lnTo>
                  <a:lnTo>
                    <a:pt x="462111" y="172089"/>
                  </a:lnTo>
                  <a:lnTo>
                    <a:pt x="504539" y="147587"/>
                  </a:lnTo>
                  <a:lnTo>
                    <a:pt x="501753" y="142760"/>
                  </a:lnTo>
                  <a:lnTo>
                    <a:pt x="86562" y="142760"/>
                  </a:lnTo>
                  <a:lnTo>
                    <a:pt x="44092" y="118237"/>
                  </a:lnTo>
                  <a:close/>
                </a:path>
                <a:path w="532130" h="532129">
                  <a:moveTo>
                    <a:pt x="518235" y="180664"/>
                  </a:moveTo>
                  <a:lnTo>
                    <a:pt x="470896" y="193344"/>
                  </a:lnTo>
                  <a:lnTo>
                    <a:pt x="521634" y="193344"/>
                  </a:lnTo>
                  <a:lnTo>
                    <a:pt x="518235" y="180664"/>
                  </a:lnTo>
                  <a:close/>
                </a:path>
                <a:path w="532130" h="532129">
                  <a:moveTo>
                    <a:pt x="89850" y="65872"/>
                  </a:moveTo>
                  <a:lnTo>
                    <a:pt x="65882" y="89840"/>
                  </a:lnTo>
                  <a:lnTo>
                    <a:pt x="100593" y="124551"/>
                  </a:lnTo>
                  <a:lnTo>
                    <a:pt x="95609" y="130362"/>
                  </a:lnTo>
                  <a:lnTo>
                    <a:pt x="90918" y="136435"/>
                  </a:lnTo>
                  <a:lnTo>
                    <a:pt x="86562" y="142760"/>
                  </a:lnTo>
                  <a:lnTo>
                    <a:pt x="445117" y="142760"/>
                  </a:lnTo>
                  <a:lnTo>
                    <a:pt x="440771" y="136435"/>
                  </a:lnTo>
                  <a:lnTo>
                    <a:pt x="436070" y="130362"/>
                  </a:lnTo>
                  <a:lnTo>
                    <a:pt x="431096" y="124551"/>
                  </a:lnTo>
                  <a:lnTo>
                    <a:pt x="455057" y="100583"/>
                  </a:lnTo>
                  <a:lnTo>
                    <a:pt x="124551" y="100583"/>
                  </a:lnTo>
                  <a:lnTo>
                    <a:pt x="89850" y="65872"/>
                  </a:lnTo>
                  <a:close/>
                </a:path>
                <a:path w="532130" h="532129">
                  <a:moveTo>
                    <a:pt x="487597" y="118237"/>
                  </a:moveTo>
                  <a:lnTo>
                    <a:pt x="445117" y="142760"/>
                  </a:lnTo>
                  <a:lnTo>
                    <a:pt x="501753" y="142760"/>
                  </a:lnTo>
                  <a:lnTo>
                    <a:pt x="487597" y="118237"/>
                  </a:lnTo>
                  <a:close/>
                </a:path>
                <a:path w="532130" h="532129">
                  <a:moveTo>
                    <a:pt x="147597" y="27140"/>
                  </a:moveTo>
                  <a:lnTo>
                    <a:pt x="118247" y="44082"/>
                  </a:lnTo>
                  <a:lnTo>
                    <a:pt x="142770" y="86552"/>
                  </a:lnTo>
                  <a:lnTo>
                    <a:pt x="136446" y="90908"/>
                  </a:lnTo>
                  <a:lnTo>
                    <a:pt x="130372" y="95599"/>
                  </a:lnTo>
                  <a:lnTo>
                    <a:pt x="124551" y="100583"/>
                  </a:lnTo>
                  <a:lnTo>
                    <a:pt x="407128" y="100583"/>
                  </a:lnTo>
                  <a:lnTo>
                    <a:pt x="401317" y="95599"/>
                  </a:lnTo>
                  <a:lnTo>
                    <a:pt x="395244" y="90908"/>
                  </a:lnTo>
                  <a:lnTo>
                    <a:pt x="388926" y="86552"/>
                  </a:lnTo>
                  <a:lnTo>
                    <a:pt x="398730" y="69568"/>
                  </a:lnTo>
                  <a:lnTo>
                    <a:pt x="172099" y="69568"/>
                  </a:lnTo>
                  <a:lnTo>
                    <a:pt x="147597" y="27140"/>
                  </a:lnTo>
                  <a:close/>
                </a:path>
                <a:path w="532130" h="532129">
                  <a:moveTo>
                    <a:pt x="441839" y="65872"/>
                  </a:moveTo>
                  <a:lnTo>
                    <a:pt x="407128" y="100583"/>
                  </a:lnTo>
                  <a:lnTo>
                    <a:pt x="455057" y="100583"/>
                  </a:lnTo>
                  <a:lnTo>
                    <a:pt x="465797" y="89840"/>
                  </a:lnTo>
                  <a:lnTo>
                    <a:pt x="441839" y="65872"/>
                  </a:lnTo>
                  <a:close/>
                </a:path>
                <a:path w="532130" h="532129">
                  <a:moveTo>
                    <a:pt x="213407" y="4670"/>
                  </a:moveTo>
                  <a:lnTo>
                    <a:pt x="180675" y="13444"/>
                  </a:lnTo>
                  <a:lnTo>
                    <a:pt x="193355" y="60783"/>
                  </a:lnTo>
                  <a:lnTo>
                    <a:pt x="186088" y="63348"/>
                  </a:lnTo>
                  <a:lnTo>
                    <a:pt x="178989" y="66270"/>
                  </a:lnTo>
                  <a:lnTo>
                    <a:pt x="172099" y="69568"/>
                  </a:lnTo>
                  <a:lnTo>
                    <a:pt x="359591" y="69568"/>
                  </a:lnTo>
                  <a:lnTo>
                    <a:pt x="352701" y="66270"/>
                  </a:lnTo>
                  <a:lnTo>
                    <a:pt x="345602" y="63348"/>
                  </a:lnTo>
                  <a:lnTo>
                    <a:pt x="338335" y="60783"/>
                  </a:lnTo>
                  <a:lnTo>
                    <a:pt x="340674" y="52050"/>
                  </a:lnTo>
                  <a:lnTo>
                    <a:pt x="226108" y="52050"/>
                  </a:lnTo>
                  <a:lnTo>
                    <a:pt x="213407" y="4670"/>
                  </a:lnTo>
                  <a:close/>
                </a:path>
                <a:path w="532130" h="532129">
                  <a:moveTo>
                    <a:pt x="384093" y="27140"/>
                  </a:moveTo>
                  <a:lnTo>
                    <a:pt x="359591" y="69568"/>
                  </a:lnTo>
                  <a:lnTo>
                    <a:pt x="398730" y="69568"/>
                  </a:lnTo>
                  <a:lnTo>
                    <a:pt x="413442" y="44082"/>
                  </a:lnTo>
                  <a:lnTo>
                    <a:pt x="384093" y="27140"/>
                  </a:lnTo>
                  <a:close/>
                </a:path>
                <a:path w="532130" h="532129">
                  <a:moveTo>
                    <a:pt x="282787" y="0"/>
                  </a:moveTo>
                  <a:lnTo>
                    <a:pt x="248892" y="0"/>
                  </a:lnTo>
                  <a:lnTo>
                    <a:pt x="248892" y="49077"/>
                  </a:lnTo>
                  <a:lnTo>
                    <a:pt x="241175" y="49673"/>
                  </a:lnTo>
                  <a:lnTo>
                    <a:pt x="233574" y="50668"/>
                  </a:lnTo>
                  <a:lnTo>
                    <a:pt x="226108" y="52050"/>
                  </a:lnTo>
                  <a:lnTo>
                    <a:pt x="305582" y="52050"/>
                  </a:lnTo>
                  <a:lnTo>
                    <a:pt x="298106" y="50668"/>
                  </a:lnTo>
                  <a:lnTo>
                    <a:pt x="290504" y="49673"/>
                  </a:lnTo>
                  <a:lnTo>
                    <a:pt x="282787" y="49077"/>
                  </a:lnTo>
                  <a:lnTo>
                    <a:pt x="282787" y="0"/>
                  </a:lnTo>
                  <a:close/>
                </a:path>
                <a:path w="532130" h="532129">
                  <a:moveTo>
                    <a:pt x="318283" y="4670"/>
                  </a:moveTo>
                  <a:lnTo>
                    <a:pt x="305582" y="52050"/>
                  </a:lnTo>
                  <a:lnTo>
                    <a:pt x="340674" y="52050"/>
                  </a:lnTo>
                  <a:lnTo>
                    <a:pt x="351015" y="13444"/>
                  </a:lnTo>
                  <a:lnTo>
                    <a:pt x="318283" y="467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 descr=""/>
            <p:cNvSpPr/>
            <p:nvPr/>
          </p:nvSpPr>
          <p:spPr>
            <a:xfrm>
              <a:off x="15820075" y="8911806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80" h="360679">
                  <a:moveTo>
                    <a:pt x="180224" y="0"/>
                  </a:moveTo>
                  <a:lnTo>
                    <a:pt x="132313" y="6437"/>
                  </a:lnTo>
                  <a:lnTo>
                    <a:pt x="89261" y="24605"/>
                  </a:lnTo>
                  <a:lnTo>
                    <a:pt x="52786" y="52786"/>
                  </a:lnTo>
                  <a:lnTo>
                    <a:pt x="24605" y="89261"/>
                  </a:lnTo>
                  <a:lnTo>
                    <a:pt x="6437" y="132313"/>
                  </a:lnTo>
                  <a:lnTo>
                    <a:pt x="0" y="180224"/>
                  </a:lnTo>
                  <a:lnTo>
                    <a:pt x="6437" y="228136"/>
                  </a:lnTo>
                  <a:lnTo>
                    <a:pt x="24605" y="271188"/>
                  </a:lnTo>
                  <a:lnTo>
                    <a:pt x="52786" y="307663"/>
                  </a:lnTo>
                  <a:lnTo>
                    <a:pt x="89261" y="335843"/>
                  </a:lnTo>
                  <a:lnTo>
                    <a:pt x="132313" y="354012"/>
                  </a:lnTo>
                  <a:lnTo>
                    <a:pt x="180224" y="360449"/>
                  </a:lnTo>
                  <a:lnTo>
                    <a:pt x="228136" y="354012"/>
                  </a:lnTo>
                  <a:lnTo>
                    <a:pt x="271188" y="335843"/>
                  </a:lnTo>
                  <a:lnTo>
                    <a:pt x="307663" y="307663"/>
                  </a:lnTo>
                  <a:lnTo>
                    <a:pt x="335843" y="271188"/>
                  </a:lnTo>
                  <a:lnTo>
                    <a:pt x="347413" y="243772"/>
                  </a:lnTo>
                  <a:lnTo>
                    <a:pt x="180224" y="243772"/>
                  </a:lnTo>
                  <a:lnTo>
                    <a:pt x="155488" y="238779"/>
                  </a:lnTo>
                  <a:lnTo>
                    <a:pt x="135289" y="225160"/>
                  </a:lnTo>
                  <a:lnTo>
                    <a:pt x="121670" y="204961"/>
                  </a:lnTo>
                  <a:lnTo>
                    <a:pt x="116677" y="180224"/>
                  </a:lnTo>
                  <a:lnTo>
                    <a:pt x="121670" y="155488"/>
                  </a:lnTo>
                  <a:lnTo>
                    <a:pt x="135289" y="135289"/>
                  </a:lnTo>
                  <a:lnTo>
                    <a:pt x="155488" y="121670"/>
                  </a:lnTo>
                  <a:lnTo>
                    <a:pt x="180224" y="116677"/>
                  </a:lnTo>
                  <a:lnTo>
                    <a:pt x="347413" y="116677"/>
                  </a:lnTo>
                  <a:lnTo>
                    <a:pt x="335843" y="89261"/>
                  </a:lnTo>
                  <a:lnTo>
                    <a:pt x="307663" y="52786"/>
                  </a:lnTo>
                  <a:lnTo>
                    <a:pt x="271188" y="24605"/>
                  </a:lnTo>
                  <a:lnTo>
                    <a:pt x="228136" y="6437"/>
                  </a:lnTo>
                  <a:lnTo>
                    <a:pt x="180224" y="0"/>
                  </a:lnTo>
                  <a:close/>
                </a:path>
                <a:path w="360680" h="360679">
                  <a:moveTo>
                    <a:pt x="347413" y="116677"/>
                  </a:moveTo>
                  <a:lnTo>
                    <a:pt x="180224" y="116677"/>
                  </a:lnTo>
                  <a:lnTo>
                    <a:pt x="204961" y="121670"/>
                  </a:lnTo>
                  <a:lnTo>
                    <a:pt x="225160" y="135289"/>
                  </a:lnTo>
                  <a:lnTo>
                    <a:pt x="238779" y="155488"/>
                  </a:lnTo>
                  <a:lnTo>
                    <a:pt x="243772" y="180224"/>
                  </a:lnTo>
                  <a:lnTo>
                    <a:pt x="238779" y="204961"/>
                  </a:lnTo>
                  <a:lnTo>
                    <a:pt x="225160" y="225160"/>
                  </a:lnTo>
                  <a:lnTo>
                    <a:pt x="204961" y="238779"/>
                  </a:lnTo>
                  <a:lnTo>
                    <a:pt x="180224" y="243772"/>
                  </a:lnTo>
                  <a:lnTo>
                    <a:pt x="347413" y="243772"/>
                  </a:lnTo>
                  <a:lnTo>
                    <a:pt x="354012" y="228136"/>
                  </a:lnTo>
                  <a:lnTo>
                    <a:pt x="360449" y="180224"/>
                  </a:lnTo>
                  <a:lnTo>
                    <a:pt x="354012" y="132313"/>
                  </a:lnTo>
                  <a:lnTo>
                    <a:pt x="347413" y="116677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1" name="object 571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5878848" y="8970579"/>
              <a:ext cx="242893" cy="242903"/>
            </a:xfrm>
            <a:prstGeom prst="rect">
              <a:avLst/>
            </a:prstGeom>
          </p:spPr>
        </p:pic>
      </p:grpSp>
      <p:sp>
        <p:nvSpPr>
          <p:cNvPr id="572" name="object 572" descr=""/>
          <p:cNvSpPr/>
          <p:nvPr/>
        </p:nvSpPr>
        <p:spPr>
          <a:xfrm>
            <a:off x="12021684" y="4850762"/>
            <a:ext cx="294640" cy="294640"/>
          </a:xfrm>
          <a:custGeom>
            <a:avLst/>
            <a:gdLst/>
            <a:ahLst/>
            <a:cxnLst/>
            <a:rect l="l" t="t" r="r" b="b"/>
            <a:pathLst>
              <a:path w="294640" h="294639">
                <a:moveTo>
                  <a:pt x="169041" y="228862"/>
                </a:moveTo>
                <a:lnTo>
                  <a:pt x="125252" y="228862"/>
                </a:lnTo>
                <a:lnTo>
                  <a:pt x="133001" y="294284"/>
                </a:lnTo>
                <a:lnTo>
                  <a:pt x="161283" y="294284"/>
                </a:lnTo>
                <a:lnTo>
                  <a:pt x="169041" y="228862"/>
                </a:lnTo>
                <a:close/>
              </a:path>
              <a:path w="294640" h="294639">
                <a:moveTo>
                  <a:pt x="206967" y="206957"/>
                </a:moveTo>
                <a:lnTo>
                  <a:pt x="87327" y="206957"/>
                </a:lnTo>
                <a:lnTo>
                  <a:pt x="61327" y="267499"/>
                </a:lnTo>
                <a:lnTo>
                  <a:pt x="85819" y="281645"/>
                </a:lnTo>
                <a:lnTo>
                  <a:pt x="125252" y="228862"/>
                </a:lnTo>
                <a:lnTo>
                  <a:pt x="216374" y="228862"/>
                </a:lnTo>
                <a:lnTo>
                  <a:pt x="206967" y="206957"/>
                </a:lnTo>
                <a:close/>
              </a:path>
              <a:path w="294640" h="294639">
                <a:moveTo>
                  <a:pt x="216374" y="228862"/>
                </a:moveTo>
                <a:lnTo>
                  <a:pt x="169041" y="228862"/>
                </a:lnTo>
                <a:lnTo>
                  <a:pt x="208475" y="281645"/>
                </a:lnTo>
                <a:lnTo>
                  <a:pt x="232966" y="267499"/>
                </a:lnTo>
                <a:lnTo>
                  <a:pt x="216374" y="228862"/>
                </a:lnTo>
                <a:close/>
              </a:path>
              <a:path w="294640" h="294639">
                <a:moveTo>
                  <a:pt x="26784" y="61317"/>
                </a:moveTo>
                <a:lnTo>
                  <a:pt x="12648" y="85819"/>
                </a:lnTo>
                <a:lnTo>
                  <a:pt x="65432" y="125242"/>
                </a:lnTo>
                <a:lnTo>
                  <a:pt x="0" y="133001"/>
                </a:lnTo>
                <a:lnTo>
                  <a:pt x="0" y="161283"/>
                </a:lnTo>
                <a:lnTo>
                  <a:pt x="65432" y="169041"/>
                </a:lnTo>
                <a:lnTo>
                  <a:pt x="12648" y="208464"/>
                </a:lnTo>
                <a:lnTo>
                  <a:pt x="26784" y="232956"/>
                </a:lnTo>
                <a:lnTo>
                  <a:pt x="87327" y="206957"/>
                </a:lnTo>
                <a:lnTo>
                  <a:pt x="279627" y="206957"/>
                </a:lnTo>
                <a:lnTo>
                  <a:pt x="256887" y="189973"/>
                </a:lnTo>
                <a:lnTo>
                  <a:pt x="147147" y="189973"/>
                </a:lnTo>
                <a:lnTo>
                  <a:pt x="130475" y="186606"/>
                </a:lnTo>
                <a:lnTo>
                  <a:pt x="116859" y="177425"/>
                </a:lnTo>
                <a:lnTo>
                  <a:pt x="107677" y="163808"/>
                </a:lnTo>
                <a:lnTo>
                  <a:pt x="104310" y="147136"/>
                </a:lnTo>
                <a:lnTo>
                  <a:pt x="107677" y="130466"/>
                </a:lnTo>
                <a:lnTo>
                  <a:pt x="116859" y="116853"/>
                </a:lnTo>
                <a:lnTo>
                  <a:pt x="130475" y="107676"/>
                </a:lnTo>
                <a:lnTo>
                  <a:pt x="147147" y="104310"/>
                </a:lnTo>
                <a:lnTo>
                  <a:pt x="256887" y="104310"/>
                </a:lnTo>
                <a:lnTo>
                  <a:pt x="279641" y="87316"/>
                </a:lnTo>
                <a:lnTo>
                  <a:pt x="87327" y="87316"/>
                </a:lnTo>
                <a:lnTo>
                  <a:pt x="26784" y="61317"/>
                </a:lnTo>
                <a:close/>
              </a:path>
              <a:path w="294640" h="294639">
                <a:moveTo>
                  <a:pt x="279627" y="206957"/>
                </a:moveTo>
                <a:lnTo>
                  <a:pt x="206967" y="206957"/>
                </a:lnTo>
                <a:lnTo>
                  <a:pt x="267510" y="232956"/>
                </a:lnTo>
                <a:lnTo>
                  <a:pt x="281645" y="208464"/>
                </a:lnTo>
                <a:lnTo>
                  <a:pt x="279627" y="206957"/>
                </a:lnTo>
                <a:close/>
              </a:path>
              <a:path w="294640" h="294639">
                <a:moveTo>
                  <a:pt x="256887" y="104310"/>
                </a:moveTo>
                <a:lnTo>
                  <a:pt x="147147" y="104310"/>
                </a:lnTo>
                <a:lnTo>
                  <a:pt x="163817" y="107676"/>
                </a:lnTo>
                <a:lnTo>
                  <a:pt x="177430" y="116853"/>
                </a:lnTo>
                <a:lnTo>
                  <a:pt x="186608" y="130466"/>
                </a:lnTo>
                <a:lnTo>
                  <a:pt x="189973" y="147136"/>
                </a:lnTo>
                <a:lnTo>
                  <a:pt x="186608" y="163808"/>
                </a:lnTo>
                <a:lnTo>
                  <a:pt x="177430" y="177425"/>
                </a:lnTo>
                <a:lnTo>
                  <a:pt x="163817" y="186606"/>
                </a:lnTo>
                <a:lnTo>
                  <a:pt x="147147" y="189973"/>
                </a:lnTo>
                <a:lnTo>
                  <a:pt x="256887" y="189973"/>
                </a:lnTo>
                <a:lnTo>
                  <a:pt x="228862" y="169041"/>
                </a:lnTo>
                <a:lnTo>
                  <a:pt x="294294" y="161283"/>
                </a:lnTo>
                <a:lnTo>
                  <a:pt x="294294" y="133001"/>
                </a:lnTo>
                <a:lnTo>
                  <a:pt x="228862" y="125242"/>
                </a:lnTo>
                <a:lnTo>
                  <a:pt x="256887" y="104310"/>
                </a:lnTo>
                <a:close/>
              </a:path>
              <a:path w="294640" h="294639">
                <a:moveTo>
                  <a:pt x="85819" y="12638"/>
                </a:moveTo>
                <a:lnTo>
                  <a:pt x="61327" y="26784"/>
                </a:lnTo>
                <a:lnTo>
                  <a:pt x="87327" y="87316"/>
                </a:lnTo>
                <a:lnTo>
                  <a:pt x="206967" y="87316"/>
                </a:lnTo>
                <a:lnTo>
                  <a:pt x="216371" y="65422"/>
                </a:lnTo>
                <a:lnTo>
                  <a:pt x="125252" y="65422"/>
                </a:lnTo>
                <a:lnTo>
                  <a:pt x="85819" y="12638"/>
                </a:lnTo>
                <a:close/>
              </a:path>
              <a:path w="294640" h="294639">
                <a:moveTo>
                  <a:pt x="267510" y="61317"/>
                </a:moveTo>
                <a:lnTo>
                  <a:pt x="206967" y="87316"/>
                </a:lnTo>
                <a:lnTo>
                  <a:pt x="279641" y="87316"/>
                </a:lnTo>
                <a:lnTo>
                  <a:pt x="281645" y="85819"/>
                </a:lnTo>
                <a:lnTo>
                  <a:pt x="267510" y="61317"/>
                </a:lnTo>
                <a:close/>
              </a:path>
              <a:path w="294640" h="294639">
                <a:moveTo>
                  <a:pt x="161283" y="0"/>
                </a:moveTo>
                <a:lnTo>
                  <a:pt x="133001" y="0"/>
                </a:lnTo>
                <a:lnTo>
                  <a:pt x="125252" y="65422"/>
                </a:lnTo>
                <a:lnTo>
                  <a:pt x="169041" y="65422"/>
                </a:lnTo>
                <a:lnTo>
                  <a:pt x="161283" y="0"/>
                </a:lnTo>
                <a:close/>
              </a:path>
              <a:path w="294640" h="294639">
                <a:moveTo>
                  <a:pt x="208475" y="12638"/>
                </a:moveTo>
                <a:lnTo>
                  <a:pt x="169041" y="65422"/>
                </a:lnTo>
                <a:lnTo>
                  <a:pt x="216371" y="65422"/>
                </a:lnTo>
                <a:lnTo>
                  <a:pt x="232966" y="26784"/>
                </a:lnTo>
                <a:lnTo>
                  <a:pt x="208475" y="12638"/>
                </a:lnTo>
                <a:close/>
              </a:path>
            </a:pathLst>
          </a:custGeom>
          <a:solidFill>
            <a:srgbClr val="CAE7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3" name="object 573" descr=""/>
          <p:cNvSpPr/>
          <p:nvPr/>
        </p:nvSpPr>
        <p:spPr>
          <a:xfrm>
            <a:off x="16640728" y="7785388"/>
            <a:ext cx="294640" cy="294640"/>
          </a:xfrm>
          <a:custGeom>
            <a:avLst/>
            <a:gdLst/>
            <a:ahLst/>
            <a:cxnLst/>
            <a:rect l="l" t="t" r="r" b="b"/>
            <a:pathLst>
              <a:path w="294640" h="294640">
                <a:moveTo>
                  <a:pt x="169041" y="228862"/>
                </a:moveTo>
                <a:lnTo>
                  <a:pt x="125252" y="228862"/>
                </a:lnTo>
                <a:lnTo>
                  <a:pt x="133001" y="294284"/>
                </a:lnTo>
                <a:lnTo>
                  <a:pt x="161293" y="294284"/>
                </a:lnTo>
                <a:lnTo>
                  <a:pt x="169041" y="228862"/>
                </a:lnTo>
                <a:close/>
              </a:path>
              <a:path w="294640" h="294640">
                <a:moveTo>
                  <a:pt x="206967" y="206957"/>
                </a:moveTo>
                <a:lnTo>
                  <a:pt x="87327" y="206957"/>
                </a:lnTo>
                <a:lnTo>
                  <a:pt x="61327" y="267499"/>
                </a:lnTo>
                <a:lnTo>
                  <a:pt x="85819" y="281645"/>
                </a:lnTo>
                <a:lnTo>
                  <a:pt x="125252" y="228862"/>
                </a:lnTo>
                <a:lnTo>
                  <a:pt x="216374" y="228862"/>
                </a:lnTo>
                <a:lnTo>
                  <a:pt x="206967" y="206957"/>
                </a:lnTo>
                <a:close/>
              </a:path>
              <a:path w="294640" h="294640">
                <a:moveTo>
                  <a:pt x="216374" y="228862"/>
                </a:moveTo>
                <a:lnTo>
                  <a:pt x="169041" y="228862"/>
                </a:lnTo>
                <a:lnTo>
                  <a:pt x="208475" y="281645"/>
                </a:lnTo>
                <a:lnTo>
                  <a:pt x="232966" y="267499"/>
                </a:lnTo>
                <a:lnTo>
                  <a:pt x="216374" y="228862"/>
                </a:lnTo>
                <a:close/>
              </a:path>
              <a:path w="294640" h="294640">
                <a:moveTo>
                  <a:pt x="26784" y="61317"/>
                </a:moveTo>
                <a:lnTo>
                  <a:pt x="12648" y="85819"/>
                </a:lnTo>
                <a:lnTo>
                  <a:pt x="65432" y="125242"/>
                </a:lnTo>
                <a:lnTo>
                  <a:pt x="0" y="133001"/>
                </a:lnTo>
                <a:lnTo>
                  <a:pt x="0" y="161283"/>
                </a:lnTo>
                <a:lnTo>
                  <a:pt x="65432" y="169041"/>
                </a:lnTo>
                <a:lnTo>
                  <a:pt x="12648" y="208464"/>
                </a:lnTo>
                <a:lnTo>
                  <a:pt x="26784" y="232956"/>
                </a:lnTo>
                <a:lnTo>
                  <a:pt x="87327" y="206957"/>
                </a:lnTo>
                <a:lnTo>
                  <a:pt x="279627" y="206957"/>
                </a:lnTo>
                <a:lnTo>
                  <a:pt x="256887" y="189973"/>
                </a:lnTo>
                <a:lnTo>
                  <a:pt x="147147" y="189973"/>
                </a:lnTo>
                <a:lnTo>
                  <a:pt x="130476" y="186606"/>
                </a:lnTo>
                <a:lnTo>
                  <a:pt x="116864" y="177425"/>
                </a:lnTo>
                <a:lnTo>
                  <a:pt x="107686" y="163808"/>
                </a:lnTo>
                <a:lnTo>
                  <a:pt x="104321" y="147136"/>
                </a:lnTo>
                <a:lnTo>
                  <a:pt x="107686" y="130466"/>
                </a:lnTo>
                <a:lnTo>
                  <a:pt x="116864" y="116853"/>
                </a:lnTo>
                <a:lnTo>
                  <a:pt x="130476" y="107676"/>
                </a:lnTo>
                <a:lnTo>
                  <a:pt x="147147" y="104310"/>
                </a:lnTo>
                <a:lnTo>
                  <a:pt x="256887" y="104310"/>
                </a:lnTo>
                <a:lnTo>
                  <a:pt x="279641" y="87316"/>
                </a:lnTo>
                <a:lnTo>
                  <a:pt x="87327" y="87316"/>
                </a:lnTo>
                <a:lnTo>
                  <a:pt x="26784" y="61317"/>
                </a:lnTo>
                <a:close/>
              </a:path>
              <a:path w="294640" h="294640">
                <a:moveTo>
                  <a:pt x="279627" y="206957"/>
                </a:moveTo>
                <a:lnTo>
                  <a:pt x="206967" y="206957"/>
                </a:lnTo>
                <a:lnTo>
                  <a:pt x="267510" y="232956"/>
                </a:lnTo>
                <a:lnTo>
                  <a:pt x="281645" y="208464"/>
                </a:lnTo>
                <a:lnTo>
                  <a:pt x="279627" y="206957"/>
                </a:lnTo>
                <a:close/>
              </a:path>
              <a:path w="294640" h="294640">
                <a:moveTo>
                  <a:pt x="256887" y="104310"/>
                </a:moveTo>
                <a:lnTo>
                  <a:pt x="147147" y="104310"/>
                </a:lnTo>
                <a:lnTo>
                  <a:pt x="163817" y="107676"/>
                </a:lnTo>
                <a:lnTo>
                  <a:pt x="177430" y="116853"/>
                </a:lnTo>
                <a:lnTo>
                  <a:pt x="186608" y="130466"/>
                </a:lnTo>
                <a:lnTo>
                  <a:pt x="189973" y="147136"/>
                </a:lnTo>
                <a:lnTo>
                  <a:pt x="186608" y="163808"/>
                </a:lnTo>
                <a:lnTo>
                  <a:pt x="177430" y="177425"/>
                </a:lnTo>
                <a:lnTo>
                  <a:pt x="163817" y="186606"/>
                </a:lnTo>
                <a:lnTo>
                  <a:pt x="147147" y="189973"/>
                </a:lnTo>
                <a:lnTo>
                  <a:pt x="256887" y="189973"/>
                </a:lnTo>
                <a:lnTo>
                  <a:pt x="228862" y="169041"/>
                </a:lnTo>
                <a:lnTo>
                  <a:pt x="294294" y="161283"/>
                </a:lnTo>
                <a:lnTo>
                  <a:pt x="294294" y="133001"/>
                </a:lnTo>
                <a:lnTo>
                  <a:pt x="228862" y="125242"/>
                </a:lnTo>
                <a:lnTo>
                  <a:pt x="256887" y="104310"/>
                </a:lnTo>
                <a:close/>
              </a:path>
              <a:path w="294640" h="294640">
                <a:moveTo>
                  <a:pt x="85819" y="12638"/>
                </a:moveTo>
                <a:lnTo>
                  <a:pt x="61327" y="26774"/>
                </a:lnTo>
                <a:lnTo>
                  <a:pt x="87327" y="87316"/>
                </a:lnTo>
                <a:lnTo>
                  <a:pt x="206967" y="87316"/>
                </a:lnTo>
                <a:lnTo>
                  <a:pt x="216369" y="65422"/>
                </a:lnTo>
                <a:lnTo>
                  <a:pt x="125252" y="65422"/>
                </a:lnTo>
                <a:lnTo>
                  <a:pt x="85819" y="12638"/>
                </a:lnTo>
                <a:close/>
              </a:path>
              <a:path w="294640" h="294640">
                <a:moveTo>
                  <a:pt x="267510" y="61317"/>
                </a:moveTo>
                <a:lnTo>
                  <a:pt x="206967" y="87316"/>
                </a:lnTo>
                <a:lnTo>
                  <a:pt x="279641" y="87316"/>
                </a:lnTo>
                <a:lnTo>
                  <a:pt x="281645" y="85819"/>
                </a:lnTo>
                <a:lnTo>
                  <a:pt x="267510" y="61317"/>
                </a:lnTo>
                <a:close/>
              </a:path>
              <a:path w="294640" h="294640">
                <a:moveTo>
                  <a:pt x="161293" y="0"/>
                </a:moveTo>
                <a:lnTo>
                  <a:pt x="133001" y="0"/>
                </a:lnTo>
                <a:lnTo>
                  <a:pt x="125252" y="65422"/>
                </a:lnTo>
                <a:lnTo>
                  <a:pt x="169041" y="65422"/>
                </a:lnTo>
                <a:lnTo>
                  <a:pt x="161293" y="0"/>
                </a:lnTo>
                <a:close/>
              </a:path>
              <a:path w="294640" h="294640">
                <a:moveTo>
                  <a:pt x="208475" y="12638"/>
                </a:moveTo>
                <a:lnTo>
                  <a:pt x="169041" y="65422"/>
                </a:lnTo>
                <a:lnTo>
                  <a:pt x="216369" y="65422"/>
                </a:lnTo>
                <a:lnTo>
                  <a:pt x="232966" y="26774"/>
                </a:lnTo>
                <a:lnTo>
                  <a:pt x="208475" y="12638"/>
                </a:lnTo>
                <a:close/>
              </a:path>
            </a:pathLst>
          </a:custGeom>
          <a:solidFill>
            <a:srgbClr val="CAE7E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74" name="object 574" descr=""/>
          <p:cNvGrpSpPr/>
          <p:nvPr/>
        </p:nvGrpSpPr>
        <p:grpSpPr>
          <a:xfrm>
            <a:off x="11955270" y="5571467"/>
            <a:ext cx="664845" cy="664210"/>
            <a:chOff x="11955270" y="5571467"/>
            <a:chExt cx="664845" cy="664210"/>
          </a:xfrm>
        </p:grpSpPr>
        <p:sp>
          <p:nvSpPr>
            <p:cNvPr id="575" name="object 575" descr=""/>
            <p:cNvSpPr/>
            <p:nvPr/>
          </p:nvSpPr>
          <p:spPr>
            <a:xfrm>
              <a:off x="12026609" y="5642345"/>
              <a:ext cx="522605" cy="522605"/>
            </a:xfrm>
            <a:custGeom>
              <a:avLst/>
              <a:gdLst/>
              <a:ahLst/>
              <a:cxnLst/>
              <a:rect l="l" t="t" r="r" b="b"/>
              <a:pathLst>
                <a:path w="522604" h="522604">
                  <a:moveTo>
                    <a:pt x="261018" y="0"/>
                  </a:moveTo>
                  <a:lnTo>
                    <a:pt x="214100" y="4205"/>
                  </a:lnTo>
                  <a:lnTo>
                    <a:pt x="169942" y="16329"/>
                  </a:lnTo>
                  <a:lnTo>
                    <a:pt x="129278" y="35634"/>
                  </a:lnTo>
                  <a:lnTo>
                    <a:pt x="92849" y="61385"/>
                  </a:lnTo>
                  <a:lnTo>
                    <a:pt x="61389" y="92842"/>
                  </a:lnTo>
                  <a:lnTo>
                    <a:pt x="35637" y="129271"/>
                  </a:lnTo>
                  <a:lnTo>
                    <a:pt x="16330" y="169932"/>
                  </a:lnTo>
                  <a:lnTo>
                    <a:pt x="4205" y="214090"/>
                  </a:lnTo>
                  <a:lnTo>
                    <a:pt x="0" y="261007"/>
                  </a:lnTo>
                  <a:lnTo>
                    <a:pt x="4205" y="307927"/>
                  </a:lnTo>
                  <a:lnTo>
                    <a:pt x="16330" y="352088"/>
                  </a:lnTo>
                  <a:lnTo>
                    <a:pt x="35637" y="392751"/>
                  </a:lnTo>
                  <a:lnTo>
                    <a:pt x="61389" y="429181"/>
                  </a:lnTo>
                  <a:lnTo>
                    <a:pt x="92849" y="460640"/>
                  </a:lnTo>
                  <a:lnTo>
                    <a:pt x="129278" y="486390"/>
                  </a:lnTo>
                  <a:lnTo>
                    <a:pt x="169942" y="505696"/>
                  </a:lnTo>
                  <a:lnTo>
                    <a:pt x="214100" y="517820"/>
                  </a:lnTo>
                  <a:lnTo>
                    <a:pt x="261018" y="522025"/>
                  </a:lnTo>
                  <a:lnTo>
                    <a:pt x="307935" y="517820"/>
                  </a:lnTo>
                  <a:lnTo>
                    <a:pt x="352094" y="505696"/>
                  </a:lnTo>
                  <a:lnTo>
                    <a:pt x="392757" y="486390"/>
                  </a:lnTo>
                  <a:lnTo>
                    <a:pt x="425964" y="462917"/>
                  </a:lnTo>
                  <a:lnTo>
                    <a:pt x="261018" y="462917"/>
                  </a:lnTo>
                  <a:lnTo>
                    <a:pt x="214721" y="457585"/>
                  </a:lnTo>
                  <a:lnTo>
                    <a:pt x="172221" y="442396"/>
                  </a:lnTo>
                  <a:lnTo>
                    <a:pt x="134732" y="418561"/>
                  </a:lnTo>
                  <a:lnTo>
                    <a:pt x="103464" y="387293"/>
                  </a:lnTo>
                  <a:lnTo>
                    <a:pt x="79629" y="349804"/>
                  </a:lnTo>
                  <a:lnTo>
                    <a:pt x="64440" y="307304"/>
                  </a:lnTo>
                  <a:lnTo>
                    <a:pt x="59108" y="261007"/>
                  </a:lnTo>
                  <a:lnTo>
                    <a:pt x="64440" y="214714"/>
                  </a:lnTo>
                  <a:lnTo>
                    <a:pt x="79629" y="172218"/>
                  </a:lnTo>
                  <a:lnTo>
                    <a:pt x="103464" y="134730"/>
                  </a:lnTo>
                  <a:lnTo>
                    <a:pt x="134732" y="103463"/>
                  </a:lnTo>
                  <a:lnTo>
                    <a:pt x="172221" y="79629"/>
                  </a:lnTo>
                  <a:lnTo>
                    <a:pt x="214721" y="64440"/>
                  </a:lnTo>
                  <a:lnTo>
                    <a:pt x="261018" y="59108"/>
                  </a:lnTo>
                  <a:lnTo>
                    <a:pt x="425966" y="59108"/>
                  </a:lnTo>
                  <a:lnTo>
                    <a:pt x="392757" y="35634"/>
                  </a:lnTo>
                  <a:lnTo>
                    <a:pt x="352094" y="16329"/>
                  </a:lnTo>
                  <a:lnTo>
                    <a:pt x="307935" y="4205"/>
                  </a:lnTo>
                  <a:lnTo>
                    <a:pt x="261018" y="0"/>
                  </a:lnTo>
                  <a:close/>
                </a:path>
                <a:path w="522604" h="522604">
                  <a:moveTo>
                    <a:pt x="425966" y="59108"/>
                  </a:moveTo>
                  <a:lnTo>
                    <a:pt x="261018" y="59108"/>
                  </a:lnTo>
                  <a:lnTo>
                    <a:pt x="307311" y="64440"/>
                  </a:lnTo>
                  <a:lnTo>
                    <a:pt x="349807" y="79629"/>
                  </a:lnTo>
                  <a:lnTo>
                    <a:pt x="387295" y="103463"/>
                  </a:lnTo>
                  <a:lnTo>
                    <a:pt x="418562" y="134730"/>
                  </a:lnTo>
                  <a:lnTo>
                    <a:pt x="442396" y="172218"/>
                  </a:lnTo>
                  <a:lnTo>
                    <a:pt x="457585" y="214714"/>
                  </a:lnTo>
                  <a:lnTo>
                    <a:pt x="462917" y="261007"/>
                  </a:lnTo>
                  <a:lnTo>
                    <a:pt x="457585" y="307304"/>
                  </a:lnTo>
                  <a:lnTo>
                    <a:pt x="442396" y="349804"/>
                  </a:lnTo>
                  <a:lnTo>
                    <a:pt x="418562" y="387293"/>
                  </a:lnTo>
                  <a:lnTo>
                    <a:pt x="387295" y="418561"/>
                  </a:lnTo>
                  <a:lnTo>
                    <a:pt x="349807" y="442396"/>
                  </a:lnTo>
                  <a:lnTo>
                    <a:pt x="307311" y="457585"/>
                  </a:lnTo>
                  <a:lnTo>
                    <a:pt x="261018" y="462917"/>
                  </a:lnTo>
                  <a:lnTo>
                    <a:pt x="425964" y="462917"/>
                  </a:lnTo>
                  <a:lnTo>
                    <a:pt x="460647" y="429181"/>
                  </a:lnTo>
                  <a:lnTo>
                    <a:pt x="486398" y="392751"/>
                  </a:lnTo>
                  <a:lnTo>
                    <a:pt x="505706" y="352088"/>
                  </a:lnTo>
                  <a:lnTo>
                    <a:pt x="517830" y="307927"/>
                  </a:lnTo>
                  <a:lnTo>
                    <a:pt x="522036" y="261007"/>
                  </a:lnTo>
                  <a:lnTo>
                    <a:pt x="517830" y="214090"/>
                  </a:lnTo>
                  <a:lnTo>
                    <a:pt x="505706" y="169932"/>
                  </a:lnTo>
                  <a:lnTo>
                    <a:pt x="486398" y="129271"/>
                  </a:lnTo>
                  <a:lnTo>
                    <a:pt x="460647" y="92842"/>
                  </a:lnTo>
                  <a:lnTo>
                    <a:pt x="429187" y="61385"/>
                  </a:lnTo>
                  <a:lnTo>
                    <a:pt x="425966" y="59108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 descr=""/>
            <p:cNvSpPr/>
            <p:nvPr/>
          </p:nvSpPr>
          <p:spPr>
            <a:xfrm>
              <a:off x="11955270" y="5571467"/>
              <a:ext cx="664845" cy="664210"/>
            </a:xfrm>
            <a:custGeom>
              <a:avLst/>
              <a:gdLst/>
              <a:ahLst/>
              <a:cxnLst/>
              <a:rect l="l" t="t" r="r" b="b"/>
              <a:pathLst>
                <a:path w="664845" h="664210">
                  <a:moveTo>
                    <a:pt x="367747" y="608330"/>
                  </a:moveTo>
                  <a:lnTo>
                    <a:pt x="296891" y="608330"/>
                  </a:lnTo>
                  <a:lnTo>
                    <a:pt x="298765" y="609600"/>
                  </a:lnTo>
                  <a:lnTo>
                    <a:pt x="313089" y="664210"/>
                  </a:lnTo>
                  <a:lnTo>
                    <a:pt x="351559" y="664210"/>
                  </a:lnTo>
                  <a:lnTo>
                    <a:pt x="365873" y="609600"/>
                  </a:lnTo>
                  <a:lnTo>
                    <a:pt x="367747" y="608330"/>
                  </a:lnTo>
                  <a:close/>
                </a:path>
                <a:path w="664845" h="664210">
                  <a:moveTo>
                    <a:pt x="436332" y="590550"/>
                  </a:moveTo>
                  <a:lnTo>
                    <a:pt x="228317" y="590550"/>
                  </a:lnTo>
                  <a:lnTo>
                    <a:pt x="227731" y="648970"/>
                  </a:lnTo>
                  <a:lnTo>
                    <a:pt x="264892" y="659130"/>
                  </a:lnTo>
                  <a:lnTo>
                    <a:pt x="293205" y="608330"/>
                  </a:lnTo>
                  <a:lnTo>
                    <a:pt x="436507" y="608330"/>
                  </a:lnTo>
                  <a:lnTo>
                    <a:pt x="436332" y="590550"/>
                  </a:lnTo>
                  <a:close/>
                </a:path>
                <a:path w="664845" h="664210">
                  <a:moveTo>
                    <a:pt x="436507" y="608330"/>
                  </a:moveTo>
                  <a:lnTo>
                    <a:pt x="371444" y="608330"/>
                  </a:lnTo>
                  <a:lnTo>
                    <a:pt x="399757" y="659130"/>
                  </a:lnTo>
                  <a:lnTo>
                    <a:pt x="436908" y="648970"/>
                  </a:lnTo>
                  <a:lnTo>
                    <a:pt x="436507" y="608330"/>
                  </a:lnTo>
                  <a:close/>
                </a:path>
                <a:path w="664845" h="664210">
                  <a:moveTo>
                    <a:pt x="233060" y="552450"/>
                  </a:moveTo>
                  <a:lnTo>
                    <a:pt x="161974" y="552450"/>
                  </a:lnTo>
                  <a:lnTo>
                    <a:pt x="164989" y="554990"/>
                  </a:lnTo>
                  <a:lnTo>
                    <a:pt x="149513" y="610870"/>
                  </a:lnTo>
                  <a:lnTo>
                    <a:pt x="182821" y="629920"/>
                  </a:lnTo>
                  <a:lnTo>
                    <a:pt x="222914" y="589280"/>
                  </a:lnTo>
                  <a:lnTo>
                    <a:pt x="509156" y="589280"/>
                  </a:lnTo>
                  <a:lnTo>
                    <a:pt x="502473" y="565150"/>
                  </a:lnTo>
                  <a:lnTo>
                    <a:pt x="265824" y="565150"/>
                  </a:lnTo>
                  <a:lnTo>
                    <a:pt x="233060" y="552450"/>
                  </a:lnTo>
                  <a:close/>
                </a:path>
                <a:path w="664845" h="664210">
                  <a:moveTo>
                    <a:pt x="509156" y="589280"/>
                  </a:moveTo>
                  <a:lnTo>
                    <a:pt x="441735" y="589280"/>
                  </a:lnTo>
                  <a:lnTo>
                    <a:pt x="481828" y="629920"/>
                  </a:lnTo>
                  <a:lnTo>
                    <a:pt x="515136" y="610870"/>
                  </a:lnTo>
                  <a:lnTo>
                    <a:pt x="509156" y="589280"/>
                  </a:lnTo>
                  <a:close/>
                </a:path>
                <a:path w="664845" h="664210">
                  <a:moveTo>
                    <a:pt x="439965" y="589280"/>
                  </a:moveTo>
                  <a:lnTo>
                    <a:pt x="224684" y="589280"/>
                  </a:lnTo>
                  <a:lnTo>
                    <a:pt x="226527" y="590550"/>
                  </a:lnTo>
                  <a:lnTo>
                    <a:pt x="438112" y="590550"/>
                  </a:lnTo>
                  <a:lnTo>
                    <a:pt x="439965" y="589280"/>
                  </a:lnTo>
                  <a:close/>
                </a:path>
                <a:path w="664845" h="664210">
                  <a:moveTo>
                    <a:pt x="160202" y="500380"/>
                  </a:moveTo>
                  <a:lnTo>
                    <a:pt x="109661" y="500380"/>
                  </a:lnTo>
                  <a:lnTo>
                    <a:pt x="110792" y="501650"/>
                  </a:lnTo>
                  <a:lnTo>
                    <a:pt x="111870" y="502920"/>
                  </a:lnTo>
                  <a:lnTo>
                    <a:pt x="113022" y="504190"/>
                  </a:lnTo>
                  <a:lnTo>
                    <a:pt x="83735" y="553720"/>
                  </a:lnTo>
                  <a:lnTo>
                    <a:pt x="110939" y="581660"/>
                  </a:lnTo>
                  <a:lnTo>
                    <a:pt x="160497" y="552450"/>
                  </a:lnTo>
                  <a:lnTo>
                    <a:pt x="233060" y="552450"/>
                  </a:lnTo>
                  <a:lnTo>
                    <a:pt x="219954" y="547370"/>
                  </a:lnTo>
                  <a:lnTo>
                    <a:pt x="179286" y="519430"/>
                  </a:lnTo>
                  <a:lnTo>
                    <a:pt x="160202" y="500380"/>
                  </a:lnTo>
                  <a:close/>
                </a:path>
                <a:path w="664845" h="664210">
                  <a:moveTo>
                    <a:pt x="580152" y="552450"/>
                  </a:moveTo>
                  <a:lnTo>
                    <a:pt x="504152" y="552450"/>
                  </a:lnTo>
                  <a:lnTo>
                    <a:pt x="553710" y="581660"/>
                  </a:lnTo>
                  <a:lnTo>
                    <a:pt x="580903" y="553720"/>
                  </a:lnTo>
                  <a:lnTo>
                    <a:pt x="580152" y="552450"/>
                  </a:lnTo>
                  <a:close/>
                </a:path>
                <a:path w="664845" h="664210">
                  <a:moveTo>
                    <a:pt x="282326" y="359410"/>
                  </a:moveTo>
                  <a:lnTo>
                    <a:pt x="221857" y="359410"/>
                  </a:lnTo>
                  <a:lnTo>
                    <a:pt x="233338" y="388620"/>
                  </a:lnTo>
                  <a:lnTo>
                    <a:pt x="251964" y="412750"/>
                  </a:lnTo>
                  <a:lnTo>
                    <a:pt x="276463" y="431800"/>
                  </a:lnTo>
                  <a:lnTo>
                    <a:pt x="305561" y="443230"/>
                  </a:lnTo>
                  <a:lnTo>
                    <a:pt x="305561" y="534670"/>
                  </a:lnTo>
                  <a:lnTo>
                    <a:pt x="302161" y="548640"/>
                  </a:lnTo>
                  <a:lnTo>
                    <a:pt x="293184" y="560070"/>
                  </a:lnTo>
                  <a:lnTo>
                    <a:pt x="280461" y="565150"/>
                  </a:lnTo>
                  <a:lnTo>
                    <a:pt x="384194" y="565150"/>
                  </a:lnTo>
                  <a:lnTo>
                    <a:pt x="371474" y="560070"/>
                  </a:lnTo>
                  <a:lnTo>
                    <a:pt x="362498" y="548640"/>
                  </a:lnTo>
                  <a:lnTo>
                    <a:pt x="359099" y="534670"/>
                  </a:lnTo>
                  <a:lnTo>
                    <a:pt x="359099" y="443230"/>
                  </a:lnTo>
                  <a:lnTo>
                    <a:pt x="388190" y="431800"/>
                  </a:lnTo>
                  <a:lnTo>
                    <a:pt x="412686" y="412750"/>
                  </a:lnTo>
                  <a:lnTo>
                    <a:pt x="430331" y="389890"/>
                  </a:lnTo>
                  <a:lnTo>
                    <a:pt x="329016" y="389890"/>
                  </a:lnTo>
                  <a:lnTo>
                    <a:pt x="325833" y="388620"/>
                  </a:lnTo>
                  <a:lnTo>
                    <a:pt x="321351" y="388620"/>
                  </a:lnTo>
                  <a:lnTo>
                    <a:pt x="320042" y="387350"/>
                  </a:lnTo>
                  <a:lnTo>
                    <a:pt x="315938" y="387350"/>
                  </a:lnTo>
                  <a:lnTo>
                    <a:pt x="310859" y="384810"/>
                  </a:lnTo>
                  <a:lnTo>
                    <a:pt x="307289" y="383540"/>
                  </a:lnTo>
                  <a:lnTo>
                    <a:pt x="303959" y="381000"/>
                  </a:lnTo>
                  <a:lnTo>
                    <a:pt x="297803" y="377190"/>
                  </a:lnTo>
                  <a:lnTo>
                    <a:pt x="292269" y="372110"/>
                  </a:lnTo>
                  <a:lnTo>
                    <a:pt x="287413" y="367030"/>
                  </a:lnTo>
                  <a:lnTo>
                    <a:pt x="283289" y="360680"/>
                  </a:lnTo>
                  <a:lnTo>
                    <a:pt x="282326" y="359410"/>
                  </a:lnTo>
                  <a:close/>
                </a:path>
                <a:path w="664845" h="664210">
                  <a:moveTo>
                    <a:pt x="634260" y="359410"/>
                  </a:moveTo>
                  <a:lnTo>
                    <a:pt x="534255" y="359410"/>
                  </a:lnTo>
                  <a:lnTo>
                    <a:pt x="548620" y="363220"/>
                  </a:lnTo>
                  <a:lnTo>
                    <a:pt x="559549" y="372110"/>
                  </a:lnTo>
                  <a:lnTo>
                    <a:pt x="565517" y="384810"/>
                  </a:lnTo>
                  <a:lnTo>
                    <a:pt x="564998" y="398780"/>
                  </a:lnTo>
                  <a:lnTo>
                    <a:pt x="546634" y="444500"/>
                  </a:lnTo>
                  <a:lnTo>
                    <a:pt x="519718" y="485140"/>
                  </a:lnTo>
                  <a:lnTo>
                    <a:pt x="485366" y="519430"/>
                  </a:lnTo>
                  <a:lnTo>
                    <a:pt x="444696" y="547370"/>
                  </a:lnTo>
                  <a:lnTo>
                    <a:pt x="398825" y="565150"/>
                  </a:lnTo>
                  <a:lnTo>
                    <a:pt x="502473" y="565150"/>
                  </a:lnTo>
                  <a:lnTo>
                    <a:pt x="499660" y="554990"/>
                  </a:lnTo>
                  <a:lnTo>
                    <a:pt x="501147" y="553720"/>
                  </a:lnTo>
                  <a:lnTo>
                    <a:pt x="502675" y="552450"/>
                  </a:lnTo>
                  <a:lnTo>
                    <a:pt x="580152" y="552450"/>
                  </a:lnTo>
                  <a:lnTo>
                    <a:pt x="551616" y="504190"/>
                  </a:lnTo>
                  <a:lnTo>
                    <a:pt x="552778" y="502920"/>
                  </a:lnTo>
                  <a:lnTo>
                    <a:pt x="553857" y="501650"/>
                  </a:lnTo>
                  <a:lnTo>
                    <a:pt x="554977" y="500380"/>
                  </a:lnTo>
                  <a:lnTo>
                    <a:pt x="619382" y="500380"/>
                  </a:lnTo>
                  <a:lnTo>
                    <a:pt x="629739" y="482600"/>
                  </a:lnTo>
                  <a:lnTo>
                    <a:pt x="588819" y="441960"/>
                  </a:lnTo>
                  <a:lnTo>
                    <a:pt x="589573" y="440690"/>
                  </a:lnTo>
                  <a:lnTo>
                    <a:pt x="590180" y="438150"/>
                  </a:lnTo>
                  <a:lnTo>
                    <a:pt x="590893" y="436880"/>
                  </a:lnTo>
                  <a:lnTo>
                    <a:pt x="648346" y="436880"/>
                  </a:lnTo>
                  <a:lnTo>
                    <a:pt x="658294" y="400050"/>
                  </a:lnTo>
                  <a:lnTo>
                    <a:pt x="608096" y="372110"/>
                  </a:lnTo>
                  <a:lnTo>
                    <a:pt x="608358" y="369570"/>
                  </a:lnTo>
                  <a:lnTo>
                    <a:pt x="608714" y="368300"/>
                  </a:lnTo>
                  <a:lnTo>
                    <a:pt x="608944" y="365760"/>
                  </a:lnTo>
                  <a:lnTo>
                    <a:pt x="634260" y="359410"/>
                  </a:lnTo>
                  <a:close/>
                </a:path>
                <a:path w="664845" h="664210">
                  <a:moveTo>
                    <a:pt x="16303" y="227330"/>
                  </a:moveTo>
                  <a:lnTo>
                    <a:pt x="6345" y="265430"/>
                  </a:lnTo>
                  <a:lnTo>
                    <a:pt x="56553" y="293370"/>
                  </a:lnTo>
                  <a:lnTo>
                    <a:pt x="56291" y="294640"/>
                  </a:lnTo>
                  <a:lnTo>
                    <a:pt x="55924" y="297180"/>
                  </a:lnTo>
                  <a:lnTo>
                    <a:pt x="55705" y="298450"/>
                  </a:lnTo>
                  <a:lnTo>
                    <a:pt x="0" y="313690"/>
                  </a:lnTo>
                  <a:lnTo>
                    <a:pt x="0" y="351790"/>
                  </a:lnTo>
                  <a:lnTo>
                    <a:pt x="55705" y="365760"/>
                  </a:lnTo>
                  <a:lnTo>
                    <a:pt x="55924" y="368300"/>
                  </a:lnTo>
                  <a:lnTo>
                    <a:pt x="56291" y="369570"/>
                  </a:lnTo>
                  <a:lnTo>
                    <a:pt x="56553" y="372110"/>
                  </a:lnTo>
                  <a:lnTo>
                    <a:pt x="6345" y="400050"/>
                  </a:lnTo>
                  <a:lnTo>
                    <a:pt x="16303" y="436880"/>
                  </a:lnTo>
                  <a:lnTo>
                    <a:pt x="73746" y="436880"/>
                  </a:lnTo>
                  <a:lnTo>
                    <a:pt x="74468" y="438150"/>
                  </a:lnTo>
                  <a:lnTo>
                    <a:pt x="75076" y="440690"/>
                  </a:lnTo>
                  <a:lnTo>
                    <a:pt x="75830" y="441960"/>
                  </a:lnTo>
                  <a:lnTo>
                    <a:pt x="34909" y="482600"/>
                  </a:lnTo>
                  <a:lnTo>
                    <a:pt x="54144" y="515620"/>
                  </a:lnTo>
                  <a:lnTo>
                    <a:pt x="109661" y="500380"/>
                  </a:lnTo>
                  <a:lnTo>
                    <a:pt x="160202" y="500380"/>
                  </a:lnTo>
                  <a:lnTo>
                    <a:pt x="144935" y="485140"/>
                  </a:lnTo>
                  <a:lnTo>
                    <a:pt x="118019" y="444500"/>
                  </a:lnTo>
                  <a:lnTo>
                    <a:pt x="99651" y="398780"/>
                  </a:lnTo>
                  <a:lnTo>
                    <a:pt x="99131" y="384810"/>
                  </a:lnTo>
                  <a:lnTo>
                    <a:pt x="105100" y="372110"/>
                  </a:lnTo>
                  <a:lnTo>
                    <a:pt x="116029" y="363220"/>
                  </a:lnTo>
                  <a:lnTo>
                    <a:pt x="130393" y="359410"/>
                  </a:lnTo>
                  <a:lnTo>
                    <a:pt x="282326" y="359410"/>
                  </a:lnTo>
                  <a:lnTo>
                    <a:pt x="281363" y="358140"/>
                  </a:lnTo>
                  <a:lnTo>
                    <a:pt x="279823" y="354330"/>
                  </a:lnTo>
                  <a:lnTo>
                    <a:pt x="278096" y="349250"/>
                  </a:lnTo>
                  <a:lnTo>
                    <a:pt x="277604" y="347980"/>
                  </a:lnTo>
                  <a:lnTo>
                    <a:pt x="276923" y="345440"/>
                  </a:lnTo>
                  <a:lnTo>
                    <a:pt x="276651" y="342900"/>
                  </a:lnTo>
                  <a:lnTo>
                    <a:pt x="275876" y="339090"/>
                  </a:lnTo>
                  <a:lnTo>
                    <a:pt x="275447" y="335280"/>
                  </a:lnTo>
                  <a:lnTo>
                    <a:pt x="275447" y="328930"/>
                  </a:lnTo>
                  <a:lnTo>
                    <a:pt x="275876" y="326390"/>
                  </a:lnTo>
                  <a:lnTo>
                    <a:pt x="276651" y="321310"/>
                  </a:lnTo>
                  <a:lnTo>
                    <a:pt x="276923" y="320040"/>
                  </a:lnTo>
                  <a:lnTo>
                    <a:pt x="277604" y="317500"/>
                  </a:lnTo>
                  <a:lnTo>
                    <a:pt x="278096" y="316230"/>
                  </a:lnTo>
                  <a:lnTo>
                    <a:pt x="279823" y="311150"/>
                  </a:lnTo>
                  <a:lnTo>
                    <a:pt x="281352" y="307340"/>
                  </a:lnTo>
                  <a:lnTo>
                    <a:pt x="281998" y="306070"/>
                  </a:lnTo>
                  <a:lnTo>
                    <a:pt x="130393" y="306070"/>
                  </a:lnTo>
                  <a:lnTo>
                    <a:pt x="116029" y="302260"/>
                  </a:lnTo>
                  <a:lnTo>
                    <a:pt x="105100" y="293370"/>
                  </a:lnTo>
                  <a:lnTo>
                    <a:pt x="99131" y="280670"/>
                  </a:lnTo>
                  <a:lnTo>
                    <a:pt x="99651" y="265430"/>
                  </a:lnTo>
                  <a:lnTo>
                    <a:pt x="114444" y="228600"/>
                  </a:lnTo>
                  <a:lnTo>
                    <a:pt x="73746" y="228600"/>
                  </a:lnTo>
                  <a:lnTo>
                    <a:pt x="16303" y="227330"/>
                  </a:lnTo>
                  <a:close/>
                </a:path>
                <a:path w="664845" h="664210">
                  <a:moveTo>
                    <a:pt x="619382" y="500380"/>
                  </a:moveTo>
                  <a:lnTo>
                    <a:pt x="554977" y="500380"/>
                  </a:lnTo>
                  <a:lnTo>
                    <a:pt x="610504" y="515620"/>
                  </a:lnTo>
                  <a:lnTo>
                    <a:pt x="619382" y="500380"/>
                  </a:lnTo>
                  <a:close/>
                </a:path>
                <a:path w="664845" h="664210">
                  <a:moveTo>
                    <a:pt x="430321" y="275590"/>
                  </a:moveTo>
                  <a:lnTo>
                    <a:pt x="338816" y="275590"/>
                  </a:lnTo>
                  <a:lnTo>
                    <a:pt x="343298" y="276860"/>
                  </a:lnTo>
                  <a:lnTo>
                    <a:pt x="344617" y="276860"/>
                  </a:lnTo>
                  <a:lnTo>
                    <a:pt x="347329" y="278130"/>
                  </a:lnTo>
                  <a:lnTo>
                    <a:pt x="350073" y="278130"/>
                  </a:lnTo>
                  <a:lnTo>
                    <a:pt x="353769" y="279400"/>
                  </a:lnTo>
                  <a:lnTo>
                    <a:pt x="357350" y="281940"/>
                  </a:lnTo>
                  <a:lnTo>
                    <a:pt x="360690" y="283210"/>
                  </a:lnTo>
                  <a:lnTo>
                    <a:pt x="366841" y="287020"/>
                  </a:lnTo>
                  <a:lnTo>
                    <a:pt x="372374" y="292100"/>
                  </a:lnTo>
                  <a:lnTo>
                    <a:pt x="377230" y="298450"/>
                  </a:lnTo>
                  <a:lnTo>
                    <a:pt x="381349" y="303530"/>
                  </a:lnTo>
                  <a:lnTo>
                    <a:pt x="388773" y="326390"/>
                  </a:lnTo>
                  <a:lnTo>
                    <a:pt x="389202" y="328930"/>
                  </a:lnTo>
                  <a:lnTo>
                    <a:pt x="389202" y="335280"/>
                  </a:lnTo>
                  <a:lnTo>
                    <a:pt x="388773" y="339090"/>
                  </a:lnTo>
                  <a:lnTo>
                    <a:pt x="387988" y="342900"/>
                  </a:lnTo>
                  <a:lnTo>
                    <a:pt x="387726" y="345440"/>
                  </a:lnTo>
                  <a:lnTo>
                    <a:pt x="387035" y="347980"/>
                  </a:lnTo>
                  <a:lnTo>
                    <a:pt x="384825" y="354330"/>
                  </a:lnTo>
                  <a:lnTo>
                    <a:pt x="383297" y="358140"/>
                  </a:lnTo>
                  <a:lnTo>
                    <a:pt x="381360" y="360680"/>
                  </a:lnTo>
                  <a:lnTo>
                    <a:pt x="377236" y="367030"/>
                  </a:lnTo>
                  <a:lnTo>
                    <a:pt x="372380" y="372110"/>
                  </a:lnTo>
                  <a:lnTo>
                    <a:pt x="366845" y="377190"/>
                  </a:lnTo>
                  <a:lnTo>
                    <a:pt x="360690" y="381000"/>
                  </a:lnTo>
                  <a:lnTo>
                    <a:pt x="357360" y="383540"/>
                  </a:lnTo>
                  <a:lnTo>
                    <a:pt x="353779" y="384810"/>
                  </a:lnTo>
                  <a:lnTo>
                    <a:pt x="350083" y="386080"/>
                  </a:lnTo>
                  <a:lnTo>
                    <a:pt x="348701" y="387350"/>
                  </a:lnTo>
                  <a:lnTo>
                    <a:pt x="344607" y="387350"/>
                  </a:lnTo>
                  <a:lnTo>
                    <a:pt x="341968" y="388620"/>
                  </a:lnTo>
                  <a:lnTo>
                    <a:pt x="338816" y="388620"/>
                  </a:lnTo>
                  <a:lnTo>
                    <a:pt x="335633" y="389890"/>
                  </a:lnTo>
                  <a:lnTo>
                    <a:pt x="430331" y="389890"/>
                  </a:lnTo>
                  <a:lnTo>
                    <a:pt x="431311" y="388620"/>
                  </a:lnTo>
                  <a:lnTo>
                    <a:pt x="442792" y="359410"/>
                  </a:lnTo>
                  <a:lnTo>
                    <a:pt x="634260" y="359410"/>
                  </a:lnTo>
                  <a:lnTo>
                    <a:pt x="664639" y="351790"/>
                  </a:lnTo>
                  <a:lnTo>
                    <a:pt x="664639" y="313690"/>
                  </a:lnTo>
                  <a:lnTo>
                    <a:pt x="636792" y="306070"/>
                  </a:lnTo>
                  <a:lnTo>
                    <a:pt x="442782" y="306070"/>
                  </a:lnTo>
                  <a:lnTo>
                    <a:pt x="431301" y="276860"/>
                  </a:lnTo>
                  <a:lnTo>
                    <a:pt x="430321" y="275590"/>
                  </a:lnTo>
                  <a:close/>
                </a:path>
                <a:path w="664845" h="664210">
                  <a:moveTo>
                    <a:pt x="384183" y="99060"/>
                  </a:moveTo>
                  <a:lnTo>
                    <a:pt x="280455" y="99060"/>
                  </a:lnTo>
                  <a:lnTo>
                    <a:pt x="293175" y="105410"/>
                  </a:lnTo>
                  <a:lnTo>
                    <a:pt x="302151" y="116840"/>
                  </a:lnTo>
                  <a:lnTo>
                    <a:pt x="305550" y="130810"/>
                  </a:lnTo>
                  <a:lnTo>
                    <a:pt x="305550" y="222250"/>
                  </a:lnTo>
                  <a:lnTo>
                    <a:pt x="276459" y="233680"/>
                  </a:lnTo>
                  <a:lnTo>
                    <a:pt x="251963" y="252730"/>
                  </a:lnTo>
                  <a:lnTo>
                    <a:pt x="233338" y="276860"/>
                  </a:lnTo>
                  <a:lnTo>
                    <a:pt x="221857" y="306070"/>
                  </a:lnTo>
                  <a:lnTo>
                    <a:pt x="281998" y="306070"/>
                  </a:lnTo>
                  <a:lnTo>
                    <a:pt x="283289" y="303530"/>
                  </a:lnTo>
                  <a:lnTo>
                    <a:pt x="287413" y="298450"/>
                  </a:lnTo>
                  <a:lnTo>
                    <a:pt x="292268" y="292100"/>
                  </a:lnTo>
                  <a:lnTo>
                    <a:pt x="297799" y="287020"/>
                  </a:lnTo>
                  <a:lnTo>
                    <a:pt x="303948" y="283210"/>
                  </a:lnTo>
                  <a:lnTo>
                    <a:pt x="307289" y="281940"/>
                  </a:lnTo>
                  <a:lnTo>
                    <a:pt x="310859" y="279400"/>
                  </a:lnTo>
                  <a:lnTo>
                    <a:pt x="314555" y="278130"/>
                  </a:lnTo>
                  <a:lnTo>
                    <a:pt x="317309" y="278130"/>
                  </a:lnTo>
                  <a:lnTo>
                    <a:pt x="320032" y="276860"/>
                  </a:lnTo>
                  <a:lnTo>
                    <a:pt x="321351" y="276860"/>
                  </a:lnTo>
                  <a:lnTo>
                    <a:pt x="325822" y="275590"/>
                  </a:lnTo>
                  <a:lnTo>
                    <a:pt x="430321" y="275590"/>
                  </a:lnTo>
                  <a:lnTo>
                    <a:pt x="412675" y="252730"/>
                  </a:lnTo>
                  <a:lnTo>
                    <a:pt x="388180" y="233680"/>
                  </a:lnTo>
                  <a:lnTo>
                    <a:pt x="359088" y="222250"/>
                  </a:lnTo>
                  <a:lnTo>
                    <a:pt x="359088" y="130810"/>
                  </a:lnTo>
                  <a:lnTo>
                    <a:pt x="362487" y="116840"/>
                  </a:lnTo>
                  <a:lnTo>
                    <a:pt x="371463" y="105410"/>
                  </a:lnTo>
                  <a:lnTo>
                    <a:pt x="384183" y="99060"/>
                  </a:lnTo>
                  <a:close/>
                </a:path>
                <a:path w="664845" h="664210">
                  <a:moveTo>
                    <a:pt x="502825" y="99060"/>
                  </a:moveTo>
                  <a:lnTo>
                    <a:pt x="384183" y="99060"/>
                  </a:lnTo>
                  <a:lnTo>
                    <a:pt x="398815" y="100330"/>
                  </a:lnTo>
                  <a:lnTo>
                    <a:pt x="444690" y="118110"/>
                  </a:lnTo>
                  <a:lnTo>
                    <a:pt x="485361" y="144780"/>
                  </a:lnTo>
                  <a:lnTo>
                    <a:pt x="519713" y="179070"/>
                  </a:lnTo>
                  <a:lnTo>
                    <a:pt x="546630" y="219710"/>
                  </a:lnTo>
                  <a:lnTo>
                    <a:pt x="564998" y="265430"/>
                  </a:lnTo>
                  <a:lnTo>
                    <a:pt x="565517" y="280670"/>
                  </a:lnTo>
                  <a:lnTo>
                    <a:pt x="559548" y="293370"/>
                  </a:lnTo>
                  <a:lnTo>
                    <a:pt x="548615" y="302260"/>
                  </a:lnTo>
                  <a:lnTo>
                    <a:pt x="534245" y="306070"/>
                  </a:lnTo>
                  <a:lnTo>
                    <a:pt x="636792" y="306070"/>
                  </a:lnTo>
                  <a:lnTo>
                    <a:pt x="608944" y="298450"/>
                  </a:lnTo>
                  <a:lnTo>
                    <a:pt x="608714" y="297180"/>
                  </a:lnTo>
                  <a:lnTo>
                    <a:pt x="608358" y="294640"/>
                  </a:lnTo>
                  <a:lnTo>
                    <a:pt x="608096" y="293370"/>
                  </a:lnTo>
                  <a:lnTo>
                    <a:pt x="658294" y="265430"/>
                  </a:lnTo>
                  <a:lnTo>
                    <a:pt x="648678" y="228600"/>
                  </a:lnTo>
                  <a:lnTo>
                    <a:pt x="590893" y="228600"/>
                  </a:lnTo>
                  <a:lnTo>
                    <a:pt x="590180" y="227330"/>
                  </a:lnTo>
                  <a:lnTo>
                    <a:pt x="589573" y="224790"/>
                  </a:lnTo>
                  <a:lnTo>
                    <a:pt x="588819" y="223520"/>
                  </a:lnTo>
                  <a:lnTo>
                    <a:pt x="629739" y="182880"/>
                  </a:lnTo>
                  <a:lnTo>
                    <a:pt x="619382" y="165100"/>
                  </a:lnTo>
                  <a:lnTo>
                    <a:pt x="554977" y="165100"/>
                  </a:lnTo>
                  <a:lnTo>
                    <a:pt x="553857" y="163830"/>
                  </a:lnTo>
                  <a:lnTo>
                    <a:pt x="552778" y="162560"/>
                  </a:lnTo>
                  <a:lnTo>
                    <a:pt x="551616" y="161290"/>
                  </a:lnTo>
                  <a:lnTo>
                    <a:pt x="580152" y="113030"/>
                  </a:lnTo>
                  <a:lnTo>
                    <a:pt x="504152" y="113030"/>
                  </a:lnTo>
                  <a:lnTo>
                    <a:pt x="502675" y="111760"/>
                  </a:lnTo>
                  <a:lnTo>
                    <a:pt x="501147" y="110490"/>
                  </a:lnTo>
                  <a:lnTo>
                    <a:pt x="499660" y="110490"/>
                  </a:lnTo>
                  <a:lnTo>
                    <a:pt x="502825" y="99060"/>
                  </a:lnTo>
                  <a:close/>
                </a:path>
                <a:path w="664845" h="664210">
                  <a:moveTo>
                    <a:pt x="54144" y="149860"/>
                  </a:moveTo>
                  <a:lnTo>
                    <a:pt x="34909" y="182880"/>
                  </a:lnTo>
                  <a:lnTo>
                    <a:pt x="75830" y="223520"/>
                  </a:lnTo>
                  <a:lnTo>
                    <a:pt x="75076" y="224790"/>
                  </a:lnTo>
                  <a:lnTo>
                    <a:pt x="74468" y="227330"/>
                  </a:lnTo>
                  <a:lnTo>
                    <a:pt x="73746" y="228600"/>
                  </a:lnTo>
                  <a:lnTo>
                    <a:pt x="114444" y="228600"/>
                  </a:lnTo>
                  <a:lnTo>
                    <a:pt x="118015" y="219710"/>
                  </a:lnTo>
                  <a:lnTo>
                    <a:pt x="144931" y="179070"/>
                  </a:lnTo>
                  <a:lnTo>
                    <a:pt x="158926" y="165100"/>
                  </a:lnTo>
                  <a:lnTo>
                    <a:pt x="109661" y="165100"/>
                  </a:lnTo>
                  <a:lnTo>
                    <a:pt x="54144" y="149860"/>
                  </a:lnTo>
                  <a:close/>
                </a:path>
                <a:path w="664845" h="664210">
                  <a:moveTo>
                    <a:pt x="648346" y="227330"/>
                  </a:moveTo>
                  <a:lnTo>
                    <a:pt x="590893" y="228600"/>
                  </a:lnTo>
                  <a:lnTo>
                    <a:pt x="648678" y="228600"/>
                  </a:lnTo>
                  <a:lnTo>
                    <a:pt x="648346" y="227330"/>
                  </a:lnTo>
                  <a:close/>
                </a:path>
                <a:path w="664845" h="664210">
                  <a:moveTo>
                    <a:pt x="110939" y="83820"/>
                  </a:moveTo>
                  <a:lnTo>
                    <a:pt x="83735" y="111760"/>
                  </a:lnTo>
                  <a:lnTo>
                    <a:pt x="113022" y="161290"/>
                  </a:lnTo>
                  <a:lnTo>
                    <a:pt x="111870" y="162560"/>
                  </a:lnTo>
                  <a:lnTo>
                    <a:pt x="110792" y="163830"/>
                  </a:lnTo>
                  <a:lnTo>
                    <a:pt x="109661" y="165100"/>
                  </a:lnTo>
                  <a:lnTo>
                    <a:pt x="158926" y="165100"/>
                  </a:lnTo>
                  <a:lnTo>
                    <a:pt x="179283" y="144780"/>
                  </a:lnTo>
                  <a:lnTo>
                    <a:pt x="219953" y="118110"/>
                  </a:lnTo>
                  <a:lnTo>
                    <a:pt x="233059" y="113030"/>
                  </a:lnTo>
                  <a:lnTo>
                    <a:pt x="160497" y="113030"/>
                  </a:lnTo>
                  <a:lnTo>
                    <a:pt x="110939" y="83820"/>
                  </a:lnTo>
                  <a:close/>
                </a:path>
                <a:path w="664845" h="664210">
                  <a:moveTo>
                    <a:pt x="610504" y="149860"/>
                  </a:moveTo>
                  <a:lnTo>
                    <a:pt x="554977" y="165100"/>
                  </a:lnTo>
                  <a:lnTo>
                    <a:pt x="619382" y="165100"/>
                  </a:lnTo>
                  <a:lnTo>
                    <a:pt x="610504" y="149860"/>
                  </a:lnTo>
                  <a:close/>
                </a:path>
                <a:path w="664845" h="664210">
                  <a:moveTo>
                    <a:pt x="182821" y="35560"/>
                  </a:moveTo>
                  <a:lnTo>
                    <a:pt x="149513" y="54610"/>
                  </a:lnTo>
                  <a:lnTo>
                    <a:pt x="164989" y="110490"/>
                  </a:lnTo>
                  <a:lnTo>
                    <a:pt x="163492" y="110490"/>
                  </a:lnTo>
                  <a:lnTo>
                    <a:pt x="161974" y="111760"/>
                  </a:lnTo>
                  <a:lnTo>
                    <a:pt x="160497" y="113030"/>
                  </a:lnTo>
                  <a:lnTo>
                    <a:pt x="233059" y="113030"/>
                  </a:lnTo>
                  <a:lnTo>
                    <a:pt x="265824" y="100330"/>
                  </a:lnTo>
                  <a:lnTo>
                    <a:pt x="280455" y="99060"/>
                  </a:lnTo>
                  <a:lnTo>
                    <a:pt x="502825" y="99060"/>
                  </a:lnTo>
                  <a:lnTo>
                    <a:pt x="509156" y="76200"/>
                  </a:lnTo>
                  <a:lnTo>
                    <a:pt x="222914" y="76200"/>
                  </a:lnTo>
                  <a:lnTo>
                    <a:pt x="182821" y="35560"/>
                  </a:lnTo>
                  <a:close/>
                </a:path>
                <a:path w="664845" h="664210">
                  <a:moveTo>
                    <a:pt x="553710" y="83820"/>
                  </a:moveTo>
                  <a:lnTo>
                    <a:pt x="504152" y="113030"/>
                  </a:lnTo>
                  <a:lnTo>
                    <a:pt x="580152" y="113030"/>
                  </a:lnTo>
                  <a:lnTo>
                    <a:pt x="580903" y="111760"/>
                  </a:lnTo>
                  <a:lnTo>
                    <a:pt x="553710" y="83820"/>
                  </a:lnTo>
                  <a:close/>
                </a:path>
                <a:path w="664845" h="664210">
                  <a:moveTo>
                    <a:pt x="439965" y="74930"/>
                  </a:moveTo>
                  <a:lnTo>
                    <a:pt x="224684" y="74930"/>
                  </a:lnTo>
                  <a:lnTo>
                    <a:pt x="222914" y="76200"/>
                  </a:lnTo>
                  <a:lnTo>
                    <a:pt x="441735" y="76200"/>
                  </a:lnTo>
                  <a:lnTo>
                    <a:pt x="439965" y="74930"/>
                  </a:lnTo>
                  <a:close/>
                </a:path>
                <a:path w="664845" h="664210">
                  <a:moveTo>
                    <a:pt x="481828" y="35560"/>
                  </a:moveTo>
                  <a:lnTo>
                    <a:pt x="441735" y="76200"/>
                  </a:lnTo>
                  <a:lnTo>
                    <a:pt x="509156" y="76200"/>
                  </a:lnTo>
                  <a:lnTo>
                    <a:pt x="515136" y="54610"/>
                  </a:lnTo>
                  <a:lnTo>
                    <a:pt x="481828" y="35560"/>
                  </a:lnTo>
                  <a:close/>
                </a:path>
                <a:path w="664845" h="664210">
                  <a:moveTo>
                    <a:pt x="264892" y="6350"/>
                  </a:moveTo>
                  <a:lnTo>
                    <a:pt x="227731" y="16510"/>
                  </a:lnTo>
                  <a:lnTo>
                    <a:pt x="228317" y="73660"/>
                  </a:lnTo>
                  <a:lnTo>
                    <a:pt x="226527" y="74930"/>
                  </a:lnTo>
                  <a:lnTo>
                    <a:pt x="438112" y="74930"/>
                  </a:lnTo>
                  <a:lnTo>
                    <a:pt x="436332" y="73660"/>
                  </a:lnTo>
                  <a:lnTo>
                    <a:pt x="436498" y="57150"/>
                  </a:lnTo>
                  <a:lnTo>
                    <a:pt x="293205" y="57150"/>
                  </a:lnTo>
                  <a:lnTo>
                    <a:pt x="264892" y="6350"/>
                  </a:lnTo>
                  <a:close/>
                </a:path>
                <a:path w="664845" h="664210">
                  <a:moveTo>
                    <a:pt x="369580" y="55880"/>
                  </a:moveTo>
                  <a:lnTo>
                    <a:pt x="295069" y="55880"/>
                  </a:lnTo>
                  <a:lnTo>
                    <a:pt x="293205" y="57150"/>
                  </a:lnTo>
                  <a:lnTo>
                    <a:pt x="371444" y="57150"/>
                  </a:lnTo>
                  <a:lnTo>
                    <a:pt x="369580" y="55880"/>
                  </a:lnTo>
                  <a:close/>
                </a:path>
                <a:path w="664845" h="664210">
                  <a:moveTo>
                    <a:pt x="399757" y="6350"/>
                  </a:moveTo>
                  <a:lnTo>
                    <a:pt x="371444" y="57150"/>
                  </a:lnTo>
                  <a:lnTo>
                    <a:pt x="436498" y="57150"/>
                  </a:lnTo>
                  <a:lnTo>
                    <a:pt x="436908" y="16510"/>
                  </a:lnTo>
                  <a:lnTo>
                    <a:pt x="399757" y="6350"/>
                  </a:lnTo>
                  <a:close/>
                </a:path>
                <a:path w="664845" h="664210">
                  <a:moveTo>
                    <a:pt x="351559" y="0"/>
                  </a:moveTo>
                  <a:lnTo>
                    <a:pt x="313089" y="0"/>
                  </a:lnTo>
                  <a:lnTo>
                    <a:pt x="298765" y="55880"/>
                  </a:lnTo>
                  <a:lnTo>
                    <a:pt x="365873" y="55880"/>
                  </a:lnTo>
                  <a:lnTo>
                    <a:pt x="351559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7" name="object 577" descr=""/>
          <p:cNvGrpSpPr/>
          <p:nvPr/>
        </p:nvGrpSpPr>
        <p:grpSpPr>
          <a:xfrm>
            <a:off x="15772024" y="9496876"/>
            <a:ext cx="513080" cy="513080"/>
            <a:chOff x="15772024" y="9496876"/>
            <a:chExt cx="513080" cy="513080"/>
          </a:xfrm>
        </p:grpSpPr>
        <p:sp>
          <p:nvSpPr>
            <p:cNvPr id="578" name="object 578" descr=""/>
            <p:cNvSpPr/>
            <p:nvPr/>
          </p:nvSpPr>
          <p:spPr>
            <a:xfrm>
              <a:off x="15772024" y="949687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80" h="513079">
                  <a:moveTo>
                    <a:pt x="280556" y="0"/>
                  </a:moveTo>
                  <a:lnTo>
                    <a:pt x="232464" y="0"/>
                  </a:lnTo>
                  <a:lnTo>
                    <a:pt x="232464" y="39799"/>
                  </a:lnTo>
                  <a:lnTo>
                    <a:pt x="223099" y="41048"/>
                  </a:lnTo>
                  <a:lnTo>
                    <a:pt x="213870" y="42704"/>
                  </a:lnTo>
                  <a:lnTo>
                    <a:pt x="204778" y="44742"/>
                  </a:lnTo>
                  <a:lnTo>
                    <a:pt x="195826" y="47139"/>
                  </a:lnTo>
                  <a:lnTo>
                    <a:pt x="180570" y="10324"/>
                  </a:lnTo>
                  <a:lnTo>
                    <a:pt x="136131" y="28732"/>
                  </a:lnTo>
                  <a:lnTo>
                    <a:pt x="151356" y="65463"/>
                  </a:lnTo>
                  <a:lnTo>
                    <a:pt x="143244" y="70180"/>
                  </a:lnTo>
                  <a:lnTo>
                    <a:pt x="135367" y="75239"/>
                  </a:lnTo>
                  <a:lnTo>
                    <a:pt x="127726" y="80623"/>
                  </a:lnTo>
                  <a:lnTo>
                    <a:pt x="120320" y="86311"/>
                  </a:lnTo>
                  <a:lnTo>
                    <a:pt x="92133" y="58123"/>
                  </a:lnTo>
                  <a:lnTo>
                    <a:pt x="58134" y="92133"/>
                  </a:lnTo>
                  <a:lnTo>
                    <a:pt x="86321" y="120320"/>
                  </a:lnTo>
                  <a:lnTo>
                    <a:pt x="80627" y="127720"/>
                  </a:lnTo>
                  <a:lnTo>
                    <a:pt x="75241" y="135358"/>
                  </a:lnTo>
                  <a:lnTo>
                    <a:pt x="70180" y="143234"/>
                  </a:lnTo>
                  <a:lnTo>
                    <a:pt x="65463" y="151346"/>
                  </a:lnTo>
                  <a:lnTo>
                    <a:pt x="28742" y="136131"/>
                  </a:lnTo>
                  <a:lnTo>
                    <a:pt x="10324" y="180559"/>
                  </a:lnTo>
                  <a:lnTo>
                    <a:pt x="47150" y="195816"/>
                  </a:lnTo>
                  <a:lnTo>
                    <a:pt x="44747" y="204768"/>
                  </a:lnTo>
                  <a:lnTo>
                    <a:pt x="42705" y="213861"/>
                  </a:lnTo>
                  <a:lnTo>
                    <a:pt x="41048" y="223093"/>
                  </a:lnTo>
                  <a:lnTo>
                    <a:pt x="39799" y="232464"/>
                  </a:lnTo>
                  <a:lnTo>
                    <a:pt x="0" y="232464"/>
                  </a:lnTo>
                  <a:lnTo>
                    <a:pt x="0" y="280556"/>
                  </a:lnTo>
                  <a:lnTo>
                    <a:pt x="39810" y="280556"/>
                  </a:lnTo>
                  <a:lnTo>
                    <a:pt x="41052" y="289926"/>
                  </a:lnTo>
                  <a:lnTo>
                    <a:pt x="42706" y="299155"/>
                  </a:lnTo>
                  <a:lnTo>
                    <a:pt x="44747" y="308248"/>
                  </a:lnTo>
                  <a:lnTo>
                    <a:pt x="47150" y="317205"/>
                  </a:lnTo>
                  <a:lnTo>
                    <a:pt x="10324" y="332450"/>
                  </a:lnTo>
                  <a:lnTo>
                    <a:pt x="28742" y="376889"/>
                  </a:lnTo>
                  <a:lnTo>
                    <a:pt x="65463" y="361674"/>
                  </a:lnTo>
                  <a:lnTo>
                    <a:pt x="70180" y="369781"/>
                  </a:lnTo>
                  <a:lnTo>
                    <a:pt x="75239" y="377654"/>
                  </a:lnTo>
                  <a:lnTo>
                    <a:pt x="80623" y="385294"/>
                  </a:lnTo>
                  <a:lnTo>
                    <a:pt x="86311" y="392700"/>
                  </a:lnTo>
                  <a:lnTo>
                    <a:pt x="58134" y="420887"/>
                  </a:lnTo>
                  <a:lnTo>
                    <a:pt x="92133" y="454886"/>
                  </a:lnTo>
                  <a:lnTo>
                    <a:pt x="120320" y="426709"/>
                  </a:lnTo>
                  <a:lnTo>
                    <a:pt x="127726" y="432397"/>
                  </a:lnTo>
                  <a:lnTo>
                    <a:pt x="135367" y="437781"/>
                  </a:lnTo>
                  <a:lnTo>
                    <a:pt x="143244" y="442840"/>
                  </a:lnTo>
                  <a:lnTo>
                    <a:pt x="151356" y="447557"/>
                  </a:lnTo>
                  <a:lnTo>
                    <a:pt x="136131" y="484288"/>
                  </a:lnTo>
                  <a:lnTo>
                    <a:pt x="180570" y="502696"/>
                  </a:lnTo>
                  <a:lnTo>
                    <a:pt x="195826" y="465870"/>
                  </a:lnTo>
                  <a:lnTo>
                    <a:pt x="204778" y="468273"/>
                  </a:lnTo>
                  <a:lnTo>
                    <a:pt x="213870" y="470315"/>
                  </a:lnTo>
                  <a:lnTo>
                    <a:pt x="223099" y="471972"/>
                  </a:lnTo>
                  <a:lnTo>
                    <a:pt x="232464" y="473221"/>
                  </a:lnTo>
                  <a:lnTo>
                    <a:pt x="232464" y="513021"/>
                  </a:lnTo>
                  <a:lnTo>
                    <a:pt x="280556" y="513021"/>
                  </a:lnTo>
                  <a:lnTo>
                    <a:pt x="280556" y="473221"/>
                  </a:lnTo>
                  <a:lnTo>
                    <a:pt x="289927" y="471972"/>
                  </a:lnTo>
                  <a:lnTo>
                    <a:pt x="299159" y="470315"/>
                  </a:lnTo>
                  <a:lnTo>
                    <a:pt x="308252" y="468273"/>
                  </a:lnTo>
                  <a:lnTo>
                    <a:pt x="317205" y="465870"/>
                  </a:lnTo>
                  <a:lnTo>
                    <a:pt x="332461" y="502696"/>
                  </a:lnTo>
                  <a:lnTo>
                    <a:pt x="376889" y="484288"/>
                  </a:lnTo>
                  <a:lnTo>
                    <a:pt x="361674" y="447557"/>
                  </a:lnTo>
                  <a:lnTo>
                    <a:pt x="369787" y="442840"/>
                  </a:lnTo>
                  <a:lnTo>
                    <a:pt x="377662" y="437781"/>
                  </a:lnTo>
                  <a:lnTo>
                    <a:pt x="385300" y="432397"/>
                  </a:lnTo>
                  <a:lnTo>
                    <a:pt x="392700" y="426709"/>
                  </a:lnTo>
                  <a:lnTo>
                    <a:pt x="420887" y="454886"/>
                  </a:lnTo>
                  <a:lnTo>
                    <a:pt x="454897" y="420887"/>
                  </a:lnTo>
                  <a:lnTo>
                    <a:pt x="426709" y="392700"/>
                  </a:lnTo>
                  <a:lnTo>
                    <a:pt x="432397" y="385294"/>
                  </a:lnTo>
                  <a:lnTo>
                    <a:pt x="437781" y="377653"/>
                  </a:lnTo>
                  <a:lnTo>
                    <a:pt x="442840" y="369776"/>
                  </a:lnTo>
                  <a:lnTo>
                    <a:pt x="447557" y="361664"/>
                  </a:lnTo>
                  <a:lnTo>
                    <a:pt x="484288" y="376889"/>
                  </a:lnTo>
                  <a:lnTo>
                    <a:pt x="502696" y="332450"/>
                  </a:lnTo>
                  <a:lnTo>
                    <a:pt x="465881" y="317205"/>
                  </a:lnTo>
                  <a:lnTo>
                    <a:pt x="468278" y="308248"/>
                  </a:lnTo>
                  <a:lnTo>
                    <a:pt x="470316" y="299155"/>
                  </a:lnTo>
                  <a:lnTo>
                    <a:pt x="471972" y="289926"/>
                  </a:lnTo>
                  <a:lnTo>
                    <a:pt x="473221" y="280556"/>
                  </a:lnTo>
                  <a:lnTo>
                    <a:pt x="513021" y="280556"/>
                  </a:lnTo>
                  <a:lnTo>
                    <a:pt x="513021" y="232464"/>
                  </a:lnTo>
                  <a:lnTo>
                    <a:pt x="473221" y="232464"/>
                  </a:lnTo>
                  <a:lnTo>
                    <a:pt x="471972" y="223097"/>
                  </a:lnTo>
                  <a:lnTo>
                    <a:pt x="470316" y="213865"/>
                  </a:lnTo>
                  <a:lnTo>
                    <a:pt x="468278" y="204769"/>
                  </a:lnTo>
                  <a:lnTo>
                    <a:pt x="465881" y="195816"/>
                  </a:lnTo>
                  <a:lnTo>
                    <a:pt x="502696" y="180559"/>
                  </a:lnTo>
                  <a:lnTo>
                    <a:pt x="484288" y="136131"/>
                  </a:lnTo>
                  <a:lnTo>
                    <a:pt x="447557" y="151346"/>
                  </a:lnTo>
                  <a:lnTo>
                    <a:pt x="442840" y="143238"/>
                  </a:lnTo>
                  <a:lnTo>
                    <a:pt x="437781" y="135362"/>
                  </a:lnTo>
                  <a:lnTo>
                    <a:pt x="432397" y="127721"/>
                  </a:lnTo>
                  <a:lnTo>
                    <a:pt x="426709" y="120320"/>
                  </a:lnTo>
                  <a:lnTo>
                    <a:pt x="454897" y="92133"/>
                  </a:lnTo>
                  <a:lnTo>
                    <a:pt x="420887" y="58123"/>
                  </a:lnTo>
                  <a:lnTo>
                    <a:pt x="392700" y="86311"/>
                  </a:lnTo>
                  <a:lnTo>
                    <a:pt x="385300" y="80623"/>
                  </a:lnTo>
                  <a:lnTo>
                    <a:pt x="377662" y="75239"/>
                  </a:lnTo>
                  <a:lnTo>
                    <a:pt x="369787" y="70180"/>
                  </a:lnTo>
                  <a:lnTo>
                    <a:pt x="361674" y="65463"/>
                  </a:lnTo>
                  <a:lnTo>
                    <a:pt x="376889" y="28732"/>
                  </a:lnTo>
                  <a:lnTo>
                    <a:pt x="332461" y="10324"/>
                  </a:lnTo>
                  <a:lnTo>
                    <a:pt x="317205" y="47150"/>
                  </a:lnTo>
                  <a:lnTo>
                    <a:pt x="308252" y="44747"/>
                  </a:lnTo>
                  <a:lnTo>
                    <a:pt x="299159" y="42705"/>
                  </a:lnTo>
                  <a:lnTo>
                    <a:pt x="289927" y="41048"/>
                  </a:lnTo>
                  <a:lnTo>
                    <a:pt x="280556" y="39799"/>
                  </a:lnTo>
                  <a:lnTo>
                    <a:pt x="280556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 descr=""/>
            <p:cNvSpPr/>
            <p:nvPr/>
          </p:nvSpPr>
          <p:spPr>
            <a:xfrm>
              <a:off x="15847158" y="9572007"/>
              <a:ext cx="363220" cy="363220"/>
            </a:xfrm>
            <a:custGeom>
              <a:avLst/>
              <a:gdLst/>
              <a:ahLst/>
              <a:cxnLst/>
              <a:rect l="l" t="t" r="r" b="b"/>
              <a:pathLst>
                <a:path w="363219" h="363220">
                  <a:moveTo>
                    <a:pt x="181376" y="0"/>
                  </a:moveTo>
                  <a:lnTo>
                    <a:pt x="133158" y="6478"/>
                  </a:lnTo>
                  <a:lnTo>
                    <a:pt x="89830" y="24762"/>
                  </a:lnTo>
                  <a:lnTo>
                    <a:pt x="53122" y="53122"/>
                  </a:lnTo>
                  <a:lnTo>
                    <a:pt x="24762" y="89830"/>
                  </a:lnTo>
                  <a:lnTo>
                    <a:pt x="6478" y="133158"/>
                  </a:lnTo>
                  <a:lnTo>
                    <a:pt x="0" y="181376"/>
                  </a:lnTo>
                  <a:lnTo>
                    <a:pt x="6478" y="229594"/>
                  </a:lnTo>
                  <a:lnTo>
                    <a:pt x="24762" y="272922"/>
                  </a:lnTo>
                  <a:lnTo>
                    <a:pt x="53122" y="309630"/>
                  </a:lnTo>
                  <a:lnTo>
                    <a:pt x="89830" y="337990"/>
                  </a:lnTo>
                  <a:lnTo>
                    <a:pt x="133158" y="356274"/>
                  </a:lnTo>
                  <a:lnTo>
                    <a:pt x="181376" y="362753"/>
                  </a:lnTo>
                  <a:lnTo>
                    <a:pt x="229595" y="356274"/>
                  </a:lnTo>
                  <a:lnTo>
                    <a:pt x="272925" y="337990"/>
                  </a:lnTo>
                  <a:lnTo>
                    <a:pt x="309635" y="309630"/>
                  </a:lnTo>
                  <a:lnTo>
                    <a:pt x="337998" y="272922"/>
                  </a:lnTo>
                  <a:lnTo>
                    <a:pt x="356284" y="229594"/>
                  </a:lnTo>
                  <a:lnTo>
                    <a:pt x="362763" y="181376"/>
                  </a:lnTo>
                  <a:lnTo>
                    <a:pt x="356284" y="133158"/>
                  </a:lnTo>
                  <a:lnTo>
                    <a:pt x="337998" y="89830"/>
                  </a:lnTo>
                  <a:lnTo>
                    <a:pt x="309635" y="53122"/>
                  </a:lnTo>
                  <a:lnTo>
                    <a:pt x="272925" y="24762"/>
                  </a:lnTo>
                  <a:lnTo>
                    <a:pt x="229595" y="6478"/>
                  </a:lnTo>
                  <a:lnTo>
                    <a:pt x="18137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 descr=""/>
            <p:cNvSpPr/>
            <p:nvPr/>
          </p:nvSpPr>
          <p:spPr>
            <a:xfrm>
              <a:off x="15884083" y="9608933"/>
              <a:ext cx="288925" cy="288925"/>
            </a:xfrm>
            <a:custGeom>
              <a:avLst/>
              <a:gdLst/>
              <a:ahLst/>
              <a:cxnLst/>
              <a:rect l="l" t="t" r="r" b="b"/>
              <a:pathLst>
                <a:path w="288925" h="288925">
                  <a:moveTo>
                    <a:pt x="173894" y="258285"/>
                  </a:moveTo>
                  <a:lnTo>
                    <a:pt x="114656" y="258285"/>
                  </a:lnTo>
                  <a:lnTo>
                    <a:pt x="119148" y="259447"/>
                  </a:lnTo>
                  <a:lnTo>
                    <a:pt x="123734" y="260358"/>
                  </a:lnTo>
                  <a:lnTo>
                    <a:pt x="128414" y="260997"/>
                  </a:lnTo>
                  <a:lnTo>
                    <a:pt x="128414" y="288902"/>
                  </a:lnTo>
                  <a:lnTo>
                    <a:pt x="160487" y="288902"/>
                  </a:lnTo>
                  <a:lnTo>
                    <a:pt x="160487" y="260944"/>
                  </a:lnTo>
                  <a:lnTo>
                    <a:pt x="165157" y="260306"/>
                  </a:lnTo>
                  <a:lnTo>
                    <a:pt x="169733" y="259374"/>
                  </a:lnTo>
                  <a:lnTo>
                    <a:pt x="173894" y="258285"/>
                  </a:lnTo>
                  <a:close/>
                </a:path>
                <a:path w="288925" h="288925">
                  <a:moveTo>
                    <a:pt x="215246" y="238244"/>
                  </a:moveTo>
                  <a:lnTo>
                    <a:pt x="73327" y="238244"/>
                  </a:lnTo>
                  <a:lnTo>
                    <a:pt x="77065" y="241071"/>
                  </a:lnTo>
                  <a:lnTo>
                    <a:pt x="80950" y="243688"/>
                  </a:lnTo>
                  <a:lnTo>
                    <a:pt x="85013" y="246065"/>
                  </a:lnTo>
                  <a:lnTo>
                    <a:pt x="74364" y="271771"/>
                  </a:lnTo>
                  <a:lnTo>
                    <a:pt x="103986" y="284043"/>
                  </a:lnTo>
                  <a:lnTo>
                    <a:pt x="114656" y="258285"/>
                  </a:lnTo>
                  <a:lnTo>
                    <a:pt x="173894" y="258285"/>
                  </a:lnTo>
                  <a:lnTo>
                    <a:pt x="174214" y="258201"/>
                  </a:lnTo>
                  <a:lnTo>
                    <a:pt x="208919" y="258201"/>
                  </a:lnTo>
                  <a:lnTo>
                    <a:pt x="203826" y="245898"/>
                  </a:lnTo>
                  <a:lnTo>
                    <a:pt x="207868" y="243531"/>
                  </a:lnTo>
                  <a:lnTo>
                    <a:pt x="211731" y="240924"/>
                  </a:lnTo>
                  <a:lnTo>
                    <a:pt x="215246" y="238244"/>
                  </a:lnTo>
                  <a:close/>
                </a:path>
                <a:path w="288925" h="288925">
                  <a:moveTo>
                    <a:pt x="208919" y="258201"/>
                  </a:moveTo>
                  <a:lnTo>
                    <a:pt x="174214" y="258201"/>
                  </a:lnTo>
                  <a:lnTo>
                    <a:pt x="184926" y="284043"/>
                  </a:lnTo>
                  <a:lnTo>
                    <a:pt x="214537" y="271771"/>
                  </a:lnTo>
                  <a:lnTo>
                    <a:pt x="208919" y="258201"/>
                  </a:lnTo>
                  <a:close/>
                </a:path>
                <a:path w="288925" h="288925">
                  <a:moveTo>
                    <a:pt x="245794" y="203910"/>
                  </a:moveTo>
                  <a:lnTo>
                    <a:pt x="42794" y="203910"/>
                  </a:lnTo>
                  <a:lnTo>
                    <a:pt x="45171" y="207972"/>
                  </a:lnTo>
                  <a:lnTo>
                    <a:pt x="47799" y="211867"/>
                  </a:lnTo>
                  <a:lnTo>
                    <a:pt x="50637" y="215595"/>
                  </a:lnTo>
                  <a:lnTo>
                    <a:pt x="30972" y="235259"/>
                  </a:lnTo>
                  <a:lnTo>
                    <a:pt x="53642" y="257929"/>
                  </a:lnTo>
                  <a:lnTo>
                    <a:pt x="73327" y="238244"/>
                  </a:lnTo>
                  <a:lnTo>
                    <a:pt x="215246" y="238244"/>
                  </a:lnTo>
                  <a:lnTo>
                    <a:pt x="215438" y="238097"/>
                  </a:lnTo>
                  <a:lnTo>
                    <a:pt x="255100" y="238097"/>
                  </a:lnTo>
                  <a:lnTo>
                    <a:pt x="257939" y="235259"/>
                  </a:lnTo>
                  <a:lnTo>
                    <a:pt x="238086" y="215407"/>
                  </a:lnTo>
                  <a:lnTo>
                    <a:pt x="240893" y="211700"/>
                  </a:lnTo>
                  <a:lnTo>
                    <a:pt x="243489" y="207836"/>
                  </a:lnTo>
                  <a:lnTo>
                    <a:pt x="245794" y="203910"/>
                  </a:lnTo>
                  <a:close/>
                </a:path>
                <a:path w="288925" h="288925">
                  <a:moveTo>
                    <a:pt x="255100" y="238097"/>
                  </a:moveTo>
                  <a:lnTo>
                    <a:pt x="215438" y="238097"/>
                  </a:lnTo>
                  <a:lnTo>
                    <a:pt x="235259" y="257929"/>
                  </a:lnTo>
                  <a:lnTo>
                    <a:pt x="255100" y="238097"/>
                  </a:lnTo>
                  <a:close/>
                </a:path>
                <a:path w="288925" h="288925">
                  <a:moveTo>
                    <a:pt x="17140" y="74364"/>
                  </a:moveTo>
                  <a:lnTo>
                    <a:pt x="4858" y="103986"/>
                  </a:lnTo>
                  <a:lnTo>
                    <a:pt x="30522" y="114614"/>
                  </a:lnTo>
                  <a:lnTo>
                    <a:pt x="29322" y="119200"/>
                  </a:lnTo>
                  <a:lnTo>
                    <a:pt x="28401" y="123765"/>
                  </a:lnTo>
                  <a:lnTo>
                    <a:pt x="27768" y="128425"/>
                  </a:lnTo>
                  <a:lnTo>
                    <a:pt x="0" y="128425"/>
                  </a:lnTo>
                  <a:lnTo>
                    <a:pt x="0" y="160487"/>
                  </a:lnTo>
                  <a:lnTo>
                    <a:pt x="27768" y="160487"/>
                  </a:lnTo>
                  <a:lnTo>
                    <a:pt x="28417" y="165188"/>
                  </a:lnTo>
                  <a:lnTo>
                    <a:pt x="29339" y="169785"/>
                  </a:lnTo>
                  <a:lnTo>
                    <a:pt x="30512" y="174287"/>
                  </a:lnTo>
                  <a:lnTo>
                    <a:pt x="4858" y="184915"/>
                  </a:lnTo>
                  <a:lnTo>
                    <a:pt x="17140" y="214537"/>
                  </a:lnTo>
                  <a:lnTo>
                    <a:pt x="42794" y="203910"/>
                  </a:lnTo>
                  <a:lnTo>
                    <a:pt x="245794" y="203910"/>
                  </a:lnTo>
                  <a:lnTo>
                    <a:pt x="276221" y="203805"/>
                  </a:lnTo>
                  <a:lnTo>
                    <a:pt x="277980" y="199564"/>
                  </a:lnTo>
                  <a:lnTo>
                    <a:pt x="144288" y="199564"/>
                  </a:lnTo>
                  <a:lnTo>
                    <a:pt x="122835" y="195234"/>
                  </a:lnTo>
                  <a:lnTo>
                    <a:pt x="105314" y="183425"/>
                  </a:lnTo>
                  <a:lnTo>
                    <a:pt x="93501" y="165908"/>
                  </a:lnTo>
                  <a:lnTo>
                    <a:pt x="89170" y="144456"/>
                  </a:lnTo>
                  <a:lnTo>
                    <a:pt x="93501" y="123002"/>
                  </a:lnTo>
                  <a:lnTo>
                    <a:pt x="105314" y="105482"/>
                  </a:lnTo>
                  <a:lnTo>
                    <a:pt x="122835" y="93669"/>
                  </a:lnTo>
                  <a:lnTo>
                    <a:pt x="144288" y="89337"/>
                  </a:lnTo>
                  <a:lnTo>
                    <a:pt x="277980" y="89337"/>
                  </a:lnTo>
                  <a:lnTo>
                    <a:pt x="276221" y="85096"/>
                  </a:lnTo>
                  <a:lnTo>
                    <a:pt x="245845" y="85096"/>
                  </a:lnTo>
                  <a:lnTo>
                    <a:pt x="42794" y="84992"/>
                  </a:lnTo>
                  <a:lnTo>
                    <a:pt x="17140" y="74364"/>
                  </a:lnTo>
                  <a:close/>
                </a:path>
                <a:path w="288925" h="288925">
                  <a:moveTo>
                    <a:pt x="276221" y="203805"/>
                  </a:moveTo>
                  <a:lnTo>
                    <a:pt x="245856" y="203805"/>
                  </a:lnTo>
                  <a:lnTo>
                    <a:pt x="271771" y="214537"/>
                  </a:lnTo>
                  <a:lnTo>
                    <a:pt x="276221" y="203805"/>
                  </a:lnTo>
                  <a:close/>
                </a:path>
                <a:path w="288925" h="288925">
                  <a:moveTo>
                    <a:pt x="277980" y="89337"/>
                  </a:moveTo>
                  <a:lnTo>
                    <a:pt x="144288" y="89337"/>
                  </a:lnTo>
                  <a:lnTo>
                    <a:pt x="165742" y="93669"/>
                  </a:lnTo>
                  <a:lnTo>
                    <a:pt x="183262" y="105482"/>
                  </a:lnTo>
                  <a:lnTo>
                    <a:pt x="195075" y="123002"/>
                  </a:lnTo>
                  <a:lnTo>
                    <a:pt x="199407" y="144456"/>
                  </a:lnTo>
                  <a:lnTo>
                    <a:pt x="195075" y="165908"/>
                  </a:lnTo>
                  <a:lnTo>
                    <a:pt x="183262" y="183425"/>
                  </a:lnTo>
                  <a:lnTo>
                    <a:pt x="165742" y="195234"/>
                  </a:lnTo>
                  <a:lnTo>
                    <a:pt x="144288" y="199564"/>
                  </a:lnTo>
                  <a:lnTo>
                    <a:pt x="277980" y="199564"/>
                  </a:lnTo>
                  <a:lnTo>
                    <a:pt x="284054" y="184915"/>
                  </a:lnTo>
                  <a:lnTo>
                    <a:pt x="258096" y="174172"/>
                  </a:lnTo>
                  <a:lnTo>
                    <a:pt x="259259" y="169701"/>
                  </a:lnTo>
                  <a:lnTo>
                    <a:pt x="260170" y="165146"/>
                  </a:lnTo>
                  <a:lnTo>
                    <a:pt x="260808" y="160487"/>
                  </a:lnTo>
                  <a:lnTo>
                    <a:pt x="288912" y="160487"/>
                  </a:lnTo>
                  <a:lnTo>
                    <a:pt x="288912" y="128425"/>
                  </a:lnTo>
                  <a:lnTo>
                    <a:pt x="260808" y="128425"/>
                  </a:lnTo>
                  <a:lnTo>
                    <a:pt x="260161" y="123723"/>
                  </a:lnTo>
                  <a:lnTo>
                    <a:pt x="259237" y="119116"/>
                  </a:lnTo>
                  <a:lnTo>
                    <a:pt x="258096" y="114739"/>
                  </a:lnTo>
                  <a:lnTo>
                    <a:pt x="284054" y="103986"/>
                  </a:lnTo>
                  <a:lnTo>
                    <a:pt x="277980" y="89337"/>
                  </a:lnTo>
                  <a:close/>
                </a:path>
                <a:path w="288925" h="288925">
                  <a:moveTo>
                    <a:pt x="271771" y="74364"/>
                  </a:moveTo>
                  <a:lnTo>
                    <a:pt x="245845" y="85096"/>
                  </a:lnTo>
                  <a:lnTo>
                    <a:pt x="276221" y="85096"/>
                  </a:lnTo>
                  <a:lnTo>
                    <a:pt x="271771" y="74364"/>
                  </a:lnTo>
                  <a:close/>
                </a:path>
                <a:path w="288925" h="288925">
                  <a:moveTo>
                    <a:pt x="53642" y="30972"/>
                  </a:moveTo>
                  <a:lnTo>
                    <a:pt x="30972" y="53642"/>
                  </a:lnTo>
                  <a:lnTo>
                    <a:pt x="50637" y="73306"/>
                  </a:lnTo>
                  <a:lnTo>
                    <a:pt x="47687" y="77201"/>
                  </a:lnTo>
                  <a:lnTo>
                    <a:pt x="45101" y="81065"/>
                  </a:lnTo>
                  <a:lnTo>
                    <a:pt x="42794" y="84992"/>
                  </a:lnTo>
                  <a:lnTo>
                    <a:pt x="245784" y="84992"/>
                  </a:lnTo>
                  <a:lnTo>
                    <a:pt x="243398" y="80929"/>
                  </a:lnTo>
                  <a:lnTo>
                    <a:pt x="240893" y="77201"/>
                  </a:lnTo>
                  <a:lnTo>
                    <a:pt x="238076" y="73495"/>
                  </a:lnTo>
                  <a:lnTo>
                    <a:pt x="257939" y="53642"/>
                  </a:lnTo>
                  <a:lnTo>
                    <a:pt x="255100" y="50804"/>
                  </a:lnTo>
                  <a:lnTo>
                    <a:pt x="215438" y="50804"/>
                  </a:lnTo>
                  <a:lnTo>
                    <a:pt x="215246" y="50658"/>
                  </a:lnTo>
                  <a:lnTo>
                    <a:pt x="73338" y="50658"/>
                  </a:lnTo>
                  <a:lnTo>
                    <a:pt x="53642" y="30972"/>
                  </a:lnTo>
                  <a:close/>
                </a:path>
                <a:path w="288925" h="288925">
                  <a:moveTo>
                    <a:pt x="235259" y="30972"/>
                  </a:moveTo>
                  <a:lnTo>
                    <a:pt x="215438" y="50804"/>
                  </a:lnTo>
                  <a:lnTo>
                    <a:pt x="255100" y="50804"/>
                  </a:lnTo>
                  <a:lnTo>
                    <a:pt x="235259" y="30972"/>
                  </a:lnTo>
                  <a:close/>
                </a:path>
                <a:path w="288925" h="288925">
                  <a:moveTo>
                    <a:pt x="103986" y="4858"/>
                  </a:moveTo>
                  <a:lnTo>
                    <a:pt x="74364" y="17130"/>
                  </a:lnTo>
                  <a:lnTo>
                    <a:pt x="85013" y="42846"/>
                  </a:lnTo>
                  <a:lnTo>
                    <a:pt x="80950" y="45213"/>
                  </a:lnTo>
                  <a:lnTo>
                    <a:pt x="77065" y="47831"/>
                  </a:lnTo>
                  <a:lnTo>
                    <a:pt x="73338" y="50658"/>
                  </a:lnTo>
                  <a:lnTo>
                    <a:pt x="215246" y="50658"/>
                  </a:lnTo>
                  <a:lnTo>
                    <a:pt x="211731" y="47977"/>
                  </a:lnTo>
                  <a:lnTo>
                    <a:pt x="207857" y="45380"/>
                  </a:lnTo>
                  <a:lnTo>
                    <a:pt x="203826" y="43003"/>
                  </a:lnTo>
                  <a:lnTo>
                    <a:pt x="208919" y="30700"/>
                  </a:lnTo>
                  <a:lnTo>
                    <a:pt x="174214" y="30700"/>
                  </a:lnTo>
                  <a:lnTo>
                    <a:pt x="173934" y="30627"/>
                  </a:lnTo>
                  <a:lnTo>
                    <a:pt x="114666" y="30627"/>
                  </a:lnTo>
                  <a:lnTo>
                    <a:pt x="103986" y="4858"/>
                  </a:lnTo>
                  <a:close/>
                </a:path>
                <a:path w="288925" h="288925">
                  <a:moveTo>
                    <a:pt x="184926" y="4858"/>
                  </a:moveTo>
                  <a:lnTo>
                    <a:pt x="174214" y="30700"/>
                  </a:lnTo>
                  <a:lnTo>
                    <a:pt x="208919" y="30700"/>
                  </a:lnTo>
                  <a:lnTo>
                    <a:pt x="214537" y="17130"/>
                  </a:lnTo>
                  <a:lnTo>
                    <a:pt x="184926" y="4858"/>
                  </a:lnTo>
                  <a:close/>
                </a:path>
                <a:path w="288925" h="288925">
                  <a:moveTo>
                    <a:pt x="160487" y="0"/>
                  </a:moveTo>
                  <a:lnTo>
                    <a:pt x="128414" y="0"/>
                  </a:lnTo>
                  <a:lnTo>
                    <a:pt x="128414" y="27904"/>
                  </a:lnTo>
                  <a:lnTo>
                    <a:pt x="123734" y="28543"/>
                  </a:lnTo>
                  <a:lnTo>
                    <a:pt x="119148" y="29454"/>
                  </a:lnTo>
                  <a:lnTo>
                    <a:pt x="114666" y="30627"/>
                  </a:lnTo>
                  <a:lnTo>
                    <a:pt x="173934" y="30627"/>
                  </a:lnTo>
                  <a:lnTo>
                    <a:pt x="169733" y="29527"/>
                  </a:lnTo>
                  <a:lnTo>
                    <a:pt x="165157" y="28606"/>
                  </a:lnTo>
                  <a:lnTo>
                    <a:pt x="160487" y="27957"/>
                  </a:lnTo>
                  <a:lnTo>
                    <a:pt x="16048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81" name="object 581" descr="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11015169" y="2192248"/>
            <a:ext cx="1410093" cy="1410093"/>
          </a:xfrm>
          <a:prstGeom prst="rect">
            <a:avLst/>
          </a:prstGeom>
        </p:spPr>
      </p:pic>
      <p:grpSp>
        <p:nvGrpSpPr>
          <p:cNvPr id="582" name="object 582" descr=""/>
          <p:cNvGrpSpPr/>
          <p:nvPr/>
        </p:nvGrpSpPr>
        <p:grpSpPr>
          <a:xfrm>
            <a:off x="12587649" y="2192251"/>
            <a:ext cx="237490" cy="1410335"/>
            <a:chOff x="12587649" y="2192251"/>
            <a:chExt cx="237490" cy="1410335"/>
          </a:xfrm>
        </p:grpSpPr>
        <p:sp>
          <p:nvSpPr>
            <p:cNvPr id="583" name="object 583" descr=""/>
            <p:cNvSpPr/>
            <p:nvPr/>
          </p:nvSpPr>
          <p:spPr>
            <a:xfrm>
              <a:off x="12587654" y="2192251"/>
              <a:ext cx="237490" cy="705485"/>
            </a:xfrm>
            <a:custGeom>
              <a:avLst/>
              <a:gdLst/>
              <a:ahLst/>
              <a:cxnLst/>
              <a:rect l="l" t="t" r="r" b="b"/>
              <a:pathLst>
                <a:path w="237490" h="705485">
                  <a:moveTo>
                    <a:pt x="118457" y="0"/>
                  </a:moveTo>
                  <a:lnTo>
                    <a:pt x="72348" y="9308"/>
                  </a:lnTo>
                  <a:lnTo>
                    <a:pt x="34695" y="34695"/>
                  </a:lnTo>
                  <a:lnTo>
                    <a:pt x="9308" y="72348"/>
                  </a:lnTo>
                  <a:lnTo>
                    <a:pt x="0" y="118457"/>
                  </a:lnTo>
                  <a:lnTo>
                    <a:pt x="922" y="141200"/>
                  </a:lnTo>
                  <a:lnTo>
                    <a:pt x="7973" y="224554"/>
                  </a:lnTo>
                  <a:lnTo>
                    <a:pt x="13879" y="279831"/>
                  </a:lnTo>
                  <a:lnTo>
                    <a:pt x="21223" y="340615"/>
                  </a:lnTo>
                  <a:lnTo>
                    <a:pt x="29895" y="404241"/>
                  </a:lnTo>
                  <a:lnTo>
                    <a:pt x="39785" y="468038"/>
                  </a:lnTo>
                  <a:lnTo>
                    <a:pt x="50780" y="529341"/>
                  </a:lnTo>
                  <a:lnTo>
                    <a:pt x="62769" y="585480"/>
                  </a:lnTo>
                  <a:lnTo>
                    <a:pt x="75643" y="633788"/>
                  </a:lnTo>
                  <a:lnTo>
                    <a:pt x="89289" y="671597"/>
                  </a:lnTo>
                  <a:lnTo>
                    <a:pt x="118457" y="705046"/>
                  </a:lnTo>
                  <a:lnTo>
                    <a:pt x="133316" y="696239"/>
                  </a:lnTo>
                  <a:lnTo>
                    <a:pt x="161270" y="633788"/>
                  </a:lnTo>
                  <a:lnTo>
                    <a:pt x="174144" y="585480"/>
                  </a:lnTo>
                  <a:lnTo>
                    <a:pt x="186134" y="529341"/>
                  </a:lnTo>
                  <a:lnTo>
                    <a:pt x="197129" y="468038"/>
                  </a:lnTo>
                  <a:lnTo>
                    <a:pt x="207018" y="404241"/>
                  </a:lnTo>
                  <a:lnTo>
                    <a:pt x="215690" y="340615"/>
                  </a:lnTo>
                  <a:lnTo>
                    <a:pt x="223035" y="279831"/>
                  </a:lnTo>
                  <a:lnTo>
                    <a:pt x="228940" y="224554"/>
                  </a:lnTo>
                  <a:lnTo>
                    <a:pt x="233296" y="177455"/>
                  </a:lnTo>
                  <a:lnTo>
                    <a:pt x="236914" y="118457"/>
                  </a:lnTo>
                  <a:lnTo>
                    <a:pt x="227605" y="72348"/>
                  </a:lnTo>
                  <a:lnTo>
                    <a:pt x="202218" y="34695"/>
                  </a:lnTo>
                  <a:lnTo>
                    <a:pt x="164565" y="9308"/>
                  </a:lnTo>
                  <a:lnTo>
                    <a:pt x="118457" y="0"/>
                  </a:lnTo>
                  <a:close/>
                </a:path>
              </a:pathLst>
            </a:custGeom>
            <a:solidFill>
              <a:srgbClr val="499F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 descr=""/>
            <p:cNvSpPr/>
            <p:nvPr/>
          </p:nvSpPr>
          <p:spPr>
            <a:xfrm>
              <a:off x="12631972" y="2236567"/>
              <a:ext cx="74295" cy="661035"/>
            </a:xfrm>
            <a:custGeom>
              <a:avLst/>
              <a:gdLst/>
              <a:ahLst/>
              <a:cxnLst/>
              <a:rect l="l" t="t" r="r" b="b"/>
              <a:pathLst>
                <a:path w="74295" h="661035">
                  <a:moveTo>
                    <a:pt x="74133" y="0"/>
                  </a:moveTo>
                  <a:lnTo>
                    <a:pt x="45304" y="5835"/>
                  </a:lnTo>
                  <a:lnTo>
                    <a:pt x="21737" y="21738"/>
                  </a:lnTo>
                  <a:lnTo>
                    <a:pt x="5834" y="45309"/>
                  </a:lnTo>
                  <a:lnTo>
                    <a:pt x="0" y="74144"/>
                  </a:lnTo>
                  <a:lnTo>
                    <a:pt x="749" y="98943"/>
                  </a:lnTo>
                  <a:lnTo>
                    <a:pt x="6364" y="180177"/>
                  </a:lnTo>
                  <a:lnTo>
                    <a:pt x="10973" y="232500"/>
                  </a:lnTo>
                  <a:lnTo>
                    <a:pt x="16611" y="289887"/>
                  </a:lnTo>
                  <a:lnTo>
                    <a:pt x="23151" y="350282"/>
                  </a:lnTo>
                  <a:lnTo>
                    <a:pt x="30463" y="411630"/>
                  </a:lnTo>
                  <a:lnTo>
                    <a:pt x="38421" y="471875"/>
                  </a:lnTo>
                  <a:lnTo>
                    <a:pt x="46895" y="528963"/>
                  </a:lnTo>
                  <a:lnTo>
                    <a:pt x="55757" y="580837"/>
                  </a:lnTo>
                  <a:lnTo>
                    <a:pt x="64879" y="625442"/>
                  </a:lnTo>
                  <a:lnTo>
                    <a:pt x="74133" y="660723"/>
                  </a:lnTo>
                  <a:lnTo>
                    <a:pt x="7413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 descr=""/>
            <p:cNvSpPr/>
            <p:nvPr/>
          </p:nvSpPr>
          <p:spPr>
            <a:xfrm>
              <a:off x="12706108" y="2236564"/>
              <a:ext cx="74295" cy="661035"/>
            </a:xfrm>
            <a:custGeom>
              <a:avLst/>
              <a:gdLst/>
              <a:ahLst/>
              <a:cxnLst/>
              <a:rect l="l" t="t" r="r" b="b"/>
              <a:pathLst>
                <a:path w="74295" h="661035">
                  <a:moveTo>
                    <a:pt x="0" y="0"/>
                  </a:moveTo>
                  <a:lnTo>
                    <a:pt x="0" y="660733"/>
                  </a:lnTo>
                  <a:lnTo>
                    <a:pt x="9254" y="625450"/>
                  </a:lnTo>
                  <a:lnTo>
                    <a:pt x="18376" y="580843"/>
                  </a:lnTo>
                  <a:lnTo>
                    <a:pt x="27238" y="528967"/>
                  </a:lnTo>
                  <a:lnTo>
                    <a:pt x="35712" y="471878"/>
                  </a:lnTo>
                  <a:lnTo>
                    <a:pt x="43670" y="411632"/>
                  </a:lnTo>
                  <a:lnTo>
                    <a:pt x="50982" y="350283"/>
                  </a:lnTo>
                  <a:lnTo>
                    <a:pt x="57522" y="289888"/>
                  </a:lnTo>
                  <a:lnTo>
                    <a:pt x="63160" y="232500"/>
                  </a:lnTo>
                  <a:lnTo>
                    <a:pt x="67768" y="180177"/>
                  </a:lnTo>
                  <a:lnTo>
                    <a:pt x="71219" y="134973"/>
                  </a:lnTo>
                  <a:lnTo>
                    <a:pt x="74133" y="74144"/>
                  </a:lnTo>
                  <a:lnTo>
                    <a:pt x="68298" y="45309"/>
                  </a:lnTo>
                  <a:lnTo>
                    <a:pt x="52396" y="21738"/>
                  </a:lnTo>
                  <a:lnTo>
                    <a:pt x="28828" y="5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 descr=""/>
            <p:cNvSpPr/>
            <p:nvPr/>
          </p:nvSpPr>
          <p:spPr>
            <a:xfrm>
              <a:off x="12587649" y="2897293"/>
              <a:ext cx="237490" cy="705485"/>
            </a:xfrm>
            <a:custGeom>
              <a:avLst/>
              <a:gdLst/>
              <a:ahLst/>
              <a:cxnLst/>
              <a:rect l="l" t="t" r="r" b="b"/>
              <a:pathLst>
                <a:path w="237490" h="705485">
                  <a:moveTo>
                    <a:pt x="118457" y="0"/>
                  </a:moveTo>
                  <a:lnTo>
                    <a:pt x="89289" y="33448"/>
                  </a:lnTo>
                  <a:lnTo>
                    <a:pt x="75643" y="71257"/>
                  </a:lnTo>
                  <a:lnTo>
                    <a:pt x="62769" y="119565"/>
                  </a:lnTo>
                  <a:lnTo>
                    <a:pt x="50780" y="175705"/>
                  </a:lnTo>
                  <a:lnTo>
                    <a:pt x="39785" y="237007"/>
                  </a:lnTo>
                  <a:lnTo>
                    <a:pt x="29895" y="300805"/>
                  </a:lnTo>
                  <a:lnTo>
                    <a:pt x="21223" y="364430"/>
                  </a:lnTo>
                  <a:lnTo>
                    <a:pt x="13879" y="425215"/>
                  </a:lnTo>
                  <a:lnTo>
                    <a:pt x="7973" y="480491"/>
                  </a:lnTo>
                  <a:lnTo>
                    <a:pt x="3617" y="527591"/>
                  </a:lnTo>
                  <a:lnTo>
                    <a:pt x="0" y="586589"/>
                  </a:lnTo>
                  <a:lnTo>
                    <a:pt x="9308" y="632698"/>
                  </a:lnTo>
                  <a:lnTo>
                    <a:pt x="34695" y="670351"/>
                  </a:lnTo>
                  <a:lnTo>
                    <a:pt x="72348" y="695737"/>
                  </a:lnTo>
                  <a:lnTo>
                    <a:pt x="118457" y="705046"/>
                  </a:lnTo>
                  <a:lnTo>
                    <a:pt x="164565" y="695737"/>
                  </a:lnTo>
                  <a:lnTo>
                    <a:pt x="202218" y="670351"/>
                  </a:lnTo>
                  <a:lnTo>
                    <a:pt x="227605" y="632698"/>
                  </a:lnTo>
                  <a:lnTo>
                    <a:pt x="236914" y="586589"/>
                  </a:lnTo>
                  <a:lnTo>
                    <a:pt x="235991" y="563846"/>
                  </a:lnTo>
                  <a:lnTo>
                    <a:pt x="228940" y="480491"/>
                  </a:lnTo>
                  <a:lnTo>
                    <a:pt x="223035" y="425215"/>
                  </a:lnTo>
                  <a:lnTo>
                    <a:pt x="215690" y="364430"/>
                  </a:lnTo>
                  <a:lnTo>
                    <a:pt x="207018" y="300805"/>
                  </a:lnTo>
                  <a:lnTo>
                    <a:pt x="197129" y="237007"/>
                  </a:lnTo>
                  <a:lnTo>
                    <a:pt x="186134" y="175705"/>
                  </a:lnTo>
                  <a:lnTo>
                    <a:pt x="174144" y="119565"/>
                  </a:lnTo>
                  <a:lnTo>
                    <a:pt x="161270" y="71257"/>
                  </a:lnTo>
                  <a:lnTo>
                    <a:pt x="147624" y="33448"/>
                  </a:lnTo>
                  <a:lnTo>
                    <a:pt x="118457" y="0"/>
                  </a:lnTo>
                  <a:close/>
                </a:path>
              </a:pathLst>
            </a:custGeom>
            <a:solidFill>
              <a:srgbClr val="499F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 descr=""/>
            <p:cNvSpPr/>
            <p:nvPr/>
          </p:nvSpPr>
          <p:spPr>
            <a:xfrm>
              <a:off x="12706110" y="2897299"/>
              <a:ext cx="74295" cy="661035"/>
            </a:xfrm>
            <a:custGeom>
              <a:avLst/>
              <a:gdLst/>
              <a:ahLst/>
              <a:cxnLst/>
              <a:rect l="l" t="t" r="r" b="b"/>
              <a:pathLst>
                <a:path w="74295" h="661035">
                  <a:moveTo>
                    <a:pt x="0" y="0"/>
                  </a:moveTo>
                  <a:lnTo>
                    <a:pt x="0" y="660723"/>
                  </a:lnTo>
                  <a:lnTo>
                    <a:pt x="28828" y="654888"/>
                  </a:lnTo>
                  <a:lnTo>
                    <a:pt x="52396" y="638984"/>
                  </a:lnTo>
                  <a:lnTo>
                    <a:pt x="68298" y="615414"/>
                  </a:lnTo>
                  <a:lnTo>
                    <a:pt x="74133" y="586578"/>
                  </a:lnTo>
                  <a:lnTo>
                    <a:pt x="73383" y="561779"/>
                  </a:lnTo>
                  <a:lnTo>
                    <a:pt x="67768" y="480545"/>
                  </a:lnTo>
                  <a:lnTo>
                    <a:pt x="63160" y="428222"/>
                  </a:lnTo>
                  <a:lnTo>
                    <a:pt x="57522" y="370835"/>
                  </a:lnTo>
                  <a:lnTo>
                    <a:pt x="50982" y="310440"/>
                  </a:lnTo>
                  <a:lnTo>
                    <a:pt x="43670" y="249092"/>
                  </a:lnTo>
                  <a:lnTo>
                    <a:pt x="35712" y="188847"/>
                  </a:lnTo>
                  <a:lnTo>
                    <a:pt x="27238" y="131760"/>
                  </a:lnTo>
                  <a:lnTo>
                    <a:pt x="18376" y="79886"/>
                  </a:lnTo>
                  <a:lnTo>
                    <a:pt x="9254" y="35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 descr=""/>
            <p:cNvSpPr/>
            <p:nvPr/>
          </p:nvSpPr>
          <p:spPr>
            <a:xfrm>
              <a:off x="12631974" y="2897290"/>
              <a:ext cx="74295" cy="661035"/>
            </a:xfrm>
            <a:custGeom>
              <a:avLst/>
              <a:gdLst/>
              <a:ahLst/>
              <a:cxnLst/>
              <a:rect l="l" t="t" r="r" b="b"/>
              <a:pathLst>
                <a:path w="74295" h="661035">
                  <a:moveTo>
                    <a:pt x="74133" y="0"/>
                  </a:moveTo>
                  <a:lnTo>
                    <a:pt x="55757" y="79890"/>
                  </a:lnTo>
                  <a:lnTo>
                    <a:pt x="46895" y="131766"/>
                  </a:lnTo>
                  <a:lnTo>
                    <a:pt x="38421" y="188854"/>
                  </a:lnTo>
                  <a:lnTo>
                    <a:pt x="30463" y="249101"/>
                  </a:lnTo>
                  <a:lnTo>
                    <a:pt x="23151" y="310449"/>
                  </a:lnTo>
                  <a:lnTo>
                    <a:pt x="16611" y="370845"/>
                  </a:lnTo>
                  <a:lnTo>
                    <a:pt x="10973" y="428232"/>
                  </a:lnTo>
                  <a:lnTo>
                    <a:pt x="6364" y="480556"/>
                  </a:lnTo>
                  <a:lnTo>
                    <a:pt x="2914" y="525760"/>
                  </a:lnTo>
                  <a:lnTo>
                    <a:pt x="0" y="586589"/>
                  </a:lnTo>
                  <a:lnTo>
                    <a:pt x="5834" y="615424"/>
                  </a:lnTo>
                  <a:lnTo>
                    <a:pt x="21737" y="638994"/>
                  </a:lnTo>
                  <a:lnTo>
                    <a:pt x="45304" y="654898"/>
                  </a:lnTo>
                  <a:lnTo>
                    <a:pt x="74133" y="660733"/>
                  </a:lnTo>
                  <a:lnTo>
                    <a:pt x="7413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9" name="object 589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2587654" y="2713939"/>
              <a:ext cx="236914" cy="366711"/>
            </a:xfrm>
            <a:prstGeom prst="rect">
              <a:avLst/>
            </a:prstGeom>
          </p:spPr>
        </p:pic>
      </p:grpSp>
      <p:grpSp>
        <p:nvGrpSpPr>
          <p:cNvPr id="590" name="object 590" descr=""/>
          <p:cNvGrpSpPr/>
          <p:nvPr/>
        </p:nvGrpSpPr>
        <p:grpSpPr>
          <a:xfrm>
            <a:off x="18095884" y="2364180"/>
            <a:ext cx="636905" cy="949325"/>
            <a:chOff x="18095884" y="2364180"/>
            <a:chExt cx="636905" cy="949325"/>
          </a:xfrm>
        </p:grpSpPr>
        <p:sp>
          <p:nvSpPr>
            <p:cNvPr id="591" name="object 591" descr=""/>
            <p:cNvSpPr/>
            <p:nvPr/>
          </p:nvSpPr>
          <p:spPr>
            <a:xfrm>
              <a:off x="18095884" y="2364180"/>
              <a:ext cx="636905" cy="949325"/>
            </a:xfrm>
            <a:custGeom>
              <a:avLst/>
              <a:gdLst/>
              <a:ahLst/>
              <a:cxnLst/>
              <a:rect l="l" t="t" r="r" b="b"/>
              <a:pathLst>
                <a:path w="636905" h="949325">
                  <a:moveTo>
                    <a:pt x="583783" y="0"/>
                  </a:moveTo>
                  <a:lnTo>
                    <a:pt x="53045" y="0"/>
                  </a:lnTo>
                  <a:lnTo>
                    <a:pt x="32397" y="4168"/>
                  </a:lnTo>
                  <a:lnTo>
                    <a:pt x="15536" y="15536"/>
                  </a:lnTo>
                  <a:lnTo>
                    <a:pt x="4168" y="32397"/>
                  </a:lnTo>
                  <a:lnTo>
                    <a:pt x="0" y="53045"/>
                  </a:lnTo>
                  <a:lnTo>
                    <a:pt x="0" y="895815"/>
                  </a:lnTo>
                  <a:lnTo>
                    <a:pt x="4168" y="916457"/>
                  </a:lnTo>
                  <a:lnTo>
                    <a:pt x="15536" y="933315"/>
                  </a:lnTo>
                  <a:lnTo>
                    <a:pt x="32397" y="944682"/>
                  </a:lnTo>
                  <a:lnTo>
                    <a:pt x="53045" y="948850"/>
                  </a:lnTo>
                  <a:lnTo>
                    <a:pt x="583783" y="948850"/>
                  </a:lnTo>
                  <a:lnTo>
                    <a:pt x="604425" y="944682"/>
                  </a:lnTo>
                  <a:lnTo>
                    <a:pt x="621283" y="933315"/>
                  </a:lnTo>
                  <a:lnTo>
                    <a:pt x="632650" y="916457"/>
                  </a:lnTo>
                  <a:lnTo>
                    <a:pt x="636818" y="895815"/>
                  </a:lnTo>
                  <a:lnTo>
                    <a:pt x="636818" y="53045"/>
                  </a:lnTo>
                  <a:lnTo>
                    <a:pt x="632650" y="32397"/>
                  </a:lnTo>
                  <a:lnTo>
                    <a:pt x="621283" y="15536"/>
                  </a:lnTo>
                  <a:lnTo>
                    <a:pt x="604425" y="4168"/>
                  </a:lnTo>
                  <a:lnTo>
                    <a:pt x="583783" y="0"/>
                  </a:lnTo>
                  <a:close/>
                </a:path>
              </a:pathLst>
            </a:custGeom>
            <a:solidFill>
              <a:srgbClr val="A1D5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 descr=""/>
            <p:cNvSpPr/>
            <p:nvPr/>
          </p:nvSpPr>
          <p:spPr>
            <a:xfrm>
              <a:off x="18147175" y="2415469"/>
              <a:ext cx="534670" cy="846455"/>
            </a:xfrm>
            <a:custGeom>
              <a:avLst/>
              <a:gdLst/>
              <a:ahLst/>
              <a:cxnLst/>
              <a:rect l="l" t="t" r="r" b="b"/>
              <a:pathLst>
                <a:path w="534669" h="846454">
                  <a:moveTo>
                    <a:pt x="508235" y="0"/>
                  </a:moveTo>
                  <a:lnTo>
                    <a:pt x="26009" y="0"/>
                  </a:lnTo>
                  <a:lnTo>
                    <a:pt x="15884" y="2043"/>
                  </a:lnTo>
                  <a:lnTo>
                    <a:pt x="7617" y="7617"/>
                  </a:lnTo>
                  <a:lnTo>
                    <a:pt x="2043" y="15884"/>
                  </a:lnTo>
                  <a:lnTo>
                    <a:pt x="0" y="26009"/>
                  </a:lnTo>
                  <a:lnTo>
                    <a:pt x="0" y="820268"/>
                  </a:lnTo>
                  <a:lnTo>
                    <a:pt x="2043" y="830392"/>
                  </a:lnTo>
                  <a:lnTo>
                    <a:pt x="7617" y="838660"/>
                  </a:lnTo>
                  <a:lnTo>
                    <a:pt x="15884" y="844234"/>
                  </a:lnTo>
                  <a:lnTo>
                    <a:pt x="26009" y="846277"/>
                  </a:lnTo>
                  <a:lnTo>
                    <a:pt x="508235" y="846277"/>
                  </a:lnTo>
                  <a:lnTo>
                    <a:pt x="518360" y="844234"/>
                  </a:lnTo>
                  <a:lnTo>
                    <a:pt x="526627" y="838660"/>
                  </a:lnTo>
                  <a:lnTo>
                    <a:pt x="532201" y="830392"/>
                  </a:lnTo>
                  <a:lnTo>
                    <a:pt x="534245" y="820268"/>
                  </a:lnTo>
                  <a:lnTo>
                    <a:pt x="534245" y="26009"/>
                  </a:lnTo>
                  <a:lnTo>
                    <a:pt x="532201" y="15884"/>
                  </a:lnTo>
                  <a:lnTo>
                    <a:pt x="526627" y="7617"/>
                  </a:lnTo>
                  <a:lnTo>
                    <a:pt x="518360" y="2043"/>
                  </a:lnTo>
                  <a:lnTo>
                    <a:pt x="508235" y="0"/>
                  </a:lnTo>
                  <a:close/>
                </a:path>
              </a:pathLst>
            </a:custGeom>
            <a:solidFill>
              <a:srgbClr val="1AA8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 descr=""/>
            <p:cNvSpPr/>
            <p:nvPr/>
          </p:nvSpPr>
          <p:spPr>
            <a:xfrm>
              <a:off x="18234787" y="2460376"/>
              <a:ext cx="359410" cy="756920"/>
            </a:xfrm>
            <a:custGeom>
              <a:avLst/>
              <a:gdLst/>
              <a:ahLst/>
              <a:cxnLst/>
              <a:rect l="l" t="t" r="r" b="b"/>
              <a:pathLst>
                <a:path w="359409" h="756919">
                  <a:moveTo>
                    <a:pt x="359003" y="576973"/>
                  </a:moveTo>
                  <a:lnTo>
                    <a:pt x="352602" y="529259"/>
                  </a:lnTo>
                  <a:lnTo>
                    <a:pt x="334505" y="486371"/>
                  </a:lnTo>
                  <a:lnTo>
                    <a:pt x="306438" y="450049"/>
                  </a:lnTo>
                  <a:lnTo>
                    <a:pt x="270103" y="421982"/>
                  </a:lnTo>
                  <a:lnTo>
                    <a:pt x="227228" y="403885"/>
                  </a:lnTo>
                  <a:lnTo>
                    <a:pt x="179501" y="397471"/>
                  </a:lnTo>
                  <a:lnTo>
                    <a:pt x="131787" y="403885"/>
                  </a:lnTo>
                  <a:lnTo>
                    <a:pt x="88912" y="421982"/>
                  </a:lnTo>
                  <a:lnTo>
                    <a:pt x="52578" y="450049"/>
                  </a:lnTo>
                  <a:lnTo>
                    <a:pt x="24511" y="486371"/>
                  </a:lnTo>
                  <a:lnTo>
                    <a:pt x="6413" y="529259"/>
                  </a:lnTo>
                  <a:lnTo>
                    <a:pt x="0" y="576973"/>
                  </a:lnTo>
                  <a:lnTo>
                    <a:pt x="6413" y="624700"/>
                  </a:lnTo>
                  <a:lnTo>
                    <a:pt x="24511" y="667575"/>
                  </a:lnTo>
                  <a:lnTo>
                    <a:pt x="52578" y="703910"/>
                  </a:lnTo>
                  <a:lnTo>
                    <a:pt x="88912" y="731977"/>
                  </a:lnTo>
                  <a:lnTo>
                    <a:pt x="131787" y="750062"/>
                  </a:lnTo>
                  <a:lnTo>
                    <a:pt x="179501" y="756475"/>
                  </a:lnTo>
                  <a:lnTo>
                    <a:pt x="227228" y="750062"/>
                  </a:lnTo>
                  <a:lnTo>
                    <a:pt x="270103" y="731977"/>
                  </a:lnTo>
                  <a:lnTo>
                    <a:pt x="306438" y="703910"/>
                  </a:lnTo>
                  <a:lnTo>
                    <a:pt x="334505" y="667575"/>
                  </a:lnTo>
                  <a:lnTo>
                    <a:pt x="352602" y="624700"/>
                  </a:lnTo>
                  <a:lnTo>
                    <a:pt x="359003" y="576973"/>
                  </a:lnTo>
                  <a:close/>
                </a:path>
                <a:path w="359409" h="756919">
                  <a:moveTo>
                    <a:pt x="359003" y="179501"/>
                  </a:moveTo>
                  <a:lnTo>
                    <a:pt x="352602" y="131775"/>
                  </a:lnTo>
                  <a:lnTo>
                    <a:pt x="334505" y="88900"/>
                  </a:lnTo>
                  <a:lnTo>
                    <a:pt x="306438" y="52565"/>
                  </a:lnTo>
                  <a:lnTo>
                    <a:pt x="270103" y="24498"/>
                  </a:lnTo>
                  <a:lnTo>
                    <a:pt x="227228" y="6400"/>
                  </a:lnTo>
                  <a:lnTo>
                    <a:pt x="179501" y="0"/>
                  </a:lnTo>
                  <a:lnTo>
                    <a:pt x="131787" y="6400"/>
                  </a:lnTo>
                  <a:lnTo>
                    <a:pt x="88912" y="24498"/>
                  </a:lnTo>
                  <a:lnTo>
                    <a:pt x="52578" y="52565"/>
                  </a:lnTo>
                  <a:lnTo>
                    <a:pt x="24511" y="88900"/>
                  </a:lnTo>
                  <a:lnTo>
                    <a:pt x="6413" y="131775"/>
                  </a:lnTo>
                  <a:lnTo>
                    <a:pt x="0" y="179501"/>
                  </a:lnTo>
                  <a:lnTo>
                    <a:pt x="6413" y="227215"/>
                  </a:lnTo>
                  <a:lnTo>
                    <a:pt x="24511" y="270090"/>
                  </a:lnTo>
                  <a:lnTo>
                    <a:pt x="52578" y="306425"/>
                  </a:lnTo>
                  <a:lnTo>
                    <a:pt x="88912" y="334492"/>
                  </a:lnTo>
                  <a:lnTo>
                    <a:pt x="131787" y="352590"/>
                  </a:lnTo>
                  <a:lnTo>
                    <a:pt x="179501" y="359003"/>
                  </a:lnTo>
                  <a:lnTo>
                    <a:pt x="227228" y="352590"/>
                  </a:lnTo>
                  <a:lnTo>
                    <a:pt x="270103" y="334492"/>
                  </a:lnTo>
                  <a:lnTo>
                    <a:pt x="306438" y="306425"/>
                  </a:lnTo>
                  <a:lnTo>
                    <a:pt x="334505" y="270090"/>
                  </a:lnTo>
                  <a:lnTo>
                    <a:pt x="352602" y="227215"/>
                  </a:lnTo>
                  <a:lnTo>
                    <a:pt x="359003" y="179501"/>
                  </a:lnTo>
                  <a:close/>
                </a:path>
              </a:pathLst>
            </a:custGeom>
            <a:solidFill>
              <a:srgbClr val="A1D5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 descr=""/>
            <p:cNvSpPr/>
            <p:nvPr/>
          </p:nvSpPr>
          <p:spPr>
            <a:xfrm>
              <a:off x="18266436" y="2491998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09" h="295910">
                  <a:moveTo>
                    <a:pt x="147859" y="0"/>
                  </a:moveTo>
                  <a:lnTo>
                    <a:pt x="101123" y="7538"/>
                  </a:lnTo>
                  <a:lnTo>
                    <a:pt x="60534" y="28531"/>
                  </a:lnTo>
                  <a:lnTo>
                    <a:pt x="28527" y="60541"/>
                  </a:lnTo>
                  <a:lnTo>
                    <a:pt x="7537" y="101133"/>
                  </a:lnTo>
                  <a:lnTo>
                    <a:pt x="0" y="147869"/>
                  </a:lnTo>
                  <a:lnTo>
                    <a:pt x="7537" y="194606"/>
                  </a:lnTo>
                  <a:lnTo>
                    <a:pt x="28527" y="235198"/>
                  </a:lnTo>
                  <a:lnTo>
                    <a:pt x="60534" y="267208"/>
                  </a:lnTo>
                  <a:lnTo>
                    <a:pt x="101123" y="288200"/>
                  </a:lnTo>
                  <a:lnTo>
                    <a:pt x="147859" y="295739"/>
                  </a:lnTo>
                  <a:lnTo>
                    <a:pt x="194596" y="288200"/>
                  </a:lnTo>
                  <a:lnTo>
                    <a:pt x="235187" y="267208"/>
                  </a:lnTo>
                  <a:lnTo>
                    <a:pt x="267197" y="235198"/>
                  </a:lnTo>
                  <a:lnTo>
                    <a:pt x="288190" y="194606"/>
                  </a:lnTo>
                  <a:lnTo>
                    <a:pt x="295729" y="147869"/>
                  </a:lnTo>
                  <a:lnTo>
                    <a:pt x="288190" y="101133"/>
                  </a:lnTo>
                  <a:lnTo>
                    <a:pt x="267197" y="60541"/>
                  </a:lnTo>
                  <a:lnTo>
                    <a:pt x="235187" y="28531"/>
                  </a:lnTo>
                  <a:lnTo>
                    <a:pt x="194596" y="7538"/>
                  </a:lnTo>
                  <a:lnTo>
                    <a:pt x="147859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5" name="object 595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18300542" y="2526112"/>
              <a:ext cx="227511" cy="227511"/>
            </a:xfrm>
            <a:prstGeom prst="rect">
              <a:avLst/>
            </a:prstGeom>
          </p:spPr>
        </p:pic>
        <p:sp>
          <p:nvSpPr>
            <p:cNvPr id="596" name="object 596" descr=""/>
            <p:cNvSpPr/>
            <p:nvPr/>
          </p:nvSpPr>
          <p:spPr>
            <a:xfrm>
              <a:off x="18266436" y="2889477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09" h="295910">
                  <a:moveTo>
                    <a:pt x="147859" y="0"/>
                  </a:moveTo>
                  <a:lnTo>
                    <a:pt x="101123" y="7538"/>
                  </a:lnTo>
                  <a:lnTo>
                    <a:pt x="60534" y="28531"/>
                  </a:lnTo>
                  <a:lnTo>
                    <a:pt x="28527" y="60541"/>
                  </a:lnTo>
                  <a:lnTo>
                    <a:pt x="7537" y="101133"/>
                  </a:lnTo>
                  <a:lnTo>
                    <a:pt x="0" y="147869"/>
                  </a:lnTo>
                  <a:lnTo>
                    <a:pt x="7537" y="194606"/>
                  </a:lnTo>
                  <a:lnTo>
                    <a:pt x="28527" y="235198"/>
                  </a:lnTo>
                  <a:lnTo>
                    <a:pt x="60534" y="267208"/>
                  </a:lnTo>
                  <a:lnTo>
                    <a:pt x="101123" y="288200"/>
                  </a:lnTo>
                  <a:lnTo>
                    <a:pt x="147859" y="295739"/>
                  </a:lnTo>
                  <a:lnTo>
                    <a:pt x="194596" y="288200"/>
                  </a:lnTo>
                  <a:lnTo>
                    <a:pt x="235187" y="267208"/>
                  </a:lnTo>
                  <a:lnTo>
                    <a:pt x="267197" y="235198"/>
                  </a:lnTo>
                  <a:lnTo>
                    <a:pt x="288190" y="194606"/>
                  </a:lnTo>
                  <a:lnTo>
                    <a:pt x="295729" y="147869"/>
                  </a:lnTo>
                  <a:lnTo>
                    <a:pt x="288190" y="101133"/>
                  </a:lnTo>
                  <a:lnTo>
                    <a:pt x="267197" y="60541"/>
                  </a:lnTo>
                  <a:lnTo>
                    <a:pt x="235187" y="28531"/>
                  </a:lnTo>
                  <a:lnTo>
                    <a:pt x="194596" y="7538"/>
                  </a:lnTo>
                  <a:lnTo>
                    <a:pt x="147859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7" name="object 597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8300542" y="2923591"/>
              <a:ext cx="227511" cy="227511"/>
            </a:xfrm>
            <a:prstGeom prst="rect">
              <a:avLst/>
            </a:prstGeom>
          </p:spPr>
        </p:pic>
        <p:sp>
          <p:nvSpPr>
            <p:cNvPr id="598" name="object 598" descr=""/>
            <p:cNvSpPr/>
            <p:nvPr/>
          </p:nvSpPr>
          <p:spPr>
            <a:xfrm>
              <a:off x="18287370" y="2512941"/>
              <a:ext cx="394335" cy="749300"/>
            </a:xfrm>
            <a:custGeom>
              <a:avLst/>
              <a:gdLst/>
              <a:ahLst/>
              <a:cxnLst/>
              <a:rect l="l" t="t" r="r" b="b"/>
              <a:pathLst>
                <a:path w="394334" h="749300">
                  <a:moveTo>
                    <a:pt x="253856" y="0"/>
                  </a:moveTo>
                  <a:lnTo>
                    <a:pt x="283065" y="38277"/>
                  </a:lnTo>
                  <a:lnTo>
                    <a:pt x="300591" y="81392"/>
                  </a:lnTo>
                  <a:lnTo>
                    <a:pt x="306433" y="126928"/>
                  </a:lnTo>
                  <a:lnTo>
                    <a:pt x="300591" y="172463"/>
                  </a:lnTo>
                  <a:lnTo>
                    <a:pt x="283065" y="215579"/>
                  </a:lnTo>
                  <a:lnTo>
                    <a:pt x="253856" y="253856"/>
                  </a:lnTo>
                  <a:lnTo>
                    <a:pt x="215579" y="283065"/>
                  </a:lnTo>
                  <a:lnTo>
                    <a:pt x="172463" y="300591"/>
                  </a:lnTo>
                  <a:lnTo>
                    <a:pt x="126928" y="306433"/>
                  </a:lnTo>
                  <a:lnTo>
                    <a:pt x="81392" y="300591"/>
                  </a:lnTo>
                  <a:lnTo>
                    <a:pt x="38277" y="283065"/>
                  </a:lnTo>
                  <a:lnTo>
                    <a:pt x="0" y="253856"/>
                  </a:lnTo>
                  <a:lnTo>
                    <a:pt x="94122" y="347978"/>
                  </a:lnTo>
                  <a:lnTo>
                    <a:pt x="136663" y="345218"/>
                  </a:lnTo>
                  <a:lnTo>
                    <a:pt x="178760" y="352540"/>
                  </a:lnTo>
                  <a:lnTo>
                    <a:pt x="218471" y="369955"/>
                  </a:lnTo>
                  <a:lnTo>
                    <a:pt x="253856" y="397474"/>
                  </a:lnTo>
                  <a:lnTo>
                    <a:pt x="283065" y="435751"/>
                  </a:lnTo>
                  <a:lnTo>
                    <a:pt x="300591" y="478867"/>
                  </a:lnTo>
                  <a:lnTo>
                    <a:pt x="306433" y="524402"/>
                  </a:lnTo>
                  <a:lnTo>
                    <a:pt x="300591" y="569938"/>
                  </a:lnTo>
                  <a:lnTo>
                    <a:pt x="283065" y="613053"/>
                  </a:lnTo>
                  <a:lnTo>
                    <a:pt x="253856" y="651330"/>
                  </a:lnTo>
                  <a:lnTo>
                    <a:pt x="215579" y="680540"/>
                  </a:lnTo>
                  <a:lnTo>
                    <a:pt x="172463" y="698066"/>
                  </a:lnTo>
                  <a:lnTo>
                    <a:pt x="126928" y="703907"/>
                  </a:lnTo>
                  <a:lnTo>
                    <a:pt x="81392" y="698066"/>
                  </a:lnTo>
                  <a:lnTo>
                    <a:pt x="38277" y="680540"/>
                  </a:lnTo>
                  <a:lnTo>
                    <a:pt x="0" y="651330"/>
                  </a:lnTo>
                  <a:lnTo>
                    <a:pt x="97473" y="748804"/>
                  </a:lnTo>
                  <a:lnTo>
                    <a:pt x="344691" y="748804"/>
                  </a:lnTo>
                  <a:lnTo>
                    <a:pt x="363888" y="744920"/>
                  </a:lnTo>
                  <a:lnTo>
                    <a:pt x="379580" y="734334"/>
                  </a:lnTo>
                  <a:lnTo>
                    <a:pt x="390166" y="718646"/>
                  </a:lnTo>
                  <a:lnTo>
                    <a:pt x="394050" y="699455"/>
                  </a:lnTo>
                  <a:lnTo>
                    <a:pt x="394050" y="140194"/>
                  </a:lnTo>
                  <a:lnTo>
                    <a:pt x="253856" y="0"/>
                  </a:lnTo>
                  <a:close/>
                </a:path>
              </a:pathLst>
            </a:custGeom>
            <a:solidFill>
              <a:srgbClr val="A1D5D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99" name="object 599" descr=""/>
          <p:cNvPicPr/>
          <p:nvPr/>
        </p:nvPicPr>
        <p:blipFill>
          <a:blip r:embed="rId113" cstate="print"/>
          <a:stretch>
            <a:fillRect/>
          </a:stretch>
        </p:blipFill>
        <p:spPr>
          <a:xfrm>
            <a:off x="11117085" y="4907127"/>
            <a:ext cx="662419" cy="3915822"/>
          </a:xfrm>
          <a:prstGeom prst="rect">
            <a:avLst/>
          </a:prstGeom>
        </p:spPr>
      </p:pic>
      <p:pic>
        <p:nvPicPr>
          <p:cNvPr id="600" name="object 600" descr=""/>
          <p:cNvPicPr/>
          <p:nvPr/>
        </p:nvPicPr>
        <p:blipFill>
          <a:blip r:embed="rId114" cstate="print"/>
          <a:stretch>
            <a:fillRect/>
          </a:stretch>
        </p:blipFill>
        <p:spPr>
          <a:xfrm>
            <a:off x="11107108" y="9102900"/>
            <a:ext cx="2681698" cy="1006963"/>
          </a:xfrm>
          <a:prstGeom prst="rect">
            <a:avLst/>
          </a:prstGeom>
        </p:spPr>
      </p:pic>
      <p:grpSp>
        <p:nvGrpSpPr>
          <p:cNvPr id="601" name="object 601" descr=""/>
          <p:cNvGrpSpPr/>
          <p:nvPr/>
        </p:nvGrpSpPr>
        <p:grpSpPr>
          <a:xfrm>
            <a:off x="14118800" y="9202295"/>
            <a:ext cx="1459865" cy="888365"/>
            <a:chOff x="14118800" y="9202295"/>
            <a:chExt cx="1459865" cy="888365"/>
          </a:xfrm>
        </p:grpSpPr>
        <p:sp>
          <p:nvSpPr>
            <p:cNvPr id="602" name="object 602" descr=""/>
            <p:cNvSpPr/>
            <p:nvPr/>
          </p:nvSpPr>
          <p:spPr>
            <a:xfrm>
              <a:off x="14118800" y="9202307"/>
              <a:ext cx="1459865" cy="763905"/>
            </a:xfrm>
            <a:custGeom>
              <a:avLst/>
              <a:gdLst/>
              <a:ahLst/>
              <a:cxnLst/>
              <a:rect l="l" t="t" r="r" b="b"/>
              <a:pathLst>
                <a:path w="1459865" h="763904">
                  <a:moveTo>
                    <a:pt x="1459767" y="0"/>
                  </a:moveTo>
                  <a:lnTo>
                    <a:pt x="355067" y="0"/>
                  </a:lnTo>
                  <a:lnTo>
                    <a:pt x="0" y="355067"/>
                  </a:lnTo>
                  <a:lnTo>
                    <a:pt x="0" y="763442"/>
                  </a:lnTo>
                  <a:lnTo>
                    <a:pt x="1459767" y="763442"/>
                  </a:lnTo>
                  <a:lnTo>
                    <a:pt x="1459767" y="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 descr=""/>
            <p:cNvSpPr/>
            <p:nvPr/>
          </p:nvSpPr>
          <p:spPr>
            <a:xfrm>
              <a:off x="14501589" y="9264210"/>
              <a:ext cx="527685" cy="323215"/>
            </a:xfrm>
            <a:custGeom>
              <a:avLst/>
              <a:gdLst/>
              <a:ahLst/>
              <a:cxnLst/>
              <a:rect l="l" t="t" r="r" b="b"/>
              <a:pathLst>
                <a:path w="527684" h="323215">
                  <a:moveTo>
                    <a:pt x="527271" y="0"/>
                  </a:moveTo>
                  <a:lnTo>
                    <a:pt x="0" y="0"/>
                  </a:lnTo>
                  <a:lnTo>
                    <a:pt x="0" y="322817"/>
                  </a:lnTo>
                  <a:lnTo>
                    <a:pt x="527271" y="322817"/>
                  </a:lnTo>
                  <a:lnTo>
                    <a:pt x="527271" y="0"/>
                  </a:lnTo>
                  <a:close/>
                </a:path>
              </a:pathLst>
            </a:custGeom>
            <a:solidFill>
              <a:srgbClr val="CAE7E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 descr=""/>
            <p:cNvSpPr/>
            <p:nvPr/>
          </p:nvSpPr>
          <p:spPr>
            <a:xfrm>
              <a:off x="14552523" y="9301752"/>
              <a:ext cx="443230" cy="76200"/>
            </a:xfrm>
            <a:custGeom>
              <a:avLst/>
              <a:gdLst/>
              <a:ahLst/>
              <a:cxnLst/>
              <a:rect l="l" t="t" r="r" b="b"/>
              <a:pathLst>
                <a:path w="443230" h="76200">
                  <a:moveTo>
                    <a:pt x="76174" y="0"/>
                  </a:moveTo>
                  <a:lnTo>
                    <a:pt x="0" y="0"/>
                  </a:lnTo>
                  <a:lnTo>
                    <a:pt x="0" y="76174"/>
                  </a:lnTo>
                  <a:lnTo>
                    <a:pt x="76174" y="76174"/>
                  </a:lnTo>
                  <a:lnTo>
                    <a:pt x="76174" y="0"/>
                  </a:lnTo>
                  <a:close/>
                </a:path>
                <a:path w="443230" h="76200">
                  <a:moveTo>
                    <a:pt x="198450" y="0"/>
                  </a:moveTo>
                  <a:lnTo>
                    <a:pt x="122275" y="0"/>
                  </a:lnTo>
                  <a:lnTo>
                    <a:pt x="122275" y="76174"/>
                  </a:lnTo>
                  <a:lnTo>
                    <a:pt x="198450" y="76174"/>
                  </a:lnTo>
                  <a:lnTo>
                    <a:pt x="198450" y="0"/>
                  </a:lnTo>
                  <a:close/>
                </a:path>
                <a:path w="443230" h="76200">
                  <a:moveTo>
                    <a:pt x="320751" y="0"/>
                  </a:moveTo>
                  <a:lnTo>
                    <a:pt x="244563" y="0"/>
                  </a:lnTo>
                  <a:lnTo>
                    <a:pt x="244563" y="76174"/>
                  </a:lnTo>
                  <a:lnTo>
                    <a:pt x="320751" y="76174"/>
                  </a:lnTo>
                  <a:lnTo>
                    <a:pt x="320751" y="0"/>
                  </a:lnTo>
                  <a:close/>
                </a:path>
                <a:path w="443230" h="76200">
                  <a:moveTo>
                    <a:pt x="443026" y="0"/>
                  </a:moveTo>
                  <a:lnTo>
                    <a:pt x="366852" y="0"/>
                  </a:lnTo>
                  <a:lnTo>
                    <a:pt x="366852" y="76174"/>
                  </a:lnTo>
                  <a:lnTo>
                    <a:pt x="443026" y="76174"/>
                  </a:lnTo>
                  <a:lnTo>
                    <a:pt x="443026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 descr=""/>
            <p:cNvSpPr/>
            <p:nvPr/>
          </p:nvSpPr>
          <p:spPr>
            <a:xfrm>
              <a:off x="15072336" y="9264210"/>
              <a:ext cx="469265" cy="114300"/>
            </a:xfrm>
            <a:custGeom>
              <a:avLst/>
              <a:gdLst/>
              <a:ahLst/>
              <a:cxnLst/>
              <a:rect l="l" t="t" r="r" b="b"/>
              <a:pathLst>
                <a:path w="469265" h="114300">
                  <a:moveTo>
                    <a:pt x="469116" y="0"/>
                  </a:moveTo>
                  <a:lnTo>
                    <a:pt x="0" y="0"/>
                  </a:lnTo>
                  <a:lnTo>
                    <a:pt x="0" y="114268"/>
                  </a:lnTo>
                  <a:lnTo>
                    <a:pt x="469116" y="114268"/>
                  </a:lnTo>
                  <a:lnTo>
                    <a:pt x="469116" y="0"/>
                  </a:lnTo>
                  <a:close/>
                </a:path>
              </a:pathLst>
            </a:custGeom>
            <a:solidFill>
              <a:srgbClr val="CAE7E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 descr=""/>
            <p:cNvSpPr/>
            <p:nvPr/>
          </p:nvSpPr>
          <p:spPr>
            <a:xfrm>
              <a:off x="15063711" y="9292405"/>
              <a:ext cx="396240" cy="386080"/>
            </a:xfrm>
            <a:custGeom>
              <a:avLst/>
              <a:gdLst/>
              <a:ahLst/>
              <a:cxnLst/>
              <a:rect l="l" t="t" r="r" b="b"/>
              <a:pathLst>
                <a:path w="396240" h="386079">
                  <a:moveTo>
                    <a:pt x="44107" y="219265"/>
                  </a:moveTo>
                  <a:lnTo>
                    <a:pt x="42367" y="210680"/>
                  </a:lnTo>
                  <a:lnTo>
                    <a:pt x="37642" y="203669"/>
                  </a:lnTo>
                  <a:lnTo>
                    <a:pt x="30632" y="198945"/>
                  </a:lnTo>
                  <a:lnTo>
                    <a:pt x="22047" y="197205"/>
                  </a:lnTo>
                  <a:lnTo>
                    <a:pt x="13474" y="198945"/>
                  </a:lnTo>
                  <a:lnTo>
                    <a:pt x="6464" y="203669"/>
                  </a:lnTo>
                  <a:lnTo>
                    <a:pt x="1739" y="210680"/>
                  </a:lnTo>
                  <a:lnTo>
                    <a:pt x="0" y="219265"/>
                  </a:lnTo>
                  <a:lnTo>
                    <a:pt x="0" y="363994"/>
                  </a:lnTo>
                  <a:lnTo>
                    <a:pt x="1739" y="372579"/>
                  </a:lnTo>
                  <a:lnTo>
                    <a:pt x="6464" y="379590"/>
                  </a:lnTo>
                  <a:lnTo>
                    <a:pt x="13474" y="384314"/>
                  </a:lnTo>
                  <a:lnTo>
                    <a:pt x="22047" y="386054"/>
                  </a:lnTo>
                  <a:lnTo>
                    <a:pt x="30632" y="384314"/>
                  </a:lnTo>
                  <a:lnTo>
                    <a:pt x="37642" y="379590"/>
                  </a:lnTo>
                  <a:lnTo>
                    <a:pt x="42367" y="372579"/>
                  </a:lnTo>
                  <a:lnTo>
                    <a:pt x="44107" y="363994"/>
                  </a:lnTo>
                  <a:lnTo>
                    <a:pt x="44107" y="219265"/>
                  </a:lnTo>
                  <a:close/>
                </a:path>
                <a:path w="396240" h="386079">
                  <a:moveTo>
                    <a:pt x="219240" y="2565"/>
                  </a:moveTo>
                  <a:lnTo>
                    <a:pt x="216674" y="0"/>
                  </a:lnTo>
                  <a:lnTo>
                    <a:pt x="156337" y="0"/>
                  </a:lnTo>
                  <a:lnTo>
                    <a:pt x="153797" y="2565"/>
                  </a:lnTo>
                  <a:lnTo>
                    <a:pt x="153797" y="5702"/>
                  </a:lnTo>
                  <a:lnTo>
                    <a:pt x="153797" y="28028"/>
                  </a:lnTo>
                  <a:lnTo>
                    <a:pt x="156337" y="30568"/>
                  </a:lnTo>
                  <a:lnTo>
                    <a:pt x="216674" y="30568"/>
                  </a:lnTo>
                  <a:lnTo>
                    <a:pt x="219240" y="28028"/>
                  </a:lnTo>
                  <a:lnTo>
                    <a:pt x="219240" y="2565"/>
                  </a:lnTo>
                  <a:close/>
                </a:path>
                <a:path w="396240" h="386079">
                  <a:moveTo>
                    <a:pt x="307632" y="2565"/>
                  </a:moveTo>
                  <a:lnTo>
                    <a:pt x="305079" y="0"/>
                  </a:lnTo>
                  <a:lnTo>
                    <a:pt x="244754" y="0"/>
                  </a:lnTo>
                  <a:lnTo>
                    <a:pt x="242201" y="2565"/>
                  </a:lnTo>
                  <a:lnTo>
                    <a:pt x="242201" y="5702"/>
                  </a:lnTo>
                  <a:lnTo>
                    <a:pt x="242201" y="28028"/>
                  </a:lnTo>
                  <a:lnTo>
                    <a:pt x="244754" y="30568"/>
                  </a:lnTo>
                  <a:lnTo>
                    <a:pt x="305079" y="30568"/>
                  </a:lnTo>
                  <a:lnTo>
                    <a:pt x="307632" y="28028"/>
                  </a:lnTo>
                  <a:lnTo>
                    <a:pt x="307632" y="2565"/>
                  </a:lnTo>
                  <a:close/>
                </a:path>
                <a:path w="396240" h="386079">
                  <a:moveTo>
                    <a:pt x="396049" y="2565"/>
                  </a:moveTo>
                  <a:lnTo>
                    <a:pt x="393496" y="0"/>
                  </a:lnTo>
                  <a:lnTo>
                    <a:pt x="333159" y="0"/>
                  </a:lnTo>
                  <a:lnTo>
                    <a:pt x="330606" y="2565"/>
                  </a:lnTo>
                  <a:lnTo>
                    <a:pt x="330606" y="5702"/>
                  </a:lnTo>
                  <a:lnTo>
                    <a:pt x="330606" y="28028"/>
                  </a:lnTo>
                  <a:lnTo>
                    <a:pt x="333159" y="30568"/>
                  </a:lnTo>
                  <a:lnTo>
                    <a:pt x="393496" y="30568"/>
                  </a:lnTo>
                  <a:lnTo>
                    <a:pt x="396049" y="28028"/>
                  </a:lnTo>
                  <a:lnTo>
                    <a:pt x="396049" y="2565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7" name="object 607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4311719" y="9574046"/>
              <a:ext cx="80678" cy="80688"/>
            </a:xfrm>
            <a:prstGeom prst="rect">
              <a:avLst/>
            </a:prstGeom>
          </p:spPr>
        </p:pic>
        <p:pic>
          <p:nvPicPr>
            <p:cNvPr id="608" name="object 608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4311719" y="9689564"/>
              <a:ext cx="80678" cy="80688"/>
            </a:xfrm>
            <a:prstGeom prst="rect">
              <a:avLst/>
            </a:prstGeom>
          </p:spPr>
        </p:pic>
        <p:sp>
          <p:nvSpPr>
            <p:cNvPr id="609" name="object 609" descr=""/>
            <p:cNvSpPr/>
            <p:nvPr/>
          </p:nvSpPr>
          <p:spPr>
            <a:xfrm>
              <a:off x="14261503" y="9495364"/>
              <a:ext cx="1261745" cy="469265"/>
            </a:xfrm>
            <a:custGeom>
              <a:avLst/>
              <a:gdLst/>
              <a:ahLst/>
              <a:cxnLst/>
              <a:rect l="l" t="t" r="r" b="b"/>
              <a:pathLst>
                <a:path w="1261744" h="469265">
                  <a:moveTo>
                    <a:pt x="181114" y="0"/>
                  </a:moveTo>
                  <a:lnTo>
                    <a:pt x="0" y="0"/>
                  </a:lnTo>
                  <a:lnTo>
                    <a:pt x="0" y="469112"/>
                  </a:lnTo>
                  <a:lnTo>
                    <a:pt x="181114" y="469112"/>
                  </a:lnTo>
                  <a:lnTo>
                    <a:pt x="181114" y="0"/>
                  </a:lnTo>
                  <a:close/>
                </a:path>
                <a:path w="1261744" h="469265">
                  <a:moveTo>
                    <a:pt x="1261745" y="274891"/>
                  </a:moveTo>
                  <a:lnTo>
                    <a:pt x="792632" y="274891"/>
                  </a:lnTo>
                  <a:lnTo>
                    <a:pt x="792632" y="414616"/>
                  </a:lnTo>
                  <a:lnTo>
                    <a:pt x="1261745" y="414616"/>
                  </a:lnTo>
                  <a:lnTo>
                    <a:pt x="1261745" y="274891"/>
                  </a:lnTo>
                  <a:close/>
                </a:path>
              </a:pathLst>
            </a:custGeom>
            <a:solidFill>
              <a:srgbClr val="CAE7E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0" name="object 610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4287853" y="9799110"/>
              <a:ext cx="128404" cy="128393"/>
            </a:xfrm>
            <a:prstGeom prst="rect">
              <a:avLst/>
            </a:prstGeom>
          </p:spPr>
        </p:pic>
        <p:sp>
          <p:nvSpPr>
            <p:cNvPr id="611" name="object 611" descr=""/>
            <p:cNvSpPr/>
            <p:nvPr/>
          </p:nvSpPr>
          <p:spPr>
            <a:xfrm>
              <a:off x="15162581" y="9307696"/>
              <a:ext cx="335280" cy="658495"/>
            </a:xfrm>
            <a:custGeom>
              <a:avLst/>
              <a:gdLst/>
              <a:ahLst/>
              <a:cxnLst/>
              <a:rect l="l" t="t" r="r" b="b"/>
              <a:pathLst>
                <a:path w="335280" h="658495">
                  <a:moveTo>
                    <a:pt x="112979" y="455930"/>
                  </a:moveTo>
                  <a:lnTo>
                    <a:pt x="27152" y="370128"/>
                  </a:lnTo>
                  <a:lnTo>
                    <a:pt x="4495" y="392785"/>
                  </a:lnTo>
                  <a:lnTo>
                    <a:pt x="80886" y="469201"/>
                  </a:lnTo>
                  <a:lnTo>
                    <a:pt x="80886" y="658063"/>
                  </a:lnTo>
                  <a:lnTo>
                    <a:pt x="112979" y="658063"/>
                  </a:lnTo>
                  <a:lnTo>
                    <a:pt x="112979" y="455930"/>
                  </a:lnTo>
                  <a:close/>
                </a:path>
                <a:path w="335280" h="658495">
                  <a:moveTo>
                    <a:pt x="192100" y="455930"/>
                  </a:moveTo>
                  <a:lnTo>
                    <a:pt x="29324" y="293179"/>
                  </a:lnTo>
                  <a:lnTo>
                    <a:pt x="6667" y="315836"/>
                  </a:lnTo>
                  <a:lnTo>
                    <a:pt x="160007" y="469201"/>
                  </a:lnTo>
                  <a:lnTo>
                    <a:pt x="160007" y="658063"/>
                  </a:lnTo>
                  <a:lnTo>
                    <a:pt x="192100" y="658063"/>
                  </a:lnTo>
                  <a:lnTo>
                    <a:pt x="192100" y="455930"/>
                  </a:lnTo>
                  <a:close/>
                </a:path>
                <a:path w="335280" h="658495">
                  <a:moveTo>
                    <a:pt x="271221" y="455930"/>
                  </a:moveTo>
                  <a:lnTo>
                    <a:pt x="32092" y="216789"/>
                  </a:lnTo>
                  <a:lnTo>
                    <a:pt x="32092" y="125183"/>
                  </a:lnTo>
                  <a:lnTo>
                    <a:pt x="99961" y="57302"/>
                  </a:lnTo>
                  <a:lnTo>
                    <a:pt x="99961" y="12"/>
                  </a:lnTo>
                  <a:lnTo>
                    <a:pt x="67868" y="12"/>
                  </a:lnTo>
                  <a:lnTo>
                    <a:pt x="67868" y="44030"/>
                  </a:lnTo>
                  <a:lnTo>
                    <a:pt x="0" y="111925"/>
                  </a:lnTo>
                  <a:lnTo>
                    <a:pt x="0" y="230060"/>
                  </a:lnTo>
                  <a:lnTo>
                    <a:pt x="239128" y="469201"/>
                  </a:lnTo>
                  <a:lnTo>
                    <a:pt x="239128" y="658063"/>
                  </a:lnTo>
                  <a:lnTo>
                    <a:pt x="271221" y="658063"/>
                  </a:lnTo>
                  <a:lnTo>
                    <a:pt x="271221" y="455930"/>
                  </a:lnTo>
                  <a:close/>
                </a:path>
                <a:path w="335280" h="658495">
                  <a:moveTo>
                    <a:pt x="280492" y="0"/>
                  </a:moveTo>
                  <a:lnTo>
                    <a:pt x="248399" y="0"/>
                  </a:lnTo>
                  <a:lnTo>
                    <a:pt x="248399" y="158635"/>
                  </a:lnTo>
                  <a:lnTo>
                    <a:pt x="280492" y="158635"/>
                  </a:lnTo>
                  <a:lnTo>
                    <a:pt x="280492" y="0"/>
                  </a:lnTo>
                  <a:close/>
                </a:path>
                <a:path w="335280" h="658495">
                  <a:moveTo>
                    <a:pt x="334683" y="413588"/>
                  </a:moveTo>
                  <a:lnTo>
                    <a:pt x="217208" y="296087"/>
                  </a:lnTo>
                  <a:lnTo>
                    <a:pt x="200317" y="312928"/>
                  </a:lnTo>
                  <a:lnTo>
                    <a:pt x="317804" y="430428"/>
                  </a:lnTo>
                  <a:lnTo>
                    <a:pt x="334683" y="413588"/>
                  </a:lnTo>
                  <a:close/>
                </a:path>
              </a:pathLst>
            </a:custGeom>
            <a:solidFill>
              <a:srgbClr val="A6D7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2" name="object 612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5211410" y="9307694"/>
              <a:ext cx="143272" cy="206718"/>
            </a:xfrm>
            <a:prstGeom prst="rect">
              <a:avLst/>
            </a:prstGeom>
          </p:spPr>
        </p:pic>
        <p:pic>
          <p:nvPicPr>
            <p:cNvPr id="613" name="object 613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4716978" y="9482315"/>
              <a:ext cx="96154" cy="96175"/>
            </a:xfrm>
            <a:prstGeom prst="rect">
              <a:avLst/>
            </a:prstGeom>
          </p:spPr>
        </p:pic>
        <p:pic>
          <p:nvPicPr>
            <p:cNvPr id="614" name="object 614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14684946" y="9737343"/>
              <a:ext cx="96154" cy="96164"/>
            </a:xfrm>
            <a:prstGeom prst="rect">
              <a:avLst/>
            </a:prstGeom>
          </p:spPr>
        </p:pic>
        <p:pic>
          <p:nvPicPr>
            <p:cNvPr id="615" name="object 615" descr="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14800615" y="9737343"/>
              <a:ext cx="96143" cy="96164"/>
            </a:xfrm>
            <a:prstGeom prst="rect">
              <a:avLst/>
            </a:prstGeom>
          </p:spPr>
        </p:pic>
        <p:pic>
          <p:nvPicPr>
            <p:cNvPr id="616" name="object 616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14916273" y="9737343"/>
              <a:ext cx="96154" cy="96164"/>
            </a:xfrm>
            <a:prstGeom prst="rect">
              <a:avLst/>
            </a:prstGeom>
          </p:spPr>
        </p:pic>
        <p:sp>
          <p:nvSpPr>
            <p:cNvPr id="617" name="object 617" descr=""/>
            <p:cNvSpPr/>
            <p:nvPr/>
          </p:nvSpPr>
          <p:spPr>
            <a:xfrm>
              <a:off x="14578685" y="9202299"/>
              <a:ext cx="896619" cy="344170"/>
            </a:xfrm>
            <a:custGeom>
              <a:avLst/>
              <a:gdLst/>
              <a:ahLst/>
              <a:cxnLst/>
              <a:rect l="l" t="t" r="r" b="b"/>
              <a:pathLst>
                <a:path w="896619" h="344170">
                  <a:moveTo>
                    <a:pt x="23850" y="0"/>
                  </a:moveTo>
                  <a:lnTo>
                    <a:pt x="0" y="0"/>
                  </a:lnTo>
                  <a:lnTo>
                    <a:pt x="0" y="99441"/>
                  </a:lnTo>
                  <a:lnTo>
                    <a:pt x="23850" y="99441"/>
                  </a:lnTo>
                  <a:lnTo>
                    <a:pt x="23850" y="0"/>
                  </a:lnTo>
                  <a:close/>
                </a:path>
                <a:path w="896619" h="344170">
                  <a:moveTo>
                    <a:pt x="146126" y="0"/>
                  </a:moveTo>
                  <a:lnTo>
                    <a:pt x="122288" y="0"/>
                  </a:lnTo>
                  <a:lnTo>
                    <a:pt x="122288" y="99441"/>
                  </a:lnTo>
                  <a:lnTo>
                    <a:pt x="146126" y="99441"/>
                  </a:lnTo>
                  <a:lnTo>
                    <a:pt x="146126" y="0"/>
                  </a:lnTo>
                  <a:close/>
                </a:path>
                <a:path w="896619" h="344170">
                  <a:moveTo>
                    <a:pt x="268414" y="0"/>
                  </a:moveTo>
                  <a:lnTo>
                    <a:pt x="244576" y="0"/>
                  </a:lnTo>
                  <a:lnTo>
                    <a:pt x="244576" y="99441"/>
                  </a:lnTo>
                  <a:lnTo>
                    <a:pt x="268414" y="99441"/>
                  </a:lnTo>
                  <a:lnTo>
                    <a:pt x="268414" y="0"/>
                  </a:lnTo>
                  <a:close/>
                </a:path>
                <a:path w="896619" h="344170">
                  <a:moveTo>
                    <a:pt x="390690" y="0"/>
                  </a:moveTo>
                  <a:lnTo>
                    <a:pt x="366852" y="0"/>
                  </a:lnTo>
                  <a:lnTo>
                    <a:pt x="366852" y="98856"/>
                  </a:lnTo>
                  <a:lnTo>
                    <a:pt x="390690" y="98856"/>
                  </a:lnTo>
                  <a:lnTo>
                    <a:pt x="390690" y="0"/>
                  </a:lnTo>
                  <a:close/>
                </a:path>
                <a:path w="896619" h="344170">
                  <a:moveTo>
                    <a:pt x="896429" y="296075"/>
                  </a:moveTo>
                  <a:lnTo>
                    <a:pt x="893191" y="280085"/>
                  </a:lnTo>
                  <a:lnTo>
                    <a:pt x="892644" y="277380"/>
                  </a:lnTo>
                  <a:lnTo>
                    <a:pt x="882319" y="262089"/>
                  </a:lnTo>
                  <a:lnTo>
                    <a:pt x="867041" y="251777"/>
                  </a:lnTo>
                  <a:lnTo>
                    <a:pt x="864336" y="251231"/>
                  </a:lnTo>
                  <a:lnTo>
                    <a:pt x="864336" y="287248"/>
                  </a:lnTo>
                  <a:lnTo>
                    <a:pt x="864336" y="304901"/>
                  </a:lnTo>
                  <a:lnTo>
                    <a:pt x="857173" y="312064"/>
                  </a:lnTo>
                  <a:lnTo>
                    <a:pt x="839520" y="312064"/>
                  </a:lnTo>
                  <a:lnTo>
                    <a:pt x="832358" y="304901"/>
                  </a:lnTo>
                  <a:lnTo>
                    <a:pt x="832358" y="287248"/>
                  </a:lnTo>
                  <a:lnTo>
                    <a:pt x="839520" y="280085"/>
                  </a:lnTo>
                  <a:lnTo>
                    <a:pt x="857173" y="280085"/>
                  </a:lnTo>
                  <a:lnTo>
                    <a:pt x="864336" y="287248"/>
                  </a:lnTo>
                  <a:lnTo>
                    <a:pt x="864336" y="251231"/>
                  </a:lnTo>
                  <a:lnTo>
                    <a:pt x="814362" y="262089"/>
                  </a:lnTo>
                  <a:lnTo>
                    <a:pt x="800265" y="296075"/>
                  </a:lnTo>
                  <a:lnTo>
                    <a:pt x="804049" y="314769"/>
                  </a:lnTo>
                  <a:lnTo>
                    <a:pt x="814362" y="330047"/>
                  </a:lnTo>
                  <a:lnTo>
                    <a:pt x="829652" y="340372"/>
                  </a:lnTo>
                  <a:lnTo>
                    <a:pt x="848347" y="344157"/>
                  </a:lnTo>
                  <a:lnTo>
                    <a:pt x="867041" y="340372"/>
                  </a:lnTo>
                  <a:lnTo>
                    <a:pt x="882319" y="330047"/>
                  </a:lnTo>
                  <a:lnTo>
                    <a:pt x="892644" y="314769"/>
                  </a:lnTo>
                  <a:lnTo>
                    <a:pt x="893191" y="312064"/>
                  </a:lnTo>
                  <a:lnTo>
                    <a:pt x="896429" y="296075"/>
                  </a:lnTo>
                  <a:close/>
                </a:path>
              </a:pathLst>
            </a:custGeom>
            <a:solidFill>
              <a:srgbClr val="A6D7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8" name="object 618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14416248" y="9851397"/>
              <a:ext cx="182580" cy="114352"/>
            </a:xfrm>
            <a:prstGeom prst="rect">
              <a:avLst/>
            </a:prstGeom>
          </p:spPr>
        </p:pic>
        <p:sp>
          <p:nvSpPr>
            <p:cNvPr id="619" name="object 619" descr=""/>
            <p:cNvSpPr/>
            <p:nvPr/>
          </p:nvSpPr>
          <p:spPr>
            <a:xfrm>
              <a:off x="14118806" y="9377940"/>
              <a:ext cx="1459865" cy="713105"/>
            </a:xfrm>
            <a:custGeom>
              <a:avLst/>
              <a:gdLst/>
              <a:ahLst/>
              <a:cxnLst/>
              <a:rect l="l" t="t" r="r" b="b"/>
              <a:pathLst>
                <a:path w="1459865" h="713104">
                  <a:moveTo>
                    <a:pt x="483730" y="0"/>
                  </a:moveTo>
                  <a:lnTo>
                    <a:pt x="459879" y="0"/>
                  </a:lnTo>
                  <a:lnTo>
                    <a:pt x="459879" y="71031"/>
                  </a:lnTo>
                  <a:lnTo>
                    <a:pt x="483730" y="71031"/>
                  </a:lnTo>
                  <a:lnTo>
                    <a:pt x="483730" y="0"/>
                  </a:lnTo>
                  <a:close/>
                </a:path>
                <a:path w="1459865" h="713104">
                  <a:moveTo>
                    <a:pt x="609219" y="0"/>
                  </a:moveTo>
                  <a:lnTo>
                    <a:pt x="585368" y="0"/>
                  </a:lnTo>
                  <a:lnTo>
                    <a:pt x="585368" y="86652"/>
                  </a:lnTo>
                  <a:lnTo>
                    <a:pt x="447484" y="224536"/>
                  </a:lnTo>
                  <a:lnTo>
                    <a:pt x="273583" y="224536"/>
                  </a:lnTo>
                  <a:lnTo>
                    <a:pt x="273583" y="248373"/>
                  </a:lnTo>
                  <a:lnTo>
                    <a:pt x="457352" y="248373"/>
                  </a:lnTo>
                  <a:lnTo>
                    <a:pt x="609219" y="96545"/>
                  </a:lnTo>
                  <a:lnTo>
                    <a:pt x="609219" y="0"/>
                  </a:lnTo>
                  <a:close/>
                </a:path>
                <a:path w="1459865" h="713104">
                  <a:moveTo>
                    <a:pt x="639686" y="181584"/>
                  </a:moveTo>
                  <a:lnTo>
                    <a:pt x="622820" y="164706"/>
                  </a:lnTo>
                  <a:lnTo>
                    <a:pt x="447484" y="340067"/>
                  </a:lnTo>
                  <a:lnTo>
                    <a:pt x="273583" y="340067"/>
                  </a:lnTo>
                  <a:lnTo>
                    <a:pt x="273583" y="363893"/>
                  </a:lnTo>
                  <a:lnTo>
                    <a:pt x="457352" y="363893"/>
                  </a:lnTo>
                  <a:lnTo>
                    <a:pt x="639686" y="181584"/>
                  </a:lnTo>
                  <a:close/>
                </a:path>
                <a:path w="1459865" h="713104">
                  <a:moveTo>
                    <a:pt x="1459763" y="587819"/>
                  </a:moveTo>
                  <a:lnTo>
                    <a:pt x="0" y="587819"/>
                  </a:lnTo>
                  <a:lnTo>
                    <a:pt x="0" y="712520"/>
                  </a:lnTo>
                  <a:lnTo>
                    <a:pt x="1459763" y="712520"/>
                  </a:lnTo>
                  <a:lnTo>
                    <a:pt x="1459763" y="587819"/>
                  </a:lnTo>
                  <a:close/>
                </a:path>
              </a:pathLst>
            </a:custGeom>
            <a:solidFill>
              <a:srgbClr val="A6D7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 descr=""/>
            <p:cNvSpPr/>
            <p:nvPr/>
          </p:nvSpPr>
          <p:spPr>
            <a:xfrm>
              <a:off x="14161719" y="10009612"/>
              <a:ext cx="1374140" cy="81280"/>
            </a:xfrm>
            <a:custGeom>
              <a:avLst/>
              <a:gdLst/>
              <a:ahLst/>
              <a:cxnLst/>
              <a:rect l="l" t="t" r="r" b="b"/>
              <a:pathLst>
                <a:path w="1374140" h="81279">
                  <a:moveTo>
                    <a:pt x="23837" y="0"/>
                  </a:moveTo>
                  <a:lnTo>
                    <a:pt x="0" y="0"/>
                  </a:lnTo>
                  <a:lnTo>
                    <a:pt x="0" y="80835"/>
                  </a:lnTo>
                  <a:lnTo>
                    <a:pt x="23837" y="80835"/>
                  </a:lnTo>
                  <a:lnTo>
                    <a:pt x="23837" y="0"/>
                  </a:lnTo>
                  <a:close/>
                </a:path>
                <a:path w="1374140" h="81279">
                  <a:moveTo>
                    <a:pt x="82537" y="0"/>
                  </a:moveTo>
                  <a:lnTo>
                    <a:pt x="58686" y="0"/>
                  </a:lnTo>
                  <a:lnTo>
                    <a:pt x="58686" y="80835"/>
                  </a:lnTo>
                  <a:lnTo>
                    <a:pt x="82537" y="80835"/>
                  </a:lnTo>
                  <a:lnTo>
                    <a:pt x="82537" y="0"/>
                  </a:lnTo>
                  <a:close/>
                </a:path>
                <a:path w="1374140" h="81279">
                  <a:moveTo>
                    <a:pt x="141236" y="0"/>
                  </a:moveTo>
                  <a:lnTo>
                    <a:pt x="117386" y="0"/>
                  </a:lnTo>
                  <a:lnTo>
                    <a:pt x="117386" y="80835"/>
                  </a:lnTo>
                  <a:lnTo>
                    <a:pt x="141236" y="80835"/>
                  </a:lnTo>
                  <a:lnTo>
                    <a:pt x="141236" y="0"/>
                  </a:lnTo>
                  <a:close/>
                </a:path>
                <a:path w="1374140" h="81279">
                  <a:moveTo>
                    <a:pt x="199936" y="0"/>
                  </a:moveTo>
                  <a:lnTo>
                    <a:pt x="176098" y="0"/>
                  </a:lnTo>
                  <a:lnTo>
                    <a:pt x="176098" y="80835"/>
                  </a:lnTo>
                  <a:lnTo>
                    <a:pt x="199936" y="80835"/>
                  </a:lnTo>
                  <a:lnTo>
                    <a:pt x="199936" y="0"/>
                  </a:lnTo>
                  <a:close/>
                </a:path>
                <a:path w="1374140" h="81279">
                  <a:moveTo>
                    <a:pt x="258635" y="0"/>
                  </a:moveTo>
                  <a:lnTo>
                    <a:pt x="234784" y="0"/>
                  </a:lnTo>
                  <a:lnTo>
                    <a:pt x="234784" y="80835"/>
                  </a:lnTo>
                  <a:lnTo>
                    <a:pt x="258635" y="80835"/>
                  </a:lnTo>
                  <a:lnTo>
                    <a:pt x="258635" y="0"/>
                  </a:lnTo>
                  <a:close/>
                </a:path>
                <a:path w="1374140" h="81279">
                  <a:moveTo>
                    <a:pt x="317334" y="0"/>
                  </a:moveTo>
                  <a:lnTo>
                    <a:pt x="293484" y="0"/>
                  </a:lnTo>
                  <a:lnTo>
                    <a:pt x="293484" y="80835"/>
                  </a:lnTo>
                  <a:lnTo>
                    <a:pt x="317334" y="80835"/>
                  </a:lnTo>
                  <a:lnTo>
                    <a:pt x="317334" y="0"/>
                  </a:lnTo>
                  <a:close/>
                </a:path>
                <a:path w="1374140" h="81279">
                  <a:moveTo>
                    <a:pt x="376047" y="0"/>
                  </a:moveTo>
                  <a:lnTo>
                    <a:pt x="352196" y="0"/>
                  </a:lnTo>
                  <a:lnTo>
                    <a:pt x="352196" y="80835"/>
                  </a:lnTo>
                  <a:lnTo>
                    <a:pt x="376047" y="80835"/>
                  </a:lnTo>
                  <a:lnTo>
                    <a:pt x="376047" y="0"/>
                  </a:lnTo>
                  <a:close/>
                </a:path>
                <a:path w="1374140" h="81279">
                  <a:moveTo>
                    <a:pt x="434746" y="0"/>
                  </a:moveTo>
                  <a:lnTo>
                    <a:pt x="410895" y="0"/>
                  </a:lnTo>
                  <a:lnTo>
                    <a:pt x="410895" y="80835"/>
                  </a:lnTo>
                  <a:lnTo>
                    <a:pt x="434746" y="80835"/>
                  </a:lnTo>
                  <a:lnTo>
                    <a:pt x="434746" y="0"/>
                  </a:lnTo>
                  <a:close/>
                </a:path>
                <a:path w="1374140" h="81279">
                  <a:moveTo>
                    <a:pt x="493433" y="0"/>
                  </a:moveTo>
                  <a:lnTo>
                    <a:pt x="469582" y="0"/>
                  </a:lnTo>
                  <a:lnTo>
                    <a:pt x="469582" y="80835"/>
                  </a:lnTo>
                  <a:lnTo>
                    <a:pt x="493433" y="80835"/>
                  </a:lnTo>
                  <a:lnTo>
                    <a:pt x="493433" y="0"/>
                  </a:lnTo>
                  <a:close/>
                </a:path>
                <a:path w="1374140" h="81279">
                  <a:moveTo>
                    <a:pt x="552132" y="0"/>
                  </a:moveTo>
                  <a:lnTo>
                    <a:pt x="528294" y="0"/>
                  </a:lnTo>
                  <a:lnTo>
                    <a:pt x="528294" y="80835"/>
                  </a:lnTo>
                  <a:lnTo>
                    <a:pt x="552132" y="80835"/>
                  </a:lnTo>
                  <a:lnTo>
                    <a:pt x="552132" y="0"/>
                  </a:lnTo>
                  <a:close/>
                </a:path>
                <a:path w="1374140" h="81279">
                  <a:moveTo>
                    <a:pt x="610844" y="0"/>
                  </a:moveTo>
                  <a:lnTo>
                    <a:pt x="586994" y="0"/>
                  </a:lnTo>
                  <a:lnTo>
                    <a:pt x="586994" y="80835"/>
                  </a:lnTo>
                  <a:lnTo>
                    <a:pt x="610844" y="80835"/>
                  </a:lnTo>
                  <a:lnTo>
                    <a:pt x="610844" y="0"/>
                  </a:lnTo>
                  <a:close/>
                </a:path>
                <a:path w="1374140" h="81279">
                  <a:moveTo>
                    <a:pt x="669531" y="0"/>
                  </a:moveTo>
                  <a:lnTo>
                    <a:pt x="645693" y="0"/>
                  </a:lnTo>
                  <a:lnTo>
                    <a:pt x="645693" y="80835"/>
                  </a:lnTo>
                  <a:lnTo>
                    <a:pt x="669531" y="80835"/>
                  </a:lnTo>
                  <a:lnTo>
                    <a:pt x="669531" y="0"/>
                  </a:lnTo>
                  <a:close/>
                </a:path>
                <a:path w="1374140" h="81279">
                  <a:moveTo>
                    <a:pt x="728230" y="0"/>
                  </a:moveTo>
                  <a:lnTo>
                    <a:pt x="704392" y="0"/>
                  </a:lnTo>
                  <a:lnTo>
                    <a:pt x="704392" y="80835"/>
                  </a:lnTo>
                  <a:lnTo>
                    <a:pt x="728230" y="80835"/>
                  </a:lnTo>
                  <a:lnTo>
                    <a:pt x="728230" y="0"/>
                  </a:lnTo>
                  <a:close/>
                </a:path>
                <a:path w="1374140" h="81279">
                  <a:moveTo>
                    <a:pt x="786930" y="0"/>
                  </a:moveTo>
                  <a:lnTo>
                    <a:pt x="763092" y="0"/>
                  </a:lnTo>
                  <a:lnTo>
                    <a:pt x="763092" y="80835"/>
                  </a:lnTo>
                  <a:lnTo>
                    <a:pt x="786930" y="80835"/>
                  </a:lnTo>
                  <a:lnTo>
                    <a:pt x="786930" y="0"/>
                  </a:lnTo>
                  <a:close/>
                </a:path>
                <a:path w="1374140" h="81279">
                  <a:moveTo>
                    <a:pt x="845629" y="0"/>
                  </a:moveTo>
                  <a:lnTo>
                    <a:pt x="821791" y="0"/>
                  </a:lnTo>
                  <a:lnTo>
                    <a:pt x="821791" y="80835"/>
                  </a:lnTo>
                  <a:lnTo>
                    <a:pt x="845629" y="80835"/>
                  </a:lnTo>
                  <a:lnTo>
                    <a:pt x="845629" y="0"/>
                  </a:lnTo>
                  <a:close/>
                </a:path>
                <a:path w="1374140" h="81279">
                  <a:moveTo>
                    <a:pt x="904328" y="0"/>
                  </a:moveTo>
                  <a:lnTo>
                    <a:pt x="880503" y="0"/>
                  </a:lnTo>
                  <a:lnTo>
                    <a:pt x="880503" y="80835"/>
                  </a:lnTo>
                  <a:lnTo>
                    <a:pt x="904328" y="80835"/>
                  </a:lnTo>
                  <a:lnTo>
                    <a:pt x="904328" y="0"/>
                  </a:lnTo>
                  <a:close/>
                </a:path>
                <a:path w="1374140" h="81279">
                  <a:moveTo>
                    <a:pt x="963015" y="0"/>
                  </a:moveTo>
                  <a:lnTo>
                    <a:pt x="939190" y="0"/>
                  </a:lnTo>
                  <a:lnTo>
                    <a:pt x="939190" y="80835"/>
                  </a:lnTo>
                  <a:lnTo>
                    <a:pt x="963015" y="80835"/>
                  </a:lnTo>
                  <a:lnTo>
                    <a:pt x="963015" y="0"/>
                  </a:lnTo>
                  <a:close/>
                </a:path>
                <a:path w="1374140" h="81279">
                  <a:moveTo>
                    <a:pt x="1021715" y="0"/>
                  </a:moveTo>
                  <a:lnTo>
                    <a:pt x="997889" y="0"/>
                  </a:lnTo>
                  <a:lnTo>
                    <a:pt x="997889" y="80835"/>
                  </a:lnTo>
                  <a:lnTo>
                    <a:pt x="1021715" y="80835"/>
                  </a:lnTo>
                  <a:lnTo>
                    <a:pt x="1021715" y="0"/>
                  </a:lnTo>
                  <a:close/>
                </a:path>
                <a:path w="1374140" h="81279">
                  <a:moveTo>
                    <a:pt x="1080427" y="0"/>
                  </a:moveTo>
                  <a:lnTo>
                    <a:pt x="1056601" y="0"/>
                  </a:lnTo>
                  <a:lnTo>
                    <a:pt x="1056601" y="80835"/>
                  </a:lnTo>
                  <a:lnTo>
                    <a:pt x="1080427" y="80835"/>
                  </a:lnTo>
                  <a:lnTo>
                    <a:pt x="1080427" y="0"/>
                  </a:lnTo>
                  <a:close/>
                </a:path>
                <a:path w="1374140" h="81279">
                  <a:moveTo>
                    <a:pt x="1139113" y="0"/>
                  </a:moveTo>
                  <a:lnTo>
                    <a:pt x="1115288" y="0"/>
                  </a:lnTo>
                  <a:lnTo>
                    <a:pt x="1115288" y="80835"/>
                  </a:lnTo>
                  <a:lnTo>
                    <a:pt x="1139113" y="80835"/>
                  </a:lnTo>
                  <a:lnTo>
                    <a:pt x="1139113" y="0"/>
                  </a:lnTo>
                  <a:close/>
                </a:path>
                <a:path w="1374140" h="81279">
                  <a:moveTo>
                    <a:pt x="1197813" y="0"/>
                  </a:moveTo>
                  <a:lnTo>
                    <a:pt x="1173988" y="0"/>
                  </a:lnTo>
                  <a:lnTo>
                    <a:pt x="1173988" y="80835"/>
                  </a:lnTo>
                  <a:lnTo>
                    <a:pt x="1197813" y="80835"/>
                  </a:lnTo>
                  <a:lnTo>
                    <a:pt x="1197813" y="0"/>
                  </a:lnTo>
                  <a:close/>
                </a:path>
                <a:path w="1374140" h="81279">
                  <a:moveTo>
                    <a:pt x="1256525" y="0"/>
                  </a:moveTo>
                  <a:lnTo>
                    <a:pt x="1232700" y="0"/>
                  </a:lnTo>
                  <a:lnTo>
                    <a:pt x="1232700" y="80835"/>
                  </a:lnTo>
                  <a:lnTo>
                    <a:pt x="1256525" y="80835"/>
                  </a:lnTo>
                  <a:lnTo>
                    <a:pt x="1256525" y="0"/>
                  </a:lnTo>
                  <a:close/>
                </a:path>
                <a:path w="1374140" h="81279">
                  <a:moveTo>
                    <a:pt x="1315212" y="0"/>
                  </a:moveTo>
                  <a:lnTo>
                    <a:pt x="1291399" y="0"/>
                  </a:lnTo>
                  <a:lnTo>
                    <a:pt x="1291399" y="80835"/>
                  </a:lnTo>
                  <a:lnTo>
                    <a:pt x="1315212" y="80835"/>
                  </a:lnTo>
                  <a:lnTo>
                    <a:pt x="1315212" y="0"/>
                  </a:lnTo>
                  <a:close/>
                </a:path>
                <a:path w="1374140" h="81279">
                  <a:moveTo>
                    <a:pt x="1373924" y="0"/>
                  </a:moveTo>
                  <a:lnTo>
                    <a:pt x="1350098" y="0"/>
                  </a:lnTo>
                  <a:lnTo>
                    <a:pt x="1350098" y="80835"/>
                  </a:lnTo>
                  <a:lnTo>
                    <a:pt x="1373924" y="80835"/>
                  </a:lnTo>
                  <a:lnTo>
                    <a:pt x="1373924" y="0"/>
                  </a:lnTo>
                  <a:close/>
                </a:path>
              </a:pathLst>
            </a:custGeom>
            <a:solidFill>
              <a:srgbClr val="3D467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1" name="object 621" descr=""/>
          <p:cNvSpPr txBox="1"/>
          <p:nvPr/>
        </p:nvSpPr>
        <p:spPr>
          <a:xfrm>
            <a:off x="624158" y="728636"/>
            <a:ext cx="286893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Assembly</a:t>
            </a:r>
            <a:r>
              <a:rPr dirty="0" sz="1700" spc="6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line/</a:t>
            </a:r>
            <a:r>
              <a:rPr dirty="0" sz="1700" spc="6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factory</a:t>
            </a:r>
            <a:r>
              <a:rPr dirty="0" sz="1700" spc="6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parts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975066" y="3044064"/>
            <a:ext cx="1748789" cy="961390"/>
            <a:chOff x="8975066" y="3044064"/>
            <a:chExt cx="1748789" cy="961390"/>
          </a:xfrm>
        </p:grpSpPr>
        <p:sp>
          <p:nvSpPr>
            <p:cNvPr id="3" name="object 3" descr=""/>
            <p:cNvSpPr/>
            <p:nvPr/>
          </p:nvSpPr>
          <p:spPr>
            <a:xfrm>
              <a:off x="8975066" y="3044064"/>
              <a:ext cx="1165860" cy="961390"/>
            </a:xfrm>
            <a:custGeom>
              <a:avLst/>
              <a:gdLst/>
              <a:ahLst/>
              <a:cxnLst/>
              <a:rect l="l" t="t" r="r" b="b"/>
              <a:pathLst>
                <a:path w="1165859" h="961389">
                  <a:moveTo>
                    <a:pt x="1165692" y="0"/>
                  </a:moveTo>
                  <a:lnTo>
                    <a:pt x="0" y="0"/>
                  </a:lnTo>
                  <a:lnTo>
                    <a:pt x="0" y="961195"/>
                  </a:lnTo>
                  <a:lnTo>
                    <a:pt x="1165692" y="961195"/>
                  </a:lnTo>
                  <a:lnTo>
                    <a:pt x="1165692" y="0"/>
                  </a:lnTo>
                  <a:close/>
                </a:path>
              </a:pathLst>
            </a:custGeom>
            <a:solidFill>
              <a:srgbClr val="CFCFC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557918" y="3044064"/>
              <a:ext cx="1165860" cy="961390"/>
            </a:xfrm>
            <a:custGeom>
              <a:avLst/>
              <a:gdLst/>
              <a:ahLst/>
              <a:cxnLst/>
              <a:rect l="l" t="t" r="r" b="b"/>
              <a:pathLst>
                <a:path w="1165859" h="961389">
                  <a:moveTo>
                    <a:pt x="1165692" y="0"/>
                  </a:moveTo>
                  <a:lnTo>
                    <a:pt x="0" y="0"/>
                  </a:lnTo>
                  <a:lnTo>
                    <a:pt x="0" y="961195"/>
                  </a:lnTo>
                  <a:lnTo>
                    <a:pt x="1165692" y="961195"/>
                  </a:lnTo>
                  <a:lnTo>
                    <a:pt x="1165692" y="0"/>
                  </a:lnTo>
                  <a:close/>
                </a:path>
              </a:pathLst>
            </a:custGeom>
            <a:solidFill>
              <a:srgbClr val="DBDBDB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975749" y="3672375"/>
              <a:ext cx="184785" cy="89535"/>
            </a:xfrm>
            <a:custGeom>
              <a:avLst/>
              <a:gdLst/>
              <a:ahLst/>
              <a:cxnLst/>
              <a:rect l="l" t="t" r="r" b="b"/>
              <a:pathLst>
                <a:path w="184784" h="89535">
                  <a:moveTo>
                    <a:pt x="184716" y="0"/>
                  </a:moveTo>
                  <a:lnTo>
                    <a:pt x="0" y="0"/>
                  </a:lnTo>
                  <a:lnTo>
                    <a:pt x="0" y="89117"/>
                  </a:lnTo>
                  <a:lnTo>
                    <a:pt x="184716" y="89117"/>
                  </a:lnTo>
                  <a:lnTo>
                    <a:pt x="168445" y="37140"/>
                  </a:lnTo>
                  <a:lnTo>
                    <a:pt x="184716" y="0"/>
                  </a:lnTo>
                  <a:close/>
                </a:path>
              </a:pathLst>
            </a:custGeom>
            <a:solidFill>
              <a:srgbClr val="F3F3F1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73202" y="3252405"/>
              <a:ext cx="369433" cy="8911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0538922" y="3771811"/>
              <a:ext cx="184785" cy="89535"/>
            </a:xfrm>
            <a:custGeom>
              <a:avLst/>
              <a:gdLst/>
              <a:ahLst/>
              <a:cxnLst/>
              <a:rect l="l" t="t" r="r" b="b"/>
              <a:pathLst>
                <a:path w="184784" h="89535">
                  <a:moveTo>
                    <a:pt x="184716" y="0"/>
                  </a:moveTo>
                  <a:lnTo>
                    <a:pt x="0" y="0"/>
                  </a:lnTo>
                  <a:lnTo>
                    <a:pt x="16271" y="51977"/>
                  </a:lnTo>
                  <a:lnTo>
                    <a:pt x="0" y="89117"/>
                  </a:lnTo>
                  <a:lnTo>
                    <a:pt x="184716" y="89117"/>
                  </a:lnTo>
                  <a:lnTo>
                    <a:pt x="184716" y="0"/>
                  </a:lnTo>
                  <a:close/>
                </a:path>
              </a:pathLst>
            </a:custGeom>
            <a:solidFill>
              <a:srgbClr val="E9E9E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311842" y="3109245"/>
              <a:ext cx="335915" cy="130810"/>
            </a:xfrm>
            <a:custGeom>
              <a:avLst/>
              <a:gdLst/>
              <a:ahLst/>
              <a:cxnLst/>
              <a:rect l="l" t="t" r="r" b="b"/>
              <a:pathLst>
                <a:path w="335915" h="130810">
                  <a:moveTo>
                    <a:pt x="335445" y="0"/>
                  </a:moveTo>
                  <a:lnTo>
                    <a:pt x="0" y="0"/>
                  </a:lnTo>
                  <a:lnTo>
                    <a:pt x="0" y="130498"/>
                  </a:lnTo>
                  <a:lnTo>
                    <a:pt x="335445" y="130498"/>
                  </a:lnTo>
                  <a:lnTo>
                    <a:pt x="335445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6916459" y="3044064"/>
            <a:ext cx="1748789" cy="961390"/>
            <a:chOff x="6916459" y="3044064"/>
            <a:chExt cx="1748789" cy="961390"/>
          </a:xfrm>
        </p:grpSpPr>
        <p:sp>
          <p:nvSpPr>
            <p:cNvPr id="10" name="object 10" descr=""/>
            <p:cNvSpPr/>
            <p:nvPr/>
          </p:nvSpPr>
          <p:spPr>
            <a:xfrm>
              <a:off x="6916459" y="3044064"/>
              <a:ext cx="1165860" cy="961390"/>
            </a:xfrm>
            <a:custGeom>
              <a:avLst/>
              <a:gdLst/>
              <a:ahLst/>
              <a:cxnLst/>
              <a:rect l="l" t="t" r="r" b="b"/>
              <a:pathLst>
                <a:path w="1165859" h="961389">
                  <a:moveTo>
                    <a:pt x="1165692" y="0"/>
                  </a:moveTo>
                  <a:lnTo>
                    <a:pt x="0" y="0"/>
                  </a:lnTo>
                  <a:lnTo>
                    <a:pt x="0" y="961195"/>
                  </a:lnTo>
                  <a:lnTo>
                    <a:pt x="1165692" y="961195"/>
                  </a:lnTo>
                  <a:lnTo>
                    <a:pt x="1165692" y="0"/>
                  </a:lnTo>
                  <a:close/>
                </a:path>
              </a:pathLst>
            </a:custGeom>
            <a:solidFill>
              <a:srgbClr val="CFCFC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499300" y="3044064"/>
              <a:ext cx="1165860" cy="961390"/>
            </a:xfrm>
            <a:custGeom>
              <a:avLst/>
              <a:gdLst/>
              <a:ahLst/>
              <a:cxnLst/>
              <a:rect l="l" t="t" r="r" b="b"/>
              <a:pathLst>
                <a:path w="1165859" h="961389">
                  <a:moveTo>
                    <a:pt x="1165692" y="0"/>
                  </a:moveTo>
                  <a:lnTo>
                    <a:pt x="0" y="0"/>
                  </a:lnTo>
                  <a:lnTo>
                    <a:pt x="0" y="961195"/>
                  </a:lnTo>
                  <a:lnTo>
                    <a:pt x="1165692" y="961195"/>
                  </a:lnTo>
                  <a:lnTo>
                    <a:pt x="1165692" y="0"/>
                  </a:lnTo>
                  <a:close/>
                </a:path>
              </a:pathLst>
            </a:custGeom>
            <a:solidFill>
              <a:srgbClr val="DBDBDB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917137" y="3672375"/>
              <a:ext cx="184785" cy="89535"/>
            </a:xfrm>
            <a:custGeom>
              <a:avLst/>
              <a:gdLst/>
              <a:ahLst/>
              <a:cxnLst/>
              <a:rect l="l" t="t" r="r" b="b"/>
              <a:pathLst>
                <a:path w="184784" h="89535">
                  <a:moveTo>
                    <a:pt x="184716" y="0"/>
                  </a:moveTo>
                  <a:lnTo>
                    <a:pt x="0" y="0"/>
                  </a:lnTo>
                  <a:lnTo>
                    <a:pt x="0" y="89117"/>
                  </a:lnTo>
                  <a:lnTo>
                    <a:pt x="184716" y="89117"/>
                  </a:lnTo>
                  <a:lnTo>
                    <a:pt x="168445" y="37140"/>
                  </a:lnTo>
                  <a:lnTo>
                    <a:pt x="184716" y="0"/>
                  </a:lnTo>
                  <a:close/>
                </a:path>
              </a:pathLst>
            </a:custGeom>
            <a:solidFill>
              <a:srgbClr val="F3F3F1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4587" y="3252405"/>
              <a:ext cx="369433" cy="89119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8480305" y="3771811"/>
              <a:ext cx="184785" cy="89535"/>
            </a:xfrm>
            <a:custGeom>
              <a:avLst/>
              <a:gdLst/>
              <a:ahLst/>
              <a:cxnLst/>
              <a:rect l="l" t="t" r="r" b="b"/>
              <a:pathLst>
                <a:path w="184784" h="89535">
                  <a:moveTo>
                    <a:pt x="184716" y="0"/>
                  </a:moveTo>
                  <a:lnTo>
                    <a:pt x="0" y="0"/>
                  </a:lnTo>
                  <a:lnTo>
                    <a:pt x="16271" y="51977"/>
                  </a:lnTo>
                  <a:lnTo>
                    <a:pt x="0" y="89117"/>
                  </a:lnTo>
                  <a:lnTo>
                    <a:pt x="184716" y="89117"/>
                  </a:lnTo>
                  <a:lnTo>
                    <a:pt x="184716" y="0"/>
                  </a:lnTo>
                  <a:close/>
                </a:path>
              </a:pathLst>
            </a:custGeom>
            <a:solidFill>
              <a:srgbClr val="E9E9E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253224" y="3109245"/>
              <a:ext cx="335915" cy="130810"/>
            </a:xfrm>
            <a:custGeom>
              <a:avLst/>
              <a:gdLst/>
              <a:ahLst/>
              <a:cxnLst/>
              <a:rect l="l" t="t" r="r" b="b"/>
              <a:pathLst>
                <a:path w="335915" h="130810">
                  <a:moveTo>
                    <a:pt x="335445" y="0"/>
                  </a:moveTo>
                  <a:lnTo>
                    <a:pt x="0" y="0"/>
                  </a:lnTo>
                  <a:lnTo>
                    <a:pt x="0" y="130498"/>
                  </a:lnTo>
                  <a:lnTo>
                    <a:pt x="335445" y="130498"/>
                  </a:lnTo>
                  <a:lnTo>
                    <a:pt x="335445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/>
          <p:nvPr/>
        </p:nvSpPr>
        <p:spPr>
          <a:xfrm>
            <a:off x="6162440" y="4005260"/>
            <a:ext cx="448945" cy="3401060"/>
          </a:xfrm>
          <a:custGeom>
            <a:avLst/>
            <a:gdLst/>
            <a:ahLst/>
            <a:cxnLst/>
            <a:rect l="l" t="t" r="r" b="b"/>
            <a:pathLst>
              <a:path w="448945" h="3401059">
                <a:moveTo>
                  <a:pt x="0" y="3400734"/>
                </a:moveTo>
                <a:lnTo>
                  <a:pt x="448342" y="3400734"/>
                </a:lnTo>
                <a:lnTo>
                  <a:pt x="448342" y="0"/>
                </a:lnTo>
                <a:lnTo>
                  <a:pt x="0" y="0"/>
                </a:lnTo>
                <a:lnTo>
                  <a:pt x="0" y="3400734"/>
                </a:lnTo>
                <a:close/>
              </a:path>
            </a:pathLst>
          </a:custGeom>
          <a:solidFill>
            <a:srgbClr val="CFCFCF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6162440" y="9309308"/>
            <a:ext cx="448945" cy="43815"/>
          </a:xfrm>
          <a:custGeom>
            <a:avLst/>
            <a:gdLst/>
            <a:ahLst/>
            <a:cxnLst/>
            <a:rect l="l" t="t" r="r" b="b"/>
            <a:pathLst>
              <a:path w="448945" h="43815">
                <a:moveTo>
                  <a:pt x="0" y="43715"/>
                </a:moveTo>
                <a:lnTo>
                  <a:pt x="448342" y="43715"/>
                </a:lnTo>
                <a:lnTo>
                  <a:pt x="448342" y="0"/>
                </a:lnTo>
                <a:lnTo>
                  <a:pt x="0" y="0"/>
                </a:lnTo>
                <a:lnTo>
                  <a:pt x="0" y="43715"/>
                </a:lnTo>
                <a:close/>
              </a:path>
            </a:pathLst>
          </a:custGeom>
          <a:solidFill>
            <a:srgbClr val="CFCFCF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1078060" y="7770014"/>
            <a:ext cx="372745" cy="1583055"/>
          </a:xfrm>
          <a:custGeom>
            <a:avLst/>
            <a:gdLst/>
            <a:ahLst/>
            <a:cxnLst/>
            <a:rect l="l" t="t" r="r" b="b"/>
            <a:pathLst>
              <a:path w="372745" h="1583054">
                <a:moveTo>
                  <a:pt x="0" y="1583009"/>
                </a:moveTo>
                <a:lnTo>
                  <a:pt x="372690" y="1583009"/>
                </a:lnTo>
                <a:lnTo>
                  <a:pt x="372690" y="0"/>
                </a:lnTo>
                <a:lnTo>
                  <a:pt x="0" y="0"/>
                </a:lnTo>
                <a:lnTo>
                  <a:pt x="0" y="1583009"/>
                </a:lnTo>
                <a:close/>
              </a:path>
            </a:pathLst>
          </a:custGeom>
          <a:solidFill>
            <a:srgbClr val="CFCFCF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6610781" y="4005268"/>
            <a:ext cx="4839970" cy="2887980"/>
          </a:xfrm>
          <a:custGeom>
            <a:avLst/>
            <a:gdLst/>
            <a:ahLst/>
            <a:cxnLst/>
            <a:rect l="l" t="t" r="r" b="b"/>
            <a:pathLst>
              <a:path w="4839970" h="2887979">
                <a:moveTo>
                  <a:pt x="4839957" y="0"/>
                </a:moveTo>
                <a:lnTo>
                  <a:pt x="4467276" y="0"/>
                </a:lnTo>
                <a:lnTo>
                  <a:pt x="0" y="0"/>
                </a:lnTo>
                <a:lnTo>
                  <a:pt x="0" y="139179"/>
                </a:lnTo>
                <a:lnTo>
                  <a:pt x="4467276" y="139179"/>
                </a:lnTo>
                <a:lnTo>
                  <a:pt x="4467276" y="2534691"/>
                </a:lnTo>
                <a:lnTo>
                  <a:pt x="0" y="2534691"/>
                </a:lnTo>
                <a:lnTo>
                  <a:pt x="0" y="2673870"/>
                </a:lnTo>
                <a:lnTo>
                  <a:pt x="4467276" y="2673870"/>
                </a:lnTo>
                <a:lnTo>
                  <a:pt x="4467276" y="2887421"/>
                </a:lnTo>
                <a:lnTo>
                  <a:pt x="4839957" y="2887421"/>
                </a:lnTo>
                <a:lnTo>
                  <a:pt x="4839957" y="2673870"/>
                </a:lnTo>
                <a:lnTo>
                  <a:pt x="4839957" y="2534691"/>
                </a:lnTo>
                <a:lnTo>
                  <a:pt x="4839957" y="139179"/>
                </a:lnTo>
                <a:lnTo>
                  <a:pt x="4839957" y="0"/>
                </a:lnTo>
                <a:close/>
              </a:path>
            </a:pathLst>
          </a:custGeom>
          <a:solidFill>
            <a:srgbClr val="CFCFCF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7403010" y="8665840"/>
            <a:ext cx="4048125" cy="139700"/>
          </a:xfrm>
          <a:custGeom>
            <a:avLst/>
            <a:gdLst/>
            <a:ahLst/>
            <a:cxnLst/>
            <a:rect l="l" t="t" r="r" b="b"/>
            <a:pathLst>
              <a:path w="4048125" h="139700">
                <a:moveTo>
                  <a:pt x="0" y="139179"/>
                </a:moveTo>
                <a:lnTo>
                  <a:pt x="4047740" y="139179"/>
                </a:lnTo>
                <a:lnTo>
                  <a:pt x="4047740" y="0"/>
                </a:lnTo>
                <a:lnTo>
                  <a:pt x="0" y="0"/>
                </a:lnTo>
                <a:lnTo>
                  <a:pt x="0" y="139179"/>
                </a:lnTo>
                <a:close/>
              </a:path>
            </a:pathLst>
          </a:custGeom>
          <a:solidFill>
            <a:srgbClr val="CFCFCF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9055797" y="5546207"/>
            <a:ext cx="1807845" cy="993775"/>
            <a:chOff x="9055797" y="5546207"/>
            <a:chExt cx="1807845" cy="993775"/>
          </a:xfrm>
        </p:grpSpPr>
        <p:sp>
          <p:nvSpPr>
            <p:cNvPr id="22" name="object 22" descr=""/>
            <p:cNvSpPr/>
            <p:nvPr/>
          </p:nvSpPr>
          <p:spPr>
            <a:xfrm>
              <a:off x="9055797" y="5546207"/>
              <a:ext cx="1205230" cy="993775"/>
            </a:xfrm>
            <a:custGeom>
              <a:avLst/>
              <a:gdLst/>
              <a:ahLst/>
              <a:cxnLst/>
              <a:rect l="l" t="t" r="r" b="b"/>
              <a:pathLst>
                <a:path w="1205229" h="993775">
                  <a:moveTo>
                    <a:pt x="1205177" y="0"/>
                  </a:moveTo>
                  <a:lnTo>
                    <a:pt x="0" y="0"/>
                  </a:lnTo>
                  <a:lnTo>
                    <a:pt x="0" y="993749"/>
                  </a:lnTo>
                  <a:lnTo>
                    <a:pt x="1205177" y="993749"/>
                  </a:lnTo>
                  <a:lnTo>
                    <a:pt x="1205177" y="0"/>
                  </a:lnTo>
                  <a:close/>
                </a:path>
              </a:pathLst>
            </a:custGeom>
            <a:solidFill>
              <a:srgbClr val="B8B8B8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658386" y="5546207"/>
              <a:ext cx="1205230" cy="993775"/>
            </a:xfrm>
            <a:custGeom>
              <a:avLst/>
              <a:gdLst/>
              <a:ahLst/>
              <a:cxnLst/>
              <a:rect l="l" t="t" r="r" b="b"/>
              <a:pathLst>
                <a:path w="1205229" h="993775">
                  <a:moveTo>
                    <a:pt x="1205177" y="0"/>
                  </a:moveTo>
                  <a:lnTo>
                    <a:pt x="0" y="0"/>
                  </a:lnTo>
                  <a:lnTo>
                    <a:pt x="0" y="993749"/>
                  </a:lnTo>
                  <a:lnTo>
                    <a:pt x="1205177" y="993749"/>
                  </a:lnTo>
                  <a:lnTo>
                    <a:pt x="1205177" y="0"/>
                  </a:lnTo>
                  <a:close/>
                </a:path>
              </a:pathLst>
            </a:custGeom>
            <a:solidFill>
              <a:srgbClr val="DBDBDB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056495" y="6195804"/>
              <a:ext cx="191135" cy="92710"/>
            </a:xfrm>
            <a:custGeom>
              <a:avLst/>
              <a:gdLst/>
              <a:ahLst/>
              <a:cxnLst/>
              <a:rect l="l" t="t" r="r" b="b"/>
              <a:pathLst>
                <a:path w="191134" h="92710">
                  <a:moveTo>
                    <a:pt x="190978" y="0"/>
                  </a:moveTo>
                  <a:lnTo>
                    <a:pt x="0" y="0"/>
                  </a:lnTo>
                  <a:lnTo>
                    <a:pt x="0" y="92133"/>
                  </a:lnTo>
                  <a:lnTo>
                    <a:pt x="190978" y="92133"/>
                  </a:lnTo>
                  <a:lnTo>
                    <a:pt x="174151" y="38396"/>
                  </a:lnTo>
                  <a:lnTo>
                    <a:pt x="190978" y="0"/>
                  </a:lnTo>
                  <a:close/>
                </a:path>
              </a:pathLst>
            </a:custGeom>
            <a:solidFill>
              <a:srgbClr val="F3F3F1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67405" y="5761603"/>
              <a:ext cx="381946" cy="92146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0672620" y="6298602"/>
              <a:ext cx="191135" cy="92710"/>
            </a:xfrm>
            <a:custGeom>
              <a:avLst/>
              <a:gdLst/>
              <a:ahLst/>
              <a:cxnLst/>
              <a:rect l="l" t="t" r="r" b="b"/>
              <a:pathLst>
                <a:path w="191134" h="92710">
                  <a:moveTo>
                    <a:pt x="190968" y="0"/>
                  </a:moveTo>
                  <a:lnTo>
                    <a:pt x="0" y="0"/>
                  </a:lnTo>
                  <a:lnTo>
                    <a:pt x="16816" y="53747"/>
                  </a:lnTo>
                  <a:lnTo>
                    <a:pt x="0" y="92143"/>
                  </a:lnTo>
                  <a:lnTo>
                    <a:pt x="190968" y="92143"/>
                  </a:lnTo>
                  <a:lnTo>
                    <a:pt x="190968" y="0"/>
                  </a:lnTo>
                  <a:close/>
                </a:path>
              </a:pathLst>
            </a:custGeom>
            <a:solidFill>
              <a:srgbClr val="E9E9E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437849" y="5613588"/>
              <a:ext cx="347345" cy="135255"/>
            </a:xfrm>
            <a:custGeom>
              <a:avLst/>
              <a:gdLst/>
              <a:ahLst/>
              <a:cxnLst/>
              <a:rect l="l" t="t" r="r" b="b"/>
              <a:pathLst>
                <a:path w="347345" h="135254">
                  <a:moveTo>
                    <a:pt x="346806" y="0"/>
                  </a:moveTo>
                  <a:lnTo>
                    <a:pt x="0" y="0"/>
                  </a:lnTo>
                  <a:lnTo>
                    <a:pt x="0" y="134927"/>
                  </a:lnTo>
                  <a:lnTo>
                    <a:pt x="346806" y="134927"/>
                  </a:lnTo>
                  <a:lnTo>
                    <a:pt x="346806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7403010" y="2630332"/>
            <a:ext cx="10407015" cy="6680200"/>
            <a:chOff x="7403010" y="2630332"/>
            <a:chExt cx="10407015" cy="6680200"/>
          </a:xfrm>
        </p:grpSpPr>
        <p:sp>
          <p:nvSpPr>
            <p:cNvPr id="29" name="object 29" descr=""/>
            <p:cNvSpPr/>
            <p:nvPr/>
          </p:nvSpPr>
          <p:spPr>
            <a:xfrm>
              <a:off x="7509153" y="5546208"/>
              <a:ext cx="1205230" cy="993775"/>
            </a:xfrm>
            <a:custGeom>
              <a:avLst/>
              <a:gdLst/>
              <a:ahLst/>
              <a:cxnLst/>
              <a:rect l="l" t="t" r="r" b="b"/>
              <a:pathLst>
                <a:path w="1205229" h="993775">
                  <a:moveTo>
                    <a:pt x="1205177" y="0"/>
                  </a:moveTo>
                  <a:lnTo>
                    <a:pt x="0" y="0"/>
                  </a:lnTo>
                  <a:lnTo>
                    <a:pt x="0" y="993749"/>
                  </a:lnTo>
                  <a:lnTo>
                    <a:pt x="1205177" y="993749"/>
                  </a:lnTo>
                  <a:lnTo>
                    <a:pt x="1205177" y="0"/>
                  </a:lnTo>
                  <a:close/>
                </a:path>
              </a:pathLst>
            </a:custGeom>
            <a:solidFill>
              <a:srgbClr val="CFCFC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111752" y="5546208"/>
              <a:ext cx="1205230" cy="993775"/>
            </a:xfrm>
            <a:custGeom>
              <a:avLst/>
              <a:gdLst/>
              <a:ahLst/>
              <a:cxnLst/>
              <a:rect l="l" t="t" r="r" b="b"/>
              <a:pathLst>
                <a:path w="1205229" h="993775">
                  <a:moveTo>
                    <a:pt x="1205177" y="0"/>
                  </a:moveTo>
                  <a:lnTo>
                    <a:pt x="0" y="0"/>
                  </a:lnTo>
                  <a:lnTo>
                    <a:pt x="0" y="993749"/>
                  </a:lnTo>
                  <a:lnTo>
                    <a:pt x="1205177" y="993749"/>
                  </a:lnTo>
                  <a:lnTo>
                    <a:pt x="1205177" y="0"/>
                  </a:lnTo>
                  <a:close/>
                </a:path>
              </a:pathLst>
            </a:custGeom>
            <a:solidFill>
              <a:srgbClr val="DBDBDB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509860" y="6195805"/>
              <a:ext cx="191135" cy="92710"/>
            </a:xfrm>
            <a:custGeom>
              <a:avLst/>
              <a:gdLst/>
              <a:ahLst/>
              <a:cxnLst/>
              <a:rect l="l" t="t" r="r" b="b"/>
              <a:pathLst>
                <a:path w="191134" h="92710">
                  <a:moveTo>
                    <a:pt x="190978" y="0"/>
                  </a:moveTo>
                  <a:lnTo>
                    <a:pt x="0" y="0"/>
                  </a:lnTo>
                  <a:lnTo>
                    <a:pt x="0" y="92133"/>
                  </a:lnTo>
                  <a:lnTo>
                    <a:pt x="190978" y="92133"/>
                  </a:lnTo>
                  <a:lnTo>
                    <a:pt x="174151" y="38396"/>
                  </a:lnTo>
                  <a:lnTo>
                    <a:pt x="190978" y="0"/>
                  </a:lnTo>
                  <a:close/>
                </a:path>
              </a:pathLst>
            </a:custGeom>
            <a:solidFill>
              <a:srgbClr val="F3F3F1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20771" y="5761603"/>
              <a:ext cx="381946" cy="92146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9125979" y="5748521"/>
              <a:ext cx="191135" cy="642620"/>
            </a:xfrm>
            <a:custGeom>
              <a:avLst/>
              <a:gdLst/>
              <a:ahLst/>
              <a:cxnLst/>
              <a:rect l="l" t="t" r="r" b="b"/>
              <a:pathLst>
                <a:path w="191134" h="642620">
                  <a:moveTo>
                    <a:pt x="190969" y="550087"/>
                  </a:moveTo>
                  <a:lnTo>
                    <a:pt x="0" y="550087"/>
                  </a:lnTo>
                  <a:lnTo>
                    <a:pt x="16814" y="603834"/>
                  </a:lnTo>
                  <a:lnTo>
                    <a:pt x="0" y="642226"/>
                  </a:lnTo>
                  <a:lnTo>
                    <a:pt x="190969" y="642226"/>
                  </a:lnTo>
                  <a:lnTo>
                    <a:pt x="190969" y="550087"/>
                  </a:lnTo>
                  <a:close/>
                </a:path>
                <a:path w="191134" h="642620">
                  <a:moveTo>
                    <a:pt x="190969" y="0"/>
                  </a:moveTo>
                  <a:lnTo>
                    <a:pt x="0" y="0"/>
                  </a:lnTo>
                  <a:lnTo>
                    <a:pt x="16814" y="53733"/>
                  </a:lnTo>
                  <a:lnTo>
                    <a:pt x="0" y="92125"/>
                  </a:lnTo>
                  <a:lnTo>
                    <a:pt x="190969" y="92125"/>
                  </a:lnTo>
                  <a:lnTo>
                    <a:pt x="190969" y="0"/>
                  </a:lnTo>
                  <a:close/>
                </a:path>
              </a:pathLst>
            </a:custGeom>
            <a:solidFill>
              <a:srgbClr val="E9E9E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233476" y="6213622"/>
              <a:ext cx="565785" cy="220345"/>
            </a:xfrm>
            <a:custGeom>
              <a:avLst/>
              <a:gdLst/>
              <a:ahLst/>
              <a:cxnLst/>
              <a:rect l="l" t="t" r="r" b="b"/>
              <a:pathLst>
                <a:path w="565784" h="220345">
                  <a:moveTo>
                    <a:pt x="565260" y="0"/>
                  </a:moveTo>
                  <a:lnTo>
                    <a:pt x="0" y="0"/>
                  </a:lnTo>
                  <a:lnTo>
                    <a:pt x="0" y="219909"/>
                  </a:lnTo>
                  <a:lnTo>
                    <a:pt x="565260" y="219909"/>
                  </a:lnTo>
                  <a:lnTo>
                    <a:pt x="565260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416685" y="4781938"/>
              <a:ext cx="921385" cy="760095"/>
            </a:xfrm>
            <a:custGeom>
              <a:avLst/>
              <a:gdLst/>
              <a:ahLst/>
              <a:cxnLst/>
              <a:rect l="l" t="t" r="r" b="b"/>
              <a:pathLst>
                <a:path w="921384" h="760095">
                  <a:moveTo>
                    <a:pt x="921354" y="0"/>
                  </a:moveTo>
                  <a:lnTo>
                    <a:pt x="0" y="0"/>
                  </a:lnTo>
                  <a:lnTo>
                    <a:pt x="0" y="759715"/>
                  </a:lnTo>
                  <a:lnTo>
                    <a:pt x="921354" y="759715"/>
                  </a:lnTo>
                  <a:lnTo>
                    <a:pt x="921354" y="0"/>
                  </a:lnTo>
                  <a:close/>
                </a:path>
              </a:pathLst>
            </a:custGeom>
            <a:solidFill>
              <a:srgbClr val="CFCFC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877362" y="4781938"/>
              <a:ext cx="921385" cy="760095"/>
            </a:xfrm>
            <a:custGeom>
              <a:avLst/>
              <a:gdLst/>
              <a:ahLst/>
              <a:cxnLst/>
              <a:rect l="l" t="t" r="r" b="b"/>
              <a:pathLst>
                <a:path w="921384" h="760095">
                  <a:moveTo>
                    <a:pt x="921354" y="0"/>
                  </a:moveTo>
                  <a:lnTo>
                    <a:pt x="0" y="0"/>
                  </a:lnTo>
                  <a:lnTo>
                    <a:pt x="0" y="759715"/>
                  </a:lnTo>
                  <a:lnTo>
                    <a:pt x="921354" y="759715"/>
                  </a:lnTo>
                  <a:lnTo>
                    <a:pt x="921354" y="0"/>
                  </a:lnTo>
                  <a:close/>
                </a:path>
              </a:pathLst>
            </a:custGeom>
            <a:solidFill>
              <a:srgbClr val="DBDBDB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417218" y="5278551"/>
              <a:ext cx="146050" cy="70485"/>
            </a:xfrm>
            <a:custGeom>
              <a:avLst/>
              <a:gdLst/>
              <a:ahLst/>
              <a:cxnLst/>
              <a:rect l="l" t="t" r="r" b="b"/>
              <a:pathLst>
                <a:path w="146050" h="70485">
                  <a:moveTo>
                    <a:pt x="145995" y="0"/>
                  </a:moveTo>
                  <a:lnTo>
                    <a:pt x="0" y="0"/>
                  </a:lnTo>
                  <a:lnTo>
                    <a:pt x="0" y="70437"/>
                  </a:lnTo>
                  <a:lnTo>
                    <a:pt x="145995" y="70437"/>
                  </a:lnTo>
                  <a:lnTo>
                    <a:pt x="133137" y="29360"/>
                  </a:lnTo>
                  <a:lnTo>
                    <a:pt x="145995" y="0"/>
                  </a:lnTo>
                  <a:close/>
                </a:path>
              </a:pathLst>
            </a:custGeom>
            <a:solidFill>
              <a:srgbClr val="F3F3F1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31362" y="4946612"/>
              <a:ext cx="291991" cy="70439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8652737" y="5357145"/>
              <a:ext cx="146050" cy="70485"/>
            </a:xfrm>
            <a:custGeom>
              <a:avLst/>
              <a:gdLst/>
              <a:ahLst/>
              <a:cxnLst/>
              <a:rect l="l" t="t" r="r" b="b"/>
              <a:pathLst>
                <a:path w="146050" h="70485">
                  <a:moveTo>
                    <a:pt x="145995" y="0"/>
                  </a:moveTo>
                  <a:lnTo>
                    <a:pt x="0" y="0"/>
                  </a:lnTo>
                  <a:lnTo>
                    <a:pt x="12858" y="41077"/>
                  </a:lnTo>
                  <a:lnTo>
                    <a:pt x="0" y="70437"/>
                  </a:lnTo>
                  <a:lnTo>
                    <a:pt x="145995" y="70437"/>
                  </a:lnTo>
                  <a:lnTo>
                    <a:pt x="145995" y="0"/>
                  </a:lnTo>
                  <a:close/>
                </a:path>
              </a:pathLst>
            </a:custGeom>
            <a:solidFill>
              <a:srgbClr val="E9E9E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473249" y="4833454"/>
              <a:ext cx="265430" cy="103505"/>
            </a:xfrm>
            <a:custGeom>
              <a:avLst/>
              <a:gdLst/>
              <a:ahLst/>
              <a:cxnLst/>
              <a:rect l="l" t="t" r="r" b="b"/>
              <a:pathLst>
                <a:path w="265429" h="103504">
                  <a:moveTo>
                    <a:pt x="265133" y="0"/>
                  </a:moveTo>
                  <a:lnTo>
                    <a:pt x="0" y="0"/>
                  </a:lnTo>
                  <a:lnTo>
                    <a:pt x="0" y="103148"/>
                  </a:lnTo>
                  <a:lnTo>
                    <a:pt x="265133" y="103148"/>
                  </a:lnTo>
                  <a:lnTo>
                    <a:pt x="265133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9062844" y="4781938"/>
              <a:ext cx="921385" cy="760095"/>
            </a:xfrm>
            <a:custGeom>
              <a:avLst/>
              <a:gdLst/>
              <a:ahLst/>
              <a:cxnLst/>
              <a:rect l="l" t="t" r="r" b="b"/>
              <a:pathLst>
                <a:path w="921384" h="760095">
                  <a:moveTo>
                    <a:pt x="921354" y="0"/>
                  </a:moveTo>
                  <a:lnTo>
                    <a:pt x="0" y="0"/>
                  </a:lnTo>
                  <a:lnTo>
                    <a:pt x="0" y="759715"/>
                  </a:lnTo>
                  <a:lnTo>
                    <a:pt x="921354" y="759715"/>
                  </a:lnTo>
                  <a:lnTo>
                    <a:pt x="921354" y="0"/>
                  </a:lnTo>
                  <a:close/>
                </a:path>
              </a:pathLst>
            </a:custGeom>
            <a:solidFill>
              <a:srgbClr val="CFCFC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9523521" y="4781938"/>
              <a:ext cx="921385" cy="760095"/>
            </a:xfrm>
            <a:custGeom>
              <a:avLst/>
              <a:gdLst/>
              <a:ahLst/>
              <a:cxnLst/>
              <a:rect l="l" t="t" r="r" b="b"/>
              <a:pathLst>
                <a:path w="921384" h="760095">
                  <a:moveTo>
                    <a:pt x="921354" y="0"/>
                  </a:moveTo>
                  <a:lnTo>
                    <a:pt x="0" y="0"/>
                  </a:lnTo>
                  <a:lnTo>
                    <a:pt x="0" y="759715"/>
                  </a:lnTo>
                  <a:lnTo>
                    <a:pt x="921354" y="759715"/>
                  </a:lnTo>
                  <a:lnTo>
                    <a:pt x="921354" y="0"/>
                  </a:lnTo>
                  <a:close/>
                </a:path>
              </a:pathLst>
            </a:custGeom>
            <a:solidFill>
              <a:srgbClr val="DBDBDB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9063380" y="5278551"/>
              <a:ext cx="146050" cy="70485"/>
            </a:xfrm>
            <a:custGeom>
              <a:avLst/>
              <a:gdLst/>
              <a:ahLst/>
              <a:cxnLst/>
              <a:rect l="l" t="t" r="r" b="b"/>
              <a:pathLst>
                <a:path w="146050" h="70485">
                  <a:moveTo>
                    <a:pt x="145995" y="0"/>
                  </a:moveTo>
                  <a:lnTo>
                    <a:pt x="0" y="0"/>
                  </a:lnTo>
                  <a:lnTo>
                    <a:pt x="0" y="70437"/>
                  </a:lnTo>
                  <a:lnTo>
                    <a:pt x="145995" y="70437"/>
                  </a:lnTo>
                  <a:lnTo>
                    <a:pt x="133137" y="29360"/>
                  </a:lnTo>
                  <a:lnTo>
                    <a:pt x="145995" y="0"/>
                  </a:lnTo>
                  <a:close/>
                </a:path>
              </a:pathLst>
            </a:custGeom>
            <a:solidFill>
              <a:srgbClr val="F3F3F1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77524" y="4946612"/>
              <a:ext cx="291991" cy="70439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10298898" y="5357145"/>
              <a:ext cx="146050" cy="70485"/>
            </a:xfrm>
            <a:custGeom>
              <a:avLst/>
              <a:gdLst/>
              <a:ahLst/>
              <a:cxnLst/>
              <a:rect l="l" t="t" r="r" b="b"/>
              <a:pathLst>
                <a:path w="146050" h="70485">
                  <a:moveTo>
                    <a:pt x="145995" y="0"/>
                  </a:moveTo>
                  <a:lnTo>
                    <a:pt x="0" y="0"/>
                  </a:lnTo>
                  <a:lnTo>
                    <a:pt x="12858" y="41077"/>
                  </a:lnTo>
                  <a:lnTo>
                    <a:pt x="0" y="70437"/>
                  </a:lnTo>
                  <a:lnTo>
                    <a:pt x="145995" y="70437"/>
                  </a:lnTo>
                  <a:lnTo>
                    <a:pt x="145995" y="0"/>
                  </a:lnTo>
                  <a:close/>
                </a:path>
              </a:pathLst>
            </a:custGeom>
            <a:solidFill>
              <a:srgbClr val="E9E9E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0119419" y="4833454"/>
              <a:ext cx="265430" cy="103505"/>
            </a:xfrm>
            <a:custGeom>
              <a:avLst/>
              <a:gdLst/>
              <a:ahLst/>
              <a:cxnLst/>
              <a:rect l="l" t="t" r="r" b="b"/>
              <a:pathLst>
                <a:path w="265429" h="103504">
                  <a:moveTo>
                    <a:pt x="265133" y="0"/>
                  </a:moveTo>
                  <a:lnTo>
                    <a:pt x="0" y="0"/>
                  </a:lnTo>
                  <a:lnTo>
                    <a:pt x="0" y="103148"/>
                  </a:lnTo>
                  <a:lnTo>
                    <a:pt x="265133" y="103148"/>
                  </a:lnTo>
                  <a:lnTo>
                    <a:pt x="265133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3010" y="2630332"/>
              <a:ext cx="10406775" cy="6675620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8692588" y="8861799"/>
              <a:ext cx="8966200" cy="448309"/>
            </a:xfrm>
            <a:custGeom>
              <a:avLst/>
              <a:gdLst/>
              <a:ahLst/>
              <a:cxnLst/>
              <a:rect l="l" t="t" r="r" b="b"/>
              <a:pathLst>
                <a:path w="8966200" h="448309">
                  <a:moveTo>
                    <a:pt x="8965800" y="0"/>
                  </a:moveTo>
                  <a:lnTo>
                    <a:pt x="0" y="0"/>
                  </a:lnTo>
                  <a:lnTo>
                    <a:pt x="0" y="448310"/>
                  </a:lnTo>
                  <a:lnTo>
                    <a:pt x="8785470" y="444279"/>
                  </a:lnTo>
                  <a:lnTo>
                    <a:pt x="8806470" y="399590"/>
                  </a:lnTo>
                  <a:lnTo>
                    <a:pt x="8826643" y="355339"/>
                  </a:lnTo>
                  <a:lnTo>
                    <a:pt x="8846059" y="311401"/>
                  </a:lnTo>
                  <a:lnTo>
                    <a:pt x="8864729" y="267776"/>
                  </a:lnTo>
                  <a:lnTo>
                    <a:pt x="8882661" y="224464"/>
                  </a:lnTo>
                  <a:lnTo>
                    <a:pt x="8910549" y="154063"/>
                  </a:lnTo>
                  <a:lnTo>
                    <a:pt x="8927437" y="109264"/>
                  </a:lnTo>
                  <a:lnTo>
                    <a:pt x="8943560" y="64806"/>
                  </a:lnTo>
                  <a:lnTo>
                    <a:pt x="8958931" y="20679"/>
                  </a:lnTo>
                  <a:lnTo>
                    <a:pt x="8961224" y="13737"/>
                  </a:lnTo>
                  <a:lnTo>
                    <a:pt x="8963570" y="6868"/>
                  </a:lnTo>
                  <a:lnTo>
                    <a:pt x="896580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/>
          <p:nvPr/>
        </p:nvSpPr>
        <p:spPr>
          <a:xfrm>
            <a:off x="3767798" y="4946612"/>
            <a:ext cx="616585" cy="598170"/>
          </a:xfrm>
          <a:custGeom>
            <a:avLst/>
            <a:gdLst/>
            <a:ahLst/>
            <a:cxnLst/>
            <a:rect l="l" t="t" r="r" b="b"/>
            <a:pathLst>
              <a:path w="616585" h="598170">
                <a:moveTo>
                  <a:pt x="534423" y="0"/>
                </a:moveTo>
                <a:lnTo>
                  <a:pt x="81819" y="0"/>
                </a:lnTo>
                <a:lnTo>
                  <a:pt x="50049" y="6455"/>
                </a:lnTo>
                <a:lnTo>
                  <a:pt x="24033" y="24033"/>
                </a:lnTo>
                <a:lnTo>
                  <a:pt x="6455" y="50049"/>
                </a:lnTo>
                <a:lnTo>
                  <a:pt x="0" y="81819"/>
                </a:lnTo>
                <a:lnTo>
                  <a:pt x="0" y="516036"/>
                </a:lnTo>
                <a:lnTo>
                  <a:pt x="6455" y="547800"/>
                </a:lnTo>
                <a:lnTo>
                  <a:pt x="24031" y="573813"/>
                </a:lnTo>
                <a:lnTo>
                  <a:pt x="50044" y="591390"/>
                </a:lnTo>
                <a:lnTo>
                  <a:pt x="81809" y="597845"/>
                </a:lnTo>
                <a:lnTo>
                  <a:pt x="534423" y="597845"/>
                </a:lnTo>
                <a:lnTo>
                  <a:pt x="566187" y="591390"/>
                </a:lnTo>
                <a:lnTo>
                  <a:pt x="592200" y="573813"/>
                </a:lnTo>
                <a:lnTo>
                  <a:pt x="609777" y="547800"/>
                </a:lnTo>
                <a:lnTo>
                  <a:pt x="616232" y="516036"/>
                </a:lnTo>
                <a:lnTo>
                  <a:pt x="616232" y="81819"/>
                </a:lnTo>
                <a:lnTo>
                  <a:pt x="609777" y="50049"/>
                </a:lnTo>
                <a:lnTo>
                  <a:pt x="592200" y="24033"/>
                </a:lnTo>
                <a:lnTo>
                  <a:pt x="566187" y="6455"/>
                </a:lnTo>
                <a:lnTo>
                  <a:pt x="534423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0" name="object 5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78727" y="6892680"/>
            <a:ext cx="9479662" cy="2413775"/>
          </a:xfrm>
          <a:prstGeom prst="rect">
            <a:avLst/>
          </a:prstGeom>
        </p:spPr>
      </p:pic>
      <p:grpSp>
        <p:nvGrpSpPr>
          <p:cNvPr id="51" name="object 51" descr=""/>
          <p:cNvGrpSpPr/>
          <p:nvPr/>
        </p:nvGrpSpPr>
        <p:grpSpPr>
          <a:xfrm>
            <a:off x="3794493" y="4972514"/>
            <a:ext cx="563245" cy="546100"/>
            <a:chOff x="3794493" y="4972514"/>
            <a:chExt cx="563245" cy="546100"/>
          </a:xfrm>
        </p:grpSpPr>
        <p:sp>
          <p:nvSpPr>
            <p:cNvPr id="52" name="object 52" descr=""/>
            <p:cNvSpPr/>
            <p:nvPr/>
          </p:nvSpPr>
          <p:spPr>
            <a:xfrm>
              <a:off x="3794493" y="4972514"/>
              <a:ext cx="563245" cy="546100"/>
            </a:xfrm>
            <a:custGeom>
              <a:avLst/>
              <a:gdLst/>
              <a:ahLst/>
              <a:cxnLst/>
              <a:rect l="l" t="t" r="r" b="b"/>
              <a:pathLst>
                <a:path w="563245" h="546100">
                  <a:moveTo>
                    <a:pt x="488121" y="0"/>
                  </a:moveTo>
                  <a:lnTo>
                    <a:pt x="74730" y="0"/>
                  </a:lnTo>
                  <a:lnTo>
                    <a:pt x="45715" y="5895"/>
                  </a:lnTo>
                  <a:lnTo>
                    <a:pt x="21953" y="21948"/>
                  </a:lnTo>
                  <a:lnTo>
                    <a:pt x="5897" y="45706"/>
                  </a:lnTo>
                  <a:lnTo>
                    <a:pt x="0" y="74720"/>
                  </a:lnTo>
                  <a:lnTo>
                    <a:pt x="0" y="471325"/>
                  </a:lnTo>
                  <a:lnTo>
                    <a:pt x="5897" y="500339"/>
                  </a:lnTo>
                  <a:lnTo>
                    <a:pt x="21953" y="524097"/>
                  </a:lnTo>
                  <a:lnTo>
                    <a:pt x="45715" y="540150"/>
                  </a:lnTo>
                  <a:lnTo>
                    <a:pt x="74730" y="546046"/>
                  </a:lnTo>
                  <a:lnTo>
                    <a:pt x="488121" y="546046"/>
                  </a:lnTo>
                  <a:lnTo>
                    <a:pt x="517134" y="540150"/>
                  </a:lnTo>
                  <a:lnTo>
                    <a:pt x="540893" y="524097"/>
                  </a:lnTo>
                  <a:lnTo>
                    <a:pt x="556945" y="500339"/>
                  </a:lnTo>
                  <a:lnTo>
                    <a:pt x="562841" y="471325"/>
                  </a:lnTo>
                  <a:lnTo>
                    <a:pt x="562841" y="74720"/>
                  </a:lnTo>
                  <a:lnTo>
                    <a:pt x="556945" y="45706"/>
                  </a:lnTo>
                  <a:lnTo>
                    <a:pt x="540893" y="21948"/>
                  </a:lnTo>
                  <a:lnTo>
                    <a:pt x="517134" y="5895"/>
                  </a:lnTo>
                  <a:lnTo>
                    <a:pt x="488121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840543" y="5014321"/>
              <a:ext cx="470534" cy="470534"/>
            </a:xfrm>
            <a:custGeom>
              <a:avLst/>
              <a:gdLst/>
              <a:ahLst/>
              <a:cxnLst/>
              <a:rect l="l" t="t" r="r" b="b"/>
              <a:pathLst>
                <a:path w="470535" h="470535">
                  <a:moveTo>
                    <a:pt x="25527" y="215138"/>
                  </a:moveTo>
                  <a:lnTo>
                    <a:pt x="19812" y="209423"/>
                  </a:lnTo>
                  <a:lnTo>
                    <a:pt x="12763" y="209423"/>
                  </a:lnTo>
                  <a:lnTo>
                    <a:pt x="5727" y="209423"/>
                  </a:lnTo>
                  <a:lnTo>
                    <a:pt x="0" y="215138"/>
                  </a:lnTo>
                  <a:lnTo>
                    <a:pt x="0" y="229235"/>
                  </a:lnTo>
                  <a:lnTo>
                    <a:pt x="5727" y="234950"/>
                  </a:lnTo>
                  <a:lnTo>
                    <a:pt x="19812" y="234950"/>
                  </a:lnTo>
                  <a:lnTo>
                    <a:pt x="25527" y="229235"/>
                  </a:lnTo>
                  <a:lnTo>
                    <a:pt x="25527" y="215138"/>
                  </a:lnTo>
                  <a:close/>
                </a:path>
                <a:path w="470535" h="470535">
                  <a:moveTo>
                    <a:pt x="58127" y="340334"/>
                  </a:moveTo>
                  <a:lnTo>
                    <a:pt x="48158" y="330365"/>
                  </a:lnTo>
                  <a:lnTo>
                    <a:pt x="40068" y="330365"/>
                  </a:lnTo>
                  <a:lnTo>
                    <a:pt x="35090" y="335356"/>
                  </a:lnTo>
                  <a:lnTo>
                    <a:pt x="30099" y="340334"/>
                  </a:lnTo>
                  <a:lnTo>
                    <a:pt x="30099" y="348424"/>
                  </a:lnTo>
                  <a:lnTo>
                    <a:pt x="40068" y="358394"/>
                  </a:lnTo>
                  <a:lnTo>
                    <a:pt x="48158" y="358394"/>
                  </a:lnTo>
                  <a:lnTo>
                    <a:pt x="58127" y="348424"/>
                  </a:lnTo>
                  <a:lnTo>
                    <a:pt x="58127" y="340334"/>
                  </a:lnTo>
                  <a:close/>
                </a:path>
                <a:path w="470535" h="470535">
                  <a:moveTo>
                    <a:pt x="64109" y="112623"/>
                  </a:moveTo>
                  <a:lnTo>
                    <a:pt x="62407" y="104736"/>
                  </a:lnTo>
                  <a:lnTo>
                    <a:pt x="56476" y="100914"/>
                  </a:lnTo>
                  <a:lnTo>
                    <a:pt x="50558" y="97091"/>
                  </a:lnTo>
                  <a:lnTo>
                    <a:pt x="42659" y="98793"/>
                  </a:lnTo>
                  <a:lnTo>
                    <a:pt x="35013" y="110642"/>
                  </a:lnTo>
                  <a:lnTo>
                    <a:pt x="36715" y="118541"/>
                  </a:lnTo>
                  <a:lnTo>
                    <a:pt x="48564" y="126187"/>
                  </a:lnTo>
                  <a:lnTo>
                    <a:pt x="56464" y="124485"/>
                  </a:lnTo>
                  <a:lnTo>
                    <a:pt x="64109" y="112623"/>
                  </a:lnTo>
                  <a:close/>
                </a:path>
                <a:path w="470535" h="470535">
                  <a:moveTo>
                    <a:pt x="138277" y="420700"/>
                  </a:moveTo>
                  <a:lnTo>
                    <a:pt x="128320" y="410730"/>
                  </a:lnTo>
                  <a:lnTo>
                    <a:pt x="120230" y="410730"/>
                  </a:lnTo>
                  <a:lnTo>
                    <a:pt x="115252" y="415721"/>
                  </a:lnTo>
                  <a:lnTo>
                    <a:pt x="110261" y="420700"/>
                  </a:lnTo>
                  <a:lnTo>
                    <a:pt x="110261" y="428790"/>
                  </a:lnTo>
                  <a:lnTo>
                    <a:pt x="120230" y="438759"/>
                  </a:lnTo>
                  <a:lnTo>
                    <a:pt x="128320" y="438759"/>
                  </a:lnTo>
                  <a:lnTo>
                    <a:pt x="138277" y="428790"/>
                  </a:lnTo>
                  <a:lnTo>
                    <a:pt x="138277" y="420700"/>
                  </a:lnTo>
                  <a:close/>
                </a:path>
                <a:path w="470535" h="470535">
                  <a:moveTo>
                    <a:pt x="148145" y="36969"/>
                  </a:moveTo>
                  <a:lnTo>
                    <a:pt x="144729" y="30797"/>
                  </a:lnTo>
                  <a:lnTo>
                    <a:pt x="141300" y="24638"/>
                  </a:lnTo>
                  <a:lnTo>
                    <a:pt x="133527" y="22428"/>
                  </a:lnTo>
                  <a:lnTo>
                    <a:pt x="121208" y="29260"/>
                  </a:lnTo>
                  <a:lnTo>
                    <a:pt x="118986" y="37045"/>
                  </a:lnTo>
                  <a:lnTo>
                    <a:pt x="125831" y="49364"/>
                  </a:lnTo>
                  <a:lnTo>
                    <a:pt x="133604" y="51587"/>
                  </a:lnTo>
                  <a:lnTo>
                    <a:pt x="145923" y="44742"/>
                  </a:lnTo>
                  <a:lnTo>
                    <a:pt x="148145" y="36969"/>
                  </a:lnTo>
                  <a:close/>
                </a:path>
                <a:path w="470535" h="470535">
                  <a:moveTo>
                    <a:pt x="248132" y="450100"/>
                  </a:moveTo>
                  <a:lnTo>
                    <a:pt x="242430" y="444385"/>
                  </a:lnTo>
                  <a:lnTo>
                    <a:pt x="228320" y="444385"/>
                  </a:lnTo>
                  <a:lnTo>
                    <a:pt x="222605" y="450100"/>
                  </a:lnTo>
                  <a:lnTo>
                    <a:pt x="222605" y="457149"/>
                  </a:lnTo>
                  <a:lnTo>
                    <a:pt x="222605" y="464185"/>
                  </a:lnTo>
                  <a:lnTo>
                    <a:pt x="228320" y="469912"/>
                  </a:lnTo>
                  <a:lnTo>
                    <a:pt x="242430" y="469912"/>
                  </a:lnTo>
                  <a:lnTo>
                    <a:pt x="248132" y="464185"/>
                  </a:lnTo>
                  <a:lnTo>
                    <a:pt x="248132" y="450100"/>
                  </a:lnTo>
                  <a:close/>
                </a:path>
                <a:path w="470535" h="470535">
                  <a:moveTo>
                    <a:pt x="248132" y="5715"/>
                  </a:moveTo>
                  <a:lnTo>
                    <a:pt x="242430" y="0"/>
                  </a:lnTo>
                  <a:lnTo>
                    <a:pt x="228320" y="0"/>
                  </a:lnTo>
                  <a:lnTo>
                    <a:pt x="222605" y="5715"/>
                  </a:lnTo>
                  <a:lnTo>
                    <a:pt x="222605" y="12763"/>
                  </a:lnTo>
                  <a:lnTo>
                    <a:pt x="222605" y="19812"/>
                  </a:lnTo>
                  <a:lnTo>
                    <a:pt x="228320" y="25527"/>
                  </a:lnTo>
                  <a:lnTo>
                    <a:pt x="242430" y="25527"/>
                  </a:lnTo>
                  <a:lnTo>
                    <a:pt x="248132" y="19812"/>
                  </a:lnTo>
                  <a:lnTo>
                    <a:pt x="248132" y="5715"/>
                  </a:lnTo>
                  <a:close/>
                </a:path>
                <a:path w="470535" h="470535">
                  <a:moveTo>
                    <a:pt x="351345" y="37045"/>
                  </a:moveTo>
                  <a:lnTo>
                    <a:pt x="349123" y="29260"/>
                  </a:lnTo>
                  <a:lnTo>
                    <a:pt x="336804" y="22428"/>
                  </a:lnTo>
                  <a:lnTo>
                    <a:pt x="329031" y="24638"/>
                  </a:lnTo>
                  <a:lnTo>
                    <a:pt x="325602" y="30797"/>
                  </a:lnTo>
                  <a:lnTo>
                    <a:pt x="322186" y="36969"/>
                  </a:lnTo>
                  <a:lnTo>
                    <a:pt x="324396" y="44742"/>
                  </a:lnTo>
                  <a:lnTo>
                    <a:pt x="336727" y="51587"/>
                  </a:lnTo>
                  <a:lnTo>
                    <a:pt x="344500" y="49364"/>
                  </a:lnTo>
                  <a:lnTo>
                    <a:pt x="351345" y="37045"/>
                  </a:lnTo>
                  <a:close/>
                </a:path>
                <a:path w="470535" h="470535">
                  <a:moveTo>
                    <a:pt x="360070" y="420700"/>
                  </a:moveTo>
                  <a:lnTo>
                    <a:pt x="355079" y="415721"/>
                  </a:lnTo>
                  <a:lnTo>
                    <a:pt x="350100" y="410730"/>
                  </a:lnTo>
                  <a:lnTo>
                    <a:pt x="342011" y="410730"/>
                  </a:lnTo>
                  <a:lnTo>
                    <a:pt x="332054" y="420700"/>
                  </a:lnTo>
                  <a:lnTo>
                    <a:pt x="332054" y="428790"/>
                  </a:lnTo>
                  <a:lnTo>
                    <a:pt x="342011" y="438759"/>
                  </a:lnTo>
                  <a:lnTo>
                    <a:pt x="350100" y="438759"/>
                  </a:lnTo>
                  <a:lnTo>
                    <a:pt x="360070" y="428790"/>
                  </a:lnTo>
                  <a:lnTo>
                    <a:pt x="360070" y="420700"/>
                  </a:lnTo>
                  <a:close/>
                </a:path>
                <a:path w="470535" h="470535">
                  <a:moveTo>
                    <a:pt x="435317" y="110642"/>
                  </a:moveTo>
                  <a:lnTo>
                    <a:pt x="427672" y="98793"/>
                  </a:lnTo>
                  <a:lnTo>
                    <a:pt x="419773" y="97091"/>
                  </a:lnTo>
                  <a:lnTo>
                    <a:pt x="413854" y="100914"/>
                  </a:lnTo>
                  <a:lnTo>
                    <a:pt x="407924" y="104736"/>
                  </a:lnTo>
                  <a:lnTo>
                    <a:pt x="406222" y="112623"/>
                  </a:lnTo>
                  <a:lnTo>
                    <a:pt x="413867" y="124485"/>
                  </a:lnTo>
                  <a:lnTo>
                    <a:pt x="421767" y="126187"/>
                  </a:lnTo>
                  <a:lnTo>
                    <a:pt x="433616" y="118541"/>
                  </a:lnTo>
                  <a:lnTo>
                    <a:pt x="435317" y="110642"/>
                  </a:lnTo>
                  <a:close/>
                </a:path>
                <a:path w="470535" h="470535">
                  <a:moveTo>
                    <a:pt x="440232" y="340334"/>
                  </a:moveTo>
                  <a:lnTo>
                    <a:pt x="435241" y="335356"/>
                  </a:lnTo>
                  <a:lnTo>
                    <a:pt x="430263" y="330365"/>
                  </a:lnTo>
                  <a:lnTo>
                    <a:pt x="422173" y="330365"/>
                  </a:lnTo>
                  <a:lnTo>
                    <a:pt x="412203" y="340334"/>
                  </a:lnTo>
                  <a:lnTo>
                    <a:pt x="412203" y="348424"/>
                  </a:lnTo>
                  <a:lnTo>
                    <a:pt x="422173" y="358394"/>
                  </a:lnTo>
                  <a:lnTo>
                    <a:pt x="430263" y="358394"/>
                  </a:lnTo>
                  <a:lnTo>
                    <a:pt x="440232" y="348424"/>
                  </a:lnTo>
                  <a:lnTo>
                    <a:pt x="440232" y="340334"/>
                  </a:lnTo>
                  <a:close/>
                </a:path>
                <a:path w="470535" h="470535">
                  <a:moveTo>
                    <a:pt x="470319" y="215138"/>
                  </a:moveTo>
                  <a:lnTo>
                    <a:pt x="464604" y="209423"/>
                  </a:lnTo>
                  <a:lnTo>
                    <a:pt x="457555" y="209423"/>
                  </a:lnTo>
                  <a:lnTo>
                    <a:pt x="450507" y="209423"/>
                  </a:lnTo>
                  <a:lnTo>
                    <a:pt x="444792" y="215138"/>
                  </a:lnTo>
                  <a:lnTo>
                    <a:pt x="444792" y="229235"/>
                  </a:lnTo>
                  <a:lnTo>
                    <a:pt x="450507" y="234950"/>
                  </a:lnTo>
                  <a:lnTo>
                    <a:pt x="464604" y="234950"/>
                  </a:lnTo>
                  <a:lnTo>
                    <a:pt x="470319" y="229235"/>
                  </a:lnTo>
                  <a:lnTo>
                    <a:pt x="470319" y="215138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72478" y="5077028"/>
              <a:ext cx="98925" cy="172238"/>
            </a:xfrm>
            <a:prstGeom prst="rect">
              <a:avLst/>
            </a:prstGeom>
          </p:spPr>
        </p:pic>
      </p:grpSp>
      <p:grpSp>
        <p:nvGrpSpPr>
          <p:cNvPr id="55" name="object 55" descr=""/>
          <p:cNvGrpSpPr/>
          <p:nvPr/>
        </p:nvGrpSpPr>
        <p:grpSpPr>
          <a:xfrm>
            <a:off x="1549326" y="5289884"/>
            <a:ext cx="16337915" cy="4557395"/>
            <a:chOff x="1549326" y="5289884"/>
            <a:chExt cx="16337915" cy="4557395"/>
          </a:xfrm>
        </p:grpSpPr>
        <p:sp>
          <p:nvSpPr>
            <p:cNvPr id="56" name="object 56" descr=""/>
            <p:cNvSpPr/>
            <p:nvPr/>
          </p:nvSpPr>
          <p:spPr>
            <a:xfrm>
              <a:off x="2424671" y="5450312"/>
              <a:ext cx="3075305" cy="3905885"/>
            </a:xfrm>
            <a:custGeom>
              <a:avLst/>
              <a:gdLst/>
              <a:ahLst/>
              <a:cxnLst/>
              <a:rect l="l" t="t" r="r" b="b"/>
              <a:pathLst>
                <a:path w="3075304" h="3905884">
                  <a:moveTo>
                    <a:pt x="3075254" y="1955685"/>
                  </a:moveTo>
                  <a:lnTo>
                    <a:pt x="2836443" y="977836"/>
                  </a:lnTo>
                  <a:lnTo>
                    <a:pt x="2836443" y="0"/>
                  </a:lnTo>
                  <a:lnTo>
                    <a:pt x="2493137" y="0"/>
                  </a:lnTo>
                  <a:lnTo>
                    <a:pt x="2493137" y="2074481"/>
                  </a:lnTo>
                  <a:lnTo>
                    <a:pt x="0" y="2074481"/>
                  </a:lnTo>
                  <a:lnTo>
                    <a:pt x="0" y="3905656"/>
                  </a:lnTo>
                  <a:lnTo>
                    <a:pt x="2517571" y="3905656"/>
                  </a:lnTo>
                  <a:lnTo>
                    <a:pt x="2517571" y="3858996"/>
                  </a:lnTo>
                  <a:lnTo>
                    <a:pt x="3075254" y="3858996"/>
                  </a:lnTo>
                  <a:lnTo>
                    <a:pt x="3075254" y="1955685"/>
                  </a:lnTo>
                  <a:close/>
                </a:path>
              </a:pathLst>
            </a:custGeom>
            <a:solidFill>
              <a:srgbClr val="F4F5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5261114" y="5450312"/>
              <a:ext cx="2142490" cy="3859529"/>
            </a:xfrm>
            <a:custGeom>
              <a:avLst/>
              <a:gdLst/>
              <a:ahLst/>
              <a:cxnLst/>
              <a:rect l="l" t="t" r="r" b="b"/>
              <a:pathLst>
                <a:path w="2142490" h="3859529">
                  <a:moveTo>
                    <a:pt x="1903069" y="0"/>
                  </a:moveTo>
                  <a:lnTo>
                    <a:pt x="0" y="0"/>
                  </a:lnTo>
                  <a:lnTo>
                    <a:pt x="0" y="977849"/>
                  </a:lnTo>
                  <a:lnTo>
                    <a:pt x="1903069" y="977849"/>
                  </a:lnTo>
                  <a:lnTo>
                    <a:pt x="1903069" y="0"/>
                  </a:lnTo>
                  <a:close/>
                </a:path>
                <a:path w="2142490" h="3859529">
                  <a:moveTo>
                    <a:pt x="2141893" y="1955685"/>
                  </a:moveTo>
                  <a:lnTo>
                    <a:pt x="238810" y="1955685"/>
                  </a:lnTo>
                  <a:lnTo>
                    <a:pt x="238810" y="3858996"/>
                  </a:lnTo>
                  <a:lnTo>
                    <a:pt x="2141893" y="3858996"/>
                  </a:lnTo>
                  <a:lnTo>
                    <a:pt x="2141893" y="195568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5261115" y="6428149"/>
              <a:ext cx="2142490" cy="977900"/>
            </a:xfrm>
            <a:custGeom>
              <a:avLst/>
              <a:gdLst/>
              <a:ahLst/>
              <a:cxnLst/>
              <a:rect l="l" t="t" r="r" b="b"/>
              <a:pathLst>
                <a:path w="2142490" h="977900">
                  <a:moveTo>
                    <a:pt x="1903072" y="0"/>
                  </a:moveTo>
                  <a:lnTo>
                    <a:pt x="0" y="0"/>
                  </a:lnTo>
                  <a:lnTo>
                    <a:pt x="238819" y="977844"/>
                  </a:lnTo>
                  <a:lnTo>
                    <a:pt x="2141892" y="977844"/>
                  </a:lnTo>
                  <a:lnTo>
                    <a:pt x="1903072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462549" y="6551529"/>
              <a:ext cx="1530985" cy="472440"/>
            </a:xfrm>
            <a:custGeom>
              <a:avLst/>
              <a:gdLst/>
              <a:ahLst/>
              <a:cxnLst/>
              <a:rect l="l" t="t" r="r" b="b"/>
              <a:pathLst>
                <a:path w="1530984" h="472440">
                  <a:moveTo>
                    <a:pt x="68783" y="70853"/>
                  </a:moveTo>
                  <a:lnTo>
                    <a:pt x="49745" y="0"/>
                  </a:lnTo>
                  <a:lnTo>
                    <a:pt x="0" y="0"/>
                  </a:lnTo>
                  <a:lnTo>
                    <a:pt x="19024" y="70853"/>
                  </a:lnTo>
                  <a:lnTo>
                    <a:pt x="68783" y="70853"/>
                  </a:lnTo>
                  <a:close/>
                </a:path>
                <a:path w="1530984" h="472440">
                  <a:moveTo>
                    <a:pt x="104317" y="203136"/>
                  </a:moveTo>
                  <a:lnTo>
                    <a:pt x="85280" y="132270"/>
                  </a:lnTo>
                  <a:lnTo>
                    <a:pt x="35534" y="132270"/>
                  </a:lnTo>
                  <a:lnTo>
                    <a:pt x="54559" y="203136"/>
                  </a:lnTo>
                  <a:lnTo>
                    <a:pt x="104317" y="203136"/>
                  </a:lnTo>
                  <a:close/>
                </a:path>
                <a:path w="1530984" h="472440">
                  <a:moveTo>
                    <a:pt x="141109" y="340131"/>
                  </a:moveTo>
                  <a:lnTo>
                    <a:pt x="122072" y="269278"/>
                  </a:lnTo>
                  <a:lnTo>
                    <a:pt x="72326" y="269278"/>
                  </a:lnTo>
                  <a:lnTo>
                    <a:pt x="91351" y="340131"/>
                  </a:lnTo>
                  <a:lnTo>
                    <a:pt x="141109" y="340131"/>
                  </a:lnTo>
                  <a:close/>
                </a:path>
                <a:path w="1530984" h="472440">
                  <a:moveTo>
                    <a:pt x="176631" y="472414"/>
                  </a:moveTo>
                  <a:lnTo>
                    <a:pt x="157594" y="401548"/>
                  </a:lnTo>
                  <a:lnTo>
                    <a:pt x="107848" y="401548"/>
                  </a:lnTo>
                  <a:lnTo>
                    <a:pt x="126873" y="472414"/>
                  </a:lnTo>
                  <a:lnTo>
                    <a:pt x="176631" y="472414"/>
                  </a:lnTo>
                  <a:close/>
                </a:path>
                <a:path w="1530984" h="472440">
                  <a:moveTo>
                    <a:pt x="181978" y="70853"/>
                  </a:moveTo>
                  <a:lnTo>
                    <a:pt x="162941" y="0"/>
                  </a:lnTo>
                  <a:lnTo>
                    <a:pt x="113195" y="0"/>
                  </a:lnTo>
                  <a:lnTo>
                    <a:pt x="132219" y="70853"/>
                  </a:lnTo>
                  <a:lnTo>
                    <a:pt x="181978" y="70853"/>
                  </a:lnTo>
                  <a:close/>
                </a:path>
                <a:path w="1530984" h="472440">
                  <a:moveTo>
                    <a:pt x="217512" y="203136"/>
                  </a:moveTo>
                  <a:lnTo>
                    <a:pt x="198475" y="132270"/>
                  </a:lnTo>
                  <a:lnTo>
                    <a:pt x="148729" y="132270"/>
                  </a:lnTo>
                  <a:lnTo>
                    <a:pt x="167754" y="203136"/>
                  </a:lnTo>
                  <a:lnTo>
                    <a:pt x="217512" y="203136"/>
                  </a:lnTo>
                  <a:close/>
                </a:path>
                <a:path w="1530984" h="472440">
                  <a:moveTo>
                    <a:pt x="254304" y="340131"/>
                  </a:moveTo>
                  <a:lnTo>
                    <a:pt x="235267" y="269278"/>
                  </a:lnTo>
                  <a:lnTo>
                    <a:pt x="185508" y="269278"/>
                  </a:lnTo>
                  <a:lnTo>
                    <a:pt x="204546" y="340131"/>
                  </a:lnTo>
                  <a:lnTo>
                    <a:pt x="254304" y="340131"/>
                  </a:lnTo>
                  <a:close/>
                </a:path>
                <a:path w="1530984" h="472440">
                  <a:moveTo>
                    <a:pt x="289826" y="472414"/>
                  </a:moveTo>
                  <a:lnTo>
                    <a:pt x="270789" y="401548"/>
                  </a:lnTo>
                  <a:lnTo>
                    <a:pt x="221030" y="401548"/>
                  </a:lnTo>
                  <a:lnTo>
                    <a:pt x="240068" y="472414"/>
                  </a:lnTo>
                  <a:lnTo>
                    <a:pt x="289826" y="472414"/>
                  </a:lnTo>
                  <a:close/>
                </a:path>
                <a:path w="1530984" h="472440">
                  <a:moveTo>
                    <a:pt x="295173" y="70853"/>
                  </a:moveTo>
                  <a:lnTo>
                    <a:pt x="276136" y="0"/>
                  </a:lnTo>
                  <a:lnTo>
                    <a:pt x="226390" y="0"/>
                  </a:lnTo>
                  <a:lnTo>
                    <a:pt x="245414" y="70853"/>
                  </a:lnTo>
                  <a:lnTo>
                    <a:pt x="295173" y="70853"/>
                  </a:lnTo>
                  <a:close/>
                </a:path>
                <a:path w="1530984" h="472440">
                  <a:moveTo>
                    <a:pt x="330695" y="203136"/>
                  </a:moveTo>
                  <a:lnTo>
                    <a:pt x="311670" y="132270"/>
                  </a:lnTo>
                  <a:lnTo>
                    <a:pt x="261912" y="132270"/>
                  </a:lnTo>
                  <a:lnTo>
                    <a:pt x="280949" y="203136"/>
                  </a:lnTo>
                  <a:lnTo>
                    <a:pt x="330695" y="203136"/>
                  </a:lnTo>
                  <a:close/>
                </a:path>
                <a:path w="1530984" h="472440">
                  <a:moveTo>
                    <a:pt x="367499" y="340131"/>
                  </a:moveTo>
                  <a:lnTo>
                    <a:pt x="348462" y="269278"/>
                  </a:lnTo>
                  <a:lnTo>
                    <a:pt x="298716" y="269278"/>
                  </a:lnTo>
                  <a:lnTo>
                    <a:pt x="317741" y="340131"/>
                  </a:lnTo>
                  <a:lnTo>
                    <a:pt x="367499" y="340131"/>
                  </a:lnTo>
                  <a:close/>
                </a:path>
                <a:path w="1530984" h="472440">
                  <a:moveTo>
                    <a:pt x="403021" y="472414"/>
                  </a:moveTo>
                  <a:lnTo>
                    <a:pt x="383984" y="401548"/>
                  </a:lnTo>
                  <a:lnTo>
                    <a:pt x="334238" y="401548"/>
                  </a:lnTo>
                  <a:lnTo>
                    <a:pt x="353263" y="472414"/>
                  </a:lnTo>
                  <a:lnTo>
                    <a:pt x="403021" y="472414"/>
                  </a:lnTo>
                  <a:close/>
                </a:path>
                <a:path w="1530984" h="472440">
                  <a:moveTo>
                    <a:pt x="408368" y="70853"/>
                  </a:moveTo>
                  <a:lnTo>
                    <a:pt x="389331" y="0"/>
                  </a:lnTo>
                  <a:lnTo>
                    <a:pt x="339585" y="0"/>
                  </a:lnTo>
                  <a:lnTo>
                    <a:pt x="358609" y="70853"/>
                  </a:lnTo>
                  <a:lnTo>
                    <a:pt x="408368" y="70853"/>
                  </a:lnTo>
                  <a:close/>
                </a:path>
                <a:path w="1530984" h="472440">
                  <a:moveTo>
                    <a:pt x="443903" y="203136"/>
                  </a:moveTo>
                  <a:lnTo>
                    <a:pt x="424865" y="132270"/>
                  </a:lnTo>
                  <a:lnTo>
                    <a:pt x="375119" y="132270"/>
                  </a:lnTo>
                  <a:lnTo>
                    <a:pt x="394144" y="203136"/>
                  </a:lnTo>
                  <a:lnTo>
                    <a:pt x="443903" y="203136"/>
                  </a:lnTo>
                  <a:close/>
                </a:path>
                <a:path w="1530984" h="472440">
                  <a:moveTo>
                    <a:pt x="480695" y="340131"/>
                  </a:moveTo>
                  <a:lnTo>
                    <a:pt x="461657" y="269278"/>
                  </a:lnTo>
                  <a:lnTo>
                    <a:pt x="411911" y="269278"/>
                  </a:lnTo>
                  <a:lnTo>
                    <a:pt x="430936" y="340131"/>
                  </a:lnTo>
                  <a:lnTo>
                    <a:pt x="480695" y="340131"/>
                  </a:lnTo>
                  <a:close/>
                </a:path>
                <a:path w="1530984" h="472440">
                  <a:moveTo>
                    <a:pt x="516216" y="472414"/>
                  </a:moveTo>
                  <a:lnTo>
                    <a:pt x="497179" y="401548"/>
                  </a:lnTo>
                  <a:lnTo>
                    <a:pt x="447433" y="401548"/>
                  </a:lnTo>
                  <a:lnTo>
                    <a:pt x="466458" y="472414"/>
                  </a:lnTo>
                  <a:lnTo>
                    <a:pt x="516216" y="472414"/>
                  </a:lnTo>
                  <a:close/>
                </a:path>
                <a:path w="1530984" h="472440">
                  <a:moveTo>
                    <a:pt x="521563" y="70853"/>
                  </a:moveTo>
                  <a:lnTo>
                    <a:pt x="502539" y="0"/>
                  </a:lnTo>
                  <a:lnTo>
                    <a:pt x="452780" y="0"/>
                  </a:lnTo>
                  <a:lnTo>
                    <a:pt x="471805" y="70853"/>
                  </a:lnTo>
                  <a:lnTo>
                    <a:pt x="521563" y="70853"/>
                  </a:lnTo>
                  <a:close/>
                </a:path>
                <a:path w="1530984" h="472440">
                  <a:moveTo>
                    <a:pt x="557098" y="203136"/>
                  </a:moveTo>
                  <a:lnTo>
                    <a:pt x="538060" y="132270"/>
                  </a:lnTo>
                  <a:lnTo>
                    <a:pt x="488315" y="132270"/>
                  </a:lnTo>
                  <a:lnTo>
                    <a:pt x="507339" y="203136"/>
                  </a:lnTo>
                  <a:lnTo>
                    <a:pt x="557098" y="203136"/>
                  </a:lnTo>
                  <a:close/>
                </a:path>
                <a:path w="1530984" h="472440">
                  <a:moveTo>
                    <a:pt x="593890" y="340131"/>
                  </a:moveTo>
                  <a:lnTo>
                    <a:pt x="574852" y="269278"/>
                  </a:lnTo>
                  <a:lnTo>
                    <a:pt x="525094" y="269278"/>
                  </a:lnTo>
                  <a:lnTo>
                    <a:pt x="544131" y="340131"/>
                  </a:lnTo>
                  <a:lnTo>
                    <a:pt x="593890" y="340131"/>
                  </a:lnTo>
                  <a:close/>
                </a:path>
                <a:path w="1530984" h="472440">
                  <a:moveTo>
                    <a:pt x="629412" y="472414"/>
                  </a:moveTo>
                  <a:lnTo>
                    <a:pt x="610374" y="401548"/>
                  </a:lnTo>
                  <a:lnTo>
                    <a:pt x="560628" y="401548"/>
                  </a:lnTo>
                  <a:lnTo>
                    <a:pt x="579653" y="472414"/>
                  </a:lnTo>
                  <a:lnTo>
                    <a:pt x="629412" y="472414"/>
                  </a:lnTo>
                  <a:close/>
                </a:path>
                <a:path w="1530984" h="472440">
                  <a:moveTo>
                    <a:pt x="634758" y="70853"/>
                  </a:moveTo>
                  <a:lnTo>
                    <a:pt x="615721" y="0"/>
                  </a:lnTo>
                  <a:lnTo>
                    <a:pt x="565975" y="0"/>
                  </a:lnTo>
                  <a:lnTo>
                    <a:pt x="585000" y="70853"/>
                  </a:lnTo>
                  <a:lnTo>
                    <a:pt x="634758" y="70853"/>
                  </a:lnTo>
                  <a:close/>
                </a:path>
                <a:path w="1530984" h="472440">
                  <a:moveTo>
                    <a:pt x="670293" y="203136"/>
                  </a:moveTo>
                  <a:lnTo>
                    <a:pt x="651256" y="132270"/>
                  </a:lnTo>
                  <a:lnTo>
                    <a:pt x="601510" y="132270"/>
                  </a:lnTo>
                  <a:lnTo>
                    <a:pt x="620534" y="203136"/>
                  </a:lnTo>
                  <a:lnTo>
                    <a:pt x="670293" y="203136"/>
                  </a:lnTo>
                  <a:close/>
                </a:path>
                <a:path w="1530984" h="472440">
                  <a:moveTo>
                    <a:pt x="707085" y="340131"/>
                  </a:moveTo>
                  <a:lnTo>
                    <a:pt x="688047" y="269278"/>
                  </a:lnTo>
                  <a:lnTo>
                    <a:pt x="638302" y="269278"/>
                  </a:lnTo>
                  <a:lnTo>
                    <a:pt x="657326" y="340131"/>
                  </a:lnTo>
                  <a:lnTo>
                    <a:pt x="707085" y="340131"/>
                  </a:lnTo>
                  <a:close/>
                </a:path>
                <a:path w="1530984" h="472440">
                  <a:moveTo>
                    <a:pt x="742607" y="472414"/>
                  </a:moveTo>
                  <a:lnTo>
                    <a:pt x="723569" y="401548"/>
                  </a:lnTo>
                  <a:lnTo>
                    <a:pt x="673823" y="401548"/>
                  </a:lnTo>
                  <a:lnTo>
                    <a:pt x="692848" y="472414"/>
                  </a:lnTo>
                  <a:lnTo>
                    <a:pt x="742607" y="472414"/>
                  </a:lnTo>
                  <a:close/>
                </a:path>
                <a:path w="1530984" h="472440">
                  <a:moveTo>
                    <a:pt x="856564" y="70853"/>
                  </a:moveTo>
                  <a:lnTo>
                    <a:pt x="837526" y="0"/>
                  </a:lnTo>
                  <a:lnTo>
                    <a:pt x="787768" y="0"/>
                  </a:lnTo>
                  <a:lnTo>
                    <a:pt x="806805" y="70853"/>
                  </a:lnTo>
                  <a:lnTo>
                    <a:pt x="856564" y="70853"/>
                  </a:lnTo>
                  <a:close/>
                </a:path>
                <a:path w="1530984" h="472440">
                  <a:moveTo>
                    <a:pt x="892086" y="203136"/>
                  </a:moveTo>
                  <a:lnTo>
                    <a:pt x="873048" y="132270"/>
                  </a:lnTo>
                  <a:lnTo>
                    <a:pt x="823290" y="132270"/>
                  </a:lnTo>
                  <a:lnTo>
                    <a:pt x="842327" y="203136"/>
                  </a:lnTo>
                  <a:lnTo>
                    <a:pt x="892086" y="203136"/>
                  </a:lnTo>
                  <a:close/>
                </a:path>
                <a:path w="1530984" h="472440">
                  <a:moveTo>
                    <a:pt x="928878" y="340131"/>
                  </a:moveTo>
                  <a:lnTo>
                    <a:pt x="909840" y="269278"/>
                  </a:lnTo>
                  <a:lnTo>
                    <a:pt x="860094" y="269278"/>
                  </a:lnTo>
                  <a:lnTo>
                    <a:pt x="879119" y="340131"/>
                  </a:lnTo>
                  <a:lnTo>
                    <a:pt x="928878" y="340131"/>
                  </a:lnTo>
                  <a:close/>
                </a:path>
                <a:path w="1530984" h="472440">
                  <a:moveTo>
                    <a:pt x="964399" y="472414"/>
                  </a:moveTo>
                  <a:lnTo>
                    <a:pt x="945362" y="401548"/>
                  </a:lnTo>
                  <a:lnTo>
                    <a:pt x="895616" y="401548"/>
                  </a:lnTo>
                  <a:lnTo>
                    <a:pt x="914641" y="472414"/>
                  </a:lnTo>
                  <a:lnTo>
                    <a:pt x="964399" y="472414"/>
                  </a:lnTo>
                  <a:close/>
                </a:path>
                <a:path w="1530984" h="472440">
                  <a:moveTo>
                    <a:pt x="969759" y="70853"/>
                  </a:moveTo>
                  <a:lnTo>
                    <a:pt x="950722" y="0"/>
                  </a:lnTo>
                  <a:lnTo>
                    <a:pt x="900976" y="0"/>
                  </a:lnTo>
                  <a:lnTo>
                    <a:pt x="920000" y="70853"/>
                  </a:lnTo>
                  <a:lnTo>
                    <a:pt x="969759" y="70853"/>
                  </a:lnTo>
                  <a:close/>
                </a:path>
                <a:path w="1530984" h="472440">
                  <a:moveTo>
                    <a:pt x="1005281" y="203136"/>
                  </a:moveTo>
                  <a:lnTo>
                    <a:pt x="986243" y="132270"/>
                  </a:lnTo>
                  <a:lnTo>
                    <a:pt x="936498" y="132270"/>
                  </a:lnTo>
                  <a:lnTo>
                    <a:pt x="955522" y="203136"/>
                  </a:lnTo>
                  <a:lnTo>
                    <a:pt x="1005281" y="203136"/>
                  </a:lnTo>
                  <a:close/>
                </a:path>
                <a:path w="1530984" h="472440">
                  <a:moveTo>
                    <a:pt x="1042073" y="340131"/>
                  </a:moveTo>
                  <a:lnTo>
                    <a:pt x="1023035" y="269278"/>
                  </a:lnTo>
                  <a:lnTo>
                    <a:pt x="973289" y="269278"/>
                  </a:lnTo>
                  <a:lnTo>
                    <a:pt x="992314" y="340131"/>
                  </a:lnTo>
                  <a:lnTo>
                    <a:pt x="1042073" y="340131"/>
                  </a:lnTo>
                  <a:close/>
                </a:path>
                <a:path w="1530984" h="472440">
                  <a:moveTo>
                    <a:pt x="1077595" y="472414"/>
                  </a:moveTo>
                  <a:lnTo>
                    <a:pt x="1058557" y="401548"/>
                  </a:lnTo>
                  <a:lnTo>
                    <a:pt x="1008811" y="401548"/>
                  </a:lnTo>
                  <a:lnTo>
                    <a:pt x="1027836" y="472414"/>
                  </a:lnTo>
                  <a:lnTo>
                    <a:pt x="1077595" y="472414"/>
                  </a:lnTo>
                  <a:close/>
                </a:path>
                <a:path w="1530984" h="472440">
                  <a:moveTo>
                    <a:pt x="1082954" y="70853"/>
                  </a:moveTo>
                  <a:lnTo>
                    <a:pt x="1063917" y="0"/>
                  </a:lnTo>
                  <a:lnTo>
                    <a:pt x="1014158" y="0"/>
                  </a:lnTo>
                  <a:lnTo>
                    <a:pt x="1033195" y="70853"/>
                  </a:lnTo>
                  <a:lnTo>
                    <a:pt x="1082954" y="70853"/>
                  </a:lnTo>
                  <a:close/>
                </a:path>
                <a:path w="1530984" h="472440">
                  <a:moveTo>
                    <a:pt x="1118476" y="203136"/>
                  </a:moveTo>
                  <a:lnTo>
                    <a:pt x="1099439" y="132270"/>
                  </a:lnTo>
                  <a:lnTo>
                    <a:pt x="1049680" y="132270"/>
                  </a:lnTo>
                  <a:lnTo>
                    <a:pt x="1068717" y="203136"/>
                  </a:lnTo>
                  <a:lnTo>
                    <a:pt x="1118476" y="203136"/>
                  </a:lnTo>
                  <a:close/>
                </a:path>
                <a:path w="1530984" h="472440">
                  <a:moveTo>
                    <a:pt x="1155268" y="340131"/>
                  </a:moveTo>
                  <a:lnTo>
                    <a:pt x="1136230" y="269278"/>
                  </a:lnTo>
                  <a:lnTo>
                    <a:pt x="1086485" y="269278"/>
                  </a:lnTo>
                  <a:lnTo>
                    <a:pt x="1105509" y="340131"/>
                  </a:lnTo>
                  <a:lnTo>
                    <a:pt x="1155268" y="340131"/>
                  </a:lnTo>
                  <a:close/>
                </a:path>
                <a:path w="1530984" h="472440">
                  <a:moveTo>
                    <a:pt x="1190790" y="472414"/>
                  </a:moveTo>
                  <a:lnTo>
                    <a:pt x="1171752" y="401548"/>
                  </a:lnTo>
                  <a:lnTo>
                    <a:pt x="1122006" y="401548"/>
                  </a:lnTo>
                  <a:lnTo>
                    <a:pt x="1141031" y="472414"/>
                  </a:lnTo>
                  <a:lnTo>
                    <a:pt x="1190790" y="472414"/>
                  </a:lnTo>
                  <a:close/>
                </a:path>
                <a:path w="1530984" h="472440">
                  <a:moveTo>
                    <a:pt x="1196136" y="70853"/>
                  </a:moveTo>
                  <a:lnTo>
                    <a:pt x="1177112" y="0"/>
                  </a:lnTo>
                  <a:lnTo>
                    <a:pt x="1127353" y="0"/>
                  </a:lnTo>
                  <a:lnTo>
                    <a:pt x="1146390" y="70853"/>
                  </a:lnTo>
                  <a:lnTo>
                    <a:pt x="1196136" y="70853"/>
                  </a:lnTo>
                  <a:close/>
                </a:path>
                <a:path w="1530984" h="472440">
                  <a:moveTo>
                    <a:pt x="1231671" y="203136"/>
                  </a:moveTo>
                  <a:lnTo>
                    <a:pt x="1212634" y="132270"/>
                  </a:lnTo>
                  <a:lnTo>
                    <a:pt x="1162888" y="132270"/>
                  </a:lnTo>
                  <a:lnTo>
                    <a:pt x="1181912" y="203136"/>
                  </a:lnTo>
                  <a:lnTo>
                    <a:pt x="1231671" y="203136"/>
                  </a:lnTo>
                  <a:close/>
                </a:path>
                <a:path w="1530984" h="472440">
                  <a:moveTo>
                    <a:pt x="1268463" y="340131"/>
                  </a:moveTo>
                  <a:lnTo>
                    <a:pt x="1249426" y="269278"/>
                  </a:lnTo>
                  <a:lnTo>
                    <a:pt x="1199680" y="269278"/>
                  </a:lnTo>
                  <a:lnTo>
                    <a:pt x="1218704" y="340131"/>
                  </a:lnTo>
                  <a:lnTo>
                    <a:pt x="1268463" y="340131"/>
                  </a:lnTo>
                  <a:close/>
                </a:path>
                <a:path w="1530984" h="472440">
                  <a:moveTo>
                    <a:pt x="1303985" y="472414"/>
                  </a:moveTo>
                  <a:lnTo>
                    <a:pt x="1284947" y="401548"/>
                  </a:lnTo>
                  <a:lnTo>
                    <a:pt x="1235202" y="401548"/>
                  </a:lnTo>
                  <a:lnTo>
                    <a:pt x="1254226" y="472414"/>
                  </a:lnTo>
                  <a:lnTo>
                    <a:pt x="1303985" y="472414"/>
                  </a:lnTo>
                  <a:close/>
                </a:path>
                <a:path w="1530984" h="472440">
                  <a:moveTo>
                    <a:pt x="1309344" y="70853"/>
                  </a:moveTo>
                  <a:lnTo>
                    <a:pt x="1290307" y="0"/>
                  </a:lnTo>
                  <a:lnTo>
                    <a:pt x="1240561" y="0"/>
                  </a:lnTo>
                  <a:lnTo>
                    <a:pt x="1259586" y="70853"/>
                  </a:lnTo>
                  <a:lnTo>
                    <a:pt x="1309344" y="70853"/>
                  </a:lnTo>
                  <a:close/>
                </a:path>
                <a:path w="1530984" h="472440">
                  <a:moveTo>
                    <a:pt x="1344866" y="203136"/>
                  </a:moveTo>
                  <a:lnTo>
                    <a:pt x="1325829" y="132270"/>
                  </a:lnTo>
                  <a:lnTo>
                    <a:pt x="1276083" y="132270"/>
                  </a:lnTo>
                  <a:lnTo>
                    <a:pt x="1295107" y="203136"/>
                  </a:lnTo>
                  <a:lnTo>
                    <a:pt x="1344866" y="203136"/>
                  </a:lnTo>
                  <a:close/>
                </a:path>
                <a:path w="1530984" h="472440">
                  <a:moveTo>
                    <a:pt x="1381658" y="340131"/>
                  </a:moveTo>
                  <a:lnTo>
                    <a:pt x="1362621" y="269278"/>
                  </a:lnTo>
                  <a:lnTo>
                    <a:pt x="1312862" y="269278"/>
                  </a:lnTo>
                  <a:lnTo>
                    <a:pt x="1331899" y="340131"/>
                  </a:lnTo>
                  <a:lnTo>
                    <a:pt x="1381658" y="340131"/>
                  </a:lnTo>
                  <a:close/>
                </a:path>
                <a:path w="1530984" h="472440">
                  <a:moveTo>
                    <a:pt x="1417180" y="472414"/>
                  </a:moveTo>
                  <a:lnTo>
                    <a:pt x="1398155" y="401548"/>
                  </a:lnTo>
                  <a:lnTo>
                    <a:pt x="1348397" y="401548"/>
                  </a:lnTo>
                  <a:lnTo>
                    <a:pt x="1367421" y="472414"/>
                  </a:lnTo>
                  <a:lnTo>
                    <a:pt x="1417180" y="472414"/>
                  </a:lnTo>
                  <a:close/>
                </a:path>
                <a:path w="1530984" h="472440">
                  <a:moveTo>
                    <a:pt x="1422527" y="70853"/>
                  </a:moveTo>
                  <a:lnTo>
                    <a:pt x="1403502" y="0"/>
                  </a:lnTo>
                  <a:lnTo>
                    <a:pt x="1353743" y="0"/>
                  </a:lnTo>
                  <a:lnTo>
                    <a:pt x="1372781" y="70853"/>
                  </a:lnTo>
                  <a:lnTo>
                    <a:pt x="1422527" y="70853"/>
                  </a:lnTo>
                  <a:close/>
                </a:path>
                <a:path w="1530984" h="472440">
                  <a:moveTo>
                    <a:pt x="1458061" y="203136"/>
                  </a:moveTo>
                  <a:lnTo>
                    <a:pt x="1439024" y="132270"/>
                  </a:lnTo>
                  <a:lnTo>
                    <a:pt x="1389278" y="132270"/>
                  </a:lnTo>
                  <a:lnTo>
                    <a:pt x="1408303" y="203136"/>
                  </a:lnTo>
                  <a:lnTo>
                    <a:pt x="1458061" y="203136"/>
                  </a:lnTo>
                  <a:close/>
                </a:path>
                <a:path w="1530984" h="472440">
                  <a:moveTo>
                    <a:pt x="1494853" y="340131"/>
                  </a:moveTo>
                  <a:lnTo>
                    <a:pt x="1475816" y="269278"/>
                  </a:lnTo>
                  <a:lnTo>
                    <a:pt x="1426070" y="269278"/>
                  </a:lnTo>
                  <a:lnTo>
                    <a:pt x="1445094" y="340131"/>
                  </a:lnTo>
                  <a:lnTo>
                    <a:pt x="1494853" y="340131"/>
                  </a:lnTo>
                  <a:close/>
                </a:path>
                <a:path w="1530984" h="472440">
                  <a:moveTo>
                    <a:pt x="1530375" y="472414"/>
                  </a:moveTo>
                  <a:lnTo>
                    <a:pt x="1511338" y="401548"/>
                  </a:lnTo>
                  <a:lnTo>
                    <a:pt x="1461592" y="401548"/>
                  </a:lnTo>
                  <a:lnTo>
                    <a:pt x="1480616" y="472414"/>
                  </a:lnTo>
                  <a:lnTo>
                    <a:pt x="1530375" y="472414"/>
                  </a:lnTo>
                  <a:close/>
                </a:path>
              </a:pathLst>
            </a:custGeom>
            <a:solidFill>
              <a:srgbClr val="F4F5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407207" y="5762589"/>
              <a:ext cx="706755" cy="569595"/>
            </a:xfrm>
            <a:custGeom>
              <a:avLst/>
              <a:gdLst/>
              <a:ahLst/>
              <a:cxnLst/>
              <a:rect l="l" t="t" r="r" b="b"/>
              <a:pathLst>
                <a:path w="706754" h="569595">
                  <a:moveTo>
                    <a:pt x="706533" y="0"/>
                  </a:moveTo>
                  <a:lnTo>
                    <a:pt x="0" y="0"/>
                  </a:lnTo>
                  <a:lnTo>
                    <a:pt x="0" y="569260"/>
                  </a:lnTo>
                  <a:lnTo>
                    <a:pt x="706533" y="569260"/>
                  </a:lnTo>
                  <a:lnTo>
                    <a:pt x="706533" y="0"/>
                  </a:lnTo>
                  <a:close/>
                </a:path>
              </a:pathLst>
            </a:custGeom>
            <a:solidFill>
              <a:srgbClr val="D7DD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064056" y="5762589"/>
              <a:ext cx="50800" cy="569595"/>
            </a:xfrm>
            <a:custGeom>
              <a:avLst/>
              <a:gdLst/>
              <a:ahLst/>
              <a:cxnLst/>
              <a:rect l="l" t="t" r="r" b="b"/>
              <a:pathLst>
                <a:path w="50800" h="569595">
                  <a:moveTo>
                    <a:pt x="50480" y="0"/>
                  </a:moveTo>
                  <a:lnTo>
                    <a:pt x="0" y="0"/>
                  </a:lnTo>
                  <a:lnTo>
                    <a:pt x="0" y="569260"/>
                  </a:lnTo>
                  <a:lnTo>
                    <a:pt x="50480" y="569260"/>
                  </a:lnTo>
                  <a:lnTo>
                    <a:pt x="50480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5633618" y="8415496"/>
              <a:ext cx="1702435" cy="699770"/>
            </a:xfrm>
            <a:custGeom>
              <a:avLst/>
              <a:gdLst/>
              <a:ahLst/>
              <a:cxnLst/>
              <a:rect l="l" t="t" r="r" b="b"/>
              <a:pathLst>
                <a:path w="1702434" h="699770">
                  <a:moveTo>
                    <a:pt x="1702041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688340"/>
                  </a:lnTo>
                  <a:lnTo>
                    <a:pt x="0" y="699770"/>
                  </a:lnTo>
                  <a:lnTo>
                    <a:pt x="1702041" y="699770"/>
                  </a:lnTo>
                  <a:lnTo>
                    <a:pt x="1702041" y="688352"/>
                  </a:lnTo>
                  <a:lnTo>
                    <a:pt x="1702041" y="10680"/>
                  </a:lnTo>
                  <a:lnTo>
                    <a:pt x="1690916" y="10680"/>
                  </a:lnTo>
                  <a:lnTo>
                    <a:pt x="1690916" y="688340"/>
                  </a:lnTo>
                  <a:lnTo>
                    <a:pt x="11125" y="688340"/>
                  </a:lnTo>
                  <a:lnTo>
                    <a:pt x="11125" y="10160"/>
                  </a:lnTo>
                  <a:lnTo>
                    <a:pt x="1702041" y="10160"/>
                  </a:lnTo>
                  <a:lnTo>
                    <a:pt x="1702041" y="0"/>
                  </a:lnTo>
                  <a:close/>
                </a:path>
              </a:pathLst>
            </a:custGeom>
            <a:solidFill>
              <a:srgbClr val="F4F5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6493752" y="5575364"/>
              <a:ext cx="53975" cy="76835"/>
            </a:xfrm>
            <a:custGeom>
              <a:avLst/>
              <a:gdLst/>
              <a:ahLst/>
              <a:cxnLst/>
              <a:rect l="l" t="t" r="r" b="b"/>
              <a:pathLst>
                <a:path w="53975" h="76835">
                  <a:moveTo>
                    <a:pt x="26973" y="0"/>
                  </a:moveTo>
                  <a:lnTo>
                    <a:pt x="16472" y="3019"/>
                  </a:lnTo>
                  <a:lnTo>
                    <a:pt x="7898" y="11253"/>
                  </a:lnTo>
                  <a:lnTo>
                    <a:pt x="2119" y="23465"/>
                  </a:lnTo>
                  <a:lnTo>
                    <a:pt x="0" y="38417"/>
                  </a:lnTo>
                  <a:lnTo>
                    <a:pt x="2119" y="53370"/>
                  </a:lnTo>
                  <a:lnTo>
                    <a:pt x="7898" y="65581"/>
                  </a:lnTo>
                  <a:lnTo>
                    <a:pt x="16472" y="73815"/>
                  </a:lnTo>
                  <a:lnTo>
                    <a:pt x="26973" y="76835"/>
                  </a:lnTo>
                  <a:lnTo>
                    <a:pt x="37473" y="73815"/>
                  </a:lnTo>
                  <a:lnTo>
                    <a:pt x="46047" y="65581"/>
                  </a:lnTo>
                  <a:lnTo>
                    <a:pt x="51826" y="53370"/>
                  </a:lnTo>
                  <a:lnTo>
                    <a:pt x="53946" y="38417"/>
                  </a:lnTo>
                  <a:lnTo>
                    <a:pt x="51826" y="23465"/>
                  </a:lnTo>
                  <a:lnTo>
                    <a:pt x="46047" y="11253"/>
                  </a:lnTo>
                  <a:lnTo>
                    <a:pt x="37473" y="3019"/>
                  </a:lnTo>
                  <a:lnTo>
                    <a:pt x="26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6619902" y="5575364"/>
              <a:ext cx="53975" cy="76835"/>
            </a:xfrm>
            <a:custGeom>
              <a:avLst/>
              <a:gdLst/>
              <a:ahLst/>
              <a:cxnLst/>
              <a:rect l="l" t="t" r="r" b="b"/>
              <a:pathLst>
                <a:path w="53975" h="76835">
                  <a:moveTo>
                    <a:pt x="26973" y="0"/>
                  </a:moveTo>
                  <a:lnTo>
                    <a:pt x="16472" y="3019"/>
                  </a:lnTo>
                  <a:lnTo>
                    <a:pt x="7898" y="11253"/>
                  </a:lnTo>
                  <a:lnTo>
                    <a:pt x="2119" y="23465"/>
                  </a:lnTo>
                  <a:lnTo>
                    <a:pt x="0" y="38417"/>
                  </a:lnTo>
                  <a:lnTo>
                    <a:pt x="2119" y="53370"/>
                  </a:lnTo>
                  <a:lnTo>
                    <a:pt x="7898" y="65581"/>
                  </a:lnTo>
                  <a:lnTo>
                    <a:pt x="16472" y="73815"/>
                  </a:lnTo>
                  <a:lnTo>
                    <a:pt x="26973" y="76835"/>
                  </a:lnTo>
                  <a:lnTo>
                    <a:pt x="37473" y="73815"/>
                  </a:lnTo>
                  <a:lnTo>
                    <a:pt x="46047" y="65581"/>
                  </a:lnTo>
                  <a:lnTo>
                    <a:pt x="51826" y="53370"/>
                  </a:lnTo>
                  <a:lnTo>
                    <a:pt x="53946" y="38417"/>
                  </a:lnTo>
                  <a:lnTo>
                    <a:pt x="51826" y="23465"/>
                  </a:lnTo>
                  <a:lnTo>
                    <a:pt x="46047" y="11253"/>
                  </a:lnTo>
                  <a:lnTo>
                    <a:pt x="37473" y="3019"/>
                  </a:lnTo>
                  <a:lnTo>
                    <a:pt x="26973" y="0"/>
                  </a:lnTo>
                  <a:close/>
                </a:path>
              </a:pathLst>
            </a:custGeom>
            <a:solidFill>
              <a:srgbClr val="3772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6746056" y="5575364"/>
              <a:ext cx="53975" cy="76835"/>
            </a:xfrm>
            <a:custGeom>
              <a:avLst/>
              <a:gdLst/>
              <a:ahLst/>
              <a:cxnLst/>
              <a:rect l="l" t="t" r="r" b="b"/>
              <a:pathLst>
                <a:path w="53975" h="76835">
                  <a:moveTo>
                    <a:pt x="26973" y="0"/>
                  </a:moveTo>
                  <a:lnTo>
                    <a:pt x="16472" y="3019"/>
                  </a:lnTo>
                  <a:lnTo>
                    <a:pt x="7898" y="11253"/>
                  </a:lnTo>
                  <a:lnTo>
                    <a:pt x="2119" y="23465"/>
                  </a:lnTo>
                  <a:lnTo>
                    <a:pt x="0" y="38417"/>
                  </a:lnTo>
                  <a:lnTo>
                    <a:pt x="2119" y="53370"/>
                  </a:lnTo>
                  <a:lnTo>
                    <a:pt x="7898" y="65581"/>
                  </a:lnTo>
                  <a:lnTo>
                    <a:pt x="16472" y="73815"/>
                  </a:lnTo>
                  <a:lnTo>
                    <a:pt x="26973" y="76835"/>
                  </a:lnTo>
                  <a:lnTo>
                    <a:pt x="37469" y="73815"/>
                  </a:lnTo>
                  <a:lnTo>
                    <a:pt x="46043" y="65581"/>
                  </a:lnTo>
                  <a:lnTo>
                    <a:pt x="51825" y="53370"/>
                  </a:lnTo>
                  <a:lnTo>
                    <a:pt x="53946" y="38417"/>
                  </a:lnTo>
                  <a:lnTo>
                    <a:pt x="51825" y="23465"/>
                  </a:lnTo>
                  <a:lnTo>
                    <a:pt x="46043" y="11253"/>
                  </a:lnTo>
                  <a:lnTo>
                    <a:pt x="37469" y="3019"/>
                  </a:lnTo>
                  <a:lnTo>
                    <a:pt x="26973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6872197" y="5575364"/>
              <a:ext cx="53975" cy="76835"/>
            </a:xfrm>
            <a:custGeom>
              <a:avLst/>
              <a:gdLst/>
              <a:ahLst/>
              <a:cxnLst/>
              <a:rect l="l" t="t" r="r" b="b"/>
              <a:pathLst>
                <a:path w="53975" h="76835">
                  <a:moveTo>
                    <a:pt x="26983" y="0"/>
                  </a:moveTo>
                  <a:lnTo>
                    <a:pt x="16481" y="3019"/>
                  </a:lnTo>
                  <a:lnTo>
                    <a:pt x="7904" y="11253"/>
                  </a:lnTo>
                  <a:lnTo>
                    <a:pt x="2120" y="23465"/>
                  </a:lnTo>
                  <a:lnTo>
                    <a:pt x="0" y="38417"/>
                  </a:lnTo>
                  <a:lnTo>
                    <a:pt x="2120" y="53370"/>
                  </a:lnTo>
                  <a:lnTo>
                    <a:pt x="7904" y="65581"/>
                  </a:lnTo>
                  <a:lnTo>
                    <a:pt x="16481" y="73815"/>
                  </a:lnTo>
                  <a:lnTo>
                    <a:pt x="26983" y="76835"/>
                  </a:lnTo>
                  <a:lnTo>
                    <a:pt x="37479" y="73815"/>
                  </a:lnTo>
                  <a:lnTo>
                    <a:pt x="46053" y="65581"/>
                  </a:lnTo>
                  <a:lnTo>
                    <a:pt x="51835" y="53370"/>
                  </a:lnTo>
                  <a:lnTo>
                    <a:pt x="53956" y="38417"/>
                  </a:lnTo>
                  <a:lnTo>
                    <a:pt x="51835" y="23465"/>
                  </a:lnTo>
                  <a:lnTo>
                    <a:pt x="46053" y="11253"/>
                  </a:lnTo>
                  <a:lnTo>
                    <a:pt x="37479" y="3019"/>
                  </a:lnTo>
                  <a:lnTo>
                    <a:pt x="269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6998348" y="5575364"/>
              <a:ext cx="53975" cy="76835"/>
            </a:xfrm>
            <a:custGeom>
              <a:avLst/>
              <a:gdLst/>
              <a:ahLst/>
              <a:cxnLst/>
              <a:rect l="l" t="t" r="r" b="b"/>
              <a:pathLst>
                <a:path w="53975" h="76835">
                  <a:moveTo>
                    <a:pt x="26983" y="0"/>
                  </a:moveTo>
                  <a:lnTo>
                    <a:pt x="16481" y="3019"/>
                  </a:lnTo>
                  <a:lnTo>
                    <a:pt x="7904" y="11253"/>
                  </a:lnTo>
                  <a:lnTo>
                    <a:pt x="2120" y="23465"/>
                  </a:lnTo>
                  <a:lnTo>
                    <a:pt x="0" y="38417"/>
                  </a:lnTo>
                  <a:lnTo>
                    <a:pt x="2120" y="53370"/>
                  </a:lnTo>
                  <a:lnTo>
                    <a:pt x="7904" y="65581"/>
                  </a:lnTo>
                  <a:lnTo>
                    <a:pt x="16481" y="73815"/>
                  </a:lnTo>
                  <a:lnTo>
                    <a:pt x="26983" y="76835"/>
                  </a:lnTo>
                  <a:lnTo>
                    <a:pt x="37483" y="73815"/>
                  </a:lnTo>
                  <a:lnTo>
                    <a:pt x="46057" y="65581"/>
                  </a:lnTo>
                  <a:lnTo>
                    <a:pt x="51837" y="53370"/>
                  </a:lnTo>
                  <a:lnTo>
                    <a:pt x="53956" y="38417"/>
                  </a:lnTo>
                  <a:lnTo>
                    <a:pt x="51837" y="23465"/>
                  </a:lnTo>
                  <a:lnTo>
                    <a:pt x="46057" y="11253"/>
                  </a:lnTo>
                  <a:lnTo>
                    <a:pt x="37483" y="3019"/>
                  </a:lnTo>
                  <a:lnTo>
                    <a:pt x="26983" y="0"/>
                  </a:lnTo>
                  <a:close/>
                </a:path>
              </a:pathLst>
            </a:custGeom>
            <a:solidFill>
              <a:srgbClr val="3772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499060" y="5757386"/>
              <a:ext cx="558800" cy="469900"/>
            </a:xfrm>
            <a:custGeom>
              <a:avLst/>
              <a:gdLst/>
              <a:ahLst/>
              <a:cxnLst/>
              <a:rect l="l" t="t" r="r" b="b"/>
              <a:pathLst>
                <a:path w="558800" h="469900">
                  <a:moveTo>
                    <a:pt x="55880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458470"/>
                  </a:lnTo>
                  <a:lnTo>
                    <a:pt x="0" y="469900"/>
                  </a:lnTo>
                  <a:lnTo>
                    <a:pt x="558800" y="469900"/>
                  </a:lnTo>
                  <a:lnTo>
                    <a:pt x="558800" y="459079"/>
                  </a:lnTo>
                  <a:lnTo>
                    <a:pt x="558800" y="458470"/>
                  </a:lnTo>
                  <a:lnTo>
                    <a:pt x="558800" y="10769"/>
                  </a:lnTo>
                  <a:lnTo>
                    <a:pt x="547674" y="10769"/>
                  </a:lnTo>
                  <a:lnTo>
                    <a:pt x="547674" y="458470"/>
                  </a:lnTo>
                  <a:lnTo>
                    <a:pt x="11125" y="458470"/>
                  </a:lnTo>
                  <a:lnTo>
                    <a:pt x="11125" y="10160"/>
                  </a:lnTo>
                  <a:lnTo>
                    <a:pt x="558800" y="1016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F4F5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433314" y="5823426"/>
              <a:ext cx="421640" cy="424815"/>
            </a:xfrm>
            <a:custGeom>
              <a:avLst/>
              <a:gdLst/>
              <a:ahLst/>
              <a:cxnLst/>
              <a:rect l="l" t="t" r="r" b="b"/>
              <a:pathLst>
                <a:path w="421639" h="424814">
                  <a:moveTo>
                    <a:pt x="135953" y="366179"/>
                  </a:moveTo>
                  <a:lnTo>
                    <a:pt x="12" y="366179"/>
                  </a:lnTo>
                  <a:lnTo>
                    <a:pt x="12" y="382130"/>
                  </a:lnTo>
                  <a:lnTo>
                    <a:pt x="135953" y="382130"/>
                  </a:lnTo>
                  <a:lnTo>
                    <a:pt x="135953" y="366179"/>
                  </a:lnTo>
                  <a:close/>
                </a:path>
                <a:path w="421639" h="424814">
                  <a:moveTo>
                    <a:pt x="135953" y="243357"/>
                  </a:moveTo>
                  <a:lnTo>
                    <a:pt x="12" y="243357"/>
                  </a:lnTo>
                  <a:lnTo>
                    <a:pt x="12" y="259308"/>
                  </a:lnTo>
                  <a:lnTo>
                    <a:pt x="135953" y="259308"/>
                  </a:lnTo>
                  <a:lnTo>
                    <a:pt x="135953" y="243357"/>
                  </a:lnTo>
                  <a:close/>
                </a:path>
                <a:path w="421639" h="424814">
                  <a:moveTo>
                    <a:pt x="135953" y="115798"/>
                  </a:moveTo>
                  <a:lnTo>
                    <a:pt x="12" y="115798"/>
                  </a:lnTo>
                  <a:lnTo>
                    <a:pt x="12" y="131749"/>
                  </a:lnTo>
                  <a:lnTo>
                    <a:pt x="135953" y="131749"/>
                  </a:lnTo>
                  <a:lnTo>
                    <a:pt x="135953" y="115798"/>
                  </a:lnTo>
                  <a:close/>
                </a:path>
                <a:path w="421639" h="424814">
                  <a:moveTo>
                    <a:pt x="135953" y="0"/>
                  </a:moveTo>
                  <a:lnTo>
                    <a:pt x="12" y="0"/>
                  </a:lnTo>
                  <a:lnTo>
                    <a:pt x="12" y="15938"/>
                  </a:lnTo>
                  <a:lnTo>
                    <a:pt x="135953" y="15938"/>
                  </a:lnTo>
                  <a:lnTo>
                    <a:pt x="135953" y="0"/>
                  </a:lnTo>
                  <a:close/>
                </a:path>
                <a:path w="421639" h="424814">
                  <a:moveTo>
                    <a:pt x="205663" y="408698"/>
                  </a:moveTo>
                  <a:lnTo>
                    <a:pt x="0" y="408698"/>
                  </a:lnTo>
                  <a:lnTo>
                    <a:pt x="0" y="424649"/>
                  </a:lnTo>
                  <a:lnTo>
                    <a:pt x="205663" y="424649"/>
                  </a:lnTo>
                  <a:lnTo>
                    <a:pt x="205663" y="408698"/>
                  </a:lnTo>
                  <a:close/>
                </a:path>
                <a:path w="421639" h="424814">
                  <a:moveTo>
                    <a:pt x="205663" y="285864"/>
                  </a:moveTo>
                  <a:lnTo>
                    <a:pt x="0" y="285864"/>
                  </a:lnTo>
                  <a:lnTo>
                    <a:pt x="0" y="301815"/>
                  </a:lnTo>
                  <a:lnTo>
                    <a:pt x="205663" y="301815"/>
                  </a:lnTo>
                  <a:lnTo>
                    <a:pt x="205663" y="285864"/>
                  </a:lnTo>
                  <a:close/>
                </a:path>
                <a:path w="421639" h="424814">
                  <a:moveTo>
                    <a:pt x="205663" y="158330"/>
                  </a:moveTo>
                  <a:lnTo>
                    <a:pt x="0" y="158330"/>
                  </a:lnTo>
                  <a:lnTo>
                    <a:pt x="0" y="174269"/>
                  </a:lnTo>
                  <a:lnTo>
                    <a:pt x="205663" y="174269"/>
                  </a:lnTo>
                  <a:lnTo>
                    <a:pt x="205663" y="158330"/>
                  </a:lnTo>
                  <a:close/>
                </a:path>
                <a:path w="421639" h="424814">
                  <a:moveTo>
                    <a:pt x="205663" y="42506"/>
                  </a:moveTo>
                  <a:lnTo>
                    <a:pt x="0" y="42506"/>
                  </a:lnTo>
                  <a:lnTo>
                    <a:pt x="0" y="58458"/>
                  </a:lnTo>
                  <a:lnTo>
                    <a:pt x="205663" y="58458"/>
                  </a:lnTo>
                  <a:lnTo>
                    <a:pt x="205663" y="42506"/>
                  </a:lnTo>
                  <a:close/>
                </a:path>
                <a:path w="421639" h="424814">
                  <a:moveTo>
                    <a:pt x="253758" y="366179"/>
                  </a:moveTo>
                  <a:lnTo>
                    <a:pt x="167513" y="366179"/>
                  </a:lnTo>
                  <a:lnTo>
                    <a:pt x="167513" y="382130"/>
                  </a:lnTo>
                  <a:lnTo>
                    <a:pt x="253758" y="382130"/>
                  </a:lnTo>
                  <a:lnTo>
                    <a:pt x="253758" y="366179"/>
                  </a:lnTo>
                  <a:close/>
                </a:path>
                <a:path w="421639" h="424814">
                  <a:moveTo>
                    <a:pt x="253758" y="243357"/>
                  </a:moveTo>
                  <a:lnTo>
                    <a:pt x="167513" y="243357"/>
                  </a:lnTo>
                  <a:lnTo>
                    <a:pt x="167513" y="259308"/>
                  </a:lnTo>
                  <a:lnTo>
                    <a:pt x="253758" y="259308"/>
                  </a:lnTo>
                  <a:lnTo>
                    <a:pt x="253758" y="243357"/>
                  </a:lnTo>
                  <a:close/>
                </a:path>
                <a:path w="421639" h="424814">
                  <a:moveTo>
                    <a:pt x="253758" y="115798"/>
                  </a:moveTo>
                  <a:lnTo>
                    <a:pt x="167513" y="115798"/>
                  </a:lnTo>
                  <a:lnTo>
                    <a:pt x="167513" y="131749"/>
                  </a:lnTo>
                  <a:lnTo>
                    <a:pt x="253758" y="131749"/>
                  </a:lnTo>
                  <a:lnTo>
                    <a:pt x="253758" y="115798"/>
                  </a:lnTo>
                  <a:close/>
                </a:path>
                <a:path w="421639" h="424814">
                  <a:moveTo>
                    <a:pt x="253758" y="0"/>
                  </a:moveTo>
                  <a:lnTo>
                    <a:pt x="167513" y="0"/>
                  </a:lnTo>
                  <a:lnTo>
                    <a:pt x="167513" y="15938"/>
                  </a:lnTo>
                  <a:lnTo>
                    <a:pt x="253758" y="15938"/>
                  </a:lnTo>
                  <a:lnTo>
                    <a:pt x="253758" y="0"/>
                  </a:lnTo>
                  <a:close/>
                </a:path>
                <a:path w="421639" h="424814">
                  <a:moveTo>
                    <a:pt x="369849" y="408698"/>
                  </a:moveTo>
                  <a:lnTo>
                    <a:pt x="233438" y="408698"/>
                  </a:lnTo>
                  <a:lnTo>
                    <a:pt x="233438" y="424649"/>
                  </a:lnTo>
                  <a:lnTo>
                    <a:pt x="369849" y="424649"/>
                  </a:lnTo>
                  <a:lnTo>
                    <a:pt x="369849" y="408698"/>
                  </a:lnTo>
                  <a:close/>
                </a:path>
                <a:path w="421639" h="424814">
                  <a:moveTo>
                    <a:pt x="369849" y="285864"/>
                  </a:moveTo>
                  <a:lnTo>
                    <a:pt x="233438" y="285864"/>
                  </a:lnTo>
                  <a:lnTo>
                    <a:pt x="233438" y="301815"/>
                  </a:lnTo>
                  <a:lnTo>
                    <a:pt x="369849" y="301815"/>
                  </a:lnTo>
                  <a:lnTo>
                    <a:pt x="369849" y="285864"/>
                  </a:lnTo>
                  <a:close/>
                </a:path>
                <a:path w="421639" h="424814">
                  <a:moveTo>
                    <a:pt x="369849" y="158330"/>
                  </a:moveTo>
                  <a:lnTo>
                    <a:pt x="233438" y="158330"/>
                  </a:lnTo>
                  <a:lnTo>
                    <a:pt x="233438" y="174269"/>
                  </a:lnTo>
                  <a:lnTo>
                    <a:pt x="369849" y="174269"/>
                  </a:lnTo>
                  <a:lnTo>
                    <a:pt x="369849" y="158330"/>
                  </a:lnTo>
                  <a:close/>
                </a:path>
                <a:path w="421639" h="424814">
                  <a:moveTo>
                    <a:pt x="369849" y="42506"/>
                  </a:moveTo>
                  <a:lnTo>
                    <a:pt x="233438" y="42506"/>
                  </a:lnTo>
                  <a:lnTo>
                    <a:pt x="233438" y="58458"/>
                  </a:lnTo>
                  <a:lnTo>
                    <a:pt x="369849" y="58458"/>
                  </a:lnTo>
                  <a:lnTo>
                    <a:pt x="369849" y="42506"/>
                  </a:lnTo>
                  <a:close/>
                </a:path>
                <a:path w="421639" h="424814">
                  <a:moveTo>
                    <a:pt x="421360" y="366179"/>
                  </a:moveTo>
                  <a:lnTo>
                    <a:pt x="272427" y="366179"/>
                  </a:lnTo>
                  <a:lnTo>
                    <a:pt x="272427" y="382130"/>
                  </a:lnTo>
                  <a:lnTo>
                    <a:pt x="421360" y="382130"/>
                  </a:lnTo>
                  <a:lnTo>
                    <a:pt x="421360" y="366179"/>
                  </a:lnTo>
                  <a:close/>
                </a:path>
                <a:path w="421639" h="424814">
                  <a:moveTo>
                    <a:pt x="421360" y="243357"/>
                  </a:moveTo>
                  <a:lnTo>
                    <a:pt x="272427" y="243357"/>
                  </a:lnTo>
                  <a:lnTo>
                    <a:pt x="272427" y="259308"/>
                  </a:lnTo>
                  <a:lnTo>
                    <a:pt x="421360" y="259308"/>
                  </a:lnTo>
                  <a:lnTo>
                    <a:pt x="421360" y="243357"/>
                  </a:lnTo>
                  <a:close/>
                </a:path>
                <a:path w="421639" h="424814">
                  <a:moveTo>
                    <a:pt x="421360" y="115798"/>
                  </a:moveTo>
                  <a:lnTo>
                    <a:pt x="272427" y="115798"/>
                  </a:lnTo>
                  <a:lnTo>
                    <a:pt x="272427" y="131749"/>
                  </a:lnTo>
                  <a:lnTo>
                    <a:pt x="421360" y="131749"/>
                  </a:lnTo>
                  <a:lnTo>
                    <a:pt x="421360" y="115798"/>
                  </a:lnTo>
                  <a:close/>
                </a:path>
                <a:path w="421639" h="424814">
                  <a:moveTo>
                    <a:pt x="421360" y="0"/>
                  </a:moveTo>
                  <a:lnTo>
                    <a:pt x="272427" y="0"/>
                  </a:lnTo>
                  <a:lnTo>
                    <a:pt x="272427" y="15938"/>
                  </a:lnTo>
                  <a:lnTo>
                    <a:pt x="421360" y="15938"/>
                  </a:lnTo>
                  <a:lnTo>
                    <a:pt x="42136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358064" y="7524786"/>
              <a:ext cx="3141980" cy="112395"/>
            </a:xfrm>
            <a:custGeom>
              <a:avLst/>
              <a:gdLst/>
              <a:ahLst/>
              <a:cxnLst/>
              <a:rect l="l" t="t" r="r" b="b"/>
              <a:pathLst>
                <a:path w="3141979" h="112395">
                  <a:moveTo>
                    <a:pt x="3141872" y="0"/>
                  </a:moveTo>
                  <a:lnTo>
                    <a:pt x="0" y="0"/>
                  </a:lnTo>
                  <a:lnTo>
                    <a:pt x="0" y="111829"/>
                  </a:lnTo>
                  <a:lnTo>
                    <a:pt x="3141872" y="111829"/>
                  </a:lnTo>
                  <a:lnTo>
                    <a:pt x="314187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016200" y="6749831"/>
              <a:ext cx="325120" cy="767715"/>
            </a:xfrm>
            <a:custGeom>
              <a:avLst/>
              <a:gdLst/>
              <a:ahLst/>
              <a:cxnLst/>
              <a:rect l="l" t="t" r="r" b="b"/>
              <a:pathLst>
                <a:path w="325120" h="767715">
                  <a:moveTo>
                    <a:pt x="324789" y="0"/>
                  </a:moveTo>
                  <a:lnTo>
                    <a:pt x="63467" y="6785"/>
                  </a:lnTo>
                  <a:lnTo>
                    <a:pt x="3145" y="723998"/>
                  </a:lnTo>
                  <a:lnTo>
                    <a:pt x="0" y="749134"/>
                  </a:lnTo>
                  <a:lnTo>
                    <a:pt x="1662" y="762050"/>
                  </a:lnTo>
                  <a:lnTo>
                    <a:pt x="10570" y="766830"/>
                  </a:lnTo>
                  <a:lnTo>
                    <a:pt x="29165" y="767557"/>
                  </a:lnTo>
                  <a:lnTo>
                    <a:pt x="293816" y="767557"/>
                  </a:lnTo>
                  <a:lnTo>
                    <a:pt x="270693" y="762003"/>
                  </a:lnTo>
                  <a:lnTo>
                    <a:pt x="258868" y="757086"/>
                  </a:lnTo>
                  <a:lnTo>
                    <a:pt x="254635" y="750050"/>
                  </a:lnTo>
                  <a:lnTo>
                    <a:pt x="254289" y="738134"/>
                  </a:lnTo>
                  <a:lnTo>
                    <a:pt x="265543" y="612676"/>
                  </a:lnTo>
                  <a:lnTo>
                    <a:pt x="289751" y="360067"/>
                  </a:lnTo>
                  <a:lnTo>
                    <a:pt x="324789" y="0"/>
                  </a:lnTo>
                  <a:close/>
                </a:path>
              </a:pathLst>
            </a:custGeom>
            <a:solidFill>
              <a:srgbClr val="74A2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036152" y="6736812"/>
              <a:ext cx="322580" cy="768350"/>
            </a:xfrm>
            <a:custGeom>
              <a:avLst/>
              <a:gdLst/>
              <a:ahLst/>
              <a:cxnLst/>
              <a:rect l="l" t="t" r="r" b="b"/>
              <a:pathLst>
                <a:path w="322579" h="768350">
                  <a:moveTo>
                    <a:pt x="322409" y="0"/>
                  </a:moveTo>
                  <a:lnTo>
                    <a:pt x="61087" y="6774"/>
                  </a:lnTo>
                  <a:lnTo>
                    <a:pt x="774" y="724009"/>
                  </a:lnTo>
                  <a:lnTo>
                    <a:pt x="0" y="728543"/>
                  </a:lnTo>
                  <a:lnTo>
                    <a:pt x="26794" y="767557"/>
                  </a:lnTo>
                  <a:lnTo>
                    <a:pt x="139165" y="767851"/>
                  </a:lnTo>
                  <a:lnTo>
                    <a:pt x="291027" y="767557"/>
                  </a:lnTo>
                  <a:lnTo>
                    <a:pt x="283942" y="767082"/>
                  </a:lnTo>
                  <a:lnTo>
                    <a:pt x="271863" y="764323"/>
                  </a:lnTo>
                  <a:lnTo>
                    <a:pt x="259717" y="757278"/>
                  </a:lnTo>
                  <a:lnTo>
                    <a:pt x="252432" y="743945"/>
                  </a:lnTo>
                  <a:lnTo>
                    <a:pt x="252086" y="742155"/>
                  </a:lnTo>
                  <a:lnTo>
                    <a:pt x="251908" y="740218"/>
                  </a:lnTo>
                  <a:lnTo>
                    <a:pt x="251919" y="738145"/>
                  </a:lnTo>
                  <a:lnTo>
                    <a:pt x="256829" y="679015"/>
                  </a:lnTo>
                  <a:lnTo>
                    <a:pt x="260858" y="635425"/>
                  </a:lnTo>
                  <a:lnTo>
                    <a:pt x="267109" y="569032"/>
                  </a:lnTo>
                  <a:lnTo>
                    <a:pt x="284634" y="385970"/>
                  </a:lnTo>
                  <a:lnTo>
                    <a:pt x="294040" y="288696"/>
                  </a:lnTo>
                  <a:lnTo>
                    <a:pt x="305061" y="176177"/>
                  </a:lnTo>
                  <a:lnTo>
                    <a:pt x="322409" y="0"/>
                  </a:lnTo>
                  <a:close/>
                </a:path>
              </a:pathLst>
            </a:custGeom>
            <a:solidFill>
              <a:srgbClr val="2867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445038" y="6366333"/>
              <a:ext cx="1506855" cy="946150"/>
            </a:xfrm>
            <a:custGeom>
              <a:avLst/>
              <a:gdLst/>
              <a:ahLst/>
              <a:cxnLst/>
              <a:rect l="l" t="t" r="r" b="b"/>
              <a:pathLst>
                <a:path w="1506854" h="946150">
                  <a:moveTo>
                    <a:pt x="1254600" y="0"/>
                  </a:moveTo>
                  <a:lnTo>
                    <a:pt x="0" y="0"/>
                  </a:lnTo>
                  <a:lnTo>
                    <a:pt x="235479" y="945897"/>
                  </a:lnTo>
                  <a:lnTo>
                    <a:pt x="1506833" y="945897"/>
                  </a:lnTo>
                  <a:lnTo>
                    <a:pt x="1254600" y="0"/>
                  </a:lnTo>
                  <a:close/>
                </a:path>
              </a:pathLst>
            </a:custGeom>
            <a:solidFill>
              <a:srgbClr val="3C75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2424669" y="6366333"/>
              <a:ext cx="255904" cy="966469"/>
            </a:xfrm>
            <a:custGeom>
              <a:avLst/>
              <a:gdLst/>
              <a:ahLst/>
              <a:cxnLst/>
              <a:rect l="l" t="t" r="r" b="b"/>
              <a:pathLst>
                <a:path w="255905" h="966470">
                  <a:moveTo>
                    <a:pt x="20365" y="0"/>
                  </a:moveTo>
                  <a:lnTo>
                    <a:pt x="0" y="6785"/>
                  </a:lnTo>
                  <a:lnTo>
                    <a:pt x="228778" y="966431"/>
                  </a:lnTo>
                  <a:lnTo>
                    <a:pt x="255845" y="945897"/>
                  </a:lnTo>
                  <a:lnTo>
                    <a:pt x="20365" y="0"/>
                  </a:lnTo>
                  <a:close/>
                </a:path>
              </a:pathLst>
            </a:custGeom>
            <a:solidFill>
              <a:srgbClr val="2867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653443" y="7312227"/>
              <a:ext cx="1298575" cy="20955"/>
            </a:xfrm>
            <a:custGeom>
              <a:avLst/>
              <a:gdLst/>
              <a:ahLst/>
              <a:cxnLst/>
              <a:rect l="l" t="t" r="r" b="b"/>
              <a:pathLst>
                <a:path w="1298575" h="20954">
                  <a:moveTo>
                    <a:pt x="1298421" y="0"/>
                  </a:moveTo>
                  <a:lnTo>
                    <a:pt x="27077" y="0"/>
                  </a:lnTo>
                  <a:lnTo>
                    <a:pt x="0" y="20533"/>
                  </a:lnTo>
                  <a:lnTo>
                    <a:pt x="1263532" y="20533"/>
                  </a:lnTo>
                  <a:lnTo>
                    <a:pt x="1298421" y="0"/>
                  </a:lnTo>
                  <a:close/>
                </a:path>
              </a:pathLst>
            </a:custGeom>
            <a:solidFill>
              <a:srgbClr val="74A2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2442997" y="6366338"/>
              <a:ext cx="1462405" cy="1151890"/>
            </a:xfrm>
            <a:custGeom>
              <a:avLst/>
              <a:gdLst/>
              <a:ahLst/>
              <a:cxnLst/>
              <a:rect l="l" t="t" r="r" b="b"/>
              <a:pathLst>
                <a:path w="1462404" h="1151890">
                  <a:moveTo>
                    <a:pt x="927735" y="1138313"/>
                  </a:moveTo>
                  <a:lnTo>
                    <a:pt x="654164" y="1138313"/>
                  </a:lnTo>
                  <a:lnTo>
                    <a:pt x="654164" y="1151318"/>
                  </a:lnTo>
                  <a:lnTo>
                    <a:pt x="927735" y="1151318"/>
                  </a:lnTo>
                  <a:lnTo>
                    <a:pt x="927735" y="1138313"/>
                  </a:lnTo>
                  <a:close/>
                </a:path>
                <a:path w="1462404" h="1151890">
                  <a:moveTo>
                    <a:pt x="1462239" y="769912"/>
                  </a:moveTo>
                  <a:lnTo>
                    <a:pt x="1256626" y="0"/>
                  </a:lnTo>
                  <a:lnTo>
                    <a:pt x="0" y="0"/>
                  </a:lnTo>
                  <a:lnTo>
                    <a:pt x="0" y="12496"/>
                  </a:lnTo>
                  <a:lnTo>
                    <a:pt x="1240980" y="12496"/>
                  </a:lnTo>
                  <a:lnTo>
                    <a:pt x="1447279" y="771601"/>
                  </a:lnTo>
                  <a:lnTo>
                    <a:pt x="1462239" y="769912"/>
                  </a:lnTo>
                  <a:close/>
                </a:path>
              </a:pathLst>
            </a:custGeom>
            <a:solidFill>
              <a:srgbClr val="3C75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042494" y="7332755"/>
              <a:ext cx="259079" cy="62230"/>
            </a:xfrm>
            <a:custGeom>
              <a:avLst/>
              <a:gdLst/>
              <a:ahLst/>
              <a:cxnLst/>
              <a:rect l="l" t="t" r="r" b="b"/>
              <a:pathLst>
                <a:path w="259079" h="62229">
                  <a:moveTo>
                    <a:pt x="258693" y="0"/>
                  </a:moveTo>
                  <a:lnTo>
                    <a:pt x="5214" y="0"/>
                  </a:lnTo>
                  <a:lnTo>
                    <a:pt x="0" y="61914"/>
                  </a:lnTo>
                  <a:lnTo>
                    <a:pt x="257280" y="9936"/>
                  </a:lnTo>
                  <a:lnTo>
                    <a:pt x="258693" y="0"/>
                  </a:lnTo>
                  <a:close/>
                </a:path>
              </a:pathLst>
            </a:custGeom>
            <a:solidFill>
              <a:srgbClr val="74A2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2612072" y="7037342"/>
              <a:ext cx="715645" cy="467359"/>
            </a:xfrm>
            <a:custGeom>
              <a:avLst/>
              <a:gdLst/>
              <a:ahLst/>
              <a:cxnLst/>
              <a:rect l="l" t="t" r="r" b="b"/>
              <a:pathLst>
                <a:path w="715645" h="467359">
                  <a:moveTo>
                    <a:pt x="626922" y="83400"/>
                  </a:moveTo>
                  <a:lnTo>
                    <a:pt x="0" y="0"/>
                  </a:lnTo>
                  <a:lnTo>
                    <a:pt x="68440" y="274891"/>
                  </a:lnTo>
                  <a:lnTo>
                    <a:pt x="626922" y="83400"/>
                  </a:lnTo>
                  <a:close/>
                </a:path>
                <a:path w="715645" h="467359">
                  <a:moveTo>
                    <a:pt x="715098" y="467029"/>
                  </a:moveTo>
                  <a:lnTo>
                    <a:pt x="676503" y="443420"/>
                  </a:lnTo>
                  <a:lnTo>
                    <a:pt x="675982" y="439699"/>
                  </a:lnTo>
                  <a:lnTo>
                    <a:pt x="676287" y="432181"/>
                  </a:lnTo>
                  <a:lnTo>
                    <a:pt x="680237" y="385991"/>
                  </a:lnTo>
                  <a:lnTo>
                    <a:pt x="424154" y="434162"/>
                  </a:lnTo>
                  <a:lnTo>
                    <a:pt x="450862" y="467029"/>
                  </a:lnTo>
                  <a:lnTo>
                    <a:pt x="497230" y="467283"/>
                  </a:lnTo>
                  <a:lnTo>
                    <a:pt x="563245" y="467321"/>
                  </a:lnTo>
                  <a:lnTo>
                    <a:pt x="715098" y="467029"/>
                  </a:lnTo>
                  <a:close/>
                </a:path>
              </a:pathLst>
            </a:custGeom>
            <a:solidFill>
              <a:srgbClr val="74A2A7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2445035" y="6366333"/>
              <a:ext cx="1458595" cy="760730"/>
            </a:xfrm>
            <a:custGeom>
              <a:avLst/>
              <a:gdLst/>
              <a:ahLst/>
              <a:cxnLst/>
              <a:rect l="l" t="t" r="r" b="b"/>
              <a:pathLst>
                <a:path w="1458595" h="760729">
                  <a:moveTo>
                    <a:pt x="1254600" y="0"/>
                  </a:moveTo>
                  <a:lnTo>
                    <a:pt x="0" y="0"/>
                  </a:lnTo>
                  <a:lnTo>
                    <a:pt x="182790" y="760196"/>
                  </a:lnTo>
                  <a:lnTo>
                    <a:pt x="1458165" y="760196"/>
                  </a:lnTo>
                  <a:lnTo>
                    <a:pt x="1254600" y="0"/>
                  </a:lnTo>
                  <a:close/>
                </a:path>
              </a:pathLst>
            </a:custGeom>
            <a:solidFill>
              <a:srgbClr val="F4F5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2497003" y="6407049"/>
              <a:ext cx="1347470" cy="687070"/>
            </a:xfrm>
            <a:custGeom>
              <a:avLst/>
              <a:gdLst/>
              <a:ahLst/>
              <a:cxnLst/>
              <a:rect l="l" t="t" r="r" b="b"/>
              <a:pathLst>
                <a:path w="1347470" h="687070">
                  <a:moveTo>
                    <a:pt x="1157765" y="0"/>
                  </a:moveTo>
                  <a:lnTo>
                    <a:pt x="0" y="0"/>
                  </a:lnTo>
                  <a:lnTo>
                    <a:pt x="172340" y="686544"/>
                  </a:lnTo>
                  <a:lnTo>
                    <a:pt x="1347027" y="686544"/>
                  </a:lnTo>
                  <a:lnTo>
                    <a:pt x="1157765" y="0"/>
                  </a:lnTo>
                  <a:close/>
                </a:path>
              </a:pathLst>
            </a:custGeom>
            <a:solidFill>
              <a:srgbClr val="EEEF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2590228" y="6438309"/>
              <a:ext cx="1179830" cy="621665"/>
            </a:xfrm>
            <a:custGeom>
              <a:avLst/>
              <a:gdLst/>
              <a:ahLst/>
              <a:cxnLst/>
              <a:rect l="l" t="t" r="r" b="b"/>
              <a:pathLst>
                <a:path w="1179829" h="621665">
                  <a:moveTo>
                    <a:pt x="98107" y="68910"/>
                  </a:moveTo>
                  <a:lnTo>
                    <a:pt x="95656" y="58521"/>
                  </a:lnTo>
                  <a:lnTo>
                    <a:pt x="6642" y="58293"/>
                  </a:lnTo>
                  <a:lnTo>
                    <a:pt x="9093" y="68694"/>
                  </a:lnTo>
                  <a:lnTo>
                    <a:pt x="98107" y="68910"/>
                  </a:lnTo>
                  <a:close/>
                </a:path>
                <a:path w="1179829" h="621665">
                  <a:moveTo>
                    <a:pt x="126098" y="187833"/>
                  </a:moveTo>
                  <a:lnTo>
                    <a:pt x="123647" y="177431"/>
                  </a:lnTo>
                  <a:lnTo>
                    <a:pt x="34645" y="177228"/>
                  </a:lnTo>
                  <a:lnTo>
                    <a:pt x="37084" y="187617"/>
                  </a:lnTo>
                  <a:lnTo>
                    <a:pt x="126098" y="187833"/>
                  </a:lnTo>
                  <a:close/>
                </a:path>
                <a:path w="1179829" h="621665">
                  <a:moveTo>
                    <a:pt x="126276" y="40817"/>
                  </a:moveTo>
                  <a:lnTo>
                    <a:pt x="123825" y="30416"/>
                  </a:lnTo>
                  <a:lnTo>
                    <a:pt x="0" y="30111"/>
                  </a:lnTo>
                  <a:lnTo>
                    <a:pt x="2451" y="40513"/>
                  </a:lnTo>
                  <a:lnTo>
                    <a:pt x="126276" y="40817"/>
                  </a:lnTo>
                  <a:close/>
                </a:path>
                <a:path w="1179829" h="621665">
                  <a:moveTo>
                    <a:pt x="128600" y="132359"/>
                  </a:moveTo>
                  <a:lnTo>
                    <a:pt x="126149" y="121958"/>
                  </a:lnTo>
                  <a:lnTo>
                    <a:pt x="21564" y="121704"/>
                  </a:lnTo>
                  <a:lnTo>
                    <a:pt x="24015" y="132105"/>
                  </a:lnTo>
                  <a:lnTo>
                    <a:pt x="128600" y="132359"/>
                  </a:lnTo>
                  <a:close/>
                </a:path>
                <a:path w="1179829" h="621665">
                  <a:moveTo>
                    <a:pt x="154266" y="159740"/>
                  </a:moveTo>
                  <a:lnTo>
                    <a:pt x="151815" y="149339"/>
                  </a:lnTo>
                  <a:lnTo>
                    <a:pt x="28003" y="149034"/>
                  </a:lnTo>
                  <a:lnTo>
                    <a:pt x="30454" y="159435"/>
                  </a:lnTo>
                  <a:lnTo>
                    <a:pt x="154266" y="159740"/>
                  </a:lnTo>
                  <a:close/>
                </a:path>
                <a:path w="1179829" h="621665">
                  <a:moveTo>
                    <a:pt x="200380" y="69164"/>
                  </a:moveTo>
                  <a:lnTo>
                    <a:pt x="197929" y="58762"/>
                  </a:lnTo>
                  <a:lnTo>
                    <a:pt x="108915" y="58547"/>
                  </a:lnTo>
                  <a:lnTo>
                    <a:pt x="111366" y="68948"/>
                  </a:lnTo>
                  <a:lnTo>
                    <a:pt x="200380" y="69164"/>
                  </a:lnTo>
                  <a:close/>
                </a:path>
                <a:path w="1179829" h="621665">
                  <a:moveTo>
                    <a:pt x="206006" y="132549"/>
                  </a:moveTo>
                  <a:lnTo>
                    <a:pt x="203555" y="122148"/>
                  </a:lnTo>
                  <a:lnTo>
                    <a:pt x="145148" y="122008"/>
                  </a:lnTo>
                  <a:lnTo>
                    <a:pt x="147599" y="132410"/>
                  </a:lnTo>
                  <a:lnTo>
                    <a:pt x="206006" y="132549"/>
                  </a:lnTo>
                  <a:close/>
                </a:path>
                <a:path w="1179829" h="621665">
                  <a:moveTo>
                    <a:pt x="225628" y="41059"/>
                  </a:moveTo>
                  <a:lnTo>
                    <a:pt x="223177" y="30657"/>
                  </a:lnTo>
                  <a:lnTo>
                    <a:pt x="146799" y="30467"/>
                  </a:lnTo>
                  <a:lnTo>
                    <a:pt x="149237" y="40881"/>
                  </a:lnTo>
                  <a:lnTo>
                    <a:pt x="225628" y="41059"/>
                  </a:lnTo>
                  <a:close/>
                </a:path>
                <a:path w="1179829" h="621665">
                  <a:moveTo>
                    <a:pt x="228384" y="188087"/>
                  </a:moveTo>
                  <a:lnTo>
                    <a:pt x="225933" y="177685"/>
                  </a:lnTo>
                  <a:lnTo>
                    <a:pt x="136906" y="177469"/>
                  </a:lnTo>
                  <a:lnTo>
                    <a:pt x="139357" y="187871"/>
                  </a:lnTo>
                  <a:lnTo>
                    <a:pt x="228384" y="188087"/>
                  </a:lnTo>
                  <a:close/>
                </a:path>
                <a:path w="1179829" h="621665">
                  <a:moveTo>
                    <a:pt x="253619" y="159981"/>
                  </a:moveTo>
                  <a:lnTo>
                    <a:pt x="251167" y="149580"/>
                  </a:lnTo>
                  <a:lnTo>
                    <a:pt x="174790" y="149390"/>
                  </a:lnTo>
                  <a:lnTo>
                    <a:pt x="177241" y="159791"/>
                  </a:lnTo>
                  <a:lnTo>
                    <a:pt x="253619" y="159981"/>
                  </a:lnTo>
                  <a:close/>
                </a:path>
                <a:path w="1179829" h="621665">
                  <a:moveTo>
                    <a:pt x="274383" y="69342"/>
                  </a:moveTo>
                  <a:lnTo>
                    <a:pt x="271932" y="58953"/>
                  </a:lnTo>
                  <a:lnTo>
                    <a:pt x="216763" y="58813"/>
                  </a:lnTo>
                  <a:lnTo>
                    <a:pt x="219202" y="69215"/>
                  </a:lnTo>
                  <a:lnTo>
                    <a:pt x="274383" y="69342"/>
                  </a:lnTo>
                  <a:close/>
                </a:path>
                <a:path w="1179829" h="621665">
                  <a:moveTo>
                    <a:pt x="302374" y="188264"/>
                  </a:moveTo>
                  <a:lnTo>
                    <a:pt x="299923" y="177876"/>
                  </a:lnTo>
                  <a:lnTo>
                    <a:pt x="244754" y="177736"/>
                  </a:lnTo>
                  <a:lnTo>
                    <a:pt x="247192" y="188137"/>
                  </a:lnTo>
                  <a:lnTo>
                    <a:pt x="302374" y="188264"/>
                  </a:lnTo>
                  <a:close/>
                </a:path>
                <a:path w="1179829" h="621665">
                  <a:moveTo>
                    <a:pt x="322084" y="132829"/>
                  </a:moveTo>
                  <a:lnTo>
                    <a:pt x="319633" y="122428"/>
                  </a:lnTo>
                  <a:lnTo>
                    <a:pt x="230060" y="122212"/>
                  </a:lnTo>
                  <a:lnTo>
                    <a:pt x="232511" y="132613"/>
                  </a:lnTo>
                  <a:lnTo>
                    <a:pt x="322084" y="132829"/>
                  </a:lnTo>
                  <a:close/>
                </a:path>
                <a:path w="1179829" h="621665">
                  <a:moveTo>
                    <a:pt x="329984" y="41313"/>
                  </a:moveTo>
                  <a:lnTo>
                    <a:pt x="327533" y="30911"/>
                  </a:lnTo>
                  <a:lnTo>
                    <a:pt x="251142" y="30734"/>
                  </a:lnTo>
                  <a:lnTo>
                    <a:pt x="253593" y="41122"/>
                  </a:lnTo>
                  <a:lnTo>
                    <a:pt x="329984" y="41313"/>
                  </a:lnTo>
                  <a:close/>
                </a:path>
                <a:path w="1179829" h="621665">
                  <a:moveTo>
                    <a:pt x="357974" y="160235"/>
                  </a:moveTo>
                  <a:lnTo>
                    <a:pt x="355523" y="149847"/>
                  </a:lnTo>
                  <a:lnTo>
                    <a:pt x="279133" y="149656"/>
                  </a:lnTo>
                  <a:lnTo>
                    <a:pt x="281584" y="160058"/>
                  </a:lnTo>
                  <a:lnTo>
                    <a:pt x="357974" y="160235"/>
                  </a:lnTo>
                  <a:close/>
                </a:path>
                <a:path w="1179829" h="621665">
                  <a:moveTo>
                    <a:pt x="939876" y="18465"/>
                  </a:moveTo>
                  <a:lnTo>
                    <a:pt x="938695" y="13881"/>
                  </a:lnTo>
                  <a:lnTo>
                    <a:pt x="900722" y="14414"/>
                  </a:lnTo>
                  <a:lnTo>
                    <a:pt x="901890" y="18999"/>
                  </a:lnTo>
                  <a:lnTo>
                    <a:pt x="939876" y="18465"/>
                  </a:lnTo>
                  <a:close/>
                </a:path>
                <a:path w="1179829" h="621665">
                  <a:moveTo>
                    <a:pt x="951522" y="5803"/>
                  </a:moveTo>
                  <a:lnTo>
                    <a:pt x="950353" y="1219"/>
                  </a:lnTo>
                  <a:lnTo>
                    <a:pt x="897534" y="1968"/>
                  </a:lnTo>
                  <a:lnTo>
                    <a:pt x="898715" y="6553"/>
                  </a:lnTo>
                  <a:lnTo>
                    <a:pt x="951522" y="5803"/>
                  </a:lnTo>
                  <a:close/>
                </a:path>
                <a:path w="1179829" h="621665">
                  <a:moveTo>
                    <a:pt x="983500" y="17856"/>
                  </a:moveTo>
                  <a:lnTo>
                    <a:pt x="982319" y="13258"/>
                  </a:lnTo>
                  <a:lnTo>
                    <a:pt x="944346" y="13792"/>
                  </a:lnTo>
                  <a:lnTo>
                    <a:pt x="945515" y="18389"/>
                  </a:lnTo>
                  <a:lnTo>
                    <a:pt x="983500" y="17856"/>
                  </a:lnTo>
                  <a:close/>
                </a:path>
                <a:path w="1179829" h="621665">
                  <a:moveTo>
                    <a:pt x="993914" y="5207"/>
                  </a:moveTo>
                  <a:lnTo>
                    <a:pt x="992733" y="622"/>
                  </a:lnTo>
                  <a:lnTo>
                    <a:pt x="960158" y="1079"/>
                  </a:lnTo>
                  <a:lnTo>
                    <a:pt x="961326" y="5676"/>
                  </a:lnTo>
                  <a:lnTo>
                    <a:pt x="993914" y="5207"/>
                  </a:lnTo>
                  <a:close/>
                </a:path>
                <a:path w="1179829" h="621665">
                  <a:moveTo>
                    <a:pt x="1015060" y="17399"/>
                  </a:moveTo>
                  <a:lnTo>
                    <a:pt x="1013891" y="12814"/>
                  </a:lnTo>
                  <a:lnTo>
                    <a:pt x="990358" y="13144"/>
                  </a:lnTo>
                  <a:lnTo>
                    <a:pt x="991527" y="17741"/>
                  </a:lnTo>
                  <a:lnTo>
                    <a:pt x="1015060" y="17399"/>
                  </a:lnTo>
                  <a:close/>
                </a:path>
                <a:path w="1179829" h="621665">
                  <a:moveTo>
                    <a:pt x="1038428" y="4584"/>
                  </a:moveTo>
                  <a:lnTo>
                    <a:pt x="1037247" y="0"/>
                  </a:lnTo>
                  <a:lnTo>
                    <a:pt x="1004671" y="444"/>
                  </a:lnTo>
                  <a:lnTo>
                    <a:pt x="1005840" y="5041"/>
                  </a:lnTo>
                  <a:lnTo>
                    <a:pt x="1038428" y="4584"/>
                  </a:lnTo>
                  <a:close/>
                </a:path>
                <a:path w="1179829" h="621665">
                  <a:moveTo>
                    <a:pt x="1080757" y="620801"/>
                  </a:moveTo>
                  <a:lnTo>
                    <a:pt x="1079588" y="616204"/>
                  </a:lnTo>
                  <a:lnTo>
                    <a:pt x="1041615" y="616737"/>
                  </a:lnTo>
                  <a:lnTo>
                    <a:pt x="1042784" y="621334"/>
                  </a:lnTo>
                  <a:lnTo>
                    <a:pt x="1080757" y="620801"/>
                  </a:lnTo>
                  <a:close/>
                </a:path>
                <a:path w="1179829" h="621665">
                  <a:moveTo>
                    <a:pt x="1092415" y="608152"/>
                  </a:moveTo>
                  <a:lnTo>
                    <a:pt x="1091247" y="603554"/>
                  </a:lnTo>
                  <a:lnTo>
                    <a:pt x="1038415" y="604291"/>
                  </a:lnTo>
                  <a:lnTo>
                    <a:pt x="1039596" y="608888"/>
                  </a:lnTo>
                  <a:lnTo>
                    <a:pt x="1092415" y="608152"/>
                  </a:lnTo>
                  <a:close/>
                </a:path>
                <a:path w="1179829" h="621665">
                  <a:moveTo>
                    <a:pt x="1124394" y="620191"/>
                  </a:moveTo>
                  <a:lnTo>
                    <a:pt x="1123213" y="615594"/>
                  </a:lnTo>
                  <a:lnTo>
                    <a:pt x="1085240" y="616127"/>
                  </a:lnTo>
                  <a:lnTo>
                    <a:pt x="1086408" y="620725"/>
                  </a:lnTo>
                  <a:lnTo>
                    <a:pt x="1124394" y="620191"/>
                  </a:lnTo>
                  <a:close/>
                </a:path>
                <a:path w="1179829" h="621665">
                  <a:moveTo>
                    <a:pt x="1134795" y="607542"/>
                  </a:moveTo>
                  <a:lnTo>
                    <a:pt x="1133627" y="602957"/>
                  </a:lnTo>
                  <a:lnTo>
                    <a:pt x="1101039" y="603415"/>
                  </a:lnTo>
                  <a:lnTo>
                    <a:pt x="1102220" y="608012"/>
                  </a:lnTo>
                  <a:lnTo>
                    <a:pt x="1134795" y="607542"/>
                  </a:lnTo>
                  <a:close/>
                </a:path>
                <a:path w="1179829" h="621665">
                  <a:moveTo>
                    <a:pt x="1155954" y="619734"/>
                  </a:moveTo>
                  <a:lnTo>
                    <a:pt x="1154785" y="615149"/>
                  </a:lnTo>
                  <a:lnTo>
                    <a:pt x="1131252" y="615480"/>
                  </a:lnTo>
                  <a:lnTo>
                    <a:pt x="1132420" y="620077"/>
                  </a:lnTo>
                  <a:lnTo>
                    <a:pt x="1155954" y="619734"/>
                  </a:lnTo>
                  <a:close/>
                </a:path>
                <a:path w="1179829" h="621665">
                  <a:moveTo>
                    <a:pt x="1179309" y="606920"/>
                  </a:moveTo>
                  <a:lnTo>
                    <a:pt x="1178140" y="602322"/>
                  </a:lnTo>
                  <a:lnTo>
                    <a:pt x="1145552" y="602792"/>
                  </a:lnTo>
                  <a:lnTo>
                    <a:pt x="1146733" y="607390"/>
                  </a:lnTo>
                  <a:lnTo>
                    <a:pt x="1179309" y="606920"/>
                  </a:lnTo>
                  <a:close/>
                </a:path>
              </a:pathLst>
            </a:custGeom>
            <a:solidFill>
              <a:srgbClr val="88BB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2642438" y="6690201"/>
              <a:ext cx="336550" cy="66675"/>
            </a:xfrm>
            <a:custGeom>
              <a:avLst/>
              <a:gdLst/>
              <a:ahLst/>
              <a:cxnLst/>
              <a:rect l="l" t="t" r="r" b="b"/>
              <a:pathLst>
                <a:path w="336550" h="66675">
                  <a:moveTo>
                    <a:pt x="104533" y="66128"/>
                  </a:moveTo>
                  <a:lnTo>
                    <a:pt x="102082" y="55740"/>
                  </a:lnTo>
                  <a:lnTo>
                    <a:pt x="13068" y="55524"/>
                  </a:lnTo>
                  <a:lnTo>
                    <a:pt x="15519" y="65913"/>
                  </a:lnTo>
                  <a:lnTo>
                    <a:pt x="104533" y="66128"/>
                  </a:lnTo>
                  <a:close/>
                </a:path>
                <a:path w="336550" h="66675">
                  <a:moveTo>
                    <a:pt x="107035" y="10655"/>
                  </a:moveTo>
                  <a:lnTo>
                    <a:pt x="104584" y="254"/>
                  </a:lnTo>
                  <a:lnTo>
                    <a:pt x="0" y="0"/>
                  </a:lnTo>
                  <a:lnTo>
                    <a:pt x="2451" y="10401"/>
                  </a:lnTo>
                  <a:lnTo>
                    <a:pt x="107035" y="10655"/>
                  </a:lnTo>
                  <a:close/>
                </a:path>
                <a:path w="336550" h="66675">
                  <a:moveTo>
                    <a:pt x="132702" y="38036"/>
                  </a:moveTo>
                  <a:lnTo>
                    <a:pt x="130251" y="27635"/>
                  </a:lnTo>
                  <a:lnTo>
                    <a:pt x="6438" y="27330"/>
                  </a:lnTo>
                  <a:lnTo>
                    <a:pt x="8890" y="37731"/>
                  </a:lnTo>
                  <a:lnTo>
                    <a:pt x="132702" y="38036"/>
                  </a:lnTo>
                  <a:close/>
                </a:path>
                <a:path w="336550" h="66675">
                  <a:moveTo>
                    <a:pt x="184442" y="10845"/>
                  </a:moveTo>
                  <a:lnTo>
                    <a:pt x="181991" y="444"/>
                  </a:lnTo>
                  <a:lnTo>
                    <a:pt x="123583" y="317"/>
                  </a:lnTo>
                  <a:lnTo>
                    <a:pt x="126034" y="10693"/>
                  </a:lnTo>
                  <a:lnTo>
                    <a:pt x="184442" y="10845"/>
                  </a:lnTo>
                  <a:close/>
                </a:path>
                <a:path w="336550" h="66675">
                  <a:moveTo>
                    <a:pt x="206819" y="66382"/>
                  </a:moveTo>
                  <a:lnTo>
                    <a:pt x="204368" y="55994"/>
                  </a:lnTo>
                  <a:lnTo>
                    <a:pt x="115341" y="55765"/>
                  </a:lnTo>
                  <a:lnTo>
                    <a:pt x="117792" y="66167"/>
                  </a:lnTo>
                  <a:lnTo>
                    <a:pt x="206819" y="66382"/>
                  </a:lnTo>
                  <a:close/>
                </a:path>
                <a:path w="336550" h="66675">
                  <a:moveTo>
                    <a:pt x="232054" y="38277"/>
                  </a:moveTo>
                  <a:lnTo>
                    <a:pt x="229603" y="27889"/>
                  </a:lnTo>
                  <a:lnTo>
                    <a:pt x="153225" y="27698"/>
                  </a:lnTo>
                  <a:lnTo>
                    <a:pt x="155676" y="38087"/>
                  </a:lnTo>
                  <a:lnTo>
                    <a:pt x="232054" y="38277"/>
                  </a:lnTo>
                  <a:close/>
                </a:path>
                <a:path w="336550" h="66675">
                  <a:moveTo>
                    <a:pt x="280809" y="66560"/>
                  </a:moveTo>
                  <a:lnTo>
                    <a:pt x="278358" y="56172"/>
                  </a:lnTo>
                  <a:lnTo>
                    <a:pt x="223189" y="56045"/>
                  </a:lnTo>
                  <a:lnTo>
                    <a:pt x="225628" y="66433"/>
                  </a:lnTo>
                  <a:lnTo>
                    <a:pt x="280809" y="66560"/>
                  </a:lnTo>
                  <a:close/>
                </a:path>
                <a:path w="336550" h="66675">
                  <a:moveTo>
                    <a:pt x="300520" y="11137"/>
                  </a:moveTo>
                  <a:lnTo>
                    <a:pt x="298069" y="736"/>
                  </a:lnTo>
                  <a:lnTo>
                    <a:pt x="208508" y="520"/>
                  </a:lnTo>
                  <a:lnTo>
                    <a:pt x="210947" y="10909"/>
                  </a:lnTo>
                  <a:lnTo>
                    <a:pt x="300520" y="11137"/>
                  </a:lnTo>
                  <a:close/>
                </a:path>
                <a:path w="336550" h="66675">
                  <a:moveTo>
                    <a:pt x="336410" y="38531"/>
                  </a:moveTo>
                  <a:lnTo>
                    <a:pt x="333959" y="28130"/>
                  </a:lnTo>
                  <a:lnTo>
                    <a:pt x="257568" y="27952"/>
                  </a:lnTo>
                  <a:lnTo>
                    <a:pt x="260019" y="38341"/>
                  </a:lnTo>
                  <a:lnTo>
                    <a:pt x="336410" y="38531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2671762" y="6814750"/>
              <a:ext cx="336550" cy="66675"/>
            </a:xfrm>
            <a:custGeom>
              <a:avLst/>
              <a:gdLst/>
              <a:ahLst/>
              <a:cxnLst/>
              <a:rect l="l" t="t" r="r" b="b"/>
              <a:pathLst>
                <a:path w="336550" h="66675">
                  <a:moveTo>
                    <a:pt x="104533" y="66141"/>
                  </a:moveTo>
                  <a:lnTo>
                    <a:pt x="102082" y="55740"/>
                  </a:lnTo>
                  <a:lnTo>
                    <a:pt x="13055" y="55524"/>
                  </a:lnTo>
                  <a:lnTo>
                    <a:pt x="15506" y="65913"/>
                  </a:lnTo>
                  <a:lnTo>
                    <a:pt x="104533" y="66141"/>
                  </a:lnTo>
                  <a:close/>
                </a:path>
                <a:path w="336550" h="66675">
                  <a:moveTo>
                    <a:pt x="107035" y="10655"/>
                  </a:moveTo>
                  <a:lnTo>
                    <a:pt x="104584" y="254"/>
                  </a:lnTo>
                  <a:lnTo>
                    <a:pt x="0" y="0"/>
                  </a:lnTo>
                  <a:lnTo>
                    <a:pt x="2451" y="10401"/>
                  </a:lnTo>
                  <a:lnTo>
                    <a:pt x="107035" y="10655"/>
                  </a:lnTo>
                  <a:close/>
                </a:path>
                <a:path w="336550" h="66675">
                  <a:moveTo>
                    <a:pt x="132689" y="38036"/>
                  </a:moveTo>
                  <a:lnTo>
                    <a:pt x="130238" y="27635"/>
                  </a:lnTo>
                  <a:lnTo>
                    <a:pt x="6426" y="27330"/>
                  </a:lnTo>
                  <a:lnTo>
                    <a:pt x="8877" y="37731"/>
                  </a:lnTo>
                  <a:lnTo>
                    <a:pt x="132689" y="38036"/>
                  </a:lnTo>
                  <a:close/>
                </a:path>
                <a:path w="336550" h="66675">
                  <a:moveTo>
                    <a:pt x="184442" y="10845"/>
                  </a:moveTo>
                  <a:lnTo>
                    <a:pt x="181991" y="444"/>
                  </a:lnTo>
                  <a:lnTo>
                    <a:pt x="123583" y="304"/>
                  </a:lnTo>
                  <a:lnTo>
                    <a:pt x="126022" y="10706"/>
                  </a:lnTo>
                  <a:lnTo>
                    <a:pt x="184442" y="10845"/>
                  </a:lnTo>
                  <a:close/>
                </a:path>
                <a:path w="336550" h="66675">
                  <a:moveTo>
                    <a:pt x="206806" y="66382"/>
                  </a:moveTo>
                  <a:lnTo>
                    <a:pt x="204355" y="55981"/>
                  </a:lnTo>
                  <a:lnTo>
                    <a:pt x="115341" y="55765"/>
                  </a:lnTo>
                  <a:lnTo>
                    <a:pt x="117779" y="66167"/>
                  </a:lnTo>
                  <a:lnTo>
                    <a:pt x="206806" y="66382"/>
                  </a:lnTo>
                  <a:close/>
                </a:path>
                <a:path w="336550" h="66675">
                  <a:moveTo>
                    <a:pt x="232054" y="38277"/>
                  </a:moveTo>
                  <a:lnTo>
                    <a:pt x="229603" y="27876"/>
                  </a:lnTo>
                  <a:lnTo>
                    <a:pt x="153212" y="27686"/>
                  </a:lnTo>
                  <a:lnTo>
                    <a:pt x="155663" y="38087"/>
                  </a:lnTo>
                  <a:lnTo>
                    <a:pt x="232054" y="38277"/>
                  </a:lnTo>
                  <a:close/>
                </a:path>
                <a:path w="336550" h="66675">
                  <a:moveTo>
                    <a:pt x="280809" y="66560"/>
                  </a:moveTo>
                  <a:lnTo>
                    <a:pt x="278358" y="56172"/>
                  </a:lnTo>
                  <a:lnTo>
                    <a:pt x="223189" y="56032"/>
                  </a:lnTo>
                  <a:lnTo>
                    <a:pt x="225628" y="66433"/>
                  </a:lnTo>
                  <a:lnTo>
                    <a:pt x="280809" y="66560"/>
                  </a:lnTo>
                  <a:close/>
                </a:path>
                <a:path w="336550" h="66675">
                  <a:moveTo>
                    <a:pt x="300507" y="11125"/>
                  </a:moveTo>
                  <a:lnTo>
                    <a:pt x="298056" y="736"/>
                  </a:lnTo>
                  <a:lnTo>
                    <a:pt x="208483" y="508"/>
                  </a:lnTo>
                  <a:lnTo>
                    <a:pt x="210934" y="10909"/>
                  </a:lnTo>
                  <a:lnTo>
                    <a:pt x="300507" y="11125"/>
                  </a:lnTo>
                  <a:close/>
                </a:path>
                <a:path w="336550" h="66675">
                  <a:moveTo>
                    <a:pt x="336397" y="38531"/>
                  </a:moveTo>
                  <a:lnTo>
                    <a:pt x="333946" y="28143"/>
                  </a:lnTo>
                  <a:lnTo>
                    <a:pt x="257568" y="27952"/>
                  </a:lnTo>
                  <a:lnTo>
                    <a:pt x="260007" y="38354"/>
                  </a:lnTo>
                  <a:lnTo>
                    <a:pt x="336397" y="38531"/>
                  </a:lnTo>
                  <a:close/>
                </a:path>
              </a:pathLst>
            </a:custGeom>
            <a:solidFill>
              <a:srgbClr val="88BB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2701861" y="6942651"/>
              <a:ext cx="336550" cy="66675"/>
            </a:xfrm>
            <a:custGeom>
              <a:avLst/>
              <a:gdLst/>
              <a:ahLst/>
              <a:cxnLst/>
              <a:rect l="l" t="t" r="r" b="b"/>
              <a:pathLst>
                <a:path w="336550" h="66675">
                  <a:moveTo>
                    <a:pt x="104533" y="66141"/>
                  </a:moveTo>
                  <a:lnTo>
                    <a:pt x="102095" y="55740"/>
                  </a:lnTo>
                  <a:lnTo>
                    <a:pt x="13068" y="55524"/>
                  </a:lnTo>
                  <a:lnTo>
                    <a:pt x="15519" y="65925"/>
                  </a:lnTo>
                  <a:lnTo>
                    <a:pt x="104533" y="66141"/>
                  </a:lnTo>
                  <a:close/>
                </a:path>
                <a:path w="336550" h="66675">
                  <a:moveTo>
                    <a:pt x="107035" y="10668"/>
                  </a:moveTo>
                  <a:lnTo>
                    <a:pt x="104584" y="266"/>
                  </a:lnTo>
                  <a:lnTo>
                    <a:pt x="0" y="0"/>
                  </a:lnTo>
                  <a:lnTo>
                    <a:pt x="2451" y="10401"/>
                  </a:lnTo>
                  <a:lnTo>
                    <a:pt x="107035" y="10668"/>
                  </a:lnTo>
                  <a:close/>
                </a:path>
                <a:path w="336550" h="66675">
                  <a:moveTo>
                    <a:pt x="132702" y="38049"/>
                  </a:moveTo>
                  <a:lnTo>
                    <a:pt x="130251" y="27647"/>
                  </a:lnTo>
                  <a:lnTo>
                    <a:pt x="6438" y="27343"/>
                  </a:lnTo>
                  <a:lnTo>
                    <a:pt x="8890" y="37744"/>
                  </a:lnTo>
                  <a:lnTo>
                    <a:pt x="132702" y="38049"/>
                  </a:lnTo>
                  <a:close/>
                </a:path>
                <a:path w="336550" h="66675">
                  <a:moveTo>
                    <a:pt x="184442" y="10845"/>
                  </a:moveTo>
                  <a:lnTo>
                    <a:pt x="181991" y="457"/>
                  </a:lnTo>
                  <a:lnTo>
                    <a:pt x="123583" y="304"/>
                  </a:lnTo>
                  <a:lnTo>
                    <a:pt x="126034" y="10706"/>
                  </a:lnTo>
                  <a:lnTo>
                    <a:pt x="184442" y="10845"/>
                  </a:lnTo>
                  <a:close/>
                </a:path>
                <a:path w="336550" h="66675">
                  <a:moveTo>
                    <a:pt x="206819" y="66382"/>
                  </a:moveTo>
                  <a:lnTo>
                    <a:pt x="204368" y="56007"/>
                  </a:lnTo>
                  <a:lnTo>
                    <a:pt x="115341" y="55778"/>
                  </a:lnTo>
                  <a:lnTo>
                    <a:pt x="117792" y="66167"/>
                  </a:lnTo>
                  <a:lnTo>
                    <a:pt x="206819" y="66382"/>
                  </a:lnTo>
                  <a:close/>
                </a:path>
                <a:path w="336550" h="66675">
                  <a:moveTo>
                    <a:pt x="232054" y="38290"/>
                  </a:moveTo>
                  <a:lnTo>
                    <a:pt x="229603" y="27889"/>
                  </a:lnTo>
                  <a:lnTo>
                    <a:pt x="153225" y="27698"/>
                  </a:lnTo>
                  <a:lnTo>
                    <a:pt x="155676" y="38100"/>
                  </a:lnTo>
                  <a:lnTo>
                    <a:pt x="232054" y="38290"/>
                  </a:lnTo>
                  <a:close/>
                </a:path>
                <a:path w="336550" h="66675">
                  <a:moveTo>
                    <a:pt x="280809" y="66573"/>
                  </a:moveTo>
                  <a:lnTo>
                    <a:pt x="278371" y="56172"/>
                  </a:lnTo>
                  <a:lnTo>
                    <a:pt x="223177" y="56045"/>
                  </a:lnTo>
                  <a:lnTo>
                    <a:pt x="225628" y="66433"/>
                  </a:lnTo>
                  <a:lnTo>
                    <a:pt x="280809" y="66573"/>
                  </a:lnTo>
                  <a:close/>
                </a:path>
                <a:path w="336550" h="66675">
                  <a:moveTo>
                    <a:pt x="300520" y="11137"/>
                  </a:moveTo>
                  <a:lnTo>
                    <a:pt x="298069" y="736"/>
                  </a:lnTo>
                  <a:lnTo>
                    <a:pt x="208495" y="520"/>
                  </a:lnTo>
                  <a:lnTo>
                    <a:pt x="210947" y="10922"/>
                  </a:lnTo>
                  <a:lnTo>
                    <a:pt x="300520" y="11137"/>
                  </a:lnTo>
                  <a:close/>
                </a:path>
                <a:path w="336550" h="66675">
                  <a:moveTo>
                    <a:pt x="336410" y="38544"/>
                  </a:moveTo>
                  <a:lnTo>
                    <a:pt x="333959" y="28143"/>
                  </a:lnTo>
                  <a:lnTo>
                    <a:pt x="257568" y="27952"/>
                  </a:lnTo>
                  <a:lnTo>
                    <a:pt x="260007" y="38354"/>
                  </a:lnTo>
                  <a:lnTo>
                    <a:pt x="336410" y="38544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3133394" y="6477107"/>
              <a:ext cx="358140" cy="158750"/>
            </a:xfrm>
            <a:custGeom>
              <a:avLst/>
              <a:gdLst/>
              <a:ahLst/>
              <a:cxnLst/>
              <a:rect l="l" t="t" r="r" b="b"/>
              <a:pathLst>
                <a:path w="358139" h="158750">
                  <a:moveTo>
                    <a:pt x="98107" y="38798"/>
                  </a:moveTo>
                  <a:lnTo>
                    <a:pt x="95656" y="28409"/>
                  </a:lnTo>
                  <a:lnTo>
                    <a:pt x="6629" y="28194"/>
                  </a:lnTo>
                  <a:lnTo>
                    <a:pt x="9080" y="38582"/>
                  </a:lnTo>
                  <a:lnTo>
                    <a:pt x="98107" y="38798"/>
                  </a:lnTo>
                  <a:close/>
                </a:path>
                <a:path w="358139" h="158750">
                  <a:moveTo>
                    <a:pt x="126098" y="157721"/>
                  </a:moveTo>
                  <a:lnTo>
                    <a:pt x="123647" y="147332"/>
                  </a:lnTo>
                  <a:lnTo>
                    <a:pt x="34620" y="147116"/>
                  </a:lnTo>
                  <a:lnTo>
                    <a:pt x="37071" y="157505"/>
                  </a:lnTo>
                  <a:lnTo>
                    <a:pt x="126098" y="157721"/>
                  </a:lnTo>
                  <a:close/>
                </a:path>
                <a:path w="358139" h="158750">
                  <a:moveTo>
                    <a:pt x="126276" y="10706"/>
                  </a:moveTo>
                  <a:lnTo>
                    <a:pt x="123825" y="304"/>
                  </a:lnTo>
                  <a:lnTo>
                    <a:pt x="0" y="0"/>
                  </a:lnTo>
                  <a:lnTo>
                    <a:pt x="2451" y="10401"/>
                  </a:lnTo>
                  <a:lnTo>
                    <a:pt x="126276" y="10706"/>
                  </a:lnTo>
                  <a:close/>
                </a:path>
                <a:path w="358139" h="158750">
                  <a:moveTo>
                    <a:pt x="128600" y="102247"/>
                  </a:moveTo>
                  <a:lnTo>
                    <a:pt x="126149" y="91846"/>
                  </a:lnTo>
                  <a:lnTo>
                    <a:pt x="21564" y="91605"/>
                  </a:lnTo>
                  <a:lnTo>
                    <a:pt x="24015" y="101993"/>
                  </a:lnTo>
                  <a:lnTo>
                    <a:pt x="128600" y="102247"/>
                  </a:lnTo>
                  <a:close/>
                </a:path>
                <a:path w="358139" h="158750">
                  <a:moveTo>
                    <a:pt x="154266" y="129628"/>
                  </a:moveTo>
                  <a:lnTo>
                    <a:pt x="151815" y="119227"/>
                  </a:lnTo>
                  <a:lnTo>
                    <a:pt x="27990" y="118922"/>
                  </a:lnTo>
                  <a:lnTo>
                    <a:pt x="30441" y="129324"/>
                  </a:lnTo>
                  <a:lnTo>
                    <a:pt x="154266" y="129628"/>
                  </a:lnTo>
                  <a:close/>
                </a:path>
                <a:path w="358139" h="158750">
                  <a:moveTo>
                    <a:pt x="200380" y="39052"/>
                  </a:moveTo>
                  <a:lnTo>
                    <a:pt x="197929" y="28651"/>
                  </a:lnTo>
                  <a:lnTo>
                    <a:pt x="108902" y="28448"/>
                  </a:lnTo>
                  <a:lnTo>
                    <a:pt x="111353" y="38836"/>
                  </a:lnTo>
                  <a:lnTo>
                    <a:pt x="200380" y="39052"/>
                  </a:lnTo>
                  <a:close/>
                </a:path>
                <a:path w="358139" h="158750">
                  <a:moveTo>
                    <a:pt x="206006" y="102438"/>
                  </a:moveTo>
                  <a:lnTo>
                    <a:pt x="203555" y="92036"/>
                  </a:lnTo>
                  <a:lnTo>
                    <a:pt x="145135" y="91897"/>
                  </a:lnTo>
                  <a:lnTo>
                    <a:pt x="147586" y="102298"/>
                  </a:lnTo>
                  <a:lnTo>
                    <a:pt x="206006" y="102438"/>
                  </a:lnTo>
                  <a:close/>
                </a:path>
                <a:path w="358139" h="158750">
                  <a:moveTo>
                    <a:pt x="225628" y="10947"/>
                  </a:moveTo>
                  <a:lnTo>
                    <a:pt x="223177" y="546"/>
                  </a:lnTo>
                  <a:lnTo>
                    <a:pt x="146786" y="355"/>
                  </a:lnTo>
                  <a:lnTo>
                    <a:pt x="149237" y="10756"/>
                  </a:lnTo>
                  <a:lnTo>
                    <a:pt x="225628" y="10947"/>
                  </a:lnTo>
                  <a:close/>
                </a:path>
                <a:path w="358139" h="158750">
                  <a:moveTo>
                    <a:pt x="228371" y="157975"/>
                  </a:moveTo>
                  <a:lnTo>
                    <a:pt x="225920" y="147586"/>
                  </a:lnTo>
                  <a:lnTo>
                    <a:pt x="136906" y="147358"/>
                  </a:lnTo>
                  <a:lnTo>
                    <a:pt x="139344" y="157759"/>
                  </a:lnTo>
                  <a:lnTo>
                    <a:pt x="228371" y="157975"/>
                  </a:lnTo>
                  <a:close/>
                </a:path>
                <a:path w="358139" h="158750">
                  <a:moveTo>
                    <a:pt x="253619" y="129870"/>
                  </a:moveTo>
                  <a:lnTo>
                    <a:pt x="251167" y="119468"/>
                  </a:lnTo>
                  <a:lnTo>
                    <a:pt x="174790" y="119278"/>
                  </a:lnTo>
                  <a:lnTo>
                    <a:pt x="177228" y="129679"/>
                  </a:lnTo>
                  <a:lnTo>
                    <a:pt x="253619" y="129870"/>
                  </a:lnTo>
                  <a:close/>
                </a:path>
                <a:path w="358139" h="158750">
                  <a:moveTo>
                    <a:pt x="274383" y="39230"/>
                  </a:moveTo>
                  <a:lnTo>
                    <a:pt x="271932" y="28841"/>
                  </a:lnTo>
                  <a:lnTo>
                    <a:pt x="216750" y="28702"/>
                  </a:lnTo>
                  <a:lnTo>
                    <a:pt x="219202" y="39103"/>
                  </a:lnTo>
                  <a:lnTo>
                    <a:pt x="274383" y="39230"/>
                  </a:lnTo>
                  <a:close/>
                </a:path>
                <a:path w="358139" h="158750">
                  <a:moveTo>
                    <a:pt x="302374" y="158165"/>
                  </a:moveTo>
                  <a:lnTo>
                    <a:pt x="299923" y="147764"/>
                  </a:lnTo>
                  <a:lnTo>
                    <a:pt x="244741" y="147624"/>
                  </a:lnTo>
                  <a:lnTo>
                    <a:pt x="247192" y="158026"/>
                  </a:lnTo>
                  <a:lnTo>
                    <a:pt x="302374" y="158165"/>
                  </a:lnTo>
                  <a:close/>
                </a:path>
                <a:path w="358139" h="158750">
                  <a:moveTo>
                    <a:pt x="322072" y="102717"/>
                  </a:moveTo>
                  <a:lnTo>
                    <a:pt x="319620" y="92329"/>
                  </a:lnTo>
                  <a:lnTo>
                    <a:pt x="230060" y="92100"/>
                  </a:lnTo>
                  <a:lnTo>
                    <a:pt x="232511" y="102501"/>
                  </a:lnTo>
                  <a:lnTo>
                    <a:pt x="322072" y="102717"/>
                  </a:lnTo>
                  <a:close/>
                </a:path>
                <a:path w="358139" h="158750">
                  <a:moveTo>
                    <a:pt x="329971" y="11201"/>
                  </a:moveTo>
                  <a:lnTo>
                    <a:pt x="327520" y="800"/>
                  </a:lnTo>
                  <a:lnTo>
                    <a:pt x="251142" y="622"/>
                  </a:lnTo>
                  <a:lnTo>
                    <a:pt x="253593" y="11010"/>
                  </a:lnTo>
                  <a:lnTo>
                    <a:pt x="329971" y="11201"/>
                  </a:lnTo>
                  <a:close/>
                </a:path>
                <a:path w="358139" h="158750">
                  <a:moveTo>
                    <a:pt x="357962" y="130124"/>
                  </a:moveTo>
                  <a:lnTo>
                    <a:pt x="355523" y="119735"/>
                  </a:lnTo>
                  <a:lnTo>
                    <a:pt x="279133" y="119545"/>
                  </a:lnTo>
                  <a:lnTo>
                    <a:pt x="281584" y="129946"/>
                  </a:lnTo>
                  <a:lnTo>
                    <a:pt x="357962" y="130124"/>
                  </a:lnTo>
                  <a:close/>
                </a:path>
              </a:pathLst>
            </a:custGeom>
            <a:solidFill>
              <a:srgbClr val="3C75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3185604" y="6698887"/>
              <a:ext cx="396240" cy="319405"/>
            </a:xfrm>
            <a:custGeom>
              <a:avLst/>
              <a:gdLst/>
              <a:ahLst/>
              <a:cxnLst/>
              <a:rect l="l" t="t" r="r" b="b"/>
              <a:pathLst>
                <a:path w="396239" h="319404">
                  <a:moveTo>
                    <a:pt x="104533" y="66141"/>
                  </a:moveTo>
                  <a:lnTo>
                    <a:pt x="102082" y="55740"/>
                  </a:lnTo>
                  <a:lnTo>
                    <a:pt x="13055" y="55524"/>
                  </a:lnTo>
                  <a:lnTo>
                    <a:pt x="15506" y="65913"/>
                  </a:lnTo>
                  <a:lnTo>
                    <a:pt x="104533" y="66141"/>
                  </a:lnTo>
                  <a:close/>
                </a:path>
                <a:path w="396239" h="319404">
                  <a:moveTo>
                    <a:pt x="107035" y="10655"/>
                  </a:moveTo>
                  <a:lnTo>
                    <a:pt x="104584" y="266"/>
                  </a:lnTo>
                  <a:lnTo>
                    <a:pt x="0" y="0"/>
                  </a:lnTo>
                  <a:lnTo>
                    <a:pt x="2451" y="10401"/>
                  </a:lnTo>
                  <a:lnTo>
                    <a:pt x="107035" y="10655"/>
                  </a:lnTo>
                  <a:close/>
                </a:path>
                <a:path w="396239" h="319404">
                  <a:moveTo>
                    <a:pt x="132702" y="38036"/>
                  </a:moveTo>
                  <a:lnTo>
                    <a:pt x="130251" y="27647"/>
                  </a:lnTo>
                  <a:lnTo>
                    <a:pt x="6426" y="27343"/>
                  </a:lnTo>
                  <a:lnTo>
                    <a:pt x="8877" y="37731"/>
                  </a:lnTo>
                  <a:lnTo>
                    <a:pt x="132702" y="38036"/>
                  </a:lnTo>
                  <a:close/>
                </a:path>
                <a:path w="396239" h="319404">
                  <a:moveTo>
                    <a:pt x="133845" y="190677"/>
                  </a:moveTo>
                  <a:lnTo>
                    <a:pt x="131394" y="180289"/>
                  </a:lnTo>
                  <a:lnTo>
                    <a:pt x="42379" y="180073"/>
                  </a:lnTo>
                  <a:lnTo>
                    <a:pt x="44831" y="190461"/>
                  </a:lnTo>
                  <a:lnTo>
                    <a:pt x="133845" y="190677"/>
                  </a:lnTo>
                  <a:close/>
                </a:path>
                <a:path w="396239" h="319404">
                  <a:moveTo>
                    <a:pt x="136347" y="135204"/>
                  </a:moveTo>
                  <a:lnTo>
                    <a:pt x="133896" y="124802"/>
                  </a:lnTo>
                  <a:lnTo>
                    <a:pt x="29311" y="124561"/>
                  </a:lnTo>
                  <a:lnTo>
                    <a:pt x="31750" y="134950"/>
                  </a:lnTo>
                  <a:lnTo>
                    <a:pt x="136347" y="135204"/>
                  </a:lnTo>
                  <a:close/>
                </a:path>
                <a:path w="396239" h="319404">
                  <a:moveTo>
                    <a:pt x="162013" y="162585"/>
                  </a:moveTo>
                  <a:lnTo>
                    <a:pt x="159562" y="152184"/>
                  </a:lnTo>
                  <a:lnTo>
                    <a:pt x="35750" y="151879"/>
                  </a:lnTo>
                  <a:lnTo>
                    <a:pt x="38201" y="162280"/>
                  </a:lnTo>
                  <a:lnTo>
                    <a:pt x="162013" y="162585"/>
                  </a:lnTo>
                  <a:close/>
                </a:path>
                <a:path w="396239" h="319404">
                  <a:moveTo>
                    <a:pt x="163957" y="318592"/>
                  </a:moveTo>
                  <a:lnTo>
                    <a:pt x="161505" y="308190"/>
                  </a:lnTo>
                  <a:lnTo>
                    <a:pt x="72478" y="307975"/>
                  </a:lnTo>
                  <a:lnTo>
                    <a:pt x="74930" y="318376"/>
                  </a:lnTo>
                  <a:lnTo>
                    <a:pt x="163957" y="318592"/>
                  </a:lnTo>
                  <a:close/>
                </a:path>
                <a:path w="396239" h="319404">
                  <a:moveTo>
                    <a:pt x="166458" y="263118"/>
                  </a:moveTo>
                  <a:lnTo>
                    <a:pt x="164007" y="252717"/>
                  </a:lnTo>
                  <a:lnTo>
                    <a:pt x="59423" y="252450"/>
                  </a:lnTo>
                  <a:lnTo>
                    <a:pt x="61861" y="262851"/>
                  </a:lnTo>
                  <a:lnTo>
                    <a:pt x="166458" y="263118"/>
                  </a:lnTo>
                  <a:close/>
                </a:path>
                <a:path w="396239" h="319404">
                  <a:moveTo>
                    <a:pt x="184442" y="10845"/>
                  </a:moveTo>
                  <a:lnTo>
                    <a:pt x="181991" y="444"/>
                  </a:lnTo>
                  <a:lnTo>
                    <a:pt x="123571" y="304"/>
                  </a:lnTo>
                  <a:lnTo>
                    <a:pt x="126022" y="10706"/>
                  </a:lnTo>
                  <a:lnTo>
                    <a:pt x="184442" y="10845"/>
                  </a:lnTo>
                  <a:close/>
                </a:path>
                <a:path w="396239" h="319404">
                  <a:moveTo>
                    <a:pt x="192125" y="290499"/>
                  </a:moveTo>
                  <a:lnTo>
                    <a:pt x="189674" y="280098"/>
                  </a:lnTo>
                  <a:lnTo>
                    <a:pt x="65849" y="279793"/>
                  </a:lnTo>
                  <a:lnTo>
                    <a:pt x="68300" y="290195"/>
                  </a:lnTo>
                  <a:lnTo>
                    <a:pt x="192125" y="290499"/>
                  </a:lnTo>
                  <a:close/>
                </a:path>
                <a:path w="396239" h="319404">
                  <a:moveTo>
                    <a:pt x="206806" y="66382"/>
                  </a:moveTo>
                  <a:lnTo>
                    <a:pt x="204355" y="55994"/>
                  </a:lnTo>
                  <a:lnTo>
                    <a:pt x="115341" y="55778"/>
                  </a:lnTo>
                  <a:lnTo>
                    <a:pt x="117792" y="66167"/>
                  </a:lnTo>
                  <a:lnTo>
                    <a:pt x="206806" y="66382"/>
                  </a:lnTo>
                  <a:close/>
                </a:path>
                <a:path w="396239" h="319404">
                  <a:moveTo>
                    <a:pt x="213753" y="135394"/>
                  </a:moveTo>
                  <a:lnTo>
                    <a:pt x="211302" y="124993"/>
                  </a:lnTo>
                  <a:lnTo>
                    <a:pt x="152895" y="124853"/>
                  </a:lnTo>
                  <a:lnTo>
                    <a:pt x="155346" y="135255"/>
                  </a:lnTo>
                  <a:lnTo>
                    <a:pt x="213753" y="135394"/>
                  </a:lnTo>
                  <a:close/>
                </a:path>
                <a:path w="396239" h="319404">
                  <a:moveTo>
                    <a:pt x="232054" y="38277"/>
                  </a:moveTo>
                  <a:lnTo>
                    <a:pt x="229603" y="27889"/>
                  </a:lnTo>
                  <a:lnTo>
                    <a:pt x="153212" y="27698"/>
                  </a:lnTo>
                  <a:lnTo>
                    <a:pt x="155663" y="38087"/>
                  </a:lnTo>
                  <a:lnTo>
                    <a:pt x="232054" y="38277"/>
                  </a:lnTo>
                  <a:close/>
                </a:path>
                <a:path w="396239" h="319404">
                  <a:moveTo>
                    <a:pt x="236131" y="190931"/>
                  </a:moveTo>
                  <a:lnTo>
                    <a:pt x="233680" y="180543"/>
                  </a:lnTo>
                  <a:lnTo>
                    <a:pt x="144665" y="180314"/>
                  </a:lnTo>
                  <a:lnTo>
                    <a:pt x="147104" y="190715"/>
                  </a:lnTo>
                  <a:lnTo>
                    <a:pt x="236131" y="190931"/>
                  </a:lnTo>
                  <a:close/>
                </a:path>
                <a:path w="396239" h="319404">
                  <a:moveTo>
                    <a:pt x="243865" y="263296"/>
                  </a:moveTo>
                  <a:lnTo>
                    <a:pt x="241414" y="252907"/>
                  </a:lnTo>
                  <a:lnTo>
                    <a:pt x="182994" y="252768"/>
                  </a:lnTo>
                  <a:lnTo>
                    <a:pt x="185445" y="263156"/>
                  </a:lnTo>
                  <a:lnTo>
                    <a:pt x="243865" y="263296"/>
                  </a:lnTo>
                  <a:close/>
                </a:path>
                <a:path w="396239" h="319404">
                  <a:moveTo>
                    <a:pt x="261366" y="162826"/>
                  </a:moveTo>
                  <a:lnTo>
                    <a:pt x="258914" y="152425"/>
                  </a:lnTo>
                  <a:lnTo>
                    <a:pt x="182537" y="152234"/>
                  </a:lnTo>
                  <a:lnTo>
                    <a:pt x="184988" y="162636"/>
                  </a:lnTo>
                  <a:lnTo>
                    <a:pt x="261366" y="162826"/>
                  </a:lnTo>
                  <a:close/>
                </a:path>
                <a:path w="396239" h="319404">
                  <a:moveTo>
                    <a:pt x="266230" y="318846"/>
                  </a:moveTo>
                  <a:lnTo>
                    <a:pt x="263779" y="308444"/>
                  </a:lnTo>
                  <a:lnTo>
                    <a:pt x="174764" y="308229"/>
                  </a:lnTo>
                  <a:lnTo>
                    <a:pt x="177203" y="318630"/>
                  </a:lnTo>
                  <a:lnTo>
                    <a:pt x="266230" y="318846"/>
                  </a:lnTo>
                  <a:close/>
                </a:path>
                <a:path w="396239" h="319404">
                  <a:moveTo>
                    <a:pt x="280809" y="66560"/>
                  </a:moveTo>
                  <a:lnTo>
                    <a:pt x="278358" y="56172"/>
                  </a:lnTo>
                  <a:lnTo>
                    <a:pt x="223177" y="56045"/>
                  </a:lnTo>
                  <a:lnTo>
                    <a:pt x="225628" y="66433"/>
                  </a:lnTo>
                  <a:lnTo>
                    <a:pt x="280809" y="66560"/>
                  </a:lnTo>
                  <a:close/>
                </a:path>
                <a:path w="396239" h="319404">
                  <a:moveTo>
                    <a:pt x="291477" y="290741"/>
                  </a:moveTo>
                  <a:lnTo>
                    <a:pt x="289026" y="280339"/>
                  </a:lnTo>
                  <a:lnTo>
                    <a:pt x="212636" y="280149"/>
                  </a:lnTo>
                  <a:lnTo>
                    <a:pt x="215087" y="290550"/>
                  </a:lnTo>
                  <a:lnTo>
                    <a:pt x="291477" y="290741"/>
                  </a:lnTo>
                  <a:close/>
                </a:path>
                <a:path w="396239" h="319404">
                  <a:moveTo>
                    <a:pt x="300507" y="11137"/>
                  </a:moveTo>
                  <a:lnTo>
                    <a:pt x="298056" y="736"/>
                  </a:lnTo>
                  <a:lnTo>
                    <a:pt x="208495" y="520"/>
                  </a:lnTo>
                  <a:lnTo>
                    <a:pt x="210947" y="10909"/>
                  </a:lnTo>
                  <a:lnTo>
                    <a:pt x="300507" y="11137"/>
                  </a:lnTo>
                  <a:close/>
                </a:path>
                <a:path w="396239" h="319404">
                  <a:moveTo>
                    <a:pt x="310121" y="191109"/>
                  </a:moveTo>
                  <a:lnTo>
                    <a:pt x="307670" y="180721"/>
                  </a:lnTo>
                  <a:lnTo>
                    <a:pt x="252488" y="180581"/>
                  </a:lnTo>
                  <a:lnTo>
                    <a:pt x="254939" y="190982"/>
                  </a:lnTo>
                  <a:lnTo>
                    <a:pt x="310121" y="191109"/>
                  </a:lnTo>
                  <a:close/>
                </a:path>
                <a:path w="396239" h="319404">
                  <a:moveTo>
                    <a:pt x="329831" y="135674"/>
                  </a:moveTo>
                  <a:lnTo>
                    <a:pt x="327380" y="125285"/>
                  </a:lnTo>
                  <a:lnTo>
                    <a:pt x="237807" y="125056"/>
                  </a:lnTo>
                  <a:lnTo>
                    <a:pt x="240258" y="135458"/>
                  </a:lnTo>
                  <a:lnTo>
                    <a:pt x="329831" y="135674"/>
                  </a:lnTo>
                  <a:close/>
                </a:path>
                <a:path w="396239" h="319404">
                  <a:moveTo>
                    <a:pt x="336397" y="38531"/>
                  </a:moveTo>
                  <a:lnTo>
                    <a:pt x="333946" y="28143"/>
                  </a:lnTo>
                  <a:lnTo>
                    <a:pt x="257568" y="27952"/>
                  </a:lnTo>
                  <a:lnTo>
                    <a:pt x="260019" y="38341"/>
                  </a:lnTo>
                  <a:lnTo>
                    <a:pt x="336397" y="38531"/>
                  </a:lnTo>
                  <a:close/>
                </a:path>
                <a:path w="396239" h="319404">
                  <a:moveTo>
                    <a:pt x="340233" y="319024"/>
                  </a:moveTo>
                  <a:lnTo>
                    <a:pt x="337781" y="308622"/>
                  </a:lnTo>
                  <a:lnTo>
                    <a:pt x="282600" y="308495"/>
                  </a:lnTo>
                  <a:lnTo>
                    <a:pt x="285051" y="318884"/>
                  </a:lnTo>
                  <a:lnTo>
                    <a:pt x="340233" y="319024"/>
                  </a:lnTo>
                  <a:close/>
                </a:path>
                <a:path w="396239" h="319404">
                  <a:moveTo>
                    <a:pt x="359930" y="263588"/>
                  </a:moveTo>
                  <a:lnTo>
                    <a:pt x="357479" y="253187"/>
                  </a:lnTo>
                  <a:lnTo>
                    <a:pt x="267919" y="252971"/>
                  </a:lnTo>
                  <a:lnTo>
                    <a:pt x="270370" y="263372"/>
                  </a:lnTo>
                  <a:lnTo>
                    <a:pt x="359930" y="263588"/>
                  </a:lnTo>
                  <a:close/>
                </a:path>
                <a:path w="396239" h="319404">
                  <a:moveTo>
                    <a:pt x="365721" y="163080"/>
                  </a:moveTo>
                  <a:lnTo>
                    <a:pt x="363270" y="152692"/>
                  </a:lnTo>
                  <a:lnTo>
                    <a:pt x="286880" y="152501"/>
                  </a:lnTo>
                  <a:lnTo>
                    <a:pt x="289331" y="162902"/>
                  </a:lnTo>
                  <a:lnTo>
                    <a:pt x="365721" y="163080"/>
                  </a:lnTo>
                  <a:close/>
                </a:path>
                <a:path w="396239" h="319404">
                  <a:moveTo>
                    <a:pt x="395820" y="290995"/>
                  </a:moveTo>
                  <a:lnTo>
                    <a:pt x="393382" y="280593"/>
                  </a:lnTo>
                  <a:lnTo>
                    <a:pt x="316992" y="280403"/>
                  </a:lnTo>
                  <a:lnTo>
                    <a:pt x="319443" y="290804"/>
                  </a:lnTo>
                  <a:lnTo>
                    <a:pt x="395820" y="290995"/>
                  </a:lnTo>
                  <a:close/>
                </a:path>
              </a:pathLst>
            </a:custGeom>
            <a:solidFill>
              <a:srgbClr val="88BB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6169635" y="5941307"/>
              <a:ext cx="212725" cy="195580"/>
            </a:xfrm>
            <a:custGeom>
              <a:avLst/>
              <a:gdLst/>
              <a:ahLst/>
              <a:cxnLst/>
              <a:rect l="l" t="t" r="r" b="b"/>
              <a:pathLst>
                <a:path w="212725" h="195579">
                  <a:moveTo>
                    <a:pt x="34328" y="161175"/>
                  </a:moveTo>
                  <a:lnTo>
                    <a:pt x="0" y="161175"/>
                  </a:lnTo>
                  <a:lnTo>
                    <a:pt x="0" y="195491"/>
                  </a:lnTo>
                  <a:lnTo>
                    <a:pt x="34328" y="195491"/>
                  </a:lnTo>
                  <a:lnTo>
                    <a:pt x="34328" y="161175"/>
                  </a:lnTo>
                  <a:close/>
                </a:path>
                <a:path w="212725" h="195579">
                  <a:moveTo>
                    <a:pt x="34328" y="76454"/>
                  </a:moveTo>
                  <a:lnTo>
                    <a:pt x="0" y="76454"/>
                  </a:lnTo>
                  <a:lnTo>
                    <a:pt x="0" y="110782"/>
                  </a:lnTo>
                  <a:lnTo>
                    <a:pt x="34328" y="110782"/>
                  </a:lnTo>
                  <a:lnTo>
                    <a:pt x="34328" y="76454"/>
                  </a:lnTo>
                  <a:close/>
                </a:path>
                <a:path w="212725" h="195579">
                  <a:moveTo>
                    <a:pt x="34328" y="0"/>
                  </a:moveTo>
                  <a:lnTo>
                    <a:pt x="0" y="0"/>
                  </a:lnTo>
                  <a:lnTo>
                    <a:pt x="0" y="34315"/>
                  </a:lnTo>
                  <a:lnTo>
                    <a:pt x="34328" y="34315"/>
                  </a:lnTo>
                  <a:lnTo>
                    <a:pt x="34328" y="0"/>
                  </a:lnTo>
                  <a:close/>
                </a:path>
                <a:path w="212725" h="195579">
                  <a:moveTo>
                    <a:pt x="123456" y="161175"/>
                  </a:moveTo>
                  <a:lnTo>
                    <a:pt x="89128" y="161175"/>
                  </a:lnTo>
                  <a:lnTo>
                    <a:pt x="89128" y="195491"/>
                  </a:lnTo>
                  <a:lnTo>
                    <a:pt x="123456" y="195491"/>
                  </a:lnTo>
                  <a:lnTo>
                    <a:pt x="123456" y="161175"/>
                  </a:lnTo>
                  <a:close/>
                </a:path>
                <a:path w="212725" h="195579">
                  <a:moveTo>
                    <a:pt x="123456" y="76454"/>
                  </a:moveTo>
                  <a:lnTo>
                    <a:pt x="89128" y="76454"/>
                  </a:lnTo>
                  <a:lnTo>
                    <a:pt x="89128" y="110782"/>
                  </a:lnTo>
                  <a:lnTo>
                    <a:pt x="123456" y="110782"/>
                  </a:lnTo>
                  <a:lnTo>
                    <a:pt x="123456" y="76454"/>
                  </a:lnTo>
                  <a:close/>
                </a:path>
                <a:path w="212725" h="195579">
                  <a:moveTo>
                    <a:pt x="123456" y="0"/>
                  </a:moveTo>
                  <a:lnTo>
                    <a:pt x="89128" y="0"/>
                  </a:lnTo>
                  <a:lnTo>
                    <a:pt x="89128" y="34315"/>
                  </a:lnTo>
                  <a:lnTo>
                    <a:pt x="123456" y="34315"/>
                  </a:lnTo>
                  <a:lnTo>
                    <a:pt x="123456" y="0"/>
                  </a:lnTo>
                  <a:close/>
                </a:path>
                <a:path w="212725" h="195579">
                  <a:moveTo>
                    <a:pt x="212598" y="161175"/>
                  </a:moveTo>
                  <a:lnTo>
                    <a:pt x="178269" y="161175"/>
                  </a:lnTo>
                  <a:lnTo>
                    <a:pt x="178269" y="195491"/>
                  </a:lnTo>
                  <a:lnTo>
                    <a:pt x="212598" y="195491"/>
                  </a:lnTo>
                  <a:lnTo>
                    <a:pt x="212598" y="161175"/>
                  </a:lnTo>
                  <a:close/>
                </a:path>
                <a:path w="212725" h="195579">
                  <a:moveTo>
                    <a:pt x="212598" y="76454"/>
                  </a:moveTo>
                  <a:lnTo>
                    <a:pt x="178269" y="76454"/>
                  </a:lnTo>
                  <a:lnTo>
                    <a:pt x="178269" y="110782"/>
                  </a:lnTo>
                  <a:lnTo>
                    <a:pt x="212598" y="110782"/>
                  </a:lnTo>
                  <a:lnTo>
                    <a:pt x="212598" y="76454"/>
                  </a:lnTo>
                  <a:close/>
                </a:path>
                <a:path w="212725" h="195579">
                  <a:moveTo>
                    <a:pt x="212598" y="0"/>
                  </a:moveTo>
                  <a:lnTo>
                    <a:pt x="178269" y="0"/>
                  </a:lnTo>
                  <a:lnTo>
                    <a:pt x="178269" y="34315"/>
                  </a:lnTo>
                  <a:lnTo>
                    <a:pt x="212598" y="34315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F4F5F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49326" y="5289884"/>
              <a:ext cx="16337910" cy="4556821"/>
            </a:xfrm>
            <a:prstGeom prst="rect">
              <a:avLst/>
            </a:prstGeom>
          </p:spPr>
        </p:pic>
      </p:grpSp>
      <p:sp>
        <p:nvSpPr>
          <p:cNvPr id="89" name="object 89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6183929" y="8599357"/>
            <a:ext cx="2286635" cy="2709545"/>
            <a:chOff x="16183929" y="8599357"/>
            <a:chExt cx="2286635" cy="2709545"/>
          </a:xfrm>
        </p:grpSpPr>
        <p:sp>
          <p:nvSpPr>
            <p:cNvPr id="3" name="object 3" descr=""/>
            <p:cNvSpPr/>
            <p:nvPr/>
          </p:nvSpPr>
          <p:spPr>
            <a:xfrm>
              <a:off x="16183929" y="9960345"/>
              <a:ext cx="1231900" cy="1348740"/>
            </a:xfrm>
            <a:custGeom>
              <a:avLst/>
              <a:gdLst/>
              <a:ahLst/>
              <a:cxnLst/>
              <a:rect l="l" t="t" r="r" b="b"/>
              <a:pathLst>
                <a:path w="1231900" h="1348740">
                  <a:moveTo>
                    <a:pt x="1225166" y="0"/>
                  </a:moveTo>
                  <a:lnTo>
                    <a:pt x="0" y="5895"/>
                  </a:lnTo>
                  <a:lnTo>
                    <a:pt x="6460" y="1348210"/>
                  </a:lnTo>
                  <a:lnTo>
                    <a:pt x="1231658" y="1348210"/>
                  </a:lnTo>
                  <a:lnTo>
                    <a:pt x="122516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409088" y="9957312"/>
              <a:ext cx="639445" cy="1351280"/>
            </a:xfrm>
            <a:custGeom>
              <a:avLst/>
              <a:gdLst/>
              <a:ahLst/>
              <a:cxnLst/>
              <a:rect l="l" t="t" r="r" b="b"/>
              <a:pathLst>
                <a:path w="639444" h="1351279">
                  <a:moveTo>
                    <a:pt x="632629" y="0"/>
                  </a:moveTo>
                  <a:lnTo>
                    <a:pt x="0" y="3047"/>
                  </a:lnTo>
                  <a:lnTo>
                    <a:pt x="6491" y="1351246"/>
                  </a:lnTo>
                  <a:lnTo>
                    <a:pt x="639121" y="1351246"/>
                  </a:lnTo>
                  <a:lnTo>
                    <a:pt x="632629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668232" y="9962806"/>
              <a:ext cx="233679" cy="294640"/>
            </a:xfrm>
            <a:custGeom>
              <a:avLst/>
              <a:gdLst/>
              <a:ahLst/>
              <a:cxnLst/>
              <a:rect l="l" t="t" r="r" b="b"/>
              <a:pathLst>
                <a:path w="233680" h="294640">
                  <a:moveTo>
                    <a:pt x="232244" y="0"/>
                  </a:moveTo>
                  <a:lnTo>
                    <a:pt x="0" y="1109"/>
                  </a:lnTo>
                  <a:lnTo>
                    <a:pt x="1403" y="294315"/>
                  </a:lnTo>
                  <a:lnTo>
                    <a:pt x="18418" y="294231"/>
                  </a:lnTo>
                  <a:lnTo>
                    <a:pt x="27182" y="263175"/>
                  </a:lnTo>
                  <a:lnTo>
                    <a:pt x="36794" y="294137"/>
                  </a:lnTo>
                  <a:lnTo>
                    <a:pt x="120310" y="293739"/>
                  </a:lnTo>
                  <a:lnTo>
                    <a:pt x="140131" y="247165"/>
                  </a:lnTo>
                  <a:lnTo>
                    <a:pt x="161523" y="293540"/>
                  </a:lnTo>
                  <a:lnTo>
                    <a:pt x="176999" y="270892"/>
                  </a:lnTo>
                  <a:lnTo>
                    <a:pt x="188245" y="293415"/>
                  </a:lnTo>
                  <a:lnTo>
                    <a:pt x="233657" y="293195"/>
                  </a:lnTo>
                  <a:lnTo>
                    <a:pt x="2322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409988" y="8602326"/>
              <a:ext cx="1594485" cy="2621280"/>
            </a:xfrm>
            <a:custGeom>
              <a:avLst/>
              <a:gdLst/>
              <a:ahLst/>
              <a:cxnLst/>
              <a:rect l="l" t="t" r="r" b="b"/>
              <a:pathLst>
                <a:path w="1594484" h="2621279">
                  <a:moveTo>
                    <a:pt x="1231696" y="1356702"/>
                  </a:moveTo>
                  <a:lnTo>
                    <a:pt x="1225169" y="0"/>
                  </a:lnTo>
                  <a:lnTo>
                    <a:pt x="0" y="5892"/>
                  </a:lnTo>
                  <a:lnTo>
                    <a:pt x="6540" y="1362608"/>
                  </a:lnTo>
                  <a:lnTo>
                    <a:pt x="1231696" y="1356702"/>
                  </a:lnTo>
                  <a:close/>
                </a:path>
                <a:path w="1594484" h="2621279">
                  <a:moveTo>
                    <a:pt x="1594218" y="2618511"/>
                  </a:moveTo>
                  <a:lnTo>
                    <a:pt x="1527111" y="2471305"/>
                  </a:lnTo>
                  <a:lnTo>
                    <a:pt x="1459344" y="2324582"/>
                  </a:lnTo>
                  <a:lnTo>
                    <a:pt x="1323721" y="2034882"/>
                  </a:lnTo>
                  <a:lnTo>
                    <a:pt x="1456550" y="1743875"/>
                  </a:lnTo>
                  <a:lnTo>
                    <a:pt x="1522895" y="1596504"/>
                  </a:lnTo>
                  <a:lnTo>
                    <a:pt x="1588592" y="1448676"/>
                  </a:lnTo>
                  <a:lnTo>
                    <a:pt x="1519313" y="1593938"/>
                  </a:lnTo>
                  <a:lnTo>
                    <a:pt x="1450708" y="1739696"/>
                  </a:lnTo>
                  <a:lnTo>
                    <a:pt x="1318615" y="2024100"/>
                  </a:lnTo>
                  <a:lnTo>
                    <a:pt x="1183805" y="1740966"/>
                  </a:lnTo>
                  <a:lnTo>
                    <a:pt x="1113802" y="1595882"/>
                  </a:lnTo>
                  <a:lnTo>
                    <a:pt x="1043127" y="1451292"/>
                  </a:lnTo>
                  <a:lnTo>
                    <a:pt x="1110221" y="1598510"/>
                  </a:lnTo>
                  <a:lnTo>
                    <a:pt x="1177988" y="1745221"/>
                  </a:lnTo>
                  <a:lnTo>
                    <a:pt x="1313599" y="2034946"/>
                  </a:lnTo>
                  <a:lnTo>
                    <a:pt x="1180782" y="2325916"/>
                  </a:lnTo>
                  <a:lnTo>
                    <a:pt x="1114425" y="2473287"/>
                  </a:lnTo>
                  <a:lnTo>
                    <a:pt x="1048753" y="2621140"/>
                  </a:lnTo>
                  <a:lnTo>
                    <a:pt x="1118044" y="2475865"/>
                  </a:lnTo>
                  <a:lnTo>
                    <a:pt x="1186649" y="2330119"/>
                  </a:lnTo>
                  <a:lnTo>
                    <a:pt x="1318717" y="2045728"/>
                  </a:lnTo>
                  <a:lnTo>
                    <a:pt x="1453540" y="2328824"/>
                  </a:lnTo>
                  <a:lnTo>
                    <a:pt x="1523542" y="2473909"/>
                  </a:lnTo>
                  <a:lnTo>
                    <a:pt x="1594218" y="2618511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635161" y="8599357"/>
              <a:ext cx="639445" cy="1360170"/>
            </a:xfrm>
            <a:custGeom>
              <a:avLst/>
              <a:gdLst/>
              <a:ahLst/>
              <a:cxnLst/>
              <a:rect l="l" t="t" r="r" b="b"/>
              <a:pathLst>
                <a:path w="639444" h="1360170">
                  <a:moveTo>
                    <a:pt x="632619" y="0"/>
                  </a:moveTo>
                  <a:lnTo>
                    <a:pt x="0" y="3036"/>
                  </a:lnTo>
                  <a:lnTo>
                    <a:pt x="6523" y="1359811"/>
                  </a:lnTo>
                  <a:lnTo>
                    <a:pt x="639142" y="1356764"/>
                  </a:lnTo>
                  <a:lnTo>
                    <a:pt x="632619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6894296" y="8604840"/>
              <a:ext cx="233679" cy="294640"/>
            </a:xfrm>
            <a:custGeom>
              <a:avLst/>
              <a:gdLst/>
              <a:ahLst/>
              <a:cxnLst/>
              <a:rect l="l" t="t" r="r" b="b"/>
              <a:pathLst>
                <a:path w="233680" h="294640">
                  <a:moveTo>
                    <a:pt x="232244" y="0"/>
                  </a:moveTo>
                  <a:lnTo>
                    <a:pt x="0" y="1120"/>
                  </a:lnTo>
                  <a:lnTo>
                    <a:pt x="1403" y="294315"/>
                  </a:lnTo>
                  <a:lnTo>
                    <a:pt x="18418" y="294231"/>
                  </a:lnTo>
                  <a:lnTo>
                    <a:pt x="27182" y="263175"/>
                  </a:lnTo>
                  <a:lnTo>
                    <a:pt x="36794" y="294148"/>
                  </a:lnTo>
                  <a:lnTo>
                    <a:pt x="120310" y="293739"/>
                  </a:lnTo>
                  <a:lnTo>
                    <a:pt x="140131" y="247165"/>
                  </a:lnTo>
                  <a:lnTo>
                    <a:pt x="161523" y="293540"/>
                  </a:lnTo>
                  <a:lnTo>
                    <a:pt x="176999" y="270892"/>
                  </a:lnTo>
                  <a:lnTo>
                    <a:pt x="188245" y="293415"/>
                  </a:lnTo>
                  <a:lnTo>
                    <a:pt x="233657" y="293195"/>
                  </a:lnTo>
                  <a:lnTo>
                    <a:pt x="2322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7679188" y="8693029"/>
              <a:ext cx="551180" cy="1172845"/>
            </a:xfrm>
            <a:custGeom>
              <a:avLst/>
              <a:gdLst/>
              <a:ahLst/>
              <a:cxnLst/>
              <a:rect l="l" t="t" r="r" b="b"/>
              <a:pathLst>
                <a:path w="551180" h="1172845">
                  <a:moveTo>
                    <a:pt x="551078" y="1169835"/>
                  </a:moveTo>
                  <a:lnTo>
                    <a:pt x="483971" y="1022642"/>
                  </a:lnTo>
                  <a:lnTo>
                    <a:pt x="416217" y="875919"/>
                  </a:lnTo>
                  <a:lnTo>
                    <a:pt x="280593" y="586219"/>
                  </a:lnTo>
                  <a:lnTo>
                    <a:pt x="413410" y="295211"/>
                  </a:lnTo>
                  <a:lnTo>
                    <a:pt x="479767" y="147840"/>
                  </a:lnTo>
                  <a:lnTo>
                    <a:pt x="545452" y="0"/>
                  </a:lnTo>
                  <a:lnTo>
                    <a:pt x="476173" y="145275"/>
                  </a:lnTo>
                  <a:lnTo>
                    <a:pt x="407568" y="291033"/>
                  </a:lnTo>
                  <a:lnTo>
                    <a:pt x="275475" y="575424"/>
                  </a:lnTo>
                  <a:lnTo>
                    <a:pt x="140677" y="292303"/>
                  </a:lnTo>
                  <a:lnTo>
                    <a:pt x="70675" y="147218"/>
                  </a:lnTo>
                  <a:lnTo>
                    <a:pt x="0" y="2628"/>
                  </a:lnTo>
                  <a:lnTo>
                    <a:pt x="67081" y="149834"/>
                  </a:lnTo>
                  <a:lnTo>
                    <a:pt x="134848" y="296557"/>
                  </a:lnTo>
                  <a:lnTo>
                    <a:pt x="270459" y="586270"/>
                  </a:lnTo>
                  <a:lnTo>
                    <a:pt x="137642" y="877252"/>
                  </a:lnTo>
                  <a:lnTo>
                    <a:pt x="71297" y="1024623"/>
                  </a:lnTo>
                  <a:lnTo>
                    <a:pt x="5626" y="1172464"/>
                  </a:lnTo>
                  <a:lnTo>
                    <a:pt x="74904" y="1027201"/>
                  </a:lnTo>
                  <a:lnTo>
                    <a:pt x="143510" y="881456"/>
                  </a:lnTo>
                  <a:lnTo>
                    <a:pt x="275590" y="597065"/>
                  </a:lnTo>
                  <a:lnTo>
                    <a:pt x="410400" y="880148"/>
                  </a:lnTo>
                  <a:lnTo>
                    <a:pt x="480415" y="1025245"/>
                  </a:lnTo>
                  <a:lnTo>
                    <a:pt x="551078" y="1169835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6208043" y="8602314"/>
              <a:ext cx="1427480" cy="300355"/>
            </a:xfrm>
            <a:custGeom>
              <a:avLst/>
              <a:gdLst/>
              <a:ahLst/>
              <a:cxnLst/>
              <a:rect l="l" t="t" r="r" b="b"/>
              <a:pathLst>
                <a:path w="1427480" h="300354">
                  <a:moveTo>
                    <a:pt x="1426961" y="0"/>
                  </a:moveTo>
                  <a:lnTo>
                    <a:pt x="201951" y="5895"/>
                  </a:lnTo>
                  <a:lnTo>
                    <a:pt x="0" y="300346"/>
                  </a:lnTo>
                  <a:lnTo>
                    <a:pt x="1225009" y="294451"/>
                  </a:lnTo>
                  <a:lnTo>
                    <a:pt x="1426961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7635008" y="8599359"/>
              <a:ext cx="835660" cy="295910"/>
            </a:xfrm>
            <a:custGeom>
              <a:avLst/>
              <a:gdLst/>
              <a:ahLst/>
              <a:cxnLst/>
              <a:rect l="l" t="t" r="r" b="b"/>
              <a:pathLst>
                <a:path w="835659" h="295909">
                  <a:moveTo>
                    <a:pt x="630755" y="0"/>
                  </a:moveTo>
                  <a:lnTo>
                    <a:pt x="0" y="3036"/>
                  </a:lnTo>
                  <a:lnTo>
                    <a:pt x="204779" y="295540"/>
                  </a:lnTo>
                  <a:lnTo>
                    <a:pt x="835534" y="292504"/>
                  </a:lnTo>
                  <a:lnTo>
                    <a:pt x="63075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3438234" y="9957103"/>
            <a:ext cx="2262505" cy="1351915"/>
            <a:chOff x="3438234" y="9957103"/>
            <a:chExt cx="2262505" cy="1351915"/>
          </a:xfrm>
        </p:grpSpPr>
        <p:sp>
          <p:nvSpPr>
            <p:cNvPr id="13" name="object 13" descr=""/>
            <p:cNvSpPr/>
            <p:nvPr/>
          </p:nvSpPr>
          <p:spPr>
            <a:xfrm>
              <a:off x="3640185" y="9960065"/>
              <a:ext cx="1231900" cy="1348740"/>
            </a:xfrm>
            <a:custGeom>
              <a:avLst/>
              <a:gdLst/>
              <a:ahLst/>
              <a:cxnLst/>
              <a:rect l="l" t="t" r="r" b="b"/>
              <a:pathLst>
                <a:path w="1231900" h="1348740">
                  <a:moveTo>
                    <a:pt x="1225166" y="0"/>
                  </a:moveTo>
                  <a:lnTo>
                    <a:pt x="0" y="5895"/>
                  </a:lnTo>
                  <a:lnTo>
                    <a:pt x="6465" y="1348490"/>
                  </a:lnTo>
                  <a:lnTo>
                    <a:pt x="1231650" y="1348490"/>
                  </a:lnTo>
                  <a:lnTo>
                    <a:pt x="122516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865343" y="9957103"/>
              <a:ext cx="639445" cy="1351915"/>
            </a:xfrm>
            <a:custGeom>
              <a:avLst/>
              <a:gdLst/>
              <a:ahLst/>
              <a:cxnLst/>
              <a:rect l="l" t="t" r="r" b="b"/>
              <a:pathLst>
                <a:path w="639445" h="1351915">
                  <a:moveTo>
                    <a:pt x="632619" y="0"/>
                  </a:moveTo>
                  <a:lnTo>
                    <a:pt x="0" y="3036"/>
                  </a:lnTo>
                  <a:lnTo>
                    <a:pt x="6493" y="1351452"/>
                  </a:lnTo>
                  <a:lnTo>
                    <a:pt x="639127" y="1351452"/>
                  </a:lnTo>
                  <a:lnTo>
                    <a:pt x="632619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124476" y="9962590"/>
              <a:ext cx="233679" cy="294640"/>
            </a:xfrm>
            <a:custGeom>
              <a:avLst/>
              <a:gdLst/>
              <a:ahLst/>
              <a:cxnLst/>
              <a:rect l="l" t="t" r="r" b="b"/>
              <a:pathLst>
                <a:path w="233679" h="294640">
                  <a:moveTo>
                    <a:pt x="232254" y="0"/>
                  </a:moveTo>
                  <a:lnTo>
                    <a:pt x="0" y="1120"/>
                  </a:lnTo>
                  <a:lnTo>
                    <a:pt x="1413" y="294315"/>
                  </a:lnTo>
                  <a:lnTo>
                    <a:pt x="18428" y="294231"/>
                  </a:lnTo>
                  <a:lnTo>
                    <a:pt x="27192" y="263175"/>
                  </a:lnTo>
                  <a:lnTo>
                    <a:pt x="36805" y="294137"/>
                  </a:lnTo>
                  <a:lnTo>
                    <a:pt x="120320" y="293739"/>
                  </a:lnTo>
                  <a:lnTo>
                    <a:pt x="140142" y="247165"/>
                  </a:lnTo>
                  <a:lnTo>
                    <a:pt x="161523" y="293540"/>
                  </a:lnTo>
                  <a:lnTo>
                    <a:pt x="177010" y="270892"/>
                  </a:lnTo>
                  <a:lnTo>
                    <a:pt x="188256" y="293415"/>
                  </a:lnTo>
                  <a:lnTo>
                    <a:pt x="233668" y="293195"/>
                  </a:lnTo>
                  <a:lnTo>
                    <a:pt x="2322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909363" y="10050785"/>
              <a:ext cx="551180" cy="1172845"/>
            </a:xfrm>
            <a:custGeom>
              <a:avLst/>
              <a:gdLst/>
              <a:ahLst/>
              <a:cxnLst/>
              <a:rect l="l" t="t" r="r" b="b"/>
              <a:pathLst>
                <a:path w="551179" h="1172845">
                  <a:moveTo>
                    <a:pt x="551091" y="1169835"/>
                  </a:moveTo>
                  <a:lnTo>
                    <a:pt x="483997" y="1022629"/>
                  </a:lnTo>
                  <a:lnTo>
                    <a:pt x="416229" y="875919"/>
                  </a:lnTo>
                  <a:lnTo>
                    <a:pt x="280606" y="586206"/>
                  </a:lnTo>
                  <a:lnTo>
                    <a:pt x="413423" y="295198"/>
                  </a:lnTo>
                  <a:lnTo>
                    <a:pt x="479780" y="147840"/>
                  </a:lnTo>
                  <a:lnTo>
                    <a:pt x="545465" y="0"/>
                  </a:lnTo>
                  <a:lnTo>
                    <a:pt x="476186" y="145275"/>
                  </a:lnTo>
                  <a:lnTo>
                    <a:pt x="407581" y="291020"/>
                  </a:lnTo>
                  <a:lnTo>
                    <a:pt x="275488" y="575411"/>
                  </a:lnTo>
                  <a:lnTo>
                    <a:pt x="140690" y="292303"/>
                  </a:lnTo>
                  <a:lnTo>
                    <a:pt x="70688" y="147218"/>
                  </a:lnTo>
                  <a:lnTo>
                    <a:pt x="0" y="2628"/>
                  </a:lnTo>
                  <a:lnTo>
                    <a:pt x="67106" y="149834"/>
                  </a:lnTo>
                  <a:lnTo>
                    <a:pt x="134861" y="296545"/>
                  </a:lnTo>
                  <a:lnTo>
                    <a:pt x="270484" y="586257"/>
                  </a:lnTo>
                  <a:lnTo>
                    <a:pt x="137655" y="877239"/>
                  </a:lnTo>
                  <a:lnTo>
                    <a:pt x="71310" y="1024610"/>
                  </a:lnTo>
                  <a:lnTo>
                    <a:pt x="5638" y="1172464"/>
                  </a:lnTo>
                  <a:lnTo>
                    <a:pt x="74917" y="1027188"/>
                  </a:lnTo>
                  <a:lnTo>
                    <a:pt x="143535" y="881443"/>
                  </a:lnTo>
                  <a:lnTo>
                    <a:pt x="275602" y="597052"/>
                  </a:lnTo>
                  <a:lnTo>
                    <a:pt x="410413" y="880148"/>
                  </a:lnTo>
                  <a:lnTo>
                    <a:pt x="480428" y="1025232"/>
                  </a:lnTo>
                  <a:lnTo>
                    <a:pt x="551091" y="1169835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438234" y="9960063"/>
              <a:ext cx="1427480" cy="300355"/>
            </a:xfrm>
            <a:custGeom>
              <a:avLst/>
              <a:gdLst/>
              <a:ahLst/>
              <a:cxnLst/>
              <a:rect l="l" t="t" r="r" b="b"/>
              <a:pathLst>
                <a:path w="1427479" h="300354">
                  <a:moveTo>
                    <a:pt x="1426961" y="0"/>
                  </a:moveTo>
                  <a:lnTo>
                    <a:pt x="201951" y="5895"/>
                  </a:lnTo>
                  <a:lnTo>
                    <a:pt x="0" y="300346"/>
                  </a:lnTo>
                  <a:lnTo>
                    <a:pt x="1225009" y="294451"/>
                  </a:lnTo>
                  <a:lnTo>
                    <a:pt x="1426961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65196" y="9957108"/>
              <a:ext cx="835660" cy="295910"/>
            </a:xfrm>
            <a:custGeom>
              <a:avLst/>
              <a:gdLst/>
              <a:ahLst/>
              <a:cxnLst/>
              <a:rect l="l" t="t" r="r" b="b"/>
              <a:pathLst>
                <a:path w="835660" h="295909">
                  <a:moveTo>
                    <a:pt x="630766" y="0"/>
                  </a:moveTo>
                  <a:lnTo>
                    <a:pt x="0" y="3036"/>
                  </a:lnTo>
                  <a:lnTo>
                    <a:pt x="204779" y="295540"/>
                  </a:lnTo>
                  <a:lnTo>
                    <a:pt x="835534" y="292504"/>
                  </a:lnTo>
                  <a:lnTo>
                    <a:pt x="63076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/>
          <p:nvPr/>
        </p:nvSpPr>
        <p:spPr>
          <a:xfrm>
            <a:off x="2362911" y="4087407"/>
            <a:ext cx="2089150" cy="3622675"/>
          </a:xfrm>
          <a:custGeom>
            <a:avLst/>
            <a:gdLst/>
            <a:ahLst/>
            <a:cxnLst/>
            <a:rect l="l" t="t" r="r" b="b"/>
            <a:pathLst>
              <a:path w="2089150" h="3622675">
                <a:moveTo>
                  <a:pt x="1373151" y="0"/>
                </a:moveTo>
                <a:lnTo>
                  <a:pt x="1323303" y="5733"/>
                </a:lnTo>
                <a:lnTo>
                  <a:pt x="1277560" y="22062"/>
                </a:lnTo>
                <a:lnTo>
                  <a:pt x="1237220" y="47684"/>
                </a:lnTo>
                <a:lnTo>
                  <a:pt x="1203583" y="81294"/>
                </a:lnTo>
                <a:lnTo>
                  <a:pt x="1177948" y="121588"/>
                </a:lnTo>
                <a:lnTo>
                  <a:pt x="1161614" y="167261"/>
                </a:lnTo>
                <a:lnTo>
                  <a:pt x="1155881" y="217009"/>
                </a:lnTo>
                <a:lnTo>
                  <a:pt x="1156575" y="234776"/>
                </a:lnTo>
                <a:lnTo>
                  <a:pt x="1158642" y="252093"/>
                </a:lnTo>
                <a:lnTo>
                  <a:pt x="1162056" y="268909"/>
                </a:lnTo>
                <a:lnTo>
                  <a:pt x="1166791" y="285174"/>
                </a:lnTo>
                <a:lnTo>
                  <a:pt x="511774" y="285174"/>
                </a:lnTo>
                <a:lnTo>
                  <a:pt x="516510" y="268909"/>
                </a:lnTo>
                <a:lnTo>
                  <a:pt x="519923" y="252093"/>
                </a:lnTo>
                <a:lnTo>
                  <a:pt x="521990" y="234776"/>
                </a:lnTo>
                <a:lnTo>
                  <a:pt x="522685" y="217009"/>
                </a:lnTo>
                <a:lnTo>
                  <a:pt x="516938" y="167261"/>
                </a:lnTo>
                <a:lnTo>
                  <a:pt x="500571" y="121588"/>
                </a:lnTo>
                <a:lnTo>
                  <a:pt x="474897" y="81294"/>
                </a:lnTo>
                <a:lnTo>
                  <a:pt x="441232" y="47684"/>
                </a:lnTo>
                <a:lnTo>
                  <a:pt x="400887" y="22062"/>
                </a:lnTo>
                <a:lnTo>
                  <a:pt x="355177" y="5733"/>
                </a:lnTo>
                <a:lnTo>
                  <a:pt x="305414" y="0"/>
                </a:lnTo>
                <a:lnTo>
                  <a:pt x="255566" y="5733"/>
                </a:lnTo>
                <a:lnTo>
                  <a:pt x="209822" y="22062"/>
                </a:lnTo>
                <a:lnTo>
                  <a:pt x="169482" y="47684"/>
                </a:lnTo>
                <a:lnTo>
                  <a:pt x="135845" y="81294"/>
                </a:lnTo>
                <a:lnTo>
                  <a:pt x="110210" y="121588"/>
                </a:lnTo>
                <a:lnTo>
                  <a:pt x="93877" y="167261"/>
                </a:lnTo>
                <a:lnTo>
                  <a:pt x="88143" y="217009"/>
                </a:lnTo>
                <a:lnTo>
                  <a:pt x="88838" y="234776"/>
                </a:lnTo>
                <a:lnTo>
                  <a:pt x="90905" y="252093"/>
                </a:lnTo>
                <a:lnTo>
                  <a:pt x="94319" y="268909"/>
                </a:lnTo>
                <a:lnTo>
                  <a:pt x="99054" y="285174"/>
                </a:lnTo>
                <a:lnTo>
                  <a:pt x="0" y="285174"/>
                </a:lnTo>
                <a:lnTo>
                  <a:pt x="0" y="517094"/>
                </a:lnTo>
                <a:lnTo>
                  <a:pt x="148854" y="517094"/>
                </a:lnTo>
                <a:lnTo>
                  <a:pt x="339235" y="914642"/>
                </a:lnTo>
                <a:lnTo>
                  <a:pt x="612421" y="914642"/>
                </a:lnTo>
                <a:lnTo>
                  <a:pt x="669403" y="1531314"/>
                </a:lnTo>
                <a:lnTo>
                  <a:pt x="677938" y="1573932"/>
                </a:lnTo>
                <a:lnTo>
                  <a:pt x="696406" y="1611919"/>
                </a:lnTo>
                <a:lnTo>
                  <a:pt x="723292" y="1643884"/>
                </a:lnTo>
                <a:lnTo>
                  <a:pt x="757077" y="1668438"/>
                </a:lnTo>
                <a:lnTo>
                  <a:pt x="796246" y="1684190"/>
                </a:lnTo>
                <a:lnTo>
                  <a:pt x="839283" y="1689749"/>
                </a:lnTo>
                <a:lnTo>
                  <a:pt x="861671" y="1688276"/>
                </a:lnTo>
                <a:lnTo>
                  <a:pt x="883185" y="1683957"/>
                </a:lnTo>
                <a:lnTo>
                  <a:pt x="903650" y="1676943"/>
                </a:lnTo>
                <a:lnTo>
                  <a:pt x="922893" y="1667383"/>
                </a:lnTo>
                <a:lnTo>
                  <a:pt x="1231763" y="1774155"/>
                </a:lnTo>
                <a:lnTo>
                  <a:pt x="1558737" y="2300830"/>
                </a:lnTo>
                <a:lnTo>
                  <a:pt x="1573386" y="2712755"/>
                </a:lnTo>
                <a:lnTo>
                  <a:pt x="1541439" y="2712755"/>
                </a:lnTo>
                <a:lnTo>
                  <a:pt x="1541439" y="2775318"/>
                </a:lnTo>
                <a:lnTo>
                  <a:pt x="1574988" y="2775318"/>
                </a:lnTo>
                <a:lnTo>
                  <a:pt x="1574988" y="3016567"/>
                </a:lnTo>
                <a:lnTo>
                  <a:pt x="1486583" y="3016567"/>
                </a:lnTo>
                <a:lnTo>
                  <a:pt x="1486583" y="3139579"/>
                </a:lnTo>
                <a:lnTo>
                  <a:pt x="1500425" y="3139579"/>
                </a:lnTo>
                <a:lnTo>
                  <a:pt x="1237354" y="3416765"/>
                </a:lnTo>
                <a:lnTo>
                  <a:pt x="1313771" y="3622591"/>
                </a:lnTo>
                <a:lnTo>
                  <a:pt x="1362764" y="3622591"/>
                </a:lnTo>
                <a:lnTo>
                  <a:pt x="1351047" y="3416765"/>
                </a:lnTo>
                <a:lnTo>
                  <a:pt x="1659928" y="3139579"/>
                </a:lnTo>
                <a:lnTo>
                  <a:pt x="1665781" y="3139579"/>
                </a:lnTo>
                <a:lnTo>
                  <a:pt x="1974651" y="3416765"/>
                </a:lnTo>
                <a:lnTo>
                  <a:pt x="1963207" y="3622591"/>
                </a:lnTo>
                <a:lnTo>
                  <a:pt x="2011928" y="3622591"/>
                </a:lnTo>
                <a:lnTo>
                  <a:pt x="2088617" y="3416765"/>
                </a:lnTo>
                <a:lnTo>
                  <a:pt x="1825274" y="3139579"/>
                </a:lnTo>
                <a:lnTo>
                  <a:pt x="1839127" y="3139579"/>
                </a:lnTo>
                <a:lnTo>
                  <a:pt x="1839127" y="3016567"/>
                </a:lnTo>
                <a:lnTo>
                  <a:pt x="1750721" y="3016567"/>
                </a:lnTo>
                <a:lnTo>
                  <a:pt x="1750721" y="2775318"/>
                </a:lnTo>
                <a:lnTo>
                  <a:pt x="1784270" y="2775318"/>
                </a:lnTo>
                <a:lnTo>
                  <a:pt x="1784270" y="2712755"/>
                </a:lnTo>
                <a:lnTo>
                  <a:pt x="1752323" y="2712755"/>
                </a:lnTo>
                <a:lnTo>
                  <a:pt x="1768291" y="2267553"/>
                </a:lnTo>
                <a:lnTo>
                  <a:pt x="1768563" y="2266747"/>
                </a:lnTo>
                <a:lnTo>
                  <a:pt x="1768291" y="2265951"/>
                </a:lnTo>
                <a:lnTo>
                  <a:pt x="1768291" y="2259030"/>
                </a:lnTo>
                <a:lnTo>
                  <a:pt x="1758403" y="2216119"/>
                </a:lnTo>
                <a:lnTo>
                  <a:pt x="1397653" y="1633562"/>
                </a:lnTo>
                <a:lnTo>
                  <a:pt x="1370428" y="1602469"/>
                </a:lnTo>
                <a:lnTo>
                  <a:pt x="1335341" y="1582171"/>
                </a:lnTo>
                <a:lnTo>
                  <a:pt x="1014754" y="1471672"/>
                </a:lnTo>
                <a:lnTo>
                  <a:pt x="1065883" y="914642"/>
                </a:lnTo>
                <a:lnTo>
                  <a:pt x="1339341" y="914642"/>
                </a:lnTo>
                <a:lnTo>
                  <a:pt x="1529450" y="517094"/>
                </a:lnTo>
                <a:lnTo>
                  <a:pt x="1678566" y="517094"/>
                </a:lnTo>
                <a:lnTo>
                  <a:pt x="1678566" y="285174"/>
                </a:lnTo>
                <a:lnTo>
                  <a:pt x="1579512" y="285174"/>
                </a:lnTo>
                <a:lnTo>
                  <a:pt x="1584248" y="268909"/>
                </a:lnTo>
                <a:lnTo>
                  <a:pt x="1587666" y="252093"/>
                </a:lnTo>
                <a:lnTo>
                  <a:pt x="1589736" y="234776"/>
                </a:lnTo>
                <a:lnTo>
                  <a:pt x="1590433" y="217009"/>
                </a:lnTo>
                <a:lnTo>
                  <a:pt x="1584685" y="167261"/>
                </a:lnTo>
                <a:lnTo>
                  <a:pt x="1568316" y="121588"/>
                </a:lnTo>
                <a:lnTo>
                  <a:pt x="1542641" y="81294"/>
                </a:lnTo>
                <a:lnTo>
                  <a:pt x="1508973" y="47684"/>
                </a:lnTo>
                <a:lnTo>
                  <a:pt x="1468626" y="22062"/>
                </a:lnTo>
                <a:lnTo>
                  <a:pt x="1422914" y="5733"/>
                </a:lnTo>
                <a:lnTo>
                  <a:pt x="1373151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5872666" y="4087410"/>
            <a:ext cx="2165350" cy="3204845"/>
          </a:xfrm>
          <a:custGeom>
            <a:avLst/>
            <a:gdLst/>
            <a:ahLst/>
            <a:cxnLst/>
            <a:rect l="l" t="t" r="r" b="b"/>
            <a:pathLst>
              <a:path w="2165350" h="3204845">
                <a:moveTo>
                  <a:pt x="1859618" y="0"/>
                </a:moveTo>
                <a:lnTo>
                  <a:pt x="1809856" y="5733"/>
                </a:lnTo>
                <a:lnTo>
                  <a:pt x="1764145" y="22062"/>
                </a:lnTo>
                <a:lnTo>
                  <a:pt x="1723801" y="47684"/>
                </a:lnTo>
                <a:lnTo>
                  <a:pt x="1690135" y="81294"/>
                </a:lnTo>
                <a:lnTo>
                  <a:pt x="1664462" y="121588"/>
                </a:lnTo>
                <a:lnTo>
                  <a:pt x="1648095" y="167261"/>
                </a:lnTo>
                <a:lnTo>
                  <a:pt x="1642347" y="217009"/>
                </a:lnTo>
                <a:lnTo>
                  <a:pt x="1643042" y="234776"/>
                </a:lnTo>
                <a:lnTo>
                  <a:pt x="1645109" y="252093"/>
                </a:lnTo>
                <a:lnTo>
                  <a:pt x="1648523" y="268909"/>
                </a:lnTo>
                <a:lnTo>
                  <a:pt x="1653258" y="285174"/>
                </a:lnTo>
                <a:lnTo>
                  <a:pt x="998241" y="285174"/>
                </a:lnTo>
                <a:lnTo>
                  <a:pt x="1002978" y="268909"/>
                </a:lnTo>
                <a:lnTo>
                  <a:pt x="1006396" y="252093"/>
                </a:lnTo>
                <a:lnTo>
                  <a:pt x="1008466" y="234776"/>
                </a:lnTo>
                <a:lnTo>
                  <a:pt x="1009162" y="217009"/>
                </a:lnTo>
                <a:lnTo>
                  <a:pt x="1003429" y="167261"/>
                </a:lnTo>
                <a:lnTo>
                  <a:pt x="987093" y="121588"/>
                </a:lnTo>
                <a:lnTo>
                  <a:pt x="961456" y="81294"/>
                </a:lnTo>
                <a:lnTo>
                  <a:pt x="927817" y="47684"/>
                </a:lnTo>
                <a:lnTo>
                  <a:pt x="887475" y="22062"/>
                </a:lnTo>
                <a:lnTo>
                  <a:pt x="841730" y="5733"/>
                </a:lnTo>
                <a:lnTo>
                  <a:pt x="791881" y="0"/>
                </a:lnTo>
                <a:lnTo>
                  <a:pt x="742119" y="5733"/>
                </a:lnTo>
                <a:lnTo>
                  <a:pt x="696408" y="22062"/>
                </a:lnTo>
                <a:lnTo>
                  <a:pt x="656064" y="47684"/>
                </a:lnTo>
                <a:lnTo>
                  <a:pt x="622398" y="81294"/>
                </a:lnTo>
                <a:lnTo>
                  <a:pt x="596725" y="121588"/>
                </a:lnTo>
                <a:lnTo>
                  <a:pt x="580358" y="167261"/>
                </a:lnTo>
                <a:lnTo>
                  <a:pt x="574610" y="217009"/>
                </a:lnTo>
                <a:lnTo>
                  <a:pt x="575305" y="234776"/>
                </a:lnTo>
                <a:lnTo>
                  <a:pt x="577372" y="252093"/>
                </a:lnTo>
                <a:lnTo>
                  <a:pt x="580786" y="268909"/>
                </a:lnTo>
                <a:lnTo>
                  <a:pt x="585521" y="285174"/>
                </a:lnTo>
                <a:lnTo>
                  <a:pt x="486477" y="285174"/>
                </a:lnTo>
                <a:lnTo>
                  <a:pt x="486477" y="517094"/>
                </a:lnTo>
                <a:lnTo>
                  <a:pt x="635582" y="517094"/>
                </a:lnTo>
                <a:lnTo>
                  <a:pt x="825702" y="914631"/>
                </a:lnTo>
                <a:lnTo>
                  <a:pt x="1099160" y="914631"/>
                </a:lnTo>
                <a:lnTo>
                  <a:pt x="1140698" y="1368094"/>
                </a:lnTo>
                <a:lnTo>
                  <a:pt x="849398" y="1249071"/>
                </a:lnTo>
                <a:lnTo>
                  <a:pt x="848602" y="1249071"/>
                </a:lnTo>
                <a:lnTo>
                  <a:pt x="810258" y="1241878"/>
                </a:lnTo>
                <a:lnTo>
                  <a:pt x="804394" y="1241878"/>
                </a:lnTo>
                <a:lnTo>
                  <a:pt x="798541" y="1242412"/>
                </a:lnTo>
                <a:lnTo>
                  <a:pt x="784164" y="1245072"/>
                </a:lnTo>
                <a:lnTo>
                  <a:pt x="774845" y="1248003"/>
                </a:lnTo>
                <a:lnTo>
                  <a:pt x="772447" y="1249071"/>
                </a:lnTo>
                <a:lnTo>
                  <a:pt x="769515" y="1249867"/>
                </a:lnTo>
                <a:lnTo>
                  <a:pt x="766856" y="1250935"/>
                </a:lnTo>
                <a:lnTo>
                  <a:pt x="764458" y="1252527"/>
                </a:lnTo>
                <a:lnTo>
                  <a:pt x="759934" y="1254663"/>
                </a:lnTo>
                <a:lnTo>
                  <a:pt x="273195" y="1768291"/>
                </a:lnTo>
                <a:lnTo>
                  <a:pt x="249901" y="1807681"/>
                </a:lnTo>
                <a:lnTo>
                  <a:pt x="246296" y="1822080"/>
                </a:lnTo>
                <a:lnTo>
                  <a:pt x="246034" y="1822614"/>
                </a:lnTo>
                <a:lnTo>
                  <a:pt x="245175" y="1828488"/>
                </a:lnTo>
                <a:lnTo>
                  <a:pt x="244736" y="1833347"/>
                </a:lnTo>
                <a:lnTo>
                  <a:pt x="244411" y="1840425"/>
                </a:lnTo>
                <a:lnTo>
                  <a:pt x="243898" y="1842488"/>
                </a:lnTo>
                <a:lnTo>
                  <a:pt x="243898" y="1846572"/>
                </a:lnTo>
                <a:lnTo>
                  <a:pt x="244170" y="1848435"/>
                </a:lnTo>
                <a:lnTo>
                  <a:pt x="260138" y="2294966"/>
                </a:lnTo>
                <a:lnTo>
                  <a:pt x="227930" y="2294966"/>
                </a:lnTo>
                <a:lnTo>
                  <a:pt x="227930" y="2357540"/>
                </a:lnTo>
                <a:lnTo>
                  <a:pt x="261740" y="2357540"/>
                </a:lnTo>
                <a:lnTo>
                  <a:pt x="261740" y="2598779"/>
                </a:lnTo>
                <a:lnTo>
                  <a:pt x="173345" y="2598779"/>
                </a:lnTo>
                <a:lnTo>
                  <a:pt x="173345" y="2721801"/>
                </a:lnTo>
                <a:lnTo>
                  <a:pt x="206087" y="2721801"/>
                </a:lnTo>
                <a:lnTo>
                  <a:pt x="0" y="2998987"/>
                </a:lnTo>
                <a:lnTo>
                  <a:pt x="114499" y="3204813"/>
                </a:lnTo>
                <a:lnTo>
                  <a:pt x="163492" y="3204813"/>
                </a:lnTo>
                <a:lnTo>
                  <a:pt x="94520" y="2998987"/>
                </a:lnTo>
                <a:lnTo>
                  <a:pt x="346680" y="2721801"/>
                </a:lnTo>
                <a:lnTo>
                  <a:pt x="352271" y="2721801"/>
                </a:lnTo>
                <a:lnTo>
                  <a:pt x="604159" y="2998987"/>
                </a:lnTo>
                <a:lnTo>
                  <a:pt x="535470" y="3204813"/>
                </a:lnTo>
                <a:lnTo>
                  <a:pt x="584463" y="3204813"/>
                </a:lnTo>
                <a:lnTo>
                  <a:pt x="698952" y="2998987"/>
                </a:lnTo>
                <a:lnTo>
                  <a:pt x="492864" y="2721801"/>
                </a:lnTo>
                <a:lnTo>
                  <a:pt x="525617" y="2721801"/>
                </a:lnTo>
                <a:lnTo>
                  <a:pt x="525617" y="2598779"/>
                </a:lnTo>
                <a:lnTo>
                  <a:pt x="437211" y="2598779"/>
                </a:lnTo>
                <a:lnTo>
                  <a:pt x="437211" y="2357540"/>
                </a:lnTo>
                <a:lnTo>
                  <a:pt x="471032" y="2357540"/>
                </a:lnTo>
                <a:lnTo>
                  <a:pt x="471032" y="2294966"/>
                </a:lnTo>
                <a:lnTo>
                  <a:pt x="438813" y="2294966"/>
                </a:lnTo>
                <a:lnTo>
                  <a:pt x="453452" y="1890246"/>
                </a:lnTo>
                <a:lnTo>
                  <a:pt x="838215" y="1476991"/>
                </a:lnTo>
                <a:lnTo>
                  <a:pt x="1188089" y="1619448"/>
                </a:lnTo>
                <a:lnTo>
                  <a:pt x="1214840" y="1648405"/>
                </a:lnTo>
                <a:lnTo>
                  <a:pt x="1247535" y="1670570"/>
                </a:lnTo>
                <a:lnTo>
                  <a:pt x="1284921" y="1684747"/>
                </a:lnTo>
                <a:lnTo>
                  <a:pt x="1325750" y="1689739"/>
                </a:lnTo>
                <a:lnTo>
                  <a:pt x="1368790" y="1684179"/>
                </a:lnTo>
                <a:lnTo>
                  <a:pt x="1407960" y="1668428"/>
                </a:lnTo>
                <a:lnTo>
                  <a:pt x="1441745" y="1643875"/>
                </a:lnTo>
                <a:lnTo>
                  <a:pt x="1468628" y="1611911"/>
                </a:lnTo>
                <a:lnTo>
                  <a:pt x="1487095" y="1573927"/>
                </a:lnTo>
                <a:lnTo>
                  <a:pt x="1495629" y="1531314"/>
                </a:lnTo>
                <a:lnTo>
                  <a:pt x="1552612" y="914631"/>
                </a:lnTo>
                <a:lnTo>
                  <a:pt x="1825808" y="914631"/>
                </a:lnTo>
                <a:lnTo>
                  <a:pt x="2016189" y="517094"/>
                </a:lnTo>
                <a:lnTo>
                  <a:pt x="2165033" y="517094"/>
                </a:lnTo>
                <a:lnTo>
                  <a:pt x="2165033" y="285174"/>
                </a:lnTo>
                <a:lnTo>
                  <a:pt x="2065978" y="285174"/>
                </a:lnTo>
                <a:lnTo>
                  <a:pt x="2070720" y="268909"/>
                </a:lnTo>
                <a:lnTo>
                  <a:pt x="2074137" y="252093"/>
                </a:lnTo>
                <a:lnTo>
                  <a:pt x="2076205" y="234776"/>
                </a:lnTo>
                <a:lnTo>
                  <a:pt x="2076900" y="217009"/>
                </a:lnTo>
                <a:lnTo>
                  <a:pt x="2071166" y="167261"/>
                </a:lnTo>
                <a:lnTo>
                  <a:pt x="2054831" y="121588"/>
                </a:lnTo>
                <a:lnTo>
                  <a:pt x="2029193" y="81294"/>
                </a:lnTo>
                <a:lnTo>
                  <a:pt x="1995554" y="47684"/>
                </a:lnTo>
                <a:lnTo>
                  <a:pt x="1955212" y="22062"/>
                </a:lnTo>
                <a:lnTo>
                  <a:pt x="1909467" y="5733"/>
                </a:lnTo>
                <a:lnTo>
                  <a:pt x="1859618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3517" y="2977061"/>
            <a:ext cx="19970750" cy="236220"/>
          </a:xfrm>
          <a:custGeom>
            <a:avLst/>
            <a:gdLst/>
            <a:ahLst/>
            <a:cxnLst/>
            <a:rect l="l" t="t" r="r" b="b"/>
            <a:pathLst>
              <a:path w="19970750" h="236219">
                <a:moveTo>
                  <a:pt x="19970156" y="0"/>
                </a:moveTo>
                <a:lnTo>
                  <a:pt x="0" y="0"/>
                </a:lnTo>
                <a:lnTo>
                  <a:pt x="0" y="235919"/>
                </a:lnTo>
                <a:lnTo>
                  <a:pt x="19970156" y="235919"/>
                </a:lnTo>
                <a:lnTo>
                  <a:pt x="19970156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3512" y="3167385"/>
            <a:ext cx="19970750" cy="1100455"/>
          </a:xfrm>
          <a:custGeom>
            <a:avLst/>
            <a:gdLst/>
            <a:ahLst/>
            <a:cxnLst/>
            <a:rect l="l" t="t" r="r" b="b"/>
            <a:pathLst>
              <a:path w="19970750" h="1100454">
                <a:moveTo>
                  <a:pt x="19970154" y="130810"/>
                </a:moveTo>
                <a:lnTo>
                  <a:pt x="19346825" y="824445"/>
                </a:lnTo>
                <a:lnTo>
                  <a:pt x="19311151" y="784745"/>
                </a:lnTo>
                <a:lnTo>
                  <a:pt x="19311151" y="864374"/>
                </a:lnTo>
                <a:lnTo>
                  <a:pt x="17943564" y="864374"/>
                </a:lnTo>
                <a:lnTo>
                  <a:pt x="18627357" y="103644"/>
                </a:lnTo>
                <a:lnTo>
                  <a:pt x="19311151" y="864374"/>
                </a:lnTo>
                <a:lnTo>
                  <a:pt x="19311151" y="784745"/>
                </a:lnTo>
                <a:lnTo>
                  <a:pt x="18627357" y="23761"/>
                </a:lnTo>
                <a:lnTo>
                  <a:pt x="17907648" y="824445"/>
                </a:lnTo>
                <a:lnTo>
                  <a:pt x="17872088" y="785037"/>
                </a:lnTo>
                <a:lnTo>
                  <a:pt x="17872088" y="864374"/>
                </a:lnTo>
                <a:lnTo>
                  <a:pt x="16136684" y="864374"/>
                </a:lnTo>
                <a:lnTo>
                  <a:pt x="16837000" y="89877"/>
                </a:lnTo>
                <a:lnTo>
                  <a:pt x="16837000" y="864323"/>
                </a:lnTo>
                <a:lnTo>
                  <a:pt x="17213187" y="864323"/>
                </a:lnTo>
                <a:lnTo>
                  <a:pt x="17213187" y="134264"/>
                </a:lnTo>
                <a:lnTo>
                  <a:pt x="17872088" y="864374"/>
                </a:lnTo>
                <a:lnTo>
                  <a:pt x="17872088" y="785037"/>
                </a:lnTo>
                <a:lnTo>
                  <a:pt x="17213187" y="54648"/>
                </a:lnTo>
                <a:lnTo>
                  <a:pt x="17213187" y="45618"/>
                </a:lnTo>
                <a:lnTo>
                  <a:pt x="17205046" y="45618"/>
                </a:lnTo>
                <a:lnTo>
                  <a:pt x="17178859" y="16586"/>
                </a:lnTo>
                <a:lnTo>
                  <a:pt x="17146562" y="45618"/>
                </a:lnTo>
                <a:lnTo>
                  <a:pt x="16877005" y="45618"/>
                </a:lnTo>
                <a:lnTo>
                  <a:pt x="16885946" y="35737"/>
                </a:lnTo>
                <a:lnTo>
                  <a:pt x="16846411" y="0"/>
                </a:lnTo>
                <a:lnTo>
                  <a:pt x="16100882" y="824534"/>
                </a:lnTo>
                <a:lnTo>
                  <a:pt x="16065081" y="784707"/>
                </a:lnTo>
                <a:lnTo>
                  <a:pt x="16065081" y="864374"/>
                </a:lnTo>
                <a:lnTo>
                  <a:pt x="14697532" y="864374"/>
                </a:lnTo>
                <a:lnTo>
                  <a:pt x="15381313" y="103517"/>
                </a:lnTo>
                <a:lnTo>
                  <a:pt x="16065081" y="864374"/>
                </a:lnTo>
                <a:lnTo>
                  <a:pt x="16065081" y="784707"/>
                </a:lnTo>
                <a:lnTo>
                  <a:pt x="15381313" y="23850"/>
                </a:lnTo>
                <a:lnTo>
                  <a:pt x="14661795" y="824471"/>
                </a:lnTo>
                <a:lnTo>
                  <a:pt x="14626044" y="784694"/>
                </a:lnTo>
                <a:lnTo>
                  <a:pt x="14626044" y="864374"/>
                </a:lnTo>
                <a:lnTo>
                  <a:pt x="13258495" y="864374"/>
                </a:lnTo>
                <a:lnTo>
                  <a:pt x="13942263" y="103517"/>
                </a:lnTo>
                <a:lnTo>
                  <a:pt x="14626044" y="864374"/>
                </a:lnTo>
                <a:lnTo>
                  <a:pt x="14626044" y="784694"/>
                </a:lnTo>
                <a:lnTo>
                  <a:pt x="13942263" y="23850"/>
                </a:lnTo>
                <a:lnTo>
                  <a:pt x="13222694" y="824522"/>
                </a:lnTo>
                <a:lnTo>
                  <a:pt x="13186944" y="784910"/>
                </a:lnTo>
                <a:lnTo>
                  <a:pt x="13186944" y="864374"/>
                </a:lnTo>
                <a:lnTo>
                  <a:pt x="11451654" y="864374"/>
                </a:lnTo>
                <a:lnTo>
                  <a:pt x="12143651" y="99072"/>
                </a:lnTo>
                <a:lnTo>
                  <a:pt x="12143651" y="864323"/>
                </a:lnTo>
                <a:lnTo>
                  <a:pt x="12519851" y="864323"/>
                </a:lnTo>
                <a:lnTo>
                  <a:pt x="12519851" y="125018"/>
                </a:lnTo>
                <a:lnTo>
                  <a:pt x="13186944" y="864374"/>
                </a:lnTo>
                <a:lnTo>
                  <a:pt x="13186944" y="784910"/>
                </a:lnTo>
                <a:lnTo>
                  <a:pt x="12493803" y="16662"/>
                </a:lnTo>
                <a:lnTo>
                  <a:pt x="12461723" y="45618"/>
                </a:lnTo>
                <a:lnTo>
                  <a:pt x="12191975" y="45618"/>
                </a:lnTo>
                <a:lnTo>
                  <a:pt x="12200915" y="35737"/>
                </a:lnTo>
                <a:lnTo>
                  <a:pt x="12161380" y="0"/>
                </a:lnTo>
                <a:lnTo>
                  <a:pt x="11415852" y="824534"/>
                </a:lnTo>
                <a:lnTo>
                  <a:pt x="11380051" y="784707"/>
                </a:lnTo>
                <a:lnTo>
                  <a:pt x="11380051" y="864374"/>
                </a:lnTo>
                <a:lnTo>
                  <a:pt x="10012502" y="864374"/>
                </a:lnTo>
                <a:lnTo>
                  <a:pt x="10696283" y="103517"/>
                </a:lnTo>
                <a:lnTo>
                  <a:pt x="11380051" y="864374"/>
                </a:lnTo>
                <a:lnTo>
                  <a:pt x="11380051" y="784707"/>
                </a:lnTo>
                <a:lnTo>
                  <a:pt x="10696283" y="23850"/>
                </a:lnTo>
                <a:lnTo>
                  <a:pt x="9976764" y="824471"/>
                </a:lnTo>
                <a:lnTo>
                  <a:pt x="9941014" y="784694"/>
                </a:lnTo>
                <a:lnTo>
                  <a:pt x="9941014" y="864374"/>
                </a:lnTo>
                <a:lnTo>
                  <a:pt x="8573440" y="864374"/>
                </a:lnTo>
                <a:lnTo>
                  <a:pt x="9257233" y="103517"/>
                </a:lnTo>
                <a:lnTo>
                  <a:pt x="9941014" y="864374"/>
                </a:lnTo>
                <a:lnTo>
                  <a:pt x="9941014" y="784694"/>
                </a:lnTo>
                <a:lnTo>
                  <a:pt x="9257233" y="23850"/>
                </a:lnTo>
                <a:lnTo>
                  <a:pt x="8537677" y="824522"/>
                </a:lnTo>
                <a:lnTo>
                  <a:pt x="8501888" y="784860"/>
                </a:lnTo>
                <a:lnTo>
                  <a:pt x="8501888" y="864374"/>
                </a:lnTo>
                <a:lnTo>
                  <a:pt x="6766623" y="864374"/>
                </a:lnTo>
                <a:lnTo>
                  <a:pt x="7450302" y="108280"/>
                </a:lnTo>
                <a:lnTo>
                  <a:pt x="7450302" y="864323"/>
                </a:lnTo>
                <a:lnTo>
                  <a:pt x="7826502" y="864323"/>
                </a:lnTo>
                <a:lnTo>
                  <a:pt x="7826502" y="115824"/>
                </a:lnTo>
                <a:lnTo>
                  <a:pt x="8501888" y="864374"/>
                </a:lnTo>
                <a:lnTo>
                  <a:pt x="8501888" y="784860"/>
                </a:lnTo>
                <a:lnTo>
                  <a:pt x="7808773" y="16662"/>
                </a:lnTo>
                <a:lnTo>
                  <a:pt x="7776667" y="45618"/>
                </a:lnTo>
                <a:lnTo>
                  <a:pt x="7506944" y="45618"/>
                </a:lnTo>
                <a:lnTo>
                  <a:pt x="7515885" y="35737"/>
                </a:lnTo>
                <a:lnTo>
                  <a:pt x="7476376" y="0"/>
                </a:lnTo>
                <a:lnTo>
                  <a:pt x="6730860" y="824534"/>
                </a:lnTo>
                <a:lnTo>
                  <a:pt x="6695021" y="784656"/>
                </a:lnTo>
                <a:lnTo>
                  <a:pt x="6695021" y="864374"/>
                </a:lnTo>
                <a:lnTo>
                  <a:pt x="5327485" y="864374"/>
                </a:lnTo>
                <a:lnTo>
                  <a:pt x="6011265" y="103517"/>
                </a:lnTo>
                <a:lnTo>
                  <a:pt x="6695021" y="864374"/>
                </a:lnTo>
                <a:lnTo>
                  <a:pt x="6695021" y="784656"/>
                </a:lnTo>
                <a:lnTo>
                  <a:pt x="6011265" y="23850"/>
                </a:lnTo>
                <a:lnTo>
                  <a:pt x="5291747" y="824471"/>
                </a:lnTo>
                <a:lnTo>
                  <a:pt x="5255996" y="784694"/>
                </a:lnTo>
                <a:lnTo>
                  <a:pt x="5255996" y="864374"/>
                </a:lnTo>
                <a:lnTo>
                  <a:pt x="3888435" y="864374"/>
                </a:lnTo>
                <a:lnTo>
                  <a:pt x="4572228" y="103517"/>
                </a:lnTo>
                <a:lnTo>
                  <a:pt x="5255996" y="864374"/>
                </a:lnTo>
                <a:lnTo>
                  <a:pt x="5255996" y="784694"/>
                </a:lnTo>
                <a:lnTo>
                  <a:pt x="4572228" y="23850"/>
                </a:lnTo>
                <a:lnTo>
                  <a:pt x="3852659" y="824522"/>
                </a:lnTo>
                <a:lnTo>
                  <a:pt x="3816883" y="784872"/>
                </a:lnTo>
                <a:lnTo>
                  <a:pt x="3816883" y="864374"/>
                </a:lnTo>
                <a:lnTo>
                  <a:pt x="2081098" y="864374"/>
                </a:lnTo>
                <a:lnTo>
                  <a:pt x="2756966" y="117005"/>
                </a:lnTo>
                <a:lnTo>
                  <a:pt x="2756966" y="864323"/>
                </a:lnTo>
                <a:lnTo>
                  <a:pt x="3133166" y="864323"/>
                </a:lnTo>
                <a:lnTo>
                  <a:pt x="3133166" y="106603"/>
                </a:lnTo>
                <a:lnTo>
                  <a:pt x="3816883" y="864374"/>
                </a:lnTo>
                <a:lnTo>
                  <a:pt x="3816883" y="784872"/>
                </a:lnTo>
                <a:lnTo>
                  <a:pt x="3123755" y="16662"/>
                </a:lnTo>
                <a:lnTo>
                  <a:pt x="3091650" y="45618"/>
                </a:lnTo>
                <a:lnTo>
                  <a:pt x="2821508" y="45618"/>
                </a:lnTo>
                <a:lnTo>
                  <a:pt x="2830436" y="35750"/>
                </a:lnTo>
                <a:lnTo>
                  <a:pt x="2791028" y="63"/>
                </a:lnTo>
                <a:lnTo>
                  <a:pt x="2045474" y="824445"/>
                </a:lnTo>
                <a:lnTo>
                  <a:pt x="2009546" y="784479"/>
                </a:lnTo>
                <a:lnTo>
                  <a:pt x="2009546" y="864374"/>
                </a:lnTo>
                <a:lnTo>
                  <a:pt x="641959" y="864374"/>
                </a:lnTo>
                <a:lnTo>
                  <a:pt x="1325753" y="103644"/>
                </a:lnTo>
                <a:lnTo>
                  <a:pt x="2009546" y="864374"/>
                </a:lnTo>
                <a:lnTo>
                  <a:pt x="2009546" y="784479"/>
                </a:lnTo>
                <a:lnTo>
                  <a:pt x="1325753" y="23774"/>
                </a:lnTo>
                <a:lnTo>
                  <a:pt x="606298" y="824445"/>
                </a:lnTo>
                <a:lnTo>
                  <a:pt x="0" y="149720"/>
                </a:lnTo>
                <a:lnTo>
                  <a:pt x="0" y="229603"/>
                </a:lnTo>
                <a:lnTo>
                  <a:pt x="570623" y="864374"/>
                </a:lnTo>
                <a:lnTo>
                  <a:pt x="0" y="864374"/>
                </a:lnTo>
                <a:lnTo>
                  <a:pt x="0" y="1100289"/>
                </a:lnTo>
                <a:lnTo>
                  <a:pt x="19970154" y="1100289"/>
                </a:lnTo>
                <a:lnTo>
                  <a:pt x="19970154" y="864374"/>
                </a:lnTo>
                <a:lnTo>
                  <a:pt x="19382486" y="864374"/>
                </a:lnTo>
                <a:lnTo>
                  <a:pt x="19970154" y="210693"/>
                </a:lnTo>
                <a:lnTo>
                  <a:pt x="19970154" y="13081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 descr=""/>
          <p:cNvGrpSpPr/>
          <p:nvPr/>
        </p:nvGrpSpPr>
        <p:grpSpPr>
          <a:xfrm>
            <a:off x="15258059" y="6856524"/>
            <a:ext cx="1270635" cy="928369"/>
            <a:chOff x="15258059" y="6856524"/>
            <a:chExt cx="1270635" cy="928369"/>
          </a:xfrm>
        </p:grpSpPr>
        <p:sp>
          <p:nvSpPr>
            <p:cNvPr id="24" name="object 24" descr=""/>
            <p:cNvSpPr/>
            <p:nvPr/>
          </p:nvSpPr>
          <p:spPr>
            <a:xfrm>
              <a:off x="15258060" y="6856532"/>
              <a:ext cx="1270635" cy="928369"/>
            </a:xfrm>
            <a:custGeom>
              <a:avLst/>
              <a:gdLst/>
              <a:ahLst/>
              <a:cxnLst/>
              <a:rect l="l" t="t" r="r" b="b"/>
              <a:pathLst>
                <a:path w="1270634" h="928370">
                  <a:moveTo>
                    <a:pt x="1270444" y="12"/>
                  </a:moveTo>
                  <a:lnTo>
                    <a:pt x="837831" y="12"/>
                  </a:lnTo>
                  <a:lnTo>
                    <a:pt x="0" y="0"/>
                  </a:lnTo>
                  <a:lnTo>
                    <a:pt x="0" y="927785"/>
                  </a:lnTo>
                  <a:lnTo>
                    <a:pt x="837819" y="927785"/>
                  </a:lnTo>
                  <a:lnTo>
                    <a:pt x="1270444" y="927849"/>
                  </a:lnTo>
                  <a:lnTo>
                    <a:pt x="1270444" y="12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6095887" y="6856534"/>
              <a:ext cx="433070" cy="928369"/>
            </a:xfrm>
            <a:custGeom>
              <a:avLst/>
              <a:gdLst/>
              <a:ahLst/>
              <a:cxnLst/>
              <a:rect l="l" t="t" r="r" b="b"/>
              <a:pathLst>
                <a:path w="433069" h="928370">
                  <a:moveTo>
                    <a:pt x="432625" y="0"/>
                  </a:moveTo>
                  <a:lnTo>
                    <a:pt x="0" y="0"/>
                  </a:lnTo>
                  <a:lnTo>
                    <a:pt x="0" y="927835"/>
                  </a:lnTo>
                  <a:lnTo>
                    <a:pt x="432625" y="927835"/>
                  </a:lnTo>
                  <a:lnTo>
                    <a:pt x="432625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89251" y="6856525"/>
              <a:ext cx="158822" cy="200506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6125686" y="6920451"/>
              <a:ext cx="373380" cy="800100"/>
            </a:xfrm>
            <a:custGeom>
              <a:avLst/>
              <a:gdLst/>
              <a:ahLst/>
              <a:cxnLst/>
              <a:rect l="l" t="t" r="r" b="b"/>
              <a:pathLst>
                <a:path w="373380" h="800100">
                  <a:moveTo>
                    <a:pt x="373024" y="0"/>
                  </a:moveTo>
                  <a:lnTo>
                    <a:pt x="325170" y="99110"/>
                  </a:lnTo>
                  <a:lnTo>
                    <a:pt x="277774" y="198564"/>
                  </a:lnTo>
                  <a:lnTo>
                    <a:pt x="186512" y="392620"/>
                  </a:lnTo>
                  <a:lnTo>
                    <a:pt x="95262" y="198551"/>
                  </a:lnTo>
                  <a:lnTo>
                    <a:pt x="47866" y="99110"/>
                  </a:lnTo>
                  <a:lnTo>
                    <a:pt x="0" y="0"/>
                  </a:lnTo>
                  <a:lnTo>
                    <a:pt x="45402" y="100888"/>
                  </a:lnTo>
                  <a:lnTo>
                    <a:pt x="91262" y="201447"/>
                  </a:lnTo>
                  <a:lnTo>
                    <a:pt x="183045" y="400011"/>
                  </a:lnTo>
                  <a:lnTo>
                    <a:pt x="91262" y="598563"/>
                  </a:lnTo>
                  <a:lnTo>
                    <a:pt x="45402" y="699109"/>
                  </a:lnTo>
                  <a:lnTo>
                    <a:pt x="0" y="799998"/>
                  </a:lnTo>
                  <a:lnTo>
                    <a:pt x="47866" y="700887"/>
                  </a:lnTo>
                  <a:lnTo>
                    <a:pt x="95262" y="601446"/>
                  </a:lnTo>
                  <a:lnTo>
                    <a:pt x="186512" y="407403"/>
                  </a:lnTo>
                  <a:lnTo>
                    <a:pt x="277774" y="601446"/>
                  </a:lnTo>
                  <a:lnTo>
                    <a:pt x="325170" y="700887"/>
                  </a:lnTo>
                  <a:lnTo>
                    <a:pt x="373024" y="799998"/>
                  </a:lnTo>
                  <a:lnTo>
                    <a:pt x="327621" y="699122"/>
                  </a:lnTo>
                  <a:lnTo>
                    <a:pt x="281762" y="598563"/>
                  </a:lnTo>
                  <a:lnTo>
                    <a:pt x="189979" y="400011"/>
                  </a:lnTo>
                  <a:lnTo>
                    <a:pt x="281762" y="201434"/>
                  </a:lnTo>
                  <a:lnTo>
                    <a:pt x="327621" y="100888"/>
                  </a:lnTo>
                  <a:lnTo>
                    <a:pt x="373024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12918789" y="6856524"/>
            <a:ext cx="1270635" cy="928369"/>
            <a:chOff x="12918789" y="6856524"/>
            <a:chExt cx="1270635" cy="928369"/>
          </a:xfrm>
        </p:grpSpPr>
        <p:sp>
          <p:nvSpPr>
            <p:cNvPr id="29" name="object 29" descr=""/>
            <p:cNvSpPr/>
            <p:nvPr/>
          </p:nvSpPr>
          <p:spPr>
            <a:xfrm>
              <a:off x="12918783" y="6856532"/>
              <a:ext cx="1270635" cy="928369"/>
            </a:xfrm>
            <a:custGeom>
              <a:avLst/>
              <a:gdLst/>
              <a:ahLst/>
              <a:cxnLst/>
              <a:rect l="l" t="t" r="r" b="b"/>
              <a:pathLst>
                <a:path w="1270634" h="928370">
                  <a:moveTo>
                    <a:pt x="1270457" y="12"/>
                  </a:moveTo>
                  <a:lnTo>
                    <a:pt x="837844" y="12"/>
                  </a:lnTo>
                  <a:lnTo>
                    <a:pt x="0" y="0"/>
                  </a:lnTo>
                  <a:lnTo>
                    <a:pt x="0" y="927785"/>
                  </a:lnTo>
                  <a:lnTo>
                    <a:pt x="837831" y="927785"/>
                  </a:lnTo>
                  <a:lnTo>
                    <a:pt x="1270457" y="927849"/>
                  </a:lnTo>
                  <a:lnTo>
                    <a:pt x="1270457" y="12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3756617" y="6856534"/>
              <a:ext cx="433070" cy="928369"/>
            </a:xfrm>
            <a:custGeom>
              <a:avLst/>
              <a:gdLst/>
              <a:ahLst/>
              <a:cxnLst/>
              <a:rect l="l" t="t" r="r" b="b"/>
              <a:pathLst>
                <a:path w="433069" h="928370">
                  <a:moveTo>
                    <a:pt x="432625" y="0"/>
                  </a:moveTo>
                  <a:lnTo>
                    <a:pt x="0" y="0"/>
                  </a:lnTo>
                  <a:lnTo>
                    <a:pt x="0" y="927835"/>
                  </a:lnTo>
                  <a:lnTo>
                    <a:pt x="432625" y="927835"/>
                  </a:lnTo>
                  <a:lnTo>
                    <a:pt x="432625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49981" y="6856525"/>
              <a:ext cx="158822" cy="200506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13786422" y="6920451"/>
              <a:ext cx="373380" cy="800100"/>
            </a:xfrm>
            <a:custGeom>
              <a:avLst/>
              <a:gdLst/>
              <a:ahLst/>
              <a:cxnLst/>
              <a:rect l="l" t="t" r="r" b="b"/>
              <a:pathLst>
                <a:path w="373380" h="800100">
                  <a:moveTo>
                    <a:pt x="373011" y="0"/>
                  </a:moveTo>
                  <a:lnTo>
                    <a:pt x="325170" y="99110"/>
                  </a:lnTo>
                  <a:lnTo>
                    <a:pt x="277774" y="198564"/>
                  </a:lnTo>
                  <a:lnTo>
                    <a:pt x="186499" y="392620"/>
                  </a:lnTo>
                  <a:lnTo>
                    <a:pt x="95250" y="198551"/>
                  </a:lnTo>
                  <a:lnTo>
                    <a:pt x="47853" y="99110"/>
                  </a:lnTo>
                  <a:lnTo>
                    <a:pt x="0" y="0"/>
                  </a:lnTo>
                  <a:lnTo>
                    <a:pt x="45402" y="100888"/>
                  </a:lnTo>
                  <a:lnTo>
                    <a:pt x="91249" y="201447"/>
                  </a:lnTo>
                  <a:lnTo>
                    <a:pt x="183032" y="400011"/>
                  </a:lnTo>
                  <a:lnTo>
                    <a:pt x="91249" y="598563"/>
                  </a:lnTo>
                  <a:lnTo>
                    <a:pt x="45402" y="699109"/>
                  </a:lnTo>
                  <a:lnTo>
                    <a:pt x="0" y="799998"/>
                  </a:lnTo>
                  <a:lnTo>
                    <a:pt x="47853" y="700887"/>
                  </a:lnTo>
                  <a:lnTo>
                    <a:pt x="95250" y="601446"/>
                  </a:lnTo>
                  <a:lnTo>
                    <a:pt x="186499" y="407403"/>
                  </a:lnTo>
                  <a:lnTo>
                    <a:pt x="277774" y="601446"/>
                  </a:lnTo>
                  <a:lnTo>
                    <a:pt x="325170" y="700887"/>
                  </a:lnTo>
                  <a:lnTo>
                    <a:pt x="373011" y="799998"/>
                  </a:lnTo>
                  <a:lnTo>
                    <a:pt x="327609" y="699122"/>
                  </a:lnTo>
                  <a:lnTo>
                    <a:pt x="281749" y="598563"/>
                  </a:lnTo>
                  <a:lnTo>
                    <a:pt x="189966" y="400011"/>
                  </a:lnTo>
                  <a:lnTo>
                    <a:pt x="281749" y="201434"/>
                  </a:lnTo>
                  <a:lnTo>
                    <a:pt x="327609" y="100888"/>
                  </a:lnTo>
                  <a:lnTo>
                    <a:pt x="373011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 descr=""/>
          <p:cNvGrpSpPr/>
          <p:nvPr/>
        </p:nvGrpSpPr>
        <p:grpSpPr>
          <a:xfrm>
            <a:off x="4100594" y="6856545"/>
            <a:ext cx="1547495" cy="928369"/>
            <a:chOff x="4100594" y="6856545"/>
            <a:chExt cx="1547495" cy="928369"/>
          </a:xfrm>
        </p:grpSpPr>
        <p:sp>
          <p:nvSpPr>
            <p:cNvPr id="34" name="object 34" descr=""/>
            <p:cNvSpPr/>
            <p:nvPr/>
          </p:nvSpPr>
          <p:spPr>
            <a:xfrm>
              <a:off x="4239666" y="6856545"/>
              <a:ext cx="1270635" cy="928369"/>
            </a:xfrm>
            <a:custGeom>
              <a:avLst/>
              <a:gdLst/>
              <a:ahLst/>
              <a:cxnLst/>
              <a:rect l="l" t="t" r="r" b="b"/>
              <a:pathLst>
                <a:path w="1270635" h="928370">
                  <a:moveTo>
                    <a:pt x="1270457" y="63"/>
                  </a:moveTo>
                  <a:lnTo>
                    <a:pt x="837831" y="63"/>
                  </a:lnTo>
                  <a:lnTo>
                    <a:pt x="0" y="0"/>
                  </a:lnTo>
                  <a:lnTo>
                    <a:pt x="0" y="927798"/>
                  </a:lnTo>
                  <a:lnTo>
                    <a:pt x="837831" y="927798"/>
                  </a:lnTo>
                  <a:lnTo>
                    <a:pt x="1270457" y="927900"/>
                  </a:lnTo>
                  <a:lnTo>
                    <a:pt x="1270457" y="63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077499" y="6856607"/>
              <a:ext cx="433070" cy="928369"/>
            </a:xfrm>
            <a:custGeom>
              <a:avLst/>
              <a:gdLst/>
              <a:ahLst/>
              <a:cxnLst/>
              <a:rect l="l" t="t" r="r" b="b"/>
              <a:pathLst>
                <a:path w="433070" h="928370">
                  <a:moveTo>
                    <a:pt x="432625" y="0"/>
                  </a:moveTo>
                  <a:lnTo>
                    <a:pt x="0" y="0"/>
                  </a:lnTo>
                  <a:lnTo>
                    <a:pt x="0" y="927835"/>
                  </a:lnTo>
                  <a:lnTo>
                    <a:pt x="432625" y="927835"/>
                  </a:lnTo>
                  <a:lnTo>
                    <a:pt x="432625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0858" y="6856595"/>
              <a:ext cx="158822" cy="200506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4100589" y="6856545"/>
              <a:ext cx="1379855" cy="864235"/>
            </a:xfrm>
            <a:custGeom>
              <a:avLst/>
              <a:gdLst/>
              <a:ahLst/>
              <a:cxnLst/>
              <a:rect l="l" t="t" r="r" b="b"/>
              <a:pathLst>
                <a:path w="1379854" h="864234">
                  <a:moveTo>
                    <a:pt x="976807" y="0"/>
                  </a:moveTo>
                  <a:lnTo>
                    <a:pt x="139077" y="0"/>
                  </a:lnTo>
                  <a:lnTo>
                    <a:pt x="0" y="200698"/>
                  </a:lnTo>
                  <a:lnTo>
                    <a:pt x="837730" y="200698"/>
                  </a:lnTo>
                  <a:lnTo>
                    <a:pt x="976807" y="0"/>
                  </a:lnTo>
                  <a:close/>
                </a:path>
                <a:path w="1379854" h="864234">
                  <a:moveTo>
                    <a:pt x="1379728" y="63982"/>
                  </a:moveTo>
                  <a:lnTo>
                    <a:pt x="1331874" y="163093"/>
                  </a:lnTo>
                  <a:lnTo>
                    <a:pt x="1284478" y="262534"/>
                  </a:lnTo>
                  <a:lnTo>
                    <a:pt x="1193215" y="456590"/>
                  </a:lnTo>
                  <a:lnTo>
                    <a:pt x="1101966" y="262534"/>
                  </a:lnTo>
                  <a:lnTo>
                    <a:pt x="1054569" y="163093"/>
                  </a:lnTo>
                  <a:lnTo>
                    <a:pt x="1006703" y="63969"/>
                  </a:lnTo>
                  <a:lnTo>
                    <a:pt x="1052106" y="164871"/>
                  </a:lnTo>
                  <a:lnTo>
                    <a:pt x="1097965" y="265430"/>
                  </a:lnTo>
                  <a:lnTo>
                    <a:pt x="1189748" y="463981"/>
                  </a:lnTo>
                  <a:lnTo>
                    <a:pt x="1097965" y="662533"/>
                  </a:lnTo>
                  <a:lnTo>
                    <a:pt x="1052106" y="763092"/>
                  </a:lnTo>
                  <a:lnTo>
                    <a:pt x="1006703" y="863981"/>
                  </a:lnTo>
                  <a:lnTo>
                    <a:pt x="1054569" y="764870"/>
                  </a:lnTo>
                  <a:lnTo>
                    <a:pt x="1101966" y="665429"/>
                  </a:lnTo>
                  <a:lnTo>
                    <a:pt x="1193215" y="471385"/>
                  </a:lnTo>
                  <a:lnTo>
                    <a:pt x="1284478" y="665416"/>
                  </a:lnTo>
                  <a:lnTo>
                    <a:pt x="1331874" y="764870"/>
                  </a:lnTo>
                  <a:lnTo>
                    <a:pt x="1379728" y="863981"/>
                  </a:lnTo>
                  <a:lnTo>
                    <a:pt x="1334325" y="763092"/>
                  </a:lnTo>
                  <a:lnTo>
                    <a:pt x="1288465" y="662546"/>
                  </a:lnTo>
                  <a:lnTo>
                    <a:pt x="1196682" y="463981"/>
                  </a:lnTo>
                  <a:lnTo>
                    <a:pt x="1288465" y="265417"/>
                  </a:lnTo>
                  <a:lnTo>
                    <a:pt x="1334325" y="164858"/>
                  </a:lnTo>
                  <a:lnTo>
                    <a:pt x="1379728" y="63982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100594" y="6856545"/>
              <a:ext cx="977265" cy="201295"/>
            </a:xfrm>
            <a:custGeom>
              <a:avLst/>
              <a:gdLst/>
              <a:ahLst/>
              <a:cxnLst/>
              <a:rect l="l" t="t" r="r" b="b"/>
              <a:pathLst>
                <a:path w="977264" h="201295">
                  <a:moveTo>
                    <a:pt x="976807" y="0"/>
                  </a:moveTo>
                  <a:lnTo>
                    <a:pt x="139074" y="0"/>
                  </a:lnTo>
                  <a:lnTo>
                    <a:pt x="0" y="200695"/>
                  </a:lnTo>
                  <a:lnTo>
                    <a:pt x="837733" y="200695"/>
                  </a:lnTo>
                  <a:lnTo>
                    <a:pt x="976807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077396" y="6856603"/>
              <a:ext cx="570865" cy="201295"/>
            </a:xfrm>
            <a:custGeom>
              <a:avLst/>
              <a:gdLst/>
              <a:ahLst/>
              <a:cxnLst/>
              <a:rect l="l" t="t" r="r" b="b"/>
              <a:pathLst>
                <a:path w="570864" h="201295">
                  <a:moveTo>
                    <a:pt x="431348" y="0"/>
                  </a:moveTo>
                  <a:lnTo>
                    <a:pt x="0" y="0"/>
                  </a:lnTo>
                  <a:lnTo>
                    <a:pt x="139074" y="200695"/>
                  </a:lnTo>
                  <a:lnTo>
                    <a:pt x="570422" y="200695"/>
                  </a:lnTo>
                  <a:lnTo>
                    <a:pt x="431348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 descr=""/>
          <p:cNvGrpSpPr/>
          <p:nvPr/>
        </p:nvGrpSpPr>
        <p:grpSpPr>
          <a:xfrm>
            <a:off x="6439392" y="6856545"/>
            <a:ext cx="1547495" cy="928369"/>
            <a:chOff x="6439392" y="6856545"/>
            <a:chExt cx="1547495" cy="928369"/>
          </a:xfrm>
        </p:grpSpPr>
        <p:sp>
          <p:nvSpPr>
            <p:cNvPr id="41" name="object 41" descr=""/>
            <p:cNvSpPr/>
            <p:nvPr/>
          </p:nvSpPr>
          <p:spPr>
            <a:xfrm>
              <a:off x="6578460" y="6856545"/>
              <a:ext cx="1270635" cy="928369"/>
            </a:xfrm>
            <a:custGeom>
              <a:avLst/>
              <a:gdLst/>
              <a:ahLst/>
              <a:cxnLst/>
              <a:rect l="l" t="t" r="r" b="b"/>
              <a:pathLst>
                <a:path w="1270634" h="928370">
                  <a:moveTo>
                    <a:pt x="1270457" y="63"/>
                  </a:moveTo>
                  <a:lnTo>
                    <a:pt x="837844" y="63"/>
                  </a:lnTo>
                  <a:lnTo>
                    <a:pt x="0" y="0"/>
                  </a:lnTo>
                  <a:lnTo>
                    <a:pt x="0" y="927798"/>
                  </a:lnTo>
                  <a:lnTo>
                    <a:pt x="837831" y="927798"/>
                  </a:lnTo>
                  <a:lnTo>
                    <a:pt x="1270457" y="927900"/>
                  </a:lnTo>
                  <a:lnTo>
                    <a:pt x="1270457" y="63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7416297" y="6856607"/>
              <a:ext cx="433070" cy="928369"/>
            </a:xfrm>
            <a:custGeom>
              <a:avLst/>
              <a:gdLst/>
              <a:ahLst/>
              <a:cxnLst/>
              <a:rect l="l" t="t" r="r" b="b"/>
              <a:pathLst>
                <a:path w="433070" h="928370">
                  <a:moveTo>
                    <a:pt x="432625" y="0"/>
                  </a:moveTo>
                  <a:lnTo>
                    <a:pt x="0" y="0"/>
                  </a:lnTo>
                  <a:lnTo>
                    <a:pt x="0" y="927835"/>
                  </a:lnTo>
                  <a:lnTo>
                    <a:pt x="432625" y="927835"/>
                  </a:lnTo>
                  <a:lnTo>
                    <a:pt x="432625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9658" y="6856595"/>
              <a:ext cx="158822" cy="200506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6439383" y="6856545"/>
              <a:ext cx="1379855" cy="864235"/>
            </a:xfrm>
            <a:custGeom>
              <a:avLst/>
              <a:gdLst/>
              <a:ahLst/>
              <a:cxnLst/>
              <a:rect l="l" t="t" r="r" b="b"/>
              <a:pathLst>
                <a:path w="1379854" h="864234">
                  <a:moveTo>
                    <a:pt x="976807" y="0"/>
                  </a:moveTo>
                  <a:lnTo>
                    <a:pt x="139077" y="0"/>
                  </a:lnTo>
                  <a:lnTo>
                    <a:pt x="0" y="200698"/>
                  </a:lnTo>
                  <a:lnTo>
                    <a:pt x="837742" y="200698"/>
                  </a:lnTo>
                  <a:lnTo>
                    <a:pt x="976807" y="0"/>
                  </a:lnTo>
                  <a:close/>
                </a:path>
                <a:path w="1379854" h="864234">
                  <a:moveTo>
                    <a:pt x="1379728" y="63982"/>
                  </a:moveTo>
                  <a:lnTo>
                    <a:pt x="1331887" y="163093"/>
                  </a:lnTo>
                  <a:lnTo>
                    <a:pt x="1284490" y="262534"/>
                  </a:lnTo>
                  <a:lnTo>
                    <a:pt x="1193215" y="456590"/>
                  </a:lnTo>
                  <a:lnTo>
                    <a:pt x="1101966" y="262534"/>
                  </a:lnTo>
                  <a:lnTo>
                    <a:pt x="1054569" y="163093"/>
                  </a:lnTo>
                  <a:lnTo>
                    <a:pt x="1006716" y="63969"/>
                  </a:lnTo>
                  <a:lnTo>
                    <a:pt x="1052118" y="164871"/>
                  </a:lnTo>
                  <a:lnTo>
                    <a:pt x="1097965" y="265430"/>
                  </a:lnTo>
                  <a:lnTo>
                    <a:pt x="1189748" y="463981"/>
                  </a:lnTo>
                  <a:lnTo>
                    <a:pt x="1097965" y="662533"/>
                  </a:lnTo>
                  <a:lnTo>
                    <a:pt x="1052118" y="763092"/>
                  </a:lnTo>
                  <a:lnTo>
                    <a:pt x="1006716" y="863981"/>
                  </a:lnTo>
                  <a:lnTo>
                    <a:pt x="1054569" y="764870"/>
                  </a:lnTo>
                  <a:lnTo>
                    <a:pt x="1101966" y="665429"/>
                  </a:lnTo>
                  <a:lnTo>
                    <a:pt x="1193215" y="471385"/>
                  </a:lnTo>
                  <a:lnTo>
                    <a:pt x="1284490" y="665416"/>
                  </a:lnTo>
                  <a:lnTo>
                    <a:pt x="1331887" y="764870"/>
                  </a:lnTo>
                  <a:lnTo>
                    <a:pt x="1379728" y="863981"/>
                  </a:lnTo>
                  <a:lnTo>
                    <a:pt x="1334325" y="763092"/>
                  </a:lnTo>
                  <a:lnTo>
                    <a:pt x="1288465" y="662546"/>
                  </a:lnTo>
                  <a:lnTo>
                    <a:pt x="1196682" y="463981"/>
                  </a:lnTo>
                  <a:lnTo>
                    <a:pt x="1288465" y="265417"/>
                  </a:lnTo>
                  <a:lnTo>
                    <a:pt x="1334325" y="164858"/>
                  </a:lnTo>
                  <a:lnTo>
                    <a:pt x="1379728" y="63982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439392" y="6856545"/>
              <a:ext cx="977265" cy="201295"/>
            </a:xfrm>
            <a:custGeom>
              <a:avLst/>
              <a:gdLst/>
              <a:ahLst/>
              <a:cxnLst/>
              <a:rect l="l" t="t" r="r" b="b"/>
              <a:pathLst>
                <a:path w="977265" h="201295">
                  <a:moveTo>
                    <a:pt x="976807" y="0"/>
                  </a:moveTo>
                  <a:lnTo>
                    <a:pt x="139074" y="0"/>
                  </a:lnTo>
                  <a:lnTo>
                    <a:pt x="0" y="200695"/>
                  </a:lnTo>
                  <a:lnTo>
                    <a:pt x="837733" y="200695"/>
                  </a:lnTo>
                  <a:lnTo>
                    <a:pt x="976807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416197" y="6856603"/>
              <a:ext cx="570865" cy="201295"/>
            </a:xfrm>
            <a:custGeom>
              <a:avLst/>
              <a:gdLst/>
              <a:ahLst/>
              <a:cxnLst/>
              <a:rect l="l" t="t" r="r" b="b"/>
              <a:pathLst>
                <a:path w="570865" h="201295">
                  <a:moveTo>
                    <a:pt x="431348" y="0"/>
                  </a:moveTo>
                  <a:lnTo>
                    <a:pt x="0" y="0"/>
                  </a:lnTo>
                  <a:lnTo>
                    <a:pt x="139074" y="200695"/>
                  </a:lnTo>
                  <a:lnTo>
                    <a:pt x="570422" y="200695"/>
                  </a:lnTo>
                  <a:lnTo>
                    <a:pt x="431348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 descr=""/>
          <p:cNvGrpSpPr/>
          <p:nvPr/>
        </p:nvGrpSpPr>
        <p:grpSpPr>
          <a:xfrm>
            <a:off x="2620705" y="8458391"/>
            <a:ext cx="885825" cy="2850515"/>
            <a:chOff x="2620705" y="8458391"/>
            <a:chExt cx="885825" cy="2850515"/>
          </a:xfrm>
        </p:grpSpPr>
        <p:sp>
          <p:nvSpPr>
            <p:cNvPr id="48" name="object 48" descr=""/>
            <p:cNvSpPr/>
            <p:nvPr/>
          </p:nvSpPr>
          <p:spPr>
            <a:xfrm>
              <a:off x="2687415" y="8749220"/>
              <a:ext cx="751205" cy="2282190"/>
            </a:xfrm>
            <a:custGeom>
              <a:avLst/>
              <a:gdLst/>
              <a:ahLst/>
              <a:cxnLst/>
              <a:rect l="l" t="t" r="r" b="b"/>
              <a:pathLst>
                <a:path w="751204" h="2282190">
                  <a:moveTo>
                    <a:pt x="0" y="2281961"/>
                  </a:moveTo>
                  <a:lnTo>
                    <a:pt x="750814" y="2281961"/>
                  </a:lnTo>
                  <a:lnTo>
                    <a:pt x="750814" y="0"/>
                  </a:lnTo>
                  <a:lnTo>
                    <a:pt x="0" y="0"/>
                  </a:lnTo>
                  <a:lnTo>
                    <a:pt x="0" y="2281961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620695" y="8458396"/>
              <a:ext cx="885825" cy="2850515"/>
            </a:xfrm>
            <a:custGeom>
              <a:avLst/>
              <a:gdLst/>
              <a:ahLst/>
              <a:cxnLst/>
              <a:rect l="l" t="t" r="r" b="b"/>
              <a:pathLst>
                <a:path w="885825" h="2850515">
                  <a:moveTo>
                    <a:pt x="885825" y="2572791"/>
                  </a:moveTo>
                  <a:lnTo>
                    <a:pt x="0" y="2572791"/>
                  </a:lnTo>
                  <a:lnTo>
                    <a:pt x="0" y="2850159"/>
                  </a:lnTo>
                  <a:lnTo>
                    <a:pt x="885825" y="2850159"/>
                  </a:lnTo>
                  <a:lnTo>
                    <a:pt x="885825" y="2572791"/>
                  </a:lnTo>
                  <a:close/>
                </a:path>
                <a:path w="885825" h="2850515">
                  <a:moveTo>
                    <a:pt x="885825" y="0"/>
                  </a:moveTo>
                  <a:lnTo>
                    <a:pt x="0" y="0"/>
                  </a:lnTo>
                  <a:lnTo>
                    <a:pt x="0" y="290830"/>
                  </a:lnTo>
                  <a:lnTo>
                    <a:pt x="885825" y="290830"/>
                  </a:lnTo>
                  <a:lnTo>
                    <a:pt x="885825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" name="object 50" descr=""/>
          <p:cNvGrpSpPr/>
          <p:nvPr/>
        </p:nvGrpSpPr>
        <p:grpSpPr>
          <a:xfrm>
            <a:off x="6212690" y="8458391"/>
            <a:ext cx="885825" cy="2850515"/>
            <a:chOff x="6212690" y="8458391"/>
            <a:chExt cx="885825" cy="2850515"/>
          </a:xfrm>
        </p:grpSpPr>
        <p:sp>
          <p:nvSpPr>
            <p:cNvPr id="51" name="object 51" descr=""/>
            <p:cNvSpPr/>
            <p:nvPr/>
          </p:nvSpPr>
          <p:spPr>
            <a:xfrm>
              <a:off x="6279400" y="8749220"/>
              <a:ext cx="751205" cy="2282190"/>
            </a:xfrm>
            <a:custGeom>
              <a:avLst/>
              <a:gdLst/>
              <a:ahLst/>
              <a:cxnLst/>
              <a:rect l="l" t="t" r="r" b="b"/>
              <a:pathLst>
                <a:path w="751204" h="2282190">
                  <a:moveTo>
                    <a:pt x="0" y="2281961"/>
                  </a:moveTo>
                  <a:lnTo>
                    <a:pt x="750814" y="2281961"/>
                  </a:lnTo>
                  <a:lnTo>
                    <a:pt x="750814" y="0"/>
                  </a:lnTo>
                  <a:lnTo>
                    <a:pt x="0" y="0"/>
                  </a:lnTo>
                  <a:lnTo>
                    <a:pt x="0" y="2281961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6212688" y="8458396"/>
              <a:ext cx="885825" cy="2850515"/>
            </a:xfrm>
            <a:custGeom>
              <a:avLst/>
              <a:gdLst/>
              <a:ahLst/>
              <a:cxnLst/>
              <a:rect l="l" t="t" r="r" b="b"/>
              <a:pathLst>
                <a:path w="885825" h="2850515">
                  <a:moveTo>
                    <a:pt x="885825" y="2572791"/>
                  </a:moveTo>
                  <a:lnTo>
                    <a:pt x="0" y="2572791"/>
                  </a:lnTo>
                  <a:lnTo>
                    <a:pt x="0" y="2850159"/>
                  </a:lnTo>
                  <a:lnTo>
                    <a:pt x="885825" y="2850159"/>
                  </a:lnTo>
                  <a:lnTo>
                    <a:pt x="885825" y="2572791"/>
                  </a:lnTo>
                  <a:close/>
                </a:path>
                <a:path w="885825" h="2850515">
                  <a:moveTo>
                    <a:pt x="885825" y="0"/>
                  </a:moveTo>
                  <a:lnTo>
                    <a:pt x="0" y="0"/>
                  </a:lnTo>
                  <a:lnTo>
                    <a:pt x="0" y="290830"/>
                  </a:lnTo>
                  <a:lnTo>
                    <a:pt x="885825" y="290830"/>
                  </a:lnTo>
                  <a:lnTo>
                    <a:pt x="885825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 descr=""/>
          <p:cNvGrpSpPr/>
          <p:nvPr/>
        </p:nvGrpSpPr>
        <p:grpSpPr>
          <a:xfrm>
            <a:off x="12920287" y="8458391"/>
            <a:ext cx="885825" cy="2850515"/>
            <a:chOff x="12920287" y="8458391"/>
            <a:chExt cx="885825" cy="2850515"/>
          </a:xfrm>
        </p:grpSpPr>
        <p:sp>
          <p:nvSpPr>
            <p:cNvPr id="54" name="object 54" descr=""/>
            <p:cNvSpPr/>
            <p:nvPr/>
          </p:nvSpPr>
          <p:spPr>
            <a:xfrm>
              <a:off x="12986997" y="8749220"/>
              <a:ext cx="751205" cy="2282190"/>
            </a:xfrm>
            <a:custGeom>
              <a:avLst/>
              <a:gdLst/>
              <a:ahLst/>
              <a:cxnLst/>
              <a:rect l="l" t="t" r="r" b="b"/>
              <a:pathLst>
                <a:path w="751205" h="2282190">
                  <a:moveTo>
                    <a:pt x="0" y="2281961"/>
                  </a:moveTo>
                  <a:lnTo>
                    <a:pt x="750814" y="2281961"/>
                  </a:lnTo>
                  <a:lnTo>
                    <a:pt x="750814" y="0"/>
                  </a:lnTo>
                  <a:lnTo>
                    <a:pt x="0" y="0"/>
                  </a:lnTo>
                  <a:lnTo>
                    <a:pt x="0" y="2281961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2920282" y="8458396"/>
              <a:ext cx="885825" cy="2850515"/>
            </a:xfrm>
            <a:custGeom>
              <a:avLst/>
              <a:gdLst/>
              <a:ahLst/>
              <a:cxnLst/>
              <a:rect l="l" t="t" r="r" b="b"/>
              <a:pathLst>
                <a:path w="885825" h="2850515">
                  <a:moveTo>
                    <a:pt x="885825" y="2572791"/>
                  </a:moveTo>
                  <a:lnTo>
                    <a:pt x="0" y="2572791"/>
                  </a:lnTo>
                  <a:lnTo>
                    <a:pt x="0" y="2850159"/>
                  </a:lnTo>
                  <a:lnTo>
                    <a:pt x="885825" y="2850159"/>
                  </a:lnTo>
                  <a:lnTo>
                    <a:pt x="885825" y="2572791"/>
                  </a:lnTo>
                  <a:close/>
                </a:path>
                <a:path w="885825" h="2850515">
                  <a:moveTo>
                    <a:pt x="885825" y="0"/>
                  </a:moveTo>
                  <a:lnTo>
                    <a:pt x="0" y="0"/>
                  </a:lnTo>
                  <a:lnTo>
                    <a:pt x="0" y="290830"/>
                  </a:lnTo>
                  <a:lnTo>
                    <a:pt x="885825" y="290830"/>
                  </a:lnTo>
                  <a:lnTo>
                    <a:pt x="885825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6" name="object 56" descr=""/>
          <p:cNvGrpSpPr/>
          <p:nvPr/>
        </p:nvGrpSpPr>
        <p:grpSpPr>
          <a:xfrm>
            <a:off x="2091768" y="4418085"/>
            <a:ext cx="15814040" cy="6891020"/>
            <a:chOff x="2091768" y="4418085"/>
            <a:chExt cx="15814040" cy="6891020"/>
          </a:xfrm>
        </p:grpSpPr>
        <p:sp>
          <p:nvSpPr>
            <p:cNvPr id="57" name="object 57" descr=""/>
            <p:cNvSpPr/>
            <p:nvPr/>
          </p:nvSpPr>
          <p:spPr>
            <a:xfrm>
              <a:off x="16578982" y="8749220"/>
              <a:ext cx="751205" cy="2282190"/>
            </a:xfrm>
            <a:custGeom>
              <a:avLst/>
              <a:gdLst/>
              <a:ahLst/>
              <a:cxnLst/>
              <a:rect l="l" t="t" r="r" b="b"/>
              <a:pathLst>
                <a:path w="751205" h="2282190">
                  <a:moveTo>
                    <a:pt x="0" y="2281961"/>
                  </a:moveTo>
                  <a:lnTo>
                    <a:pt x="750814" y="2281961"/>
                  </a:lnTo>
                  <a:lnTo>
                    <a:pt x="750814" y="0"/>
                  </a:lnTo>
                  <a:lnTo>
                    <a:pt x="0" y="0"/>
                  </a:lnTo>
                  <a:lnTo>
                    <a:pt x="0" y="2281961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6512260" y="8458396"/>
              <a:ext cx="886460" cy="2850515"/>
            </a:xfrm>
            <a:custGeom>
              <a:avLst/>
              <a:gdLst/>
              <a:ahLst/>
              <a:cxnLst/>
              <a:rect l="l" t="t" r="r" b="b"/>
              <a:pathLst>
                <a:path w="886459" h="2850515">
                  <a:moveTo>
                    <a:pt x="885837" y="2572791"/>
                  </a:moveTo>
                  <a:lnTo>
                    <a:pt x="0" y="2572791"/>
                  </a:lnTo>
                  <a:lnTo>
                    <a:pt x="0" y="2850159"/>
                  </a:lnTo>
                  <a:lnTo>
                    <a:pt x="885837" y="2850159"/>
                  </a:lnTo>
                  <a:lnTo>
                    <a:pt x="885837" y="2572791"/>
                  </a:lnTo>
                  <a:close/>
                </a:path>
                <a:path w="886459" h="2850515">
                  <a:moveTo>
                    <a:pt x="885837" y="0"/>
                  </a:moveTo>
                  <a:lnTo>
                    <a:pt x="0" y="0"/>
                  </a:lnTo>
                  <a:lnTo>
                    <a:pt x="0" y="290830"/>
                  </a:lnTo>
                  <a:lnTo>
                    <a:pt x="885837" y="290830"/>
                  </a:lnTo>
                  <a:lnTo>
                    <a:pt x="885837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131700" y="7824372"/>
              <a:ext cx="15734030" cy="634365"/>
            </a:xfrm>
            <a:custGeom>
              <a:avLst/>
              <a:gdLst/>
              <a:ahLst/>
              <a:cxnLst/>
              <a:rect l="l" t="t" r="r" b="b"/>
              <a:pathLst>
                <a:path w="15734030" h="634365">
                  <a:moveTo>
                    <a:pt x="15416787" y="0"/>
                  </a:moveTo>
                  <a:lnTo>
                    <a:pt x="317006" y="0"/>
                  </a:lnTo>
                  <a:lnTo>
                    <a:pt x="270162" y="3437"/>
                  </a:lnTo>
                  <a:lnTo>
                    <a:pt x="225452" y="13422"/>
                  </a:lnTo>
                  <a:lnTo>
                    <a:pt x="183366" y="29464"/>
                  </a:lnTo>
                  <a:lnTo>
                    <a:pt x="144394" y="51072"/>
                  </a:lnTo>
                  <a:lnTo>
                    <a:pt x="109028" y="77757"/>
                  </a:lnTo>
                  <a:lnTo>
                    <a:pt x="77757" y="109028"/>
                  </a:lnTo>
                  <a:lnTo>
                    <a:pt x="51072" y="144394"/>
                  </a:lnTo>
                  <a:lnTo>
                    <a:pt x="29464" y="183366"/>
                  </a:lnTo>
                  <a:lnTo>
                    <a:pt x="13422" y="225452"/>
                  </a:lnTo>
                  <a:lnTo>
                    <a:pt x="3437" y="270162"/>
                  </a:lnTo>
                  <a:lnTo>
                    <a:pt x="0" y="317006"/>
                  </a:lnTo>
                  <a:lnTo>
                    <a:pt x="3437" y="363852"/>
                  </a:lnTo>
                  <a:lnTo>
                    <a:pt x="13422" y="408563"/>
                  </a:lnTo>
                  <a:lnTo>
                    <a:pt x="29464" y="450650"/>
                  </a:lnTo>
                  <a:lnTo>
                    <a:pt x="51072" y="489621"/>
                  </a:lnTo>
                  <a:lnTo>
                    <a:pt x="77757" y="524987"/>
                  </a:lnTo>
                  <a:lnTo>
                    <a:pt x="109028" y="556257"/>
                  </a:lnTo>
                  <a:lnTo>
                    <a:pt x="144394" y="582942"/>
                  </a:lnTo>
                  <a:lnTo>
                    <a:pt x="183366" y="604549"/>
                  </a:lnTo>
                  <a:lnTo>
                    <a:pt x="225452" y="620590"/>
                  </a:lnTo>
                  <a:lnTo>
                    <a:pt x="270162" y="630575"/>
                  </a:lnTo>
                  <a:lnTo>
                    <a:pt x="317006" y="634012"/>
                  </a:lnTo>
                  <a:lnTo>
                    <a:pt x="15416787" y="634012"/>
                  </a:lnTo>
                  <a:lnTo>
                    <a:pt x="15463630" y="630575"/>
                  </a:lnTo>
                  <a:lnTo>
                    <a:pt x="15508341" y="620590"/>
                  </a:lnTo>
                  <a:lnTo>
                    <a:pt x="15550426" y="604549"/>
                  </a:lnTo>
                  <a:lnTo>
                    <a:pt x="15589398" y="582942"/>
                  </a:lnTo>
                  <a:lnTo>
                    <a:pt x="15624764" y="556257"/>
                  </a:lnTo>
                  <a:lnTo>
                    <a:pt x="15656035" y="524987"/>
                  </a:lnTo>
                  <a:lnTo>
                    <a:pt x="15682720" y="489621"/>
                  </a:lnTo>
                  <a:lnTo>
                    <a:pt x="15704329" y="450650"/>
                  </a:lnTo>
                  <a:lnTo>
                    <a:pt x="15720371" y="408563"/>
                  </a:lnTo>
                  <a:lnTo>
                    <a:pt x="15730355" y="363852"/>
                  </a:lnTo>
                  <a:lnTo>
                    <a:pt x="15733793" y="317006"/>
                  </a:lnTo>
                  <a:lnTo>
                    <a:pt x="15730355" y="270162"/>
                  </a:lnTo>
                  <a:lnTo>
                    <a:pt x="15720371" y="225452"/>
                  </a:lnTo>
                  <a:lnTo>
                    <a:pt x="15704329" y="183366"/>
                  </a:lnTo>
                  <a:lnTo>
                    <a:pt x="15682720" y="144394"/>
                  </a:lnTo>
                  <a:lnTo>
                    <a:pt x="15656035" y="109028"/>
                  </a:lnTo>
                  <a:lnTo>
                    <a:pt x="15624764" y="77757"/>
                  </a:lnTo>
                  <a:lnTo>
                    <a:pt x="15589398" y="51072"/>
                  </a:lnTo>
                  <a:lnTo>
                    <a:pt x="15550426" y="29464"/>
                  </a:lnTo>
                  <a:lnTo>
                    <a:pt x="15508341" y="13422"/>
                  </a:lnTo>
                  <a:lnTo>
                    <a:pt x="15463630" y="3437"/>
                  </a:lnTo>
                  <a:lnTo>
                    <a:pt x="15416787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091768" y="7784437"/>
              <a:ext cx="15814040" cy="714375"/>
            </a:xfrm>
            <a:custGeom>
              <a:avLst/>
              <a:gdLst/>
              <a:ahLst/>
              <a:cxnLst/>
              <a:rect l="l" t="t" r="r" b="b"/>
              <a:pathLst>
                <a:path w="15814040" h="714375">
                  <a:moveTo>
                    <a:pt x="15456723" y="0"/>
                  </a:moveTo>
                  <a:lnTo>
                    <a:pt x="356942" y="0"/>
                  </a:lnTo>
                  <a:lnTo>
                    <a:pt x="308574" y="3264"/>
                  </a:lnTo>
                  <a:lnTo>
                    <a:pt x="262164" y="12772"/>
                  </a:lnTo>
                  <a:lnTo>
                    <a:pt x="218140" y="28095"/>
                  </a:lnTo>
                  <a:lnTo>
                    <a:pt x="176930" y="48804"/>
                  </a:lnTo>
                  <a:lnTo>
                    <a:pt x="138962" y="74471"/>
                  </a:lnTo>
                  <a:lnTo>
                    <a:pt x="104666" y="104666"/>
                  </a:lnTo>
                  <a:lnTo>
                    <a:pt x="74471" y="138962"/>
                  </a:lnTo>
                  <a:lnTo>
                    <a:pt x="48804" y="176930"/>
                  </a:lnTo>
                  <a:lnTo>
                    <a:pt x="28095" y="218140"/>
                  </a:lnTo>
                  <a:lnTo>
                    <a:pt x="12772" y="262164"/>
                  </a:lnTo>
                  <a:lnTo>
                    <a:pt x="3264" y="308574"/>
                  </a:lnTo>
                  <a:lnTo>
                    <a:pt x="0" y="356942"/>
                  </a:lnTo>
                  <a:lnTo>
                    <a:pt x="3264" y="405311"/>
                  </a:lnTo>
                  <a:lnTo>
                    <a:pt x="12772" y="451722"/>
                  </a:lnTo>
                  <a:lnTo>
                    <a:pt x="28095" y="495748"/>
                  </a:lnTo>
                  <a:lnTo>
                    <a:pt x="48804" y="536958"/>
                  </a:lnTo>
                  <a:lnTo>
                    <a:pt x="74471" y="574925"/>
                  </a:lnTo>
                  <a:lnTo>
                    <a:pt x="104666" y="609220"/>
                  </a:lnTo>
                  <a:lnTo>
                    <a:pt x="138962" y="639415"/>
                  </a:lnTo>
                  <a:lnTo>
                    <a:pt x="176930" y="665081"/>
                  </a:lnTo>
                  <a:lnTo>
                    <a:pt x="218140" y="685789"/>
                  </a:lnTo>
                  <a:lnTo>
                    <a:pt x="262164" y="701112"/>
                  </a:lnTo>
                  <a:lnTo>
                    <a:pt x="308574" y="710619"/>
                  </a:lnTo>
                  <a:lnTo>
                    <a:pt x="356942" y="713884"/>
                  </a:lnTo>
                  <a:lnTo>
                    <a:pt x="15456723" y="713884"/>
                  </a:lnTo>
                  <a:lnTo>
                    <a:pt x="15505089" y="710619"/>
                  </a:lnTo>
                  <a:lnTo>
                    <a:pt x="15551499" y="701112"/>
                  </a:lnTo>
                  <a:lnTo>
                    <a:pt x="15595523" y="685789"/>
                  </a:lnTo>
                  <a:lnTo>
                    <a:pt x="15636732" y="665081"/>
                  </a:lnTo>
                  <a:lnTo>
                    <a:pt x="15674698" y="639415"/>
                  </a:lnTo>
                  <a:lnTo>
                    <a:pt x="15680847" y="634001"/>
                  </a:lnTo>
                  <a:lnTo>
                    <a:pt x="356942" y="634001"/>
                  </a:lnTo>
                  <a:lnTo>
                    <a:pt x="307204" y="629529"/>
                  </a:lnTo>
                  <a:lnTo>
                    <a:pt x="260365" y="616639"/>
                  </a:lnTo>
                  <a:lnTo>
                    <a:pt x="217213" y="596120"/>
                  </a:lnTo>
                  <a:lnTo>
                    <a:pt x="178537" y="568759"/>
                  </a:lnTo>
                  <a:lnTo>
                    <a:pt x="145124" y="535346"/>
                  </a:lnTo>
                  <a:lnTo>
                    <a:pt x="117763" y="496670"/>
                  </a:lnTo>
                  <a:lnTo>
                    <a:pt x="97244" y="453518"/>
                  </a:lnTo>
                  <a:lnTo>
                    <a:pt x="84354" y="406679"/>
                  </a:lnTo>
                  <a:lnTo>
                    <a:pt x="79882" y="356942"/>
                  </a:lnTo>
                  <a:lnTo>
                    <a:pt x="84354" y="307204"/>
                  </a:lnTo>
                  <a:lnTo>
                    <a:pt x="97244" y="260365"/>
                  </a:lnTo>
                  <a:lnTo>
                    <a:pt x="117763" y="217213"/>
                  </a:lnTo>
                  <a:lnTo>
                    <a:pt x="145124" y="178537"/>
                  </a:lnTo>
                  <a:lnTo>
                    <a:pt x="178537" y="145124"/>
                  </a:lnTo>
                  <a:lnTo>
                    <a:pt x="217213" y="117763"/>
                  </a:lnTo>
                  <a:lnTo>
                    <a:pt x="260365" y="97244"/>
                  </a:lnTo>
                  <a:lnTo>
                    <a:pt x="307204" y="84354"/>
                  </a:lnTo>
                  <a:lnTo>
                    <a:pt x="356942" y="79882"/>
                  </a:lnTo>
                  <a:lnTo>
                    <a:pt x="15680843" y="79882"/>
                  </a:lnTo>
                  <a:lnTo>
                    <a:pt x="15674698" y="74471"/>
                  </a:lnTo>
                  <a:lnTo>
                    <a:pt x="15636732" y="48804"/>
                  </a:lnTo>
                  <a:lnTo>
                    <a:pt x="15595523" y="28095"/>
                  </a:lnTo>
                  <a:lnTo>
                    <a:pt x="15551499" y="12772"/>
                  </a:lnTo>
                  <a:lnTo>
                    <a:pt x="15505089" y="3264"/>
                  </a:lnTo>
                  <a:lnTo>
                    <a:pt x="15456723" y="0"/>
                  </a:lnTo>
                  <a:close/>
                </a:path>
                <a:path w="15814040" h="714375">
                  <a:moveTo>
                    <a:pt x="15680843" y="79882"/>
                  </a:moveTo>
                  <a:lnTo>
                    <a:pt x="15456723" y="79882"/>
                  </a:lnTo>
                  <a:lnTo>
                    <a:pt x="15506457" y="84354"/>
                  </a:lnTo>
                  <a:lnTo>
                    <a:pt x="15553294" y="97244"/>
                  </a:lnTo>
                  <a:lnTo>
                    <a:pt x="15596446" y="117763"/>
                  </a:lnTo>
                  <a:lnTo>
                    <a:pt x="15635123" y="145124"/>
                  </a:lnTo>
                  <a:lnTo>
                    <a:pt x="15668537" y="178537"/>
                  </a:lnTo>
                  <a:lnTo>
                    <a:pt x="15695899" y="217213"/>
                  </a:lnTo>
                  <a:lnTo>
                    <a:pt x="15716419" y="260365"/>
                  </a:lnTo>
                  <a:lnTo>
                    <a:pt x="15729310" y="307204"/>
                  </a:lnTo>
                  <a:lnTo>
                    <a:pt x="15733782" y="356942"/>
                  </a:lnTo>
                  <a:lnTo>
                    <a:pt x="15729310" y="406679"/>
                  </a:lnTo>
                  <a:lnTo>
                    <a:pt x="15716419" y="453518"/>
                  </a:lnTo>
                  <a:lnTo>
                    <a:pt x="15695899" y="496670"/>
                  </a:lnTo>
                  <a:lnTo>
                    <a:pt x="15668537" y="535346"/>
                  </a:lnTo>
                  <a:lnTo>
                    <a:pt x="15635123" y="568759"/>
                  </a:lnTo>
                  <a:lnTo>
                    <a:pt x="15596446" y="596120"/>
                  </a:lnTo>
                  <a:lnTo>
                    <a:pt x="15553294" y="616639"/>
                  </a:lnTo>
                  <a:lnTo>
                    <a:pt x="15506457" y="629529"/>
                  </a:lnTo>
                  <a:lnTo>
                    <a:pt x="15456723" y="634001"/>
                  </a:lnTo>
                  <a:lnTo>
                    <a:pt x="15680847" y="634001"/>
                  </a:lnTo>
                  <a:lnTo>
                    <a:pt x="15739187" y="574925"/>
                  </a:lnTo>
                  <a:lnTo>
                    <a:pt x="15764852" y="536958"/>
                  </a:lnTo>
                  <a:lnTo>
                    <a:pt x="15785560" y="495748"/>
                  </a:lnTo>
                  <a:lnTo>
                    <a:pt x="15800882" y="451722"/>
                  </a:lnTo>
                  <a:lnTo>
                    <a:pt x="15810390" y="405311"/>
                  </a:lnTo>
                  <a:lnTo>
                    <a:pt x="15813654" y="356942"/>
                  </a:lnTo>
                  <a:lnTo>
                    <a:pt x="15810390" y="308574"/>
                  </a:lnTo>
                  <a:lnTo>
                    <a:pt x="15800882" y="262164"/>
                  </a:lnTo>
                  <a:lnTo>
                    <a:pt x="15785560" y="218140"/>
                  </a:lnTo>
                  <a:lnTo>
                    <a:pt x="15764852" y="176930"/>
                  </a:lnTo>
                  <a:lnTo>
                    <a:pt x="15739187" y="138962"/>
                  </a:lnTo>
                  <a:lnTo>
                    <a:pt x="15708992" y="104666"/>
                  </a:lnTo>
                  <a:lnTo>
                    <a:pt x="15680843" y="79882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6764" y="8030587"/>
              <a:ext cx="221804" cy="221584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51647" y="8030587"/>
              <a:ext cx="221804" cy="221584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06532" y="8030587"/>
              <a:ext cx="221804" cy="221584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61415" y="8030587"/>
              <a:ext cx="221804" cy="221584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16298" y="8030587"/>
              <a:ext cx="221804" cy="221584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71183" y="8030587"/>
              <a:ext cx="221804" cy="221584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26066" y="8030587"/>
              <a:ext cx="221804" cy="221584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80952" y="8030587"/>
              <a:ext cx="221804" cy="221584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35834" y="8030587"/>
              <a:ext cx="221804" cy="221584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90717" y="8030587"/>
              <a:ext cx="221804" cy="221584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384673" y="8030587"/>
              <a:ext cx="221804" cy="221584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939555" y="8030587"/>
              <a:ext cx="221804" cy="221584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494441" y="8030587"/>
              <a:ext cx="221804" cy="221584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049324" y="8030587"/>
              <a:ext cx="221804" cy="221584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604206" y="8030587"/>
              <a:ext cx="221804" cy="221584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159092" y="8030587"/>
              <a:ext cx="221804" cy="221584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713977" y="8030587"/>
              <a:ext cx="221804" cy="221584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268858" y="8030587"/>
              <a:ext cx="221804" cy="221584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823744" y="8030587"/>
              <a:ext cx="221804" cy="221584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378626" y="8030587"/>
              <a:ext cx="221804" cy="221584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7908931" y="4979785"/>
              <a:ext cx="4179570" cy="6051550"/>
            </a:xfrm>
            <a:custGeom>
              <a:avLst/>
              <a:gdLst/>
              <a:ahLst/>
              <a:cxnLst/>
              <a:rect l="l" t="t" r="r" b="b"/>
              <a:pathLst>
                <a:path w="4179570" h="6051550">
                  <a:moveTo>
                    <a:pt x="0" y="6051396"/>
                  </a:moveTo>
                  <a:lnTo>
                    <a:pt x="4179338" y="6051396"/>
                  </a:lnTo>
                  <a:lnTo>
                    <a:pt x="4179338" y="0"/>
                  </a:lnTo>
                  <a:lnTo>
                    <a:pt x="0" y="0"/>
                  </a:lnTo>
                  <a:lnTo>
                    <a:pt x="0" y="6051396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6921868" y="6129610"/>
              <a:ext cx="6153785" cy="1655445"/>
            </a:xfrm>
            <a:custGeom>
              <a:avLst/>
              <a:gdLst/>
              <a:ahLst/>
              <a:cxnLst/>
              <a:rect l="l" t="t" r="r" b="b"/>
              <a:pathLst>
                <a:path w="6153784" h="1655445">
                  <a:moveTo>
                    <a:pt x="987056" y="0"/>
                  </a:moveTo>
                  <a:lnTo>
                    <a:pt x="399707" y="0"/>
                  </a:lnTo>
                  <a:lnTo>
                    <a:pt x="0" y="384911"/>
                  </a:lnTo>
                  <a:lnTo>
                    <a:pt x="0" y="1654835"/>
                  </a:lnTo>
                  <a:lnTo>
                    <a:pt x="987056" y="1654835"/>
                  </a:lnTo>
                  <a:lnTo>
                    <a:pt x="987056" y="0"/>
                  </a:lnTo>
                  <a:close/>
                </a:path>
                <a:path w="6153784" h="1655445">
                  <a:moveTo>
                    <a:pt x="6153455" y="384911"/>
                  </a:moveTo>
                  <a:lnTo>
                    <a:pt x="5753735" y="0"/>
                  </a:lnTo>
                  <a:lnTo>
                    <a:pt x="5166398" y="0"/>
                  </a:lnTo>
                  <a:lnTo>
                    <a:pt x="5166398" y="1654835"/>
                  </a:lnTo>
                  <a:lnTo>
                    <a:pt x="6153455" y="1654835"/>
                  </a:lnTo>
                  <a:lnTo>
                    <a:pt x="6153455" y="384911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8389709" y="5490762"/>
              <a:ext cx="3218180" cy="1730375"/>
            </a:xfrm>
            <a:custGeom>
              <a:avLst/>
              <a:gdLst/>
              <a:ahLst/>
              <a:cxnLst/>
              <a:rect l="l" t="t" r="r" b="b"/>
              <a:pathLst>
                <a:path w="3218179" h="1730375">
                  <a:moveTo>
                    <a:pt x="558152" y="0"/>
                  </a:moveTo>
                  <a:lnTo>
                    <a:pt x="0" y="0"/>
                  </a:lnTo>
                  <a:lnTo>
                    <a:pt x="0" y="1729790"/>
                  </a:lnTo>
                  <a:lnTo>
                    <a:pt x="558152" y="1729790"/>
                  </a:lnTo>
                  <a:lnTo>
                    <a:pt x="558152" y="0"/>
                  </a:lnTo>
                  <a:close/>
                </a:path>
                <a:path w="3218179" h="1730375">
                  <a:moveTo>
                    <a:pt x="3217761" y="0"/>
                  </a:moveTo>
                  <a:lnTo>
                    <a:pt x="2659621" y="0"/>
                  </a:lnTo>
                  <a:lnTo>
                    <a:pt x="2659621" y="1729790"/>
                  </a:lnTo>
                  <a:lnTo>
                    <a:pt x="3217761" y="1729790"/>
                  </a:lnTo>
                  <a:lnTo>
                    <a:pt x="3217761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8947863" y="5490754"/>
              <a:ext cx="2101850" cy="1730375"/>
            </a:xfrm>
            <a:custGeom>
              <a:avLst/>
              <a:gdLst/>
              <a:ahLst/>
              <a:cxnLst/>
              <a:rect l="l" t="t" r="r" b="b"/>
              <a:pathLst>
                <a:path w="2101850" h="1730375">
                  <a:moveTo>
                    <a:pt x="2101475" y="0"/>
                  </a:moveTo>
                  <a:lnTo>
                    <a:pt x="0" y="0"/>
                  </a:lnTo>
                  <a:lnTo>
                    <a:pt x="0" y="1729790"/>
                  </a:lnTo>
                  <a:lnTo>
                    <a:pt x="2101475" y="1729790"/>
                  </a:lnTo>
                  <a:lnTo>
                    <a:pt x="2101475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9065504" y="5587588"/>
              <a:ext cx="1866264" cy="1536700"/>
            </a:xfrm>
            <a:custGeom>
              <a:avLst/>
              <a:gdLst/>
              <a:ahLst/>
              <a:cxnLst/>
              <a:rect l="l" t="t" r="r" b="b"/>
              <a:pathLst>
                <a:path w="1866265" h="1536700">
                  <a:moveTo>
                    <a:pt x="1866194" y="0"/>
                  </a:moveTo>
                  <a:lnTo>
                    <a:pt x="0" y="0"/>
                  </a:lnTo>
                  <a:lnTo>
                    <a:pt x="0" y="1536120"/>
                  </a:lnTo>
                  <a:lnTo>
                    <a:pt x="1866194" y="1536120"/>
                  </a:lnTo>
                  <a:lnTo>
                    <a:pt x="1866194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8486762" y="5587719"/>
              <a:ext cx="370205" cy="370205"/>
            </a:xfrm>
            <a:custGeom>
              <a:avLst/>
              <a:gdLst/>
              <a:ahLst/>
              <a:cxnLst/>
              <a:rect l="l" t="t" r="r" b="b"/>
              <a:pathLst>
                <a:path w="370204" h="370204">
                  <a:moveTo>
                    <a:pt x="184853" y="0"/>
                  </a:moveTo>
                  <a:lnTo>
                    <a:pt x="135708" y="6603"/>
                  </a:lnTo>
                  <a:lnTo>
                    <a:pt x="91549" y="25237"/>
                  </a:lnTo>
                  <a:lnTo>
                    <a:pt x="54138" y="54142"/>
                  </a:lnTo>
                  <a:lnTo>
                    <a:pt x="25235" y="91554"/>
                  </a:lnTo>
                  <a:lnTo>
                    <a:pt x="6602" y="135711"/>
                  </a:lnTo>
                  <a:lnTo>
                    <a:pt x="0" y="184853"/>
                  </a:lnTo>
                  <a:lnTo>
                    <a:pt x="6602" y="233994"/>
                  </a:lnTo>
                  <a:lnTo>
                    <a:pt x="25235" y="278151"/>
                  </a:lnTo>
                  <a:lnTo>
                    <a:pt x="54138" y="315563"/>
                  </a:lnTo>
                  <a:lnTo>
                    <a:pt x="91549" y="344468"/>
                  </a:lnTo>
                  <a:lnTo>
                    <a:pt x="135708" y="363102"/>
                  </a:lnTo>
                  <a:lnTo>
                    <a:pt x="184853" y="369706"/>
                  </a:lnTo>
                  <a:lnTo>
                    <a:pt x="233994" y="363102"/>
                  </a:lnTo>
                  <a:lnTo>
                    <a:pt x="278151" y="344468"/>
                  </a:lnTo>
                  <a:lnTo>
                    <a:pt x="315563" y="315563"/>
                  </a:lnTo>
                  <a:lnTo>
                    <a:pt x="344468" y="278151"/>
                  </a:lnTo>
                  <a:lnTo>
                    <a:pt x="363102" y="233994"/>
                  </a:lnTo>
                  <a:lnTo>
                    <a:pt x="369706" y="184853"/>
                  </a:lnTo>
                  <a:lnTo>
                    <a:pt x="363102" y="135711"/>
                  </a:lnTo>
                  <a:lnTo>
                    <a:pt x="344468" y="91554"/>
                  </a:lnTo>
                  <a:lnTo>
                    <a:pt x="315563" y="54142"/>
                  </a:lnTo>
                  <a:lnTo>
                    <a:pt x="278151" y="25237"/>
                  </a:lnTo>
                  <a:lnTo>
                    <a:pt x="233994" y="6603"/>
                  </a:lnTo>
                  <a:lnTo>
                    <a:pt x="184853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8517749" y="5618703"/>
              <a:ext cx="307975" cy="307975"/>
            </a:xfrm>
            <a:custGeom>
              <a:avLst/>
              <a:gdLst/>
              <a:ahLst/>
              <a:cxnLst/>
              <a:rect l="l" t="t" r="r" b="b"/>
              <a:pathLst>
                <a:path w="307975" h="307975">
                  <a:moveTo>
                    <a:pt x="153859" y="0"/>
                  </a:moveTo>
                  <a:lnTo>
                    <a:pt x="105228" y="7844"/>
                  </a:lnTo>
                  <a:lnTo>
                    <a:pt x="62993" y="29687"/>
                  </a:lnTo>
                  <a:lnTo>
                    <a:pt x="29686" y="62995"/>
                  </a:lnTo>
                  <a:lnTo>
                    <a:pt x="7844" y="105234"/>
                  </a:lnTo>
                  <a:lnTo>
                    <a:pt x="0" y="153869"/>
                  </a:lnTo>
                  <a:lnTo>
                    <a:pt x="7844" y="202503"/>
                  </a:lnTo>
                  <a:lnTo>
                    <a:pt x="29686" y="244740"/>
                  </a:lnTo>
                  <a:lnTo>
                    <a:pt x="62993" y="278045"/>
                  </a:lnTo>
                  <a:lnTo>
                    <a:pt x="105228" y="299885"/>
                  </a:lnTo>
                  <a:lnTo>
                    <a:pt x="153859" y="307728"/>
                  </a:lnTo>
                  <a:lnTo>
                    <a:pt x="202494" y="299885"/>
                  </a:lnTo>
                  <a:lnTo>
                    <a:pt x="244733" y="278045"/>
                  </a:lnTo>
                  <a:lnTo>
                    <a:pt x="278041" y="244740"/>
                  </a:lnTo>
                  <a:lnTo>
                    <a:pt x="299884" y="202503"/>
                  </a:lnTo>
                  <a:lnTo>
                    <a:pt x="307728" y="153869"/>
                  </a:lnTo>
                  <a:lnTo>
                    <a:pt x="299884" y="105234"/>
                  </a:lnTo>
                  <a:lnTo>
                    <a:pt x="278041" y="62995"/>
                  </a:lnTo>
                  <a:lnTo>
                    <a:pt x="244733" y="29687"/>
                  </a:lnTo>
                  <a:lnTo>
                    <a:pt x="202494" y="7844"/>
                  </a:lnTo>
                  <a:lnTo>
                    <a:pt x="15385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8517878" y="5618735"/>
              <a:ext cx="307975" cy="154305"/>
            </a:xfrm>
            <a:custGeom>
              <a:avLst/>
              <a:gdLst/>
              <a:ahLst/>
              <a:cxnLst/>
              <a:rect l="l" t="t" r="r" b="b"/>
              <a:pathLst>
                <a:path w="307975" h="154304">
                  <a:moveTo>
                    <a:pt x="153639" y="0"/>
                  </a:moveTo>
                  <a:lnTo>
                    <a:pt x="105043" y="7851"/>
                  </a:lnTo>
                  <a:lnTo>
                    <a:pt x="62864" y="29710"/>
                  </a:lnTo>
                  <a:lnTo>
                    <a:pt x="29618" y="63033"/>
                  </a:lnTo>
                  <a:lnTo>
                    <a:pt x="7824" y="105278"/>
                  </a:lnTo>
                  <a:lnTo>
                    <a:pt x="0" y="153901"/>
                  </a:lnTo>
                  <a:lnTo>
                    <a:pt x="307540" y="153901"/>
                  </a:lnTo>
                  <a:lnTo>
                    <a:pt x="299714" y="105278"/>
                  </a:lnTo>
                  <a:lnTo>
                    <a:pt x="277905" y="63033"/>
                  </a:lnTo>
                  <a:lnTo>
                    <a:pt x="244619" y="29710"/>
                  </a:lnTo>
                  <a:lnTo>
                    <a:pt x="202362" y="7851"/>
                  </a:lnTo>
                  <a:lnTo>
                    <a:pt x="153639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517880" y="5657805"/>
              <a:ext cx="165604" cy="129158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8486762" y="6170862"/>
              <a:ext cx="370205" cy="370205"/>
            </a:xfrm>
            <a:custGeom>
              <a:avLst/>
              <a:gdLst/>
              <a:ahLst/>
              <a:cxnLst/>
              <a:rect l="l" t="t" r="r" b="b"/>
              <a:pathLst>
                <a:path w="370204" h="370204">
                  <a:moveTo>
                    <a:pt x="184853" y="0"/>
                  </a:moveTo>
                  <a:lnTo>
                    <a:pt x="135708" y="6603"/>
                  </a:lnTo>
                  <a:lnTo>
                    <a:pt x="91549" y="25237"/>
                  </a:lnTo>
                  <a:lnTo>
                    <a:pt x="54138" y="54142"/>
                  </a:lnTo>
                  <a:lnTo>
                    <a:pt x="25235" y="91554"/>
                  </a:lnTo>
                  <a:lnTo>
                    <a:pt x="6602" y="135711"/>
                  </a:lnTo>
                  <a:lnTo>
                    <a:pt x="0" y="184853"/>
                  </a:lnTo>
                  <a:lnTo>
                    <a:pt x="6602" y="233994"/>
                  </a:lnTo>
                  <a:lnTo>
                    <a:pt x="25235" y="278151"/>
                  </a:lnTo>
                  <a:lnTo>
                    <a:pt x="54138" y="315563"/>
                  </a:lnTo>
                  <a:lnTo>
                    <a:pt x="91549" y="344468"/>
                  </a:lnTo>
                  <a:lnTo>
                    <a:pt x="135708" y="363102"/>
                  </a:lnTo>
                  <a:lnTo>
                    <a:pt x="184853" y="369706"/>
                  </a:lnTo>
                  <a:lnTo>
                    <a:pt x="233994" y="363102"/>
                  </a:lnTo>
                  <a:lnTo>
                    <a:pt x="278151" y="344468"/>
                  </a:lnTo>
                  <a:lnTo>
                    <a:pt x="315563" y="315563"/>
                  </a:lnTo>
                  <a:lnTo>
                    <a:pt x="344468" y="278151"/>
                  </a:lnTo>
                  <a:lnTo>
                    <a:pt x="363102" y="233994"/>
                  </a:lnTo>
                  <a:lnTo>
                    <a:pt x="369706" y="184853"/>
                  </a:lnTo>
                  <a:lnTo>
                    <a:pt x="363102" y="135711"/>
                  </a:lnTo>
                  <a:lnTo>
                    <a:pt x="344468" y="91554"/>
                  </a:lnTo>
                  <a:lnTo>
                    <a:pt x="315563" y="54142"/>
                  </a:lnTo>
                  <a:lnTo>
                    <a:pt x="278151" y="25237"/>
                  </a:lnTo>
                  <a:lnTo>
                    <a:pt x="233994" y="6603"/>
                  </a:lnTo>
                  <a:lnTo>
                    <a:pt x="184853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8517749" y="6201845"/>
              <a:ext cx="307975" cy="307975"/>
            </a:xfrm>
            <a:custGeom>
              <a:avLst/>
              <a:gdLst/>
              <a:ahLst/>
              <a:cxnLst/>
              <a:rect l="l" t="t" r="r" b="b"/>
              <a:pathLst>
                <a:path w="307975" h="307975">
                  <a:moveTo>
                    <a:pt x="153859" y="0"/>
                  </a:moveTo>
                  <a:lnTo>
                    <a:pt x="105228" y="7844"/>
                  </a:lnTo>
                  <a:lnTo>
                    <a:pt x="62993" y="29687"/>
                  </a:lnTo>
                  <a:lnTo>
                    <a:pt x="29686" y="62995"/>
                  </a:lnTo>
                  <a:lnTo>
                    <a:pt x="7844" y="105234"/>
                  </a:lnTo>
                  <a:lnTo>
                    <a:pt x="0" y="153869"/>
                  </a:lnTo>
                  <a:lnTo>
                    <a:pt x="7844" y="202503"/>
                  </a:lnTo>
                  <a:lnTo>
                    <a:pt x="29686" y="244740"/>
                  </a:lnTo>
                  <a:lnTo>
                    <a:pt x="62993" y="278045"/>
                  </a:lnTo>
                  <a:lnTo>
                    <a:pt x="105228" y="299885"/>
                  </a:lnTo>
                  <a:lnTo>
                    <a:pt x="153859" y="307728"/>
                  </a:lnTo>
                  <a:lnTo>
                    <a:pt x="202494" y="299885"/>
                  </a:lnTo>
                  <a:lnTo>
                    <a:pt x="244733" y="278045"/>
                  </a:lnTo>
                  <a:lnTo>
                    <a:pt x="278041" y="244740"/>
                  </a:lnTo>
                  <a:lnTo>
                    <a:pt x="299884" y="202503"/>
                  </a:lnTo>
                  <a:lnTo>
                    <a:pt x="307728" y="153869"/>
                  </a:lnTo>
                  <a:lnTo>
                    <a:pt x="299884" y="105234"/>
                  </a:lnTo>
                  <a:lnTo>
                    <a:pt x="278041" y="62995"/>
                  </a:lnTo>
                  <a:lnTo>
                    <a:pt x="244733" y="29687"/>
                  </a:lnTo>
                  <a:lnTo>
                    <a:pt x="202494" y="7844"/>
                  </a:lnTo>
                  <a:lnTo>
                    <a:pt x="15385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8517878" y="6201878"/>
              <a:ext cx="307975" cy="154305"/>
            </a:xfrm>
            <a:custGeom>
              <a:avLst/>
              <a:gdLst/>
              <a:ahLst/>
              <a:cxnLst/>
              <a:rect l="l" t="t" r="r" b="b"/>
              <a:pathLst>
                <a:path w="307975" h="154304">
                  <a:moveTo>
                    <a:pt x="153639" y="0"/>
                  </a:moveTo>
                  <a:lnTo>
                    <a:pt x="105043" y="7851"/>
                  </a:lnTo>
                  <a:lnTo>
                    <a:pt x="62864" y="29710"/>
                  </a:lnTo>
                  <a:lnTo>
                    <a:pt x="29618" y="63033"/>
                  </a:lnTo>
                  <a:lnTo>
                    <a:pt x="7824" y="105278"/>
                  </a:lnTo>
                  <a:lnTo>
                    <a:pt x="0" y="153901"/>
                  </a:lnTo>
                  <a:lnTo>
                    <a:pt x="307540" y="153901"/>
                  </a:lnTo>
                  <a:lnTo>
                    <a:pt x="299714" y="105278"/>
                  </a:lnTo>
                  <a:lnTo>
                    <a:pt x="277905" y="63033"/>
                  </a:lnTo>
                  <a:lnTo>
                    <a:pt x="244619" y="29710"/>
                  </a:lnTo>
                  <a:lnTo>
                    <a:pt x="202362" y="7851"/>
                  </a:lnTo>
                  <a:lnTo>
                    <a:pt x="153639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517880" y="6240026"/>
              <a:ext cx="161973" cy="129912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8486762" y="6754003"/>
              <a:ext cx="370205" cy="370205"/>
            </a:xfrm>
            <a:custGeom>
              <a:avLst/>
              <a:gdLst/>
              <a:ahLst/>
              <a:cxnLst/>
              <a:rect l="l" t="t" r="r" b="b"/>
              <a:pathLst>
                <a:path w="370204" h="370204">
                  <a:moveTo>
                    <a:pt x="184853" y="0"/>
                  </a:moveTo>
                  <a:lnTo>
                    <a:pt x="135708" y="6603"/>
                  </a:lnTo>
                  <a:lnTo>
                    <a:pt x="91549" y="25237"/>
                  </a:lnTo>
                  <a:lnTo>
                    <a:pt x="54138" y="54142"/>
                  </a:lnTo>
                  <a:lnTo>
                    <a:pt x="25235" y="91554"/>
                  </a:lnTo>
                  <a:lnTo>
                    <a:pt x="6602" y="135711"/>
                  </a:lnTo>
                  <a:lnTo>
                    <a:pt x="0" y="184853"/>
                  </a:lnTo>
                  <a:lnTo>
                    <a:pt x="6602" y="233994"/>
                  </a:lnTo>
                  <a:lnTo>
                    <a:pt x="25235" y="278151"/>
                  </a:lnTo>
                  <a:lnTo>
                    <a:pt x="54138" y="315563"/>
                  </a:lnTo>
                  <a:lnTo>
                    <a:pt x="91549" y="344468"/>
                  </a:lnTo>
                  <a:lnTo>
                    <a:pt x="135708" y="363102"/>
                  </a:lnTo>
                  <a:lnTo>
                    <a:pt x="184853" y="369706"/>
                  </a:lnTo>
                  <a:lnTo>
                    <a:pt x="233994" y="363102"/>
                  </a:lnTo>
                  <a:lnTo>
                    <a:pt x="278151" y="344468"/>
                  </a:lnTo>
                  <a:lnTo>
                    <a:pt x="315563" y="315563"/>
                  </a:lnTo>
                  <a:lnTo>
                    <a:pt x="344468" y="278151"/>
                  </a:lnTo>
                  <a:lnTo>
                    <a:pt x="363102" y="233994"/>
                  </a:lnTo>
                  <a:lnTo>
                    <a:pt x="369706" y="184853"/>
                  </a:lnTo>
                  <a:lnTo>
                    <a:pt x="363102" y="135711"/>
                  </a:lnTo>
                  <a:lnTo>
                    <a:pt x="344468" y="91554"/>
                  </a:lnTo>
                  <a:lnTo>
                    <a:pt x="315563" y="54142"/>
                  </a:lnTo>
                  <a:lnTo>
                    <a:pt x="278151" y="25237"/>
                  </a:lnTo>
                  <a:lnTo>
                    <a:pt x="233994" y="6603"/>
                  </a:lnTo>
                  <a:lnTo>
                    <a:pt x="184853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8517749" y="6784987"/>
              <a:ext cx="307975" cy="307975"/>
            </a:xfrm>
            <a:custGeom>
              <a:avLst/>
              <a:gdLst/>
              <a:ahLst/>
              <a:cxnLst/>
              <a:rect l="l" t="t" r="r" b="b"/>
              <a:pathLst>
                <a:path w="307975" h="307975">
                  <a:moveTo>
                    <a:pt x="153859" y="0"/>
                  </a:moveTo>
                  <a:lnTo>
                    <a:pt x="105228" y="7844"/>
                  </a:lnTo>
                  <a:lnTo>
                    <a:pt x="62993" y="29687"/>
                  </a:lnTo>
                  <a:lnTo>
                    <a:pt x="29686" y="62995"/>
                  </a:lnTo>
                  <a:lnTo>
                    <a:pt x="7844" y="105234"/>
                  </a:lnTo>
                  <a:lnTo>
                    <a:pt x="0" y="153869"/>
                  </a:lnTo>
                  <a:lnTo>
                    <a:pt x="7844" y="202503"/>
                  </a:lnTo>
                  <a:lnTo>
                    <a:pt x="29686" y="244740"/>
                  </a:lnTo>
                  <a:lnTo>
                    <a:pt x="62993" y="278045"/>
                  </a:lnTo>
                  <a:lnTo>
                    <a:pt x="105228" y="299885"/>
                  </a:lnTo>
                  <a:lnTo>
                    <a:pt x="153859" y="307728"/>
                  </a:lnTo>
                  <a:lnTo>
                    <a:pt x="202494" y="299885"/>
                  </a:lnTo>
                  <a:lnTo>
                    <a:pt x="244733" y="278045"/>
                  </a:lnTo>
                  <a:lnTo>
                    <a:pt x="278041" y="244740"/>
                  </a:lnTo>
                  <a:lnTo>
                    <a:pt x="299884" y="202503"/>
                  </a:lnTo>
                  <a:lnTo>
                    <a:pt x="307728" y="153869"/>
                  </a:lnTo>
                  <a:lnTo>
                    <a:pt x="299884" y="105234"/>
                  </a:lnTo>
                  <a:lnTo>
                    <a:pt x="278041" y="62995"/>
                  </a:lnTo>
                  <a:lnTo>
                    <a:pt x="244733" y="29687"/>
                  </a:lnTo>
                  <a:lnTo>
                    <a:pt x="202494" y="7844"/>
                  </a:lnTo>
                  <a:lnTo>
                    <a:pt x="15385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8517878" y="6785019"/>
              <a:ext cx="307975" cy="154305"/>
            </a:xfrm>
            <a:custGeom>
              <a:avLst/>
              <a:gdLst/>
              <a:ahLst/>
              <a:cxnLst/>
              <a:rect l="l" t="t" r="r" b="b"/>
              <a:pathLst>
                <a:path w="307975" h="154304">
                  <a:moveTo>
                    <a:pt x="153639" y="0"/>
                  </a:moveTo>
                  <a:lnTo>
                    <a:pt x="105043" y="7851"/>
                  </a:lnTo>
                  <a:lnTo>
                    <a:pt x="62864" y="29710"/>
                  </a:lnTo>
                  <a:lnTo>
                    <a:pt x="29618" y="63033"/>
                  </a:lnTo>
                  <a:lnTo>
                    <a:pt x="7824" y="105278"/>
                  </a:lnTo>
                  <a:lnTo>
                    <a:pt x="0" y="153901"/>
                  </a:lnTo>
                  <a:lnTo>
                    <a:pt x="307540" y="153901"/>
                  </a:lnTo>
                  <a:lnTo>
                    <a:pt x="299714" y="105278"/>
                  </a:lnTo>
                  <a:lnTo>
                    <a:pt x="277905" y="63033"/>
                  </a:lnTo>
                  <a:lnTo>
                    <a:pt x="244619" y="29710"/>
                  </a:lnTo>
                  <a:lnTo>
                    <a:pt x="202362" y="7851"/>
                  </a:lnTo>
                  <a:lnTo>
                    <a:pt x="153639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517880" y="6831463"/>
              <a:ext cx="218269" cy="122613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11121242" y="5566228"/>
              <a:ext cx="407670" cy="472440"/>
            </a:xfrm>
            <a:custGeom>
              <a:avLst/>
              <a:gdLst/>
              <a:ahLst/>
              <a:cxnLst/>
              <a:rect l="l" t="t" r="r" b="b"/>
              <a:pathLst>
                <a:path w="407670" h="472439">
                  <a:moveTo>
                    <a:pt x="407306" y="0"/>
                  </a:moveTo>
                  <a:lnTo>
                    <a:pt x="0" y="0"/>
                  </a:lnTo>
                  <a:lnTo>
                    <a:pt x="0" y="472236"/>
                  </a:lnTo>
                  <a:lnTo>
                    <a:pt x="407306" y="472236"/>
                  </a:lnTo>
                  <a:lnTo>
                    <a:pt x="407306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1121237" y="6129597"/>
              <a:ext cx="407670" cy="357505"/>
            </a:xfrm>
            <a:custGeom>
              <a:avLst/>
              <a:gdLst/>
              <a:ahLst/>
              <a:cxnLst/>
              <a:rect l="l" t="t" r="r" b="b"/>
              <a:pathLst>
                <a:path w="407670" h="357504">
                  <a:moveTo>
                    <a:pt x="71704" y="35864"/>
                  </a:moveTo>
                  <a:lnTo>
                    <a:pt x="68884" y="21907"/>
                  </a:lnTo>
                  <a:lnTo>
                    <a:pt x="61201" y="10515"/>
                  </a:lnTo>
                  <a:lnTo>
                    <a:pt x="49809" y="2819"/>
                  </a:lnTo>
                  <a:lnTo>
                    <a:pt x="35852" y="0"/>
                  </a:lnTo>
                  <a:lnTo>
                    <a:pt x="21894" y="2819"/>
                  </a:lnTo>
                  <a:lnTo>
                    <a:pt x="10502" y="10515"/>
                  </a:lnTo>
                  <a:lnTo>
                    <a:pt x="2819" y="21907"/>
                  </a:lnTo>
                  <a:lnTo>
                    <a:pt x="0" y="35864"/>
                  </a:lnTo>
                  <a:lnTo>
                    <a:pt x="0" y="321652"/>
                  </a:lnTo>
                  <a:lnTo>
                    <a:pt x="2819" y="335610"/>
                  </a:lnTo>
                  <a:lnTo>
                    <a:pt x="10502" y="347002"/>
                  </a:lnTo>
                  <a:lnTo>
                    <a:pt x="21894" y="354685"/>
                  </a:lnTo>
                  <a:lnTo>
                    <a:pt x="35852" y="357505"/>
                  </a:lnTo>
                  <a:lnTo>
                    <a:pt x="49809" y="354685"/>
                  </a:lnTo>
                  <a:lnTo>
                    <a:pt x="61201" y="347002"/>
                  </a:lnTo>
                  <a:lnTo>
                    <a:pt x="68884" y="335610"/>
                  </a:lnTo>
                  <a:lnTo>
                    <a:pt x="71704" y="321652"/>
                  </a:lnTo>
                  <a:lnTo>
                    <a:pt x="71704" y="35864"/>
                  </a:lnTo>
                  <a:close/>
                </a:path>
                <a:path w="407670" h="357504">
                  <a:moveTo>
                    <a:pt x="183565" y="35864"/>
                  </a:moveTo>
                  <a:lnTo>
                    <a:pt x="180746" y="21907"/>
                  </a:lnTo>
                  <a:lnTo>
                    <a:pt x="173062" y="10515"/>
                  </a:lnTo>
                  <a:lnTo>
                    <a:pt x="161671" y="2819"/>
                  </a:lnTo>
                  <a:lnTo>
                    <a:pt x="147713" y="0"/>
                  </a:lnTo>
                  <a:lnTo>
                    <a:pt x="133756" y="2819"/>
                  </a:lnTo>
                  <a:lnTo>
                    <a:pt x="122364" y="10515"/>
                  </a:lnTo>
                  <a:lnTo>
                    <a:pt x="114681" y="21907"/>
                  </a:lnTo>
                  <a:lnTo>
                    <a:pt x="111861" y="35864"/>
                  </a:lnTo>
                  <a:lnTo>
                    <a:pt x="111861" y="321652"/>
                  </a:lnTo>
                  <a:lnTo>
                    <a:pt x="114681" y="335610"/>
                  </a:lnTo>
                  <a:lnTo>
                    <a:pt x="122364" y="347002"/>
                  </a:lnTo>
                  <a:lnTo>
                    <a:pt x="133756" y="354685"/>
                  </a:lnTo>
                  <a:lnTo>
                    <a:pt x="147713" y="357505"/>
                  </a:lnTo>
                  <a:lnTo>
                    <a:pt x="161671" y="354685"/>
                  </a:lnTo>
                  <a:lnTo>
                    <a:pt x="173062" y="347002"/>
                  </a:lnTo>
                  <a:lnTo>
                    <a:pt x="180746" y="335610"/>
                  </a:lnTo>
                  <a:lnTo>
                    <a:pt x="183565" y="321652"/>
                  </a:lnTo>
                  <a:lnTo>
                    <a:pt x="183565" y="35864"/>
                  </a:lnTo>
                  <a:close/>
                </a:path>
                <a:path w="407670" h="357504">
                  <a:moveTo>
                    <a:pt x="295427" y="35864"/>
                  </a:moveTo>
                  <a:lnTo>
                    <a:pt x="292620" y="21907"/>
                  </a:lnTo>
                  <a:lnTo>
                    <a:pt x="284937" y="10515"/>
                  </a:lnTo>
                  <a:lnTo>
                    <a:pt x="273532" y="2819"/>
                  </a:lnTo>
                  <a:lnTo>
                    <a:pt x="259575" y="0"/>
                  </a:lnTo>
                  <a:lnTo>
                    <a:pt x="245630" y="2819"/>
                  </a:lnTo>
                  <a:lnTo>
                    <a:pt x="234226" y="10515"/>
                  </a:lnTo>
                  <a:lnTo>
                    <a:pt x="226542" y="21907"/>
                  </a:lnTo>
                  <a:lnTo>
                    <a:pt x="223723" y="35864"/>
                  </a:lnTo>
                  <a:lnTo>
                    <a:pt x="223723" y="321652"/>
                  </a:lnTo>
                  <a:lnTo>
                    <a:pt x="226542" y="335610"/>
                  </a:lnTo>
                  <a:lnTo>
                    <a:pt x="234226" y="347002"/>
                  </a:lnTo>
                  <a:lnTo>
                    <a:pt x="245630" y="354685"/>
                  </a:lnTo>
                  <a:lnTo>
                    <a:pt x="259575" y="357505"/>
                  </a:lnTo>
                  <a:lnTo>
                    <a:pt x="273532" y="354685"/>
                  </a:lnTo>
                  <a:lnTo>
                    <a:pt x="284937" y="347002"/>
                  </a:lnTo>
                  <a:lnTo>
                    <a:pt x="292620" y="335610"/>
                  </a:lnTo>
                  <a:lnTo>
                    <a:pt x="295427" y="321652"/>
                  </a:lnTo>
                  <a:lnTo>
                    <a:pt x="295427" y="35864"/>
                  </a:lnTo>
                  <a:close/>
                </a:path>
                <a:path w="407670" h="357504">
                  <a:moveTo>
                    <a:pt x="407301" y="35864"/>
                  </a:moveTo>
                  <a:lnTo>
                    <a:pt x="404482" y="21907"/>
                  </a:lnTo>
                  <a:lnTo>
                    <a:pt x="396798" y="10515"/>
                  </a:lnTo>
                  <a:lnTo>
                    <a:pt x="385394" y="2819"/>
                  </a:lnTo>
                  <a:lnTo>
                    <a:pt x="371449" y="0"/>
                  </a:lnTo>
                  <a:lnTo>
                    <a:pt x="357492" y="2819"/>
                  </a:lnTo>
                  <a:lnTo>
                    <a:pt x="346087" y="10515"/>
                  </a:lnTo>
                  <a:lnTo>
                    <a:pt x="338404" y="21907"/>
                  </a:lnTo>
                  <a:lnTo>
                    <a:pt x="335597" y="35864"/>
                  </a:lnTo>
                  <a:lnTo>
                    <a:pt x="335597" y="321652"/>
                  </a:lnTo>
                  <a:lnTo>
                    <a:pt x="338404" y="335610"/>
                  </a:lnTo>
                  <a:lnTo>
                    <a:pt x="346087" y="347002"/>
                  </a:lnTo>
                  <a:lnTo>
                    <a:pt x="357492" y="354685"/>
                  </a:lnTo>
                  <a:lnTo>
                    <a:pt x="371449" y="357505"/>
                  </a:lnTo>
                  <a:lnTo>
                    <a:pt x="385394" y="354685"/>
                  </a:lnTo>
                  <a:lnTo>
                    <a:pt x="396798" y="347002"/>
                  </a:lnTo>
                  <a:lnTo>
                    <a:pt x="404482" y="335610"/>
                  </a:lnTo>
                  <a:lnTo>
                    <a:pt x="407301" y="321652"/>
                  </a:lnTo>
                  <a:lnTo>
                    <a:pt x="407301" y="35864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117242" y="6594090"/>
              <a:ext cx="79693" cy="79683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229110" y="6594090"/>
              <a:ext cx="79693" cy="79683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340984" y="6594090"/>
              <a:ext cx="79683" cy="79683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452841" y="6594090"/>
              <a:ext cx="79693" cy="79683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117242" y="6704761"/>
              <a:ext cx="79693" cy="79693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229110" y="6704761"/>
              <a:ext cx="79693" cy="79693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340984" y="6704761"/>
              <a:ext cx="79683" cy="79693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452841" y="6704761"/>
              <a:ext cx="79693" cy="79693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117242" y="6815452"/>
              <a:ext cx="79693" cy="79693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229110" y="6815452"/>
              <a:ext cx="79693" cy="79693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340984" y="6815452"/>
              <a:ext cx="79683" cy="79693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452841" y="6815452"/>
              <a:ext cx="79693" cy="79693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117242" y="6926134"/>
              <a:ext cx="79693" cy="79683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229110" y="6926134"/>
              <a:ext cx="79693" cy="79683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340984" y="6926134"/>
              <a:ext cx="79683" cy="79683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452841" y="6926134"/>
              <a:ext cx="79693" cy="79683"/>
            </a:xfrm>
            <a:prstGeom prst="rect">
              <a:avLst/>
            </a:prstGeom>
          </p:spPr>
        </p:pic>
        <p:sp>
          <p:nvSpPr>
            <p:cNvPr id="116" name="object 116" descr=""/>
            <p:cNvSpPr/>
            <p:nvPr/>
          </p:nvSpPr>
          <p:spPr>
            <a:xfrm>
              <a:off x="7820381" y="9872160"/>
              <a:ext cx="4356735" cy="1437005"/>
            </a:xfrm>
            <a:custGeom>
              <a:avLst/>
              <a:gdLst/>
              <a:ahLst/>
              <a:cxnLst/>
              <a:rect l="l" t="t" r="r" b="b"/>
              <a:pathLst>
                <a:path w="4356734" h="1437004">
                  <a:moveTo>
                    <a:pt x="733590" y="0"/>
                  </a:moveTo>
                  <a:lnTo>
                    <a:pt x="660438" y="0"/>
                  </a:lnTo>
                  <a:lnTo>
                    <a:pt x="660438" y="920877"/>
                  </a:lnTo>
                  <a:lnTo>
                    <a:pt x="733590" y="920877"/>
                  </a:lnTo>
                  <a:lnTo>
                    <a:pt x="733590" y="0"/>
                  </a:lnTo>
                  <a:close/>
                </a:path>
                <a:path w="4356734" h="1437004">
                  <a:moveTo>
                    <a:pt x="898169" y="0"/>
                  </a:moveTo>
                  <a:lnTo>
                    <a:pt x="825017" y="0"/>
                  </a:lnTo>
                  <a:lnTo>
                    <a:pt x="825017" y="920877"/>
                  </a:lnTo>
                  <a:lnTo>
                    <a:pt x="898169" y="920877"/>
                  </a:lnTo>
                  <a:lnTo>
                    <a:pt x="898169" y="0"/>
                  </a:lnTo>
                  <a:close/>
                </a:path>
                <a:path w="4356734" h="1437004">
                  <a:moveTo>
                    <a:pt x="1062761" y="0"/>
                  </a:moveTo>
                  <a:lnTo>
                    <a:pt x="989596" y="0"/>
                  </a:lnTo>
                  <a:lnTo>
                    <a:pt x="989596" y="920877"/>
                  </a:lnTo>
                  <a:lnTo>
                    <a:pt x="1062761" y="920877"/>
                  </a:lnTo>
                  <a:lnTo>
                    <a:pt x="1062761" y="0"/>
                  </a:lnTo>
                  <a:close/>
                </a:path>
                <a:path w="4356734" h="1437004">
                  <a:moveTo>
                    <a:pt x="1227328" y="0"/>
                  </a:moveTo>
                  <a:lnTo>
                    <a:pt x="1154163" y="0"/>
                  </a:lnTo>
                  <a:lnTo>
                    <a:pt x="1154163" y="920877"/>
                  </a:lnTo>
                  <a:lnTo>
                    <a:pt x="1227328" y="920877"/>
                  </a:lnTo>
                  <a:lnTo>
                    <a:pt x="1227328" y="0"/>
                  </a:lnTo>
                  <a:close/>
                </a:path>
                <a:path w="4356734" h="1437004">
                  <a:moveTo>
                    <a:pt x="1391907" y="0"/>
                  </a:moveTo>
                  <a:lnTo>
                    <a:pt x="1318742" y="0"/>
                  </a:lnTo>
                  <a:lnTo>
                    <a:pt x="1318742" y="920877"/>
                  </a:lnTo>
                  <a:lnTo>
                    <a:pt x="1391907" y="920877"/>
                  </a:lnTo>
                  <a:lnTo>
                    <a:pt x="1391907" y="0"/>
                  </a:lnTo>
                  <a:close/>
                </a:path>
                <a:path w="4356734" h="1437004">
                  <a:moveTo>
                    <a:pt x="1556473" y="0"/>
                  </a:moveTo>
                  <a:lnTo>
                    <a:pt x="1483321" y="0"/>
                  </a:lnTo>
                  <a:lnTo>
                    <a:pt x="1483321" y="920877"/>
                  </a:lnTo>
                  <a:lnTo>
                    <a:pt x="1556473" y="920877"/>
                  </a:lnTo>
                  <a:lnTo>
                    <a:pt x="1556473" y="0"/>
                  </a:lnTo>
                  <a:close/>
                </a:path>
                <a:path w="4356734" h="1437004">
                  <a:moveTo>
                    <a:pt x="1721065" y="0"/>
                  </a:moveTo>
                  <a:lnTo>
                    <a:pt x="1647913" y="0"/>
                  </a:lnTo>
                  <a:lnTo>
                    <a:pt x="1647913" y="920877"/>
                  </a:lnTo>
                  <a:lnTo>
                    <a:pt x="1721065" y="920877"/>
                  </a:lnTo>
                  <a:lnTo>
                    <a:pt x="1721065" y="0"/>
                  </a:lnTo>
                  <a:close/>
                </a:path>
                <a:path w="4356734" h="1437004">
                  <a:moveTo>
                    <a:pt x="1885632" y="0"/>
                  </a:moveTo>
                  <a:lnTo>
                    <a:pt x="1812467" y="0"/>
                  </a:lnTo>
                  <a:lnTo>
                    <a:pt x="1812467" y="920877"/>
                  </a:lnTo>
                  <a:lnTo>
                    <a:pt x="1885632" y="920877"/>
                  </a:lnTo>
                  <a:lnTo>
                    <a:pt x="1885632" y="0"/>
                  </a:lnTo>
                  <a:close/>
                </a:path>
                <a:path w="4356734" h="1437004">
                  <a:moveTo>
                    <a:pt x="2050211" y="0"/>
                  </a:moveTo>
                  <a:lnTo>
                    <a:pt x="1977047" y="0"/>
                  </a:lnTo>
                  <a:lnTo>
                    <a:pt x="1977047" y="920877"/>
                  </a:lnTo>
                  <a:lnTo>
                    <a:pt x="2050211" y="920877"/>
                  </a:lnTo>
                  <a:lnTo>
                    <a:pt x="2050211" y="0"/>
                  </a:lnTo>
                  <a:close/>
                </a:path>
                <a:path w="4356734" h="1437004">
                  <a:moveTo>
                    <a:pt x="2214791" y="0"/>
                  </a:moveTo>
                  <a:lnTo>
                    <a:pt x="2141639" y="0"/>
                  </a:lnTo>
                  <a:lnTo>
                    <a:pt x="2141639" y="920877"/>
                  </a:lnTo>
                  <a:lnTo>
                    <a:pt x="2214791" y="920877"/>
                  </a:lnTo>
                  <a:lnTo>
                    <a:pt x="2214791" y="0"/>
                  </a:lnTo>
                  <a:close/>
                </a:path>
                <a:path w="4356734" h="1437004">
                  <a:moveTo>
                    <a:pt x="2379370" y="0"/>
                  </a:moveTo>
                  <a:lnTo>
                    <a:pt x="2306205" y="0"/>
                  </a:lnTo>
                  <a:lnTo>
                    <a:pt x="2306205" y="920877"/>
                  </a:lnTo>
                  <a:lnTo>
                    <a:pt x="2379370" y="920877"/>
                  </a:lnTo>
                  <a:lnTo>
                    <a:pt x="2379370" y="0"/>
                  </a:lnTo>
                  <a:close/>
                </a:path>
                <a:path w="4356734" h="1437004">
                  <a:moveTo>
                    <a:pt x="2543949" y="0"/>
                  </a:moveTo>
                  <a:lnTo>
                    <a:pt x="2470785" y="0"/>
                  </a:lnTo>
                  <a:lnTo>
                    <a:pt x="2470785" y="920877"/>
                  </a:lnTo>
                  <a:lnTo>
                    <a:pt x="2543949" y="920877"/>
                  </a:lnTo>
                  <a:lnTo>
                    <a:pt x="2543949" y="0"/>
                  </a:lnTo>
                  <a:close/>
                </a:path>
                <a:path w="4356734" h="1437004">
                  <a:moveTo>
                    <a:pt x="2708516" y="0"/>
                  </a:moveTo>
                  <a:lnTo>
                    <a:pt x="2635364" y="0"/>
                  </a:lnTo>
                  <a:lnTo>
                    <a:pt x="2635364" y="920877"/>
                  </a:lnTo>
                  <a:lnTo>
                    <a:pt x="2708516" y="920877"/>
                  </a:lnTo>
                  <a:lnTo>
                    <a:pt x="2708516" y="0"/>
                  </a:lnTo>
                  <a:close/>
                </a:path>
                <a:path w="4356734" h="1437004">
                  <a:moveTo>
                    <a:pt x="2873095" y="0"/>
                  </a:moveTo>
                  <a:lnTo>
                    <a:pt x="2799943" y="0"/>
                  </a:lnTo>
                  <a:lnTo>
                    <a:pt x="2799943" y="920877"/>
                  </a:lnTo>
                  <a:lnTo>
                    <a:pt x="2873095" y="920877"/>
                  </a:lnTo>
                  <a:lnTo>
                    <a:pt x="2873095" y="0"/>
                  </a:lnTo>
                  <a:close/>
                </a:path>
                <a:path w="4356734" h="1437004">
                  <a:moveTo>
                    <a:pt x="3037675" y="0"/>
                  </a:moveTo>
                  <a:lnTo>
                    <a:pt x="2964523" y="0"/>
                  </a:lnTo>
                  <a:lnTo>
                    <a:pt x="2964523" y="920877"/>
                  </a:lnTo>
                  <a:lnTo>
                    <a:pt x="3037675" y="920877"/>
                  </a:lnTo>
                  <a:lnTo>
                    <a:pt x="3037675" y="0"/>
                  </a:lnTo>
                  <a:close/>
                </a:path>
                <a:path w="4356734" h="1437004">
                  <a:moveTo>
                    <a:pt x="3202254" y="0"/>
                  </a:moveTo>
                  <a:lnTo>
                    <a:pt x="3129102" y="0"/>
                  </a:lnTo>
                  <a:lnTo>
                    <a:pt x="3129102" y="920877"/>
                  </a:lnTo>
                  <a:lnTo>
                    <a:pt x="3202254" y="920877"/>
                  </a:lnTo>
                  <a:lnTo>
                    <a:pt x="3202254" y="0"/>
                  </a:lnTo>
                  <a:close/>
                </a:path>
                <a:path w="4356734" h="1437004">
                  <a:moveTo>
                    <a:pt x="3366833" y="0"/>
                  </a:moveTo>
                  <a:lnTo>
                    <a:pt x="3293668" y="0"/>
                  </a:lnTo>
                  <a:lnTo>
                    <a:pt x="3293668" y="920877"/>
                  </a:lnTo>
                  <a:lnTo>
                    <a:pt x="3366833" y="920877"/>
                  </a:lnTo>
                  <a:lnTo>
                    <a:pt x="3366833" y="0"/>
                  </a:lnTo>
                  <a:close/>
                </a:path>
                <a:path w="4356734" h="1437004">
                  <a:moveTo>
                    <a:pt x="3531412" y="0"/>
                  </a:moveTo>
                  <a:lnTo>
                    <a:pt x="3458248" y="0"/>
                  </a:lnTo>
                  <a:lnTo>
                    <a:pt x="3458248" y="920877"/>
                  </a:lnTo>
                  <a:lnTo>
                    <a:pt x="3531412" y="920877"/>
                  </a:lnTo>
                  <a:lnTo>
                    <a:pt x="3531412" y="0"/>
                  </a:lnTo>
                  <a:close/>
                </a:path>
                <a:path w="4356734" h="1437004">
                  <a:moveTo>
                    <a:pt x="3695979" y="0"/>
                  </a:moveTo>
                  <a:lnTo>
                    <a:pt x="3622840" y="0"/>
                  </a:lnTo>
                  <a:lnTo>
                    <a:pt x="3622840" y="920877"/>
                  </a:lnTo>
                  <a:lnTo>
                    <a:pt x="3695979" y="920877"/>
                  </a:lnTo>
                  <a:lnTo>
                    <a:pt x="3695979" y="0"/>
                  </a:lnTo>
                  <a:close/>
                </a:path>
                <a:path w="4356734" h="1437004">
                  <a:moveTo>
                    <a:pt x="4356430" y="1159027"/>
                  </a:moveTo>
                  <a:lnTo>
                    <a:pt x="0" y="1159027"/>
                  </a:lnTo>
                  <a:lnTo>
                    <a:pt x="0" y="1436395"/>
                  </a:lnTo>
                  <a:lnTo>
                    <a:pt x="4356430" y="1436395"/>
                  </a:lnTo>
                  <a:lnTo>
                    <a:pt x="4356430" y="1159027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8426361" y="7500923"/>
              <a:ext cx="138430" cy="88265"/>
            </a:xfrm>
            <a:custGeom>
              <a:avLst/>
              <a:gdLst/>
              <a:ahLst/>
              <a:cxnLst/>
              <a:rect l="l" t="t" r="r" b="b"/>
              <a:pathLst>
                <a:path w="138429" h="88265">
                  <a:moveTo>
                    <a:pt x="0" y="88122"/>
                  </a:moveTo>
                  <a:lnTo>
                    <a:pt x="138090" y="88122"/>
                  </a:lnTo>
                  <a:lnTo>
                    <a:pt x="138090" y="0"/>
                  </a:lnTo>
                  <a:lnTo>
                    <a:pt x="0" y="0"/>
                  </a:lnTo>
                  <a:lnTo>
                    <a:pt x="0" y="881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8426350" y="7655976"/>
              <a:ext cx="138430" cy="842644"/>
            </a:xfrm>
            <a:custGeom>
              <a:avLst/>
              <a:gdLst/>
              <a:ahLst/>
              <a:cxnLst/>
              <a:rect l="l" t="t" r="r" b="b"/>
              <a:pathLst>
                <a:path w="138429" h="842645">
                  <a:moveTo>
                    <a:pt x="138100" y="0"/>
                  </a:moveTo>
                  <a:lnTo>
                    <a:pt x="0" y="0"/>
                  </a:lnTo>
                  <a:lnTo>
                    <a:pt x="0" y="842267"/>
                  </a:lnTo>
                  <a:lnTo>
                    <a:pt x="138100" y="842267"/>
                  </a:lnTo>
                  <a:lnTo>
                    <a:pt x="138100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8377556" y="7589046"/>
              <a:ext cx="236220" cy="67310"/>
            </a:xfrm>
            <a:custGeom>
              <a:avLst/>
              <a:gdLst/>
              <a:ahLst/>
              <a:cxnLst/>
              <a:rect l="l" t="t" r="r" b="b"/>
              <a:pathLst>
                <a:path w="236220" h="67309">
                  <a:moveTo>
                    <a:pt x="235689" y="0"/>
                  </a:moveTo>
                  <a:lnTo>
                    <a:pt x="0" y="0"/>
                  </a:lnTo>
                  <a:lnTo>
                    <a:pt x="0" y="66919"/>
                  </a:lnTo>
                  <a:lnTo>
                    <a:pt x="235689" y="66919"/>
                  </a:lnTo>
                  <a:lnTo>
                    <a:pt x="235689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8768895" y="7500923"/>
              <a:ext cx="138430" cy="465455"/>
            </a:xfrm>
            <a:custGeom>
              <a:avLst/>
              <a:gdLst/>
              <a:ahLst/>
              <a:cxnLst/>
              <a:rect l="l" t="t" r="r" b="b"/>
              <a:pathLst>
                <a:path w="138429" h="465454">
                  <a:moveTo>
                    <a:pt x="0" y="465273"/>
                  </a:moveTo>
                  <a:lnTo>
                    <a:pt x="138079" y="465273"/>
                  </a:lnTo>
                  <a:lnTo>
                    <a:pt x="138079" y="0"/>
                  </a:lnTo>
                  <a:lnTo>
                    <a:pt x="0" y="0"/>
                  </a:lnTo>
                  <a:lnTo>
                    <a:pt x="0" y="4652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8768811" y="8033127"/>
              <a:ext cx="138430" cy="465455"/>
            </a:xfrm>
            <a:custGeom>
              <a:avLst/>
              <a:gdLst/>
              <a:ahLst/>
              <a:cxnLst/>
              <a:rect l="l" t="t" r="r" b="b"/>
              <a:pathLst>
                <a:path w="138429" h="465454">
                  <a:moveTo>
                    <a:pt x="138100" y="0"/>
                  </a:moveTo>
                  <a:lnTo>
                    <a:pt x="0" y="0"/>
                  </a:lnTo>
                  <a:lnTo>
                    <a:pt x="0" y="465116"/>
                  </a:lnTo>
                  <a:lnTo>
                    <a:pt x="138100" y="465116"/>
                  </a:lnTo>
                  <a:lnTo>
                    <a:pt x="138100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8720006" y="7966197"/>
              <a:ext cx="236220" cy="67310"/>
            </a:xfrm>
            <a:custGeom>
              <a:avLst/>
              <a:gdLst/>
              <a:ahLst/>
              <a:cxnLst/>
              <a:rect l="l" t="t" r="r" b="b"/>
              <a:pathLst>
                <a:path w="236220" h="67309">
                  <a:moveTo>
                    <a:pt x="235919" y="0"/>
                  </a:moveTo>
                  <a:lnTo>
                    <a:pt x="0" y="0"/>
                  </a:lnTo>
                  <a:lnTo>
                    <a:pt x="0" y="66929"/>
                  </a:lnTo>
                  <a:lnTo>
                    <a:pt x="235919" y="66929"/>
                  </a:lnTo>
                  <a:lnTo>
                    <a:pt x="235919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9111418" y="7500923"/>
              <a:ext cx="138430" cy="171450"/>
            </a:xfrm>
            <a:custGeom>
              <a:avLst/>
              <a:gdLst/>
              <a:ahLst/>
              <a:cxnLst/>
              <a:rect l="l" t="t" r="r" b="b"/>
              <a:pathLst>
                <a:path w="138429" h="171450">
                  <a:moveTo>
                    <a:pt x="0" y="171387"/>
                  </a:moveTo>
                  <a:lnTo>
                    <a:pt x="138079" y="171387"/>
                  </a:lnTo>
                  <a:lnTo>
                    <a:pt x="138079" y="0"/>
                  </a:lnTo>
                  <a:lnTo>
                    <a:pt x="0" y="0"/>
                  </a:lnTo>
                  <a:lnTo>
                    <a:pt x="0" y="1713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9111492" y="7739240"/>
              <a:ext cx="138430" cy="759460"/>
            </a:xfrm>
            <a:custGeom>
              <a:avLst/>
              <a:gdLst/>
              <a:ahLst/>
              <a:cxnLst/>
              <a:rect l="l" t="t" r="r" b="b"/>
              <a:pathLst>
                <a:path w="138429" h="759459">
                  <a:moveTo>
                    <a:pt x="138100" y="0"/>
                  </a:moveTo>
                  <a:lnTo>
                    <a:pt x="0" y="0"/>
                  </a:lnTo>
                  <a:lnTo>
                    <a:pt x="0" y="759003"/>
                  </a:lnTo>
                  <a:lnTo>
                    <a:pt x="138100" y="759003"/>
                  </a:lnTo>
                  <a:lnTo>
                    <a:pt x="138100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9062467" y="7672310"/>
              <a:ext cx="236220" cy="67310"/>
            </a:xfrm>
            <a:custGeom>
              <a:avLst/>
              <a:gdLst/>
              <a:ahLst/>
              <a:cxnLst/>
              <a:rect l="l" t="t" r="r" b="b"/>
              <a:pathLst>
                <a:path w="236220" h="67309">
                  <a:moveTo>
                    <a:pt x="235919" y="0"/>
                  </a:moveTo>
                  <a:lnTo>
                    <a:pt x="0" y="0"/>
                  </a:lnTo>
                  <a:lnTo>
                    <a:pt x="0" y="66929"/>
                  </a:lnTo>
                  <a:lnTo>
                    <a:pt x="235919" y="66929"/>
                  </a:lnTo>
                  <a:lnTo>
                    <a:pt x="235919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9453952" y="7500923"/>
              <a:ext cx="138430" cy="88265"/>
            </a:xfrm>
            <a:custGeom>
              <a:avLst/>
              <a:gdLst/>
              <a:ahLst/>
              <a:cxnLst/>
              <a:rect l="l" t="t" r="r" b="b"/>
              <a:pathLst>
                <a:path w="138429" h="88265">
                  <a:moveTo>
                    <a:pt x="0" y="88122"/>
                  </a:moveTo>
                  <a:lnTo>
                    <a:pt x="138079" y="88122"/>
                  </a:lnTo>
                  <a:lnTo>
                    <a:pt x="138079" y="0"/>
                  </a:lnTo>
                  <a:lnTo>
                    <a:pt x="0" y="0"/>
                  </a:lnTo>
                  <a:lnTo>
                    <a:pt x="0" y="881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9453952" y="7655976"/>
              <a:ext cx="138430" cy="842644"/>
            </a:xfrm>
            <a:custGeom>
              <a:avLst/>
              <a:gdLst/>
              <a:ahLst/>
              <a:cxnLst/>
              <a:rect l="l" t="t" r="r" b="b"/>
              <a:pathLst>
                <a:path w="138429" h="842645">
                  <a:moveTo>
                    <a:pt x="138100" y="0"/>
                  </a:moveTo>
                  <a:lnTo>
                    <a:pt x="0" y="0"/>
                  </a:lnTo>
                  <a:lnTo>
                    <a:pt x="0" y="842267"/>
                  </a:lnTo>
                  <a:lnTo>
                    <a:pt x="138100" y="842267"/>
                  </a:lnTo>
                  <a:lnTo>
                    <a:pt x="138100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9405158" y="7589046"/>
              <a:ext cx="236220" cy="67310"/>
            </a:xfrm>
            <a:custGeom>
              <a:avLst/>
              <a:gdLst/>
              <a:ahLst/>
              <a:cxnLst/>
              <a:rect l="l" t="t" r="r" b="b"/>
              <a:pathLst>
                <a:path w="236220" h="67309">
                  <a:moveTo>
                    <a:pt x="235689" y="0"/>
                  </a:moveTo>
                  <a:lnTo>
                    <a:pt x="0" y="0"/>
                  </a:lnTo>
                  <a:lnTo>
                    <a:pt x="0" y="66919"/>
                  </a:lnTo>
                  <a:lnTo>
                    <a:pt x="235689" y="66919"/>
                  </a:lnTo>
                  <a:lnTo>
                    <a:pt x="235689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9796414" y="7568010"/>
              <a:ext cx="138430" cy="930275"/>
            </a:xfrm>
            <a:custGeom>
              <a:avLst/>
              <a:gdLst/>
              <a:ahLst/>
              <a:cxnLst/>
              <a:rect l="l" t="t" r="r" b="b"/>
              <a:pathLst>
                <a:path w="138429" h="930275">
                  <a:moveTo>
                    <a:pt x="138100" y="0"/>
                  </a:moveTo>
                  <a:lnTo>
                    <a:pt x="0" y="0"/>
                  </a:lnTo>
                  <a:lnTo>
                    <a:pt x="0" y="930233"/>
                  </a:lnTo>
                  <a:lnTo>
                    <a:pt x="138100" y="930233"/>
                  </a:lnTo>
                  <a:lnTo>
                    <a:pt x="138100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9747609" y="7500850"/>
              <a:ext cx="236220" cy="67310"/>
            </a:xfrm>
            <a:custGeom>
              <a:avLst/>
              <a:gdLst/>
              <a:ahLst/>
              <a:cxnLst/>
              <a:rect l="l" t="t" r="r" b="b"/>
              <a:pathLst>
                <a:path w="236220" h="67309">
                  <a:moveTo>
                    <a:pt x="235919" y="0"/>
                  </a:moveTo>
                  <a:lnTo>
                    <a:pt x="0" y="0"/>
                  </a:lnTo>
                  <a:lnTo>
                    <a:pt x="0" y="67149"/>
                  </a:lnTo>
                  <a:lnTo>
                    <a:pt x="235919" y="67149"/>
                  </a:lnTo>
                  <a:lnTo>
                    <a:pt x="235919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0199751" y="7500867"/>
              <a:ext cx="436880" cy="997585"/>
            </a:xfrm>
            <a:custGeom>
              <a:avLst/>
              <a:gdLst/>
              <a:ahLst/>
              <a:cxnLst/>
              <a:rect l="l" t="t" r="r" b="b"/>
              <a:pathLst>
                <a:path w="436879" h="997584">
                  <a:moveTo>
                    <a:pt x="436435" y="560946"/>
                  </a:moveTo>
                  <a:lnTo>
                    <a:pt x="0" y="560946"/>
                  </a:lnTo>
                  <a:lnTo>
                    <a:pt x="0" y="997381"/>
                  </a:lnTo>
                  <a:lnTo>
                    <a:pt x="436435" y="997381"/>
                  </a:lnTo>
                  <a:lnTo>
                    <a:pt x="436435" y="560946"/>
                  </a:lnTo>
                  <a:close/>
                </a:path>
                <a:path w="436879" h="997584">
                  <a:moveTo>
                    <a:pt x="436435" y="0"/>
                  </a:moveTo>
                  <a:lnTo>
                    <a:pt x="0" y="0"/>
                  </a:lnTo>
                  <a:lnTo>
                    <a:pt x="0" y="436422"/>
                  </a:lnTo>
                  <a:lnTo>
                    <a:pt x="436435" y="436422"/>
                  </a:lnTo>
                  <a:lnTo>
                    <a:pt x="436435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0272722" y="7573831"/>
              <a:ext cx="290830" cy="290830"/>
            </a:xfrm>
            <a:custGeom>
              <a:avLst/>
              <a:gdLst/>
              <a:ahLst/>
              <a:cxnLst/>
              <a:rect l="l" t="t" r="r" b="b"/>
              <a:pathLst>
                <a:path w="290829" h="290829">
                  <a:moveTo>
                    <a:pt x="145241" y="0"/>
                  </a:moveTo>
                  <a:lnTo>
                    <a:pt x="99337" y="7404"/>
                  </a:lnTo>
                  <a:lnTo>
                    <a:pt x="59467" y="28022"/>
                  </a:lnTo>
                  <a:lnTo>
                    <a:pt x="28025" y="59462"/>
                  </a:lnTo>
                  <a:lnTo>
                    <a:pt x="7405" y="99333"/>
                  </a:lnTo>
                  <a:lnTo>
                    <a:pt x="0" y="145241"/>
                  </a:lnTo>
                  <a:lnTo>
                    <a:pt x="7405" y="191151"/>
                  </a:lnTo>
                  <a:lnTo>
                    <a:pt x="28025" y="231024"/>
                  </a:lnTo>
                  <a:lnTo>
                    <a:pt x="59467" y="262467"/>
                  </a:lnTo>
                  <a:lnTo>
                    <a:pt x="99337" y="283088"/>
                  </a:lnTo>
                  <a:lnTo>
                    <a:pt x="145241" y="290493"/>
                  </a:lnTo>
                  <a:lnTo>
                    <a:pt x="191155" y="283088"/>
                  </a:lnTo>
                  <a:lnTo>
                    <a:pt x="231028" y="262467"/>
                  </a:lnTo>
                  <a:lnTo>
                    <a:pt x="262470" y="231024"/>
                  </a:lnTo>
                  <a:lnTo>
                    <a:pt x="283089" y="191151"/>
                  </a:lnTo>
                  <a:lnTo>
                    <a:pt x="290493" y="145241"/>
                  </a:lnTo>
                  <a:lnTo>
                    <a:pt x="283089" y="99333"/>
                  </a:lnTo>
                  <a:lnTo>
                    <a:pt x="262470" y="59462"/>
                  </a:lnTo>
                  <a:lnTo>
                    <a:pt x="231028" y="28022"/>
                  </a:lnTo>
                  <a:lnTo>
                    <a:pt x="191155" y="7404"/>
                  </a:lnTo>
                  <a:lnTo>
                    <a:pt x="145241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0272722" y="8134774"/>
              <a:ext cx="290830" cy="290830"/>
            </a:xfrm>
            <a:custGeom>
              <a:avLst/>
              <a:gdLst/>
              <a:ahLst/>
              <a:cxnLst/>
              <a:rect l="l" t="t" r="r" b="b"/>
              <a:pathLst>
                <a:path w="290829" h="290829">
                  <a:moveTo>
                    <a:pt x="145241" y="0"/>
                  </a:moveTo>
                  <a:lnTo>
                    <a:pt x="99337" y="7405"/>
                  </a:lnTo>
                  <a:lnTo>
                    <a:pt x="59467" y="28026"/>
                  </a:lnTo>
                  <a:lnTo>
                    <a:pt x="28025" y="59469"/>
                  </a:lnTo>
                  <a:lnTo>
                    <a:pt x="7405" y="99342"/>
                  </a:lnTo>
                  <a:lnTo>
                    <a:pt x="0" y="145252"/>
                  </a:lnTo>
                  <a:lnTo>
                    <a:pt x="7405" y="191160"/>
                  </a:lnTo>
                  <a:lnTo>
                    <a:pt x="28025" y="231031"/>
                  </a:lnTo>
                  <a:lnTo>
                    <a:pt x="59467" y="262471"/>
                  </a:lnTo>
                  <a:lnTo>
                    <a:pt x="99337" y="283089"/>
                  </a:lnTo>
                  <a:lnTo>
                    <a:pt x="145241" y="290493"/>
                  </a:lnTo>
                  <a:lnTo>
                    <a:pt x="191155" y="283089"/>
                  </a:lnTo>
                  <a:lnTo>
                    <a:pt x="231028" y="262471"/>
                  </a:lnTo>
                  <a:lnTo>
                    <a:pt x="262470" y="231031"/>
                  </a:lnTo>
                  <a:lnTo>
                    <a:pt x="283089" y="191160"/>
                  </a:lnTo>
                  <a:lnTo>
                    <a:pt x="290493" y="145252"/>
                  </a:lnTo>
                  <a:lnTo>
                    <a:pt x="283089" y="99342"/>
                  </a:lnTo>
                  <a:lnTo>
                    <a:pt x="262470" y="59469"/>
                  </a:lnTo>
                  <a:lnTo>
                    <a:pt x="231028" y="28026"/>
                  </a:lnTo>
                  <a:lnTo>
                    <a:pt x="191155" y="7405"/>
                  </a:lnTo>
                  <a:lnTo>
                    <a:pt x="145241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8389713" y="4621744"/>
              <a:ext cx="346710" cy="358140"/>
            </a:xfrm>
            <a:custGeom>
              <a:avLst/>
              <a:gdLst/>
              <a:ahLst/>
              <a:cxnLst/>
              <a:rect l="l" t="t" r="r" b="b"/>
              <a:pathLst>
                <a:path w="346709" h="358139">
                  <a:moveTo>
                    <a:pt x="0" y="358051"/>
                  </a:moveTo>
                  <a:lnTo>
                    <a:pt x="346439" y="358051"/>
                  </a:lnTo>
                  <a:lnTo>
                    <a:pt x="346439" y="0"/>
                  </a:lnTo>
                  <a:lnTo>
                    <a:pt x="0" y="0"/>
                  </a:lnTo>
                  <a:lnTo>
                    <a:pt x="0" y="358051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8330343" y="4418085"/>
              <a:ext cx="465455" cy="203835"/>
            </a:xfrm>
            <a:custGeom>
              <a:avLst/>
              <a:gdLst/>
              <a:ahLst/>
              <a:cxnLst/>
              <a:rect l="l" t="t" r="r" b="b"/>
              <a:pathLst>
                <a:path w="465454" h="203835">
                  <a:moveTo>
                    <a:pt x="465190" y="0"/>
                  </a:moveTo>
                  <a:lnTo>
                    <a:pt x="0" y="0"/>
                  </a:lnTo>
                  <a:lnTo>
                    <a:pt x="0" y="203658"/>
                  </a:lnTo>
                  <a:lnTo>
                    <a:pt x="465190" y="203658"/>
                  </a:lnTo>
                  <a:lnTo>
                    <a:pt x="465190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9067084" y="4621744"/>
              <a:ext cx="346710" cy="358140"/>
            </a:xfrm>
            <a:custGeom>
              <a:avLst/>
              <a:gdLst/>
              <a:ahLst/>
              <a:cxnLst/>
              <a:rect l="l" t="t" r="r" b="b"/>
              <a:pathLst>
                <a:path w="346709" h="358139">
                  <a:moveTo>
                    <a:pt x="0" y="358051"/>
                  </a:moveTo>
                  <a:lnTo>
                    <a:pt x="346439" y="358051"/>
                  </a:lnTo>
                  <a:lnTo>
                    <a:pt x="346439" y="0"/>
                  </a:lnTo>
                  <a:lnTo>
                    <a:pt x="0" y="0"/>
                  </a:lnTo>
                  <a:lnTo>
                    <a:pt x="0" y="358051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9007704" y="4418085"/>
              <a:ext cx="465455" cy="203835"/>
            </a:xfrm>
            <a:custGeom>
              <a:avLst/>
              <a:gdLst/>
              <a:ahLst/>
              <a:cxnLst/>
              <a:rect l="l" t="t" r="r" b="b"/>
              <a:pathLst>
                <a:path w="465454" h="203835">
                  <a:moveTo>
                    <a:pt x="465200" y="0"/>
                  </a:moveTo>
                  <a:lnTo>
                    <a:pt x="0" y="0"/>
                  </a:lnTo>
                  <a:lnTo>
                    <a:pt x="0" y="203658"/>
                  </a:lnTo>
                  <a:lnTo>
                    <a:pt x="465200" y="203658"/>
                  </a:lnTo>
                  <a:lnTo>
                    <a:pt x="465200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1416207" y="7500860"/>
              <a:ext cx="191770" cy="997585"/>
            </a:xfrm>
            <a:custGeom>
              <a:avLst/>
              <a:gdLst/>
              <a:ahLst/>
              <a:cxnLst/>
              <a:rect l="l" t="t" r="r" b="b"/>
              <a:pathLst>
                <a:path w="191770" h="997584">
                  <a:moveTo>
                    <a:pt x="191271" y="0"/>
                  </a:moveTo>
                  <a:lnTo>
                    <a:pt x="0" y="0"/>
                  </a:lnTo>
                  <a:lnTo>
                    <a:pt x="0" y="997383"/>
                  </a:lnTo>
                  <a:lnTo>
                    <a:pt x="191271" y="997383"/>
                  </a:lnTo>
                  <a:lnTo>
                    <a:pt x="191271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1478331" y="7570094"/>
              <a:ext cx="67310" cy="859155"/>
            </a:xfrm>
            <a:custGeom>
              <a:avLst/>
              <a:gdLst/>
              <a:ahLst/>
              <a:cxnLst/>
              <a:rect l="l" t="t" r="r" b="b"/>
              <a:pathLst>
                <a:path w="67309" h="859154">
                  <a:moveTo>
                    <a:pt x="67024" y="0"/>
                  </a:moveTo>
                  <a:lnTo>
                    <a:pt x="0" y="0"/>
                  </a:lnTo>
                  <a:lnTo>
                    <a:pt x="0" y="858905"/>
                  </a:lnTo>
                  <a:lnTo>
                    <a:pt x="67024" y="858905"/>
                  </a:lnTo>
                  <a:lnTo>
                    <a:pt x="67024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1489095" y="7660321"/>
              <a:ext cx="45720" cy="339725"/>
            </a:xfrm>
            <a:custGeom>
              <a:avLst/>
              <a:gdLst/>
              <a:ahLst/>
              <a:cxnLst/>
              <a:rect l="l" t="t" r="r" b="b"/>
              <a:pathLst>
                <a:path w="45720" h="339725">
                  <a:moveTo>
                    <a:pt x="45506" y="0"/>
                  </a:moveTo>
                  <a:lnTo>
                    <a:pt x="0" y="0"/>
                  </a:lnTo>
                  <a:lnTo>
                    <a:pt x="0" y="339298"/>
                  </a:lnTo>
                  <a:lnTo>
                    <a:pt x="45506" y="339298"/>
                  </a:lnTo>
                  <a:lnTo>
                    <a:pt x="45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416210" y="7593162"/>
              <a:ext cx="191271" cy="191271"/>
            </a:xfrm>
            <a:prstGeom prst="rect">
              <a:avLst/>
            </a:prstGeom>
          </p:spPr>
        </p:pic>
        <p:sp>
          <p:nvSpPr>
            <p:cNvPr id="142" name="object 142" descr=""/>
            <p:cNvSpPr/>
            <p:nvPr/>
          </p:nvSpPr>
          <p:spPr>
            <a:xfrm>
              <a:off x="11101305" y="7500860"/>
              <a:ext cx="191770" cy="997585"/>
            </a:xfrm>
            <a:custGeom>
              <a:avLst/>
              <a:gdLst/>
              <a:ahLst/>
              <a:cxnLst/>
              <a:rect l="l" t="t" r="r" b="b"/>
              <a:pathLst>
                <a:path w="191770" h="997584">
                  <a:moveTo>
                    <a:pt x="191271" y="0"/>
                  </a:moveTo>
                  <a:lnTo>
                    <a:pt x="0" y="0"/>
                  </a:lnTo>
                  <a:lnTo>
                    <a:pt x="0" y="997383"/>
                  </a:lnTo>
                  <a:lnTo>
                    <a:pt x="191271" y="997383"/>
                  </a:lnTo>
                  <a:lnTo>
                    <a:pt x="191271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1163429" y="7570094"/>
              <a:ext cx="67310" cy="859155"/>
            </a:xfrm>
            <a:custGeom>
              <a:avLst/>
              <a:gdLst/>
              <a:ahLst/>
              <a:cxnLst/>
              <a:rect l="l" t="t" r="r" b="b"/>
              <a:pathLst>
                <a:path w="67309" h="859154">
                  <a:moveTo>
                    <a:pt x="67024" y="0"/>
                  </a:moveTo>
                  <a:lnTo>
                    <a:pt x="0" y="0"/>
                  </a:lnTo>
                  <a:lnTo>
                    <a:pt x="0" y="858905"/>
                  </a:lnTo>
                  <a:lnTo>
                    <a:pt x="67024" y="858905"/>
                  </a:lnTo>
                  <a:lnTo>
                    <a:pt x="67024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1174183" y="7999620"/>
              <a:ext cx="45720" cy="252729"/>
            </a:xfrm>
            <a:custGeom>
              <a:avLst/>
              <a:gdLst/>
              <a:ahLst/>
              <a:cxnLst/>
              <a:rect l="l" t="t" r="r" b="b"/>
              <a:pathLst>
                <a:path w="45720" h="252729">
                  <a:moveTo>
                    <a:pt x="45506" y="0"/>
                  </a:moveTo>
                  <a:lnTo>
                    <a:pt x="0" y="0"/>
                  </a:lnTo>
                  <a:lnTo>
                    <a:pt x="0" y="252547"/>
                  </a:lnTo>
                  <a:lnTo>
                    <a:pt x="45506" y="252547"/>
                  </a:lnTo>
                  <a:lnTo>
                    <a:pt x="45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1101301" y="8156538"/>
              <a:ext cx="191770" cy="191770"/>
            </a:xfrm>
            <a:custGeom>
              <a:avLst/>
              <a:gdLst/>
              <a:ahLst/>
              <a:cxnLst/>
              <a:rect l="l" t="t" r="r" b="b"/>
              <a:pathLst>
                <a:path w="191770" h="191770">
                  <a:moveTo>
                    <a:pt x="95630" y="0"/>
                  </a:moveTo>
                  <a:lnTo>
                    <a:pt x="58406" y="7515"/>
                  </a:lnTo>
                  <a:lnTo>
                    <a:pt x="28009" y="28009"/>
                  </a:lnTo>
                  <a:lnTo>
                    <a:pt x="7515" y="58406"/>
                  </a:lnTo>
                  <a:lnTo>
                    <a:pt x="0" y="95630"/>
                  </a:lnTo>
                  <a:lnTo>
                    <a:pt x="7515" y="132855"/>
                  </a:lnTo>
                  <a:lnTo>
                    <a:pt x="28009" y="163256"/>
                  </a:lnTo>
                  <a:lnTo>
                    <a:pt x="58406" y="183754"/>
                  </a:lnTo>
                  <a:lnTo>
                    <a:pt x="95630" y="191271"/>
                  </a:lnTo>
                  <a:lnTo>
                    <a:pt x="132860" y="183754"/>
                  </a:lnTo>
                  <a:lnTo>
                    <a:pt x="163260" y="163256"/>
                  </a:lnTo>
                  <a:lnTo>
                    <a:pt x="183756" y="132855"/>
                  </a:lnTo>
                  <a:lnTo>
                    <a:pt x="191271" y="95630"/>
                  </a:lnTo>
                  <a:lnTo>
                    <a:pt x="183756" y="58406"/>
                  </a:lnTo>
                  <a:lnTo>
                    <a:pt x="163260" y="28009"/>
                  </a:lnTo>
                  <a:lnTo>
                    <a:pt x="132860" y="7515"/>
                  </a:lnTo>
                  <a:lnTo>
                    <a:pt x="95630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0786393" y="7500860"/>
              <a:ext cx="191770" cy="997585"/>
            </a:xfrm>
            <a:custGeom>
              <a:avLst/>
              <a:gdLst/>
              <a:ahLst/>
              <a:cxnLst/>
              <a:rect l="l" t="t" r="r" b="b"/>
              <a:pathLst>
                <a:path w="191770" h="997584">
                  <a:moveTo>
                    <a:pt x="191271" y="0"/>
                  </a:moveTo>
                  <a:lnTo>
                    <a:pt x="0" y="0"/>
                  </a:lnTo>
                  <a:lnTo>
                    <a:pt x="0" y="997383"/>
                  </a:lnTo>
                  <a:lnTo>
                    <a:pt x="191271" y="997383"/>
                  </a:lnTo>
                  <a:lnTo>
                    <a:pt x="191271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0848518" y="7570094"/>
              <a:ext cx="67310" cy="859155"/>
            </a:xfrm>
            <a:custGeom>
              <a:avLst/>
              <a:gdLst/>
              <a:ahLst/>
              <a:cxnLst/>
              <a:rect l="l" t="t" r="r" b="b"/>
              <a:pathLst>
                <a:path w="67309" h="859154">
                  <a:moveTo>
                    <a:pt x="67024" y="0"/>
                  </a:moveTo>
                  <a:lnTo>
                    <a:pt x="0" y="0"/>
                  </a:lnTo>
                  <a:lnTo>
                    <a:pt x="0" y="858905"/>
                  </a:lnTo>
                  <a:lnTo>
                    <a:pt x="67024" y="858905"/>
                  </a:lnTo>
                  <a:lnTo>
                    <a:pt x="67024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0859271" y="7660321"/>
              <a:ext cx="45720" cy="339725"/>
            </a:xfrm>
            <a:custGeom>
              <a:avLst/>
              <a:gdLst/>
              <a:ahLst/>
              <a:cxnLst/>
              <a:rect l="l" t="t" r="r" b="b"/>
              <a:pathLst>
                <a:path w="45720" h="339725">
                  <a:moveTo>
                    <a:pt x="45516" y="0"/>
                  </a:moveTo>
                  <a:lnTo>
                    <a:pt x="0" y="0"/>
                  </a:lnTo>
                  <a:lnTo>
                    <a:pt x="0" y="339298"/>
                  </a:lnTo>
                  <a:lnTo>
                    <a:pt x="45516" y="339298"/>
                  </a:lnTo>
                  <a:lnTo>
                    <a:pt x="455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9" name="object 14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786392" y="7478184"/>
              <a:ext cx="191271" cy="191282"/>
            </a:xfrm>
            <a:prstGeom prst="rect">
              <a:avLst/>
            </a:prstGeom>
          </p:spPr>
        </p:pic>
      </p:grpSp>
      <p:sp>
        <p:nvSpPr>
          <p:cNvPr id="150" name="object 150" descr=""/>
          <p:cNvSpPr/>
          <p:nvPr/>
        </p:nvSpPr>
        <p:spPr>
          <a:xfrm>
            <a:off x="13517" y="2129683"/>
            <a:ext cx="19970750" cy="267970"/>
          </a:xfrm>
          <a:custGeom>
            <a:avLst/>
            <a:gdLst/>
            <a:ahLst/>
            <a:cxnLst/>
            <a:rect l="l" t="t" r="r" b="b"/>
            <a:pathLst>
              <a:path w="19970750" h="267969">
                <a:moveTo>
                  <a:pt x="19970156" y="0"/>
                </a:moveTo>
                <a:lnTo>
                  <a:pt x="0" y="0"/>
                </a:lnTo>
                <a:lnTo>
                  <a:pt x="0" y="267866"/>
                </a:lnTo>
                <a:lnTo>
                  <a:pt x="19970156" y="267866"/>
                </a:lnTo>
                <a:lnTo>
                  <a:pt x="19970156" y="0"/>
                </a:lnTo>
                <a:close/>
              </a:path>
            </a:pathLst>
          </a:custGeom>
          <a:solidFill>
            <a:srgbClr val="DFEB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 descr=""/>
          <p:cNvSpPr/>
          <p:nvPr/>
        </p:nvSpPr>
        <p:spPr>
          <a:xfrm>
            <a:off x="13512" y="869435"/>
            <a:ext cx="19975195" cy="1309370"/>
          </a:xfrm>
          <a:custGeom>
            <a:avLst/>
            <a:gdLst/>
            <a:ahLst/>
            <a:cxnLst/>
            <a:rect l="l" t="t" r="r" b="b"/>
            <a:pathLst>
              <a:path w="19975195" h="1309370">
                <a:moveTo>
                  <a:pt x="19974954" y="785228"/>
                </a:moveTo>
                <a:lnTo>
                  <a:pt x="19590995" y="1212329"/>
                </a:lnTo>
                <a:lnTo>
                  <a:pt x="18749036" y="279057"/>
                </a:lnTo>
                <a:lnTo>
                  <a:pt x="18749036" y="267893"/>
                </a:lnTo>
                <a:lnTo>
                  <a:pt x="18738965" y="267893"/>
                </a:lnTo>
                <a:lnTo>
                  <a:pt x="19970154" y="267868"/>
                </a:lnTo>
                <a:lnTo>
                  <a:pt x="19970154" y="0"/>
                </a:lnTo>
                <a:lnTo>
                  <a:pt x="18668429" y="0"/>
                </a:lnTo>
                <a:lnTo>
                  <a:pt x="18668429" y="267868"/>
                </a:lnTo>
                <a:lnTo>
                  <a:pt x="18341442" y="267893"/>
                </a:lnTo>
                <a:lnTo>
                  <a:pt x="18668429" y="267868"/>
                </a:lnTo>
                <a:lnTo>
                  <a:pt x="18668429" y="0"/>
                </a:lnTo>
                <a:lnTo>
                  <a:pt x="18254371" y="0"/>
                </a:lnTo>
                <a:lnTo>
                  <a:pt x="18254371" y="267868"/>
                </a:lnTo>
                <a:lnTo>
                  <a:pt x="17400423" y="1212316"/>
                </a:lnTo>
                <a:lnTo>
                  <a:pt x="16551644" y="267868"/>
                </a:lnTo>
                <a:lnTo>
                  <a:pt x="18254371" y="267868"/>
                </a:lnTo>
                <a:lnTo>
                  <a:pt x="18254371" y="0"/>
                </a:lnTo>
                <a:lnTo>
                  <a:pt x="16504285" y="0"/>
                </a:lnTo>
                <a:lnTo>
                  <a:pt x="16504285" y="267868"/>
                </a:lnTo>
                <a:lnTo>
                  <a:pt x="15655582" y="1212227"/>
                </a:lnTo>
                <a:lnTo>
                  <a:pt x="14806879" y="267868"/>
                </a:lnTo>
                <a:lnTo>
                  <a:pt x="16504285" y="267868"/>
                </a:lnTo>
                <a:lnTo>
                  <a:pt x="16504285" y="0"/>
                </a:lnTo>
                <a:lnTo>
                  <a:pt x="14759521" y="0"/>
                </a:lnTo>
                <a:lnTo>
                  <a:pt x="14759521" y="267868"/>
                </a:lnTo>
                <a:lnTo>
                  <a:pt x="13910742" y="1212278"/>
                </a:lnTo>
                <a:lnTo>
                  <a:pt x="13058648" y="267868"/>
                </a:lnTo>
                <a:lnTo>
                  <a:pt x="14759521" y="267868"/>
                </a:lnTo>
                <a:lnTo>
                  <a:pt x="14759521" y="0"/>
                </a:lnTo>
                <a:lnTo>
                  <a:pt x="12988150" y="0"/>
                </a:lnTo>
                <a:lnTo>
                  <a:pt x="12988150" y="267868"/>
                </a:lnTo>
                <a:lnTo>
                  <a:pt x="12661062" y="267893"/>
                </a:lnTo>
                <a:lnTo>
                  <a:pt x="12988150" y="267868"/>
                </a:lnTo>
                <a:lnTo>
                  <a:pt x="12988150" y="0"/>
                </a:lnTo>
                <a:lnTo>
                  <a:pt x="12573991" y="0"/>
                </a:lnTo>
                <a:lnTo>
                  <a:pt x="12573991" y="267868"/>
                </a:lnTo>
                <a:lnTo>
                  <a:pt x="11720055" y="1212316"/>
                </a:lnTo>
                <a:lnTo>
                  <a:pt x="10871276" y="267868"/>
                </a:lnTo>
                <a:lnTo>
                  <a:pt x="12573991" y="267868"/>
                </a:lnTo>
                <a:lnTo>
                  <a:pt x="12573991" y="0"/>
                </a:lnTo>
                <a:lnTo>
                  <a:pt x="10823918" y="0"/>
                </a:lnTo>
                <a:lnTo>
                  <a:pt x="10823918" y="267868"/>
                </a:lnTo>
                <a:lnTo>
                  <a:pt x="9975215" y="1212227"/>
                </a:lnTo>
                <a:lnTo>
                  <a:pt x="9126499" y="267868"/>
                </a:lnTo>
                <a:lnTo>
                  <a:pt x="10823918" y="267868"/>
                </a:lnTo>
                <a:lnTo>
                  <a:pt x="10823918" y="0"/>
                </a:lnTo>
                <a:lnTo>
                  <a:pt x="9079141" y="0"/>
                </a:lnTo>
                <a:lnTo>
                  <a:pt x="9079141" y="267868"/>
                </a:lnTo>
                <a:lnTo>
                  <a:pt x="8230387" y="1212278"/>
                </a:lnTo>
                <a:lnTo>
                  <a:pt x="7378281" y="267868"/>
                </a:lnTo>
                <a:lnTo>
                  <a:pt x="9079141" y="267868"/>
                </a:lnTo>
                <a:lnTo>
                  <a:pt x="9079141" y="0"/>
                </a:lnTo>
                <a:lnTo>
                  <a:pt x="7307732" y="0"/>
                </a:lnTo>
                <a:lnTo>
                  <a:pt x="7307732" y="267868"/>
                </a:lnTo>
                <a:lnTo>
                  <a:pt x="6980695" y="267893"/>
                </a:lnTo>
                <a:lnTo>
                  <a:pt x="7307732" y="267868"/>
                </a:lnTo>
                <a:lnTo>
                  <a:pt x="7307732" y="0"/>
                </a:lnTo>
                <a:lnTo>
                  <a:pt x="6893649" y="0"/>
                </a:lnTo>
                <a:lnTo>
                  <a:pt x="6893649" y="267868"/>
                </a:lnTo>
                <a:lnTo>
                  <a:pt x="6039713" y="1212316"/>
                </a:lnTo>
                <a:lnTo>
                  <a:pt x="5190922" y="267868"/>
                </a:lnTo>
                <a:lnTo>
                  <a:pt x="6893649" y="267868"/>
                </a:lnTo>
                <a:lnTo>
                  <a:pt x="6893649" y="0"/>
                </a:lnTo>
                <a:lnTo>
                  <a:pt x="5143563" y="0"/>
                </a:lnTo>
                <a:lnTo>
                  <a:pt x="5143563" y="267868"/>
                </a:lnTo>
                <a:lnTo>
                  <a:pt x="4294848" y="1212227"/>
                </a:lnTo>
                <a:lnTo>
                  <a:pt x="3446145" y="267868"/>
                </a:lnTo>
                <a:lnTo>
                  <a:pt x="5143563" y="267868"/>
                </a:lnTo>
                <a:lnTo>
                  <a:pt x="5143563" y="0"/>
                </a:lnTo>
                <a:lnTo>
                  <a:pt x="3398786" y="0"/>
                </a:lnTo>
                <a:lnTo>
                  <a:pt x="3398786" y="267868"/>
                </a:lnTo>
                <a:lnTo>
                  <a:pt x="2550020" y="1212278"/>
                </a:lnTo>
                <a:lnTo>
                  <a:pt x="1697926" y="267868"/>
                </a:lnTo>
                <a:lnTo>
                  <a:pt x="3398786" y="267868"/>
                </a:lnTo>
                <a:lnTo>
                  <a:pt x="3398786" y="0"/>
                </a:lnTo>
                <a:lnTo>
                  <a:pt x="1627378" y="0"/>
                </a:lnTo>
                <a:lnTo>
                  <a:pt x="1627378" y="267868"/>
                </a:lnTo>
                <a:lnTo>
                  <a:pt x="1299984" y="267893"/>
                </a:lnTo>
                <a:lnTo>
                  <a:pt x="1627378" y="267868"/>
                </a:lnTo>
                <a:lnTo>
                  <a:pt x="1627378" y="0"/>
                </a:lnTo>
                <a:lnTo>
                  <a:pt x="0" y="0"/>
                </a:lnTo>
                <a:lnTo>
                  <a:pt x="0" y="267868"/>
                </a:lnTo>
                <a:lnTo>
                  <a:pt x="1212837" y="267868"/>
                </a:lnTo>
                <a:lnTo>
                  <a:pt x="358940" y="1212329"/>
                </a:lnTo>
                <a:lnTo>
                  <a:pt x="0" y="812914"/>
                </a:lnTo>
                <a:lnTo>
                  <a:pt x="0" y="909574"/>
                </a:lnTo>
                <a:lnTo>
                  <a:pt x="358660" y="1308709"/>
                </a:lnTo>
                <a:lnTo>
                  <a:pt x="1221562" y="354609"/>
                </a:lnTo>
                <a:lnTo>
                  <a:pt x="1221562" y="1260538"/>
                </a:lnTo>
                <a:lnTo>
                  <a:pt x="1677682" y="1260538"/>
                </a:lnTo>
                <a:lnTo>
                  <a:pt x="1677682" y="341845"/>
                </a:lnTo>
                <a:lnTo>
                  <a:pt x="2550122" y="1308785"/>
                </a:lnTo>
                <a:lnTo>
                  <a:pt x="3422472" y="338112"/>
                </a:lnTo>
                <a:lnTo>
                  <a:pt x="4294848" y="1308836"/>
                </a:lnTo>
                <a:lnTo>
                  <a:pt x="5167249" y="338112"/>
                </a:lnTo>
                <a:lnTo>
                  <a:pt x="6039548" y="1308747"/>
                </a:lnTo>
                <a:lnTo>
                  <a:pt x="6912013" y="343865"/>
                </a:lnTo>
                <a:lnTo>
                  <a:pt x="6912013" y="1260538"/>
                </a:lnTo>
                <a:lnTo>
                  <a:pt x="7368146" y="1260538"/>
                </a:lnTo>
                <a:lnTo>
                  <a:pt x="7368146" y="353047"/>
                </a:lnTo>
                <a:lnTo>
                  <a:pt x="8230476" y="1308785"/>
                </a:lnTo>
                <a:lnTo>
                  <a:pt x="9102827" y="338112"/>
                </a:lnTo>
                <a:lnTo>
                  <a:pt x="9975215" y="1308836"/>
                </a:lnTo>
                <a:lnTo>
                  <a:pt x="10847603" y="338112"/>
                </a:lnTo>
                <a:lnTo>
                  <a:pt x="11719928" y="1308747"/>
                </a:lnTo>
                <a:lnTo>
                  <a:pt x="12602464" y="332714"/>
                </a:lnTo>
                <a:lnTo>
                  <a:pt x="12602464" y="1260538"/>
                </a:lnTo>
                <a:lnTo>
                  <a:pt x="13058585" y="1260538"/>
                </a:lnTo>
                <a:lnTo>
                  <a:pt x="13058585" y="364159"/>
                </a:lnTo>
                <a:lnTo>
                  <a:pt x="13910869" y="1308785"/>
                </a:lnTo>
                <a:lnTo>
                  <a:pt x="14783207" y="338112"/>
                </a:lnTo>
                <a:lnTo>
                  <a:pt x="15655582" y="1308836"/>
                </a:lnTo>
                <a:lnTo>
                  <a:pt x="16527971" y="338112"/>
                </a:lnTo>
                <a:lnTo>
                  <a:pt x="17400296" y="1308747"/>
                </a:lnTo>
                <a:lnTo>
                  <a:pt x="18292915" y="321576"/>
                </a:lnTo>
                <a:lnTo>
                  <a:pt x="18292915" y="1260538"/>
                </a:lnTo>
                <a:lnTo>
                  <a:pt x="18749036" y="1260538"/>
                </a:lnTo>
                <a:lnTo>
                  <a:pt x="18749036" y="375526"/>
                </a:lnTo>
                <a:lnTo>
                  <a:pt x="19591262" y="1308709"/>
                </a:lnTo>
                <a:lnTo>
                  <a:pt x="19974954" y="881888"/>
                </a:lnTo>
                <a:lnTo>
                  <a:pt x="19974954" y="785228"/>
                </a:lnTo>
                <a:close/>
              </a:path>
            </a:pathLst>
          </a:custGeom>
          <a:solidFill>
            <a:srgbClr val="DFEB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 descr=""/>
          <p:cNvSpPr/>
          <p:nvPr/>
        </p:nvSpPr>
        <p:spPr>
          <a:xfrm>
            <a:off x="4663569" y="4394548"/>
            <a:ext cx="295275" cy="777875"/>
          </a:xfrm>
          <a:custGeom>
            <a:avLst/>
            <a:gdLst/>
            <a:ahLst/>
            <a:cxnLst/>
            <a:rect l="l" t="t" r="r" b="b"/>
            <a:pathLst>
              <a:path w="295275" h="777875">
                <a:moveTo>
                  <a:pt x="147377" y="0"/>
                </a:moveTo>
                <a:lnTo>
                  <a:pt x="99209" y="8031"/>
                </a:lnTo>
                <a:lnTo>
                  <a:pt x="57779" y="30298"/>
                </a:lnTo>
                <a:lnTo>
                  <a:pt x="25696" y="64056"/>
                </a:lnTo>
                <a:lnTo>
                  <a:pt x="5567" y="106562"/>
                </a:lnTo>
                <a:lnTo>
                  <a:pt x="0" y="155073"/>
                </a:lnTo>
                <a:lnTo>
                  <a:pt x="22219" y="777442"/>
                </a:lnTo>
                <a:lnTo>
                  <a:pt x="272536" y="777442"/>
                </a:lnTo>
                <a:lnTo>
                  <a:pt x="294755" y="155073"/>
                </a:lnTo>
                <a:lnTo>
                  <a:pt x="289188" y="106562"/>
                </a:lnTo>
                <a:lnTo>
                  <a:pt x="269061" y="64056"/>
                </a:lnTo>
                <a:lnTo>
                  <a:pt x="236980" y="30298"/>
                </a:lnTo>
                <a:lnTo>
                  <a:pt x="195550" y="8031"/>
                </a:lnTo>
                <a:lnTo>
                  <a:pt x="147377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 descr=""/>
          <p:cNvSpPr/>
          <p:nvPr/>
        </p:nvSpPr>
        <p:spPr>
          <a:xfrm>
            <a:off x="5306352" y="3698517"/>
            <a:ext cx="935355" cy="559435"/>
          </a:xfrm>
          <a:custGeom>
            <a:avLst/>
            <a:gdLst/>
            <a:ahLst/>
            <a:cxnLst/>
            <a:rect l="l" t="t" r="r" b="b"/>
            <a:pathLst>
              <a:path w="935354" h="559435">
                <a:moveTo>
                  <a:pt x="160037" y="0"/>
                </a:moveTo>
                <a:lnTo>
                  <a:pt x="113732" y="4181"/>
                </a:lnTo>
                <a:lnTo>
                  <a:pt x="71280" y="22039"/>
                </a:lnTo>
                <a:lnTo>
                  <a:pt x="35912" y="52216"/>
                </a:lnTo>
                <a:lnTo>
                  <a:pt x="10856" y="93352"/>
                </a:lnTo>
                <a:lnTo>
                  <a:pt x="0" y="140282"/>
                </a:lnTo>
                <a:lnTo>
                  <a:pt x="4181" y="186590"/>
                </a:lnTo>
                <a:lnTo>
                  <a:pt x="22040" y="229044"/>
                </a:lnTo>
                <a:lnTo>
                  <a:pt x="52219" y="264415"/>
                </a:lnTo>
                <a:lnTo>
                  <a:pt x="93356" y="289472"/>
                </a:lnTo>
                <a:lnTo>
                  <a:pt x="728290" y="548375"/>
                </a:lnTo>
                <a:lnTo>
                  <a:pt x="775220" y="559228"/>
                </a:lnTo>
                <a:lnTo>
                  <a:pt x="821527" y="555046"/>
                </a:lnTo>
                <a:lnTo>
                  <a:pt x="863982" y="537188"/>
                </a:lnTo>
                <a:lnTo>
                  <a:pt x="899353" y="507011"/>
                </a:lnTo>
                <a:lnTo>
                  <a:pt x="924409" y="465875"/>
                </a:lnTo>
                <a:lnTo>
                  <a:pt x="935262" y="418945"/>
                </a:lnTo>
                <a:lnTo>
                  <a:pt x="931080" y="372637"/>
                </a:lnTo>
                <a:lnTo>
                  <a:pt x="913222" y="330183"/>
                </a:lnTo>
                <a:lnTo>
                  <a:pt x="883046" y="294812"/>
                </a:lnTo>
                <a:lnTo>
                  <a:pt x="841909" y="269755"/>
                </a:lnTo>
                <a:lnTo>
                  <a:pt x="206965" y="10852"/>
                </a:lnTo>
                <a:lnTo>
                  <a:pt x="16003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4" name="object 154" descr=""/>
          <p:cNvGrpSpPr/>
          <p:nvPr/>
        </p:nvGrpSpPr>
        <p:grpSpPr>
          <a:xfrm>
            <a:off x="6620747" y="1959598"/>
            <a:ext cx="608330" cy="608330"/>
            <a:chOff x="6620747" y="1959598"/>
            <a:chExt cx="608330" cy="608330"/>
          </a:xfrm>
        </p:grpSpPr>
        <p:sp>
          <p:nvSpPr>
            <p:cNvPr id="155" name="object 155" descr=""/>
            <p:cNvSpPr/>
            <p:nvPr/>
          </p:nvSpPr>
          <p:spPr>
            <a:xfrm>
              <a:off x="6620747" y="1959598"/>
              <a:ext cx="608330" cy="608330"/>
            </a:xfrm>
            <a:custGeom>
              <a:avLst/>
              <a:gdLst/>
              <a:ahLst/>
              <a:cxnLst/>
              <a:rect l="l" t="t" r="r" b="b"/>
              <a:pathLst>
                <a:path w="608329" h="608330">
                  <a:moveTo>
                    <a:pt x="304074" y="0"/>
                  </a:moveTo>
                  <a:lnTo>
                    <a:pt x="254752" y="3979"/>
                  </a:lnTo>
                  <a:lnTo>
                    <a:pt x="207964" y="15502"/>
                  </a:lnTo>
                  <a:lnTo>
                    <a:pt x="164336" y="33940"/>
                  </a:lnTo>
                  <a:lnTo>
                    <a:pt x="124493" y="58669"/>
                  </a:lnTo>
                  <a:lnTo>
                    <a:pt x="89062" y="89062"/>
                  </a:lnTo>
                  <a:lnTo>
                    <a:pt x="58669" y="124493"/>
                  </a:lnTo>
                  <a:lnTo>
                    <a:pt x="33940" y="164336"/>
                  </a:lnTo>
                  <a:lnTo>
                    <a:pt x="15502" y="207964"/>
                  </a:lnTo>
                  <a:lnTo>
                    <a:pt x="3979" y="254752"/>
                  </a:lnTo>
                  <a:lnTo>
                    <a:pt x="0" y="304074"/>
                  </a:lnTo>
                  <a:lnTo>
                    <a:pt x="3979" y="353395"/>
                  </a:lnTo>
                  <a:lnTo>
                    <a:pt x="15502" y="400183"/>
                  </a:lnTo>
                  <a:lnTo>
                    <a:pt x="33940" y="443810"/>
                  </a:lnTo>
                  <a:lnTo>
                    <a:pt x="58669" y="483651"/>
                  </a:lnTo>
                  <a:lnTo>
                    <a:pt x="89062" y="519081"/>
                  </a:lnTo>
                  <a:lnTo>
                    <a:pt x="124493" y="549472"/>
                  </a:lnTo>
                  <a:lnTo>
                    <a:pt x="164336" y="574199"/>
                  </a:lnTo>
                  <a:lnTo>
                    <a:pt x="207964" y="592637"/>
                  </a:lnTo>
                  <a:lnTo>
                    <a:pt x="254752" y="604158"/>
                  </a:lnTo>
                  <a:lnTo>
                    <a:pt x="304074" y="608138"/>
                  </a:lnTo>
                  <a:lnTo>
                    <a:pt x="353395" y="604158"/>
                  </a:lnTo>
                  <a:lnTo>
                    <a:pt x="400183" y="592637"/>
                  </a:lnTo>
                  <a:lnTo>
                    <a:pt x="443810" y="574199"/>
                  </a:lnTo>
                  <a:lnTo>
                    <a:pt x="483651" y="549472"/>
                  </a:lnTo>
                  <a:lnTo>
                    <a:pt x="519081" y="519081"/>
                  </a:lnTo>
                  <a:lnTo>
                    <a:pt x="549472" y="483651"/>
                  </a:lnTo>
                  <a:lnTo>
                    <a:pt x="574199" y="443810"/>
                  </a:lnTo>
                  <a:lnTo>
                    <a:pt x="592637" y="400183"/>
                  </a:lnTo>
                  <a:lnTo>
                    <a:pt x="604158" y="353395"/>
                  </a:lnTo>
                  <a:lnTo>
                    <a:pt x="608138" y="304074"/>
                  </a:lnTo>
                  <a:lnTo>
                    <a:pt x="604158" y="254752"/>
                  </a:lnTo>
                  <a:lnTo>
                    <a:pt x="592637" y="207964"/>
                  </a:lnTo>
                  <a:lnTo>
                    <a:pt x="574199" y="164336"/>
                  </a:lnTo>
                  <a:lnTo>
                    <a:pt x="549472" y="124493"/>
                  </a:lnTo>
                  <a:lnTo>
                    <a:pt x="519081" y="89062"/>
                  </a:lnTo>
                  <a:lnTo>
                    <a:pt x="483651" y="58669"/>
                  </a:lnTo>
                  <a:lnTo>
                    <a:pt x="443810" y="33940"/>
                  </a:lnTo>
                  <a:lnTo>
                    <a:pt x="400183" y="15502"/>
                  </a:lnTo>
                  <a:lnTo>
                    <a:pt x="353395" y="3979"/>
                  </a:lnTo>
                  <a:lnTo>
                    <a:pt x="304074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6790922" y="2129781"/>
              <a:ext cx="267970" cy="267970"/>
            </a:xfrm>
            <a:custGeom>
              <a:avLst/>
              <a:gdLst/>
              <a:ahLst/>
              <a:cxnLst/>
              <a:rect l="l" t="t" r="r" b="b"/>
              <a:pathLst>
                <a:path w="267970" h="267969">
                  <a:moveTo>
                    <a:pt x="133891" y="0"/>
                  </a:moveTo>
                  <a:lnTo>
                    <a:pt x="91571" y="6825"/>
                  </a:lnTo>
                  <a:lnTo>
                    <a:pt x="54817" y="25833"/>
                  </a:lnTo>
                  <a:lnTo>
                    <a:pt x="25833" y="54817"/>
                  </a:lnTo>
                  <a:lnTo>
                    <a:pt x="6825" y="91571"/>
                  </a:lnTo>
                  <a:lnTo>
                    <a:pt x="0" y="133891"/>
                  </a:lnTo>
                  <a:lnTo>
                    <a:pt x="6825" y="176210"/>
                  </a:lnTo>
                  <a:lnTo>
                    <a:pt x="25833" y="212965"/>
                  </a:lnTo>
                  <a:lnTo>
                    <a:pt x="54817" y="241948"/>
                  </a:lnTo>
                  <a:lnTo>
                    <a:pt x="91571" y="260956"/>
                  </a:lnTo>
                  <a:lnTo>
                    <a:pt x="133891" y="267782"/>
                  </a:lnTo>
                  <a:lnTo>
                    <a:pt x="176216" y="260956"/>
                  </a:lnTo>
                  <a:lnTo>
                    <a:pt x="212973" y="241948"/>
                  </a:lnTo>
                  <a:lnTo>
                    <a:pt x="241958" y="212965"/>
                  </a:lnTo>
                  <a:lnTo>
                    <a:pt x="260966" y="176210"/>
                  </a:lnTo>
                  <a:lnTo>
                    <a:pt x="267792" y="133891"/>
                  </a:lnTo>
                  <a:lnTo>
                    <a:pt x="260966" y="91571"/>
                  </a:lnTo>
                  <a:lnTo>
                    <a:pt x="241958" y="54817"/>
                  </a:lnTo>
                  <a:lnTo>
                    <a:pt x="212973" y="25833"/>
                  </a:lnTo>
                  <a:lnTo>
                    <a:pt x="176216" y="6825"/>
                  </a:lnTo>
                  <a:lnTo>
                    <a:pt x="133891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7" name="object 157" descr=""/>
          <p:cNvGrpSpPr/>
          <p:nvPr/>
        </p:nvGrpSpPr>
        <p:grpSpPr>
          <a:xfrm>
            <a:off x="4664798" y="1959598"/>
            <a:ext cx="2687955" cy="2727325"/>
            <a:chOff x="4664798" y="1959598"/>
            <a:chExt cx="2687955" cy="2727325"/>
          </a:xfrm>
        </p:grpSpPr>
        <p:sp>
          <p:nvSpPr>
            <p:cNvPr id="158" name="object 158" descr=""/>
            <p:cNvSpPr/>
            <p:nvPr/>
          </p:nvSpPr>
          <p:spPr>
            <a:xfrm>
              <a:off x="5126229" y="1959598"/>
              <a:ext cx="608330" cy="608330"/>
            </a:xfrm>
            <a:custGeom>
              <a:avLst/>
              <a:gdLst/>
              <a:ahLst/>
              <a:cxnLst/>
              <a:rect l="l" t="t" r="r" b="b"/>
              <a:pathLst>
                <a:path w="608329" h="608330">
                  <a:moveTo>
                    <a:pt x="304074" y="0"/>
                  </a:moveTo>
                  <a:lnTo>
                    <a:pt x="254752" y="3979"/>
                  </a:lnTo>
                  <a:lnTo>
                    <a:pt x="207964" y="15502"/>
                  </a:lnTo>
                  <a:lnTo>
                    <a:pt x="164336" y="33940"/>
                  </a:lnTo>
                  <a:lnTo>
                    <a:pt x="124493" y="58669"/>
                  </a:lnTo>
                  <a:lnTo>
                    <a:pt x="89062" y="89062"/>
                  </a:lnTo>
                  <a:lnTo>
                    <a:pt x="58669" y="124493"/>
                  </a:lnTo>
                  <a:lnTo>
                    <a:pt x="33940" y="164336"/>
                  </a:lnTo>
                  <a:lnTo>
                    <a:pt x="15502" y="207964"/>
                  </a:lnTo>
                  <a:lnTo>
                    <a:pt x="3979" y="254752"/>
                  </a:lnTo>
                  <a:lnTo>
                    <a:pt x="0" y="304074"/>
                  </a:lnTo>
                  <a:lnTo>
                    <a:pt x="3979" y="353395"/>
                  </a:lnTo>
                  <a:lnTo>
                    <a:pt x="15502" y="400183"/>
                  </a:lnTo>
                  <a:lnTo>
                    <a:pt x="33940" y="443810"/>
                  </a:lnTo>
                  <a:lnTo>
                    <a:pt x="58669" y="483651"/>
                  </a:lnTo>
                  <a:lnTo>
                    <a:pt x="89062" y="519081"/>
                  </a:lnTo>
                  <a:lnTo>
                    <a:pt x="124493" y="549472"/>
                  </a:lnTo>
                  <a:lnTo>
                    <a:pt x="164336" y="574199"/>
                  </a:lnTo>
                  <a:lnTo>
                    <a:pt x="207964" y="592637"/>
                  </a:lnTo>
                  <a:lnTo>
                    <a:pt x="254752" y="604158"/>
                  </a:lnTo>
                  <a:lnTo>
                    <a:pt x="304074" y="608138"/>
                  </a:lnTo>
                  <a:lnTo>
                    <a:pt x="353395" y="604158"/>
                  </a:lnTo>
                  <a:lnTo>
                    <a:pt x="400183" y="592637"/>
                  </a:lnTo>
                  <a:lnTo>
                    <a:pt x="443810" y="574199"/>
                  </a:lnTo>
                  <a:lnTo>
                    <a:pt x="483651" y="549472"/>
                  </a:lnTo>
                  <a:lnTo>
                    <a:pt x="519081" y="519081"/>
                  </a:lnTo>
                  <a:lnTo>
                    <a:pt x="549472" y="483651"/>
                  </a:lnTo>
                  <a:lnTo>
                    <a:pt x="574199" y="443810"/>
                  </a:lnTo>
                  <a:lnTo>
                    <a:pt x="592637" y="400183"/>
                  </a:lnTo>
                  <a:lnTo>
                    <a:pt x="604158" y="353395"/>
                  </a:lnTo>
                  <a:lnTo>
                    <a:pt x="608138" y="304074"/>
                  </a:lnTo>
                  <a:lnTo>
                    <a:pt x="604158" y="254752"/>
                  </a:lnTo>
                  <a:lnTo>
                    <a:pt x="592637" y="207964"/>
                  </a:lnTo>
                  <a:lnTo>
                    <a:pt x="574199" y="164336"/>
                  </a:lnTo>
                  <a:lnTo>
                    <a:pt x="549472" y="124493"/>
                  </a:lnTo>
                  <a:lnTo>
                    <a:pt x="519081" y="89062"/>
                  </a:lnTo>
                  <a:lnTo>
                    <a:pt x="483651" y="58669"/>
                  </a:lnTo>
                  <a:lnTo>
                    <a:pt x="443810" y="33940"/>
                  </a:lnTo>
                  <a:lnTo>
                    <a:pt x="400183" y="15502"/>
                  </a:lnTo>
                  <a:lnTo>
                    <a:pt x="353395" y="3979"/>
                  </a:lnTo>
                  <a:lnTo>
                    <a:pt x="304074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5002860" y="2129783"/>
              <a:ext cx="2349500" cy="1110615"/>
            </a:xfrm>
            <a:custGeom>
              <a:avLst/>
              <a:gdLst/>
              <a:ahLst/>
              <a:cxnLst/>
              <a:rect l="l" t="t" r="r" b="b"/>
              <a:pathLst>
                <a:path w="2349500" h="1110614">
                  <a:moveTo>
                    <a:pt x="2349398" y="229146"/>
                  </a:moveTo>
                  <a:lnTo>
                    <a:pt x="519315" y="229146"/>
                  </a:lnTo>
                  <a:lnTo>
                    <a:pt x="535495" y="212966"/>
                  </a:lnTo>
                  <a:lnTo>
                    <a:pt x="554507" y="176212"/>
                  </a:lnTo>
                  <a:lnTo>
                    <a:pt x="561327" y="133896"/>
                  </a:lnTo>
                  <a:lnTo>
                    <a:pt x="554507" y="91579"/>
                  </a:lnTo>
                  <a:lnTo>
                    <a:pt x="535495" y="54825"/>
                  </a:lnTo>
                  <a:lnTo>
                    <a:pt x="506514" y="25831"/>
                  </a:lnTo>
                  <a:lnTo>
                    <a:pt x="469760" y="6832"/>
                  </a:lnTo>
                  <a:lnTo>
                    <a:pt x="427431" y="0"/>
                  </a:lnTo>
                  <a:lnTo>
                    <a:pt x="385114" y="6832"/>
                  </a:lnTo>
                  <a:lnTo>
                    <a:pt x="348361" y="25831"/>
                  </a:lnTo>
                  <a:lnTo>
                    <a:pt x="319366" y="54825"/>
                  </a:lnTo>
                  <a:lnTo>
                    <a:pt x="300367" y="91579"/>
                  </a:lnTo>
                  <a:lnTo>
                    <a:pt x="293535" y="133896"/>
                  </a:lnTo>
                  <a:lnTo>
                    <a:pt x="300367" y="176212"/>
                  </a:lnTo>
                  <a:lnTo>
                    <a:pt x="319366" y="212966"/>
                  </a:lnTo>
                  <a:lnTo>
                    <a:pt x="335546" y="229146"/>
                  </a:lnTo>
                  <a:lnTo>
                    <a:pt x="0" y="229146"/>
                  </a:lnTo>
                  <a:lnTo>
                    <a:pt x="0" y="553821"/>
                  </a:lnTo>
                  <a:lnTo>
                    <a:pt x="208457" y="553821"/>
                  </a:lnTo>
                  <a:lnTo>
                    <a:pt x="474713" y="1110322"/>
                  </a:lnTo>
                  <a:lnTo>
                    <a:pt x="1874659" y="1110322"/>
                  </a:lnTo>
                  <a:lnTo>
                    <a:pt x="2140940" y="553821"/>
                  </a:lnTo>
                  <a:lnTo>
                    <a:pt x="2349398" y="553821"/>
                  </a:lnTo>
                  <a:lnTo>
                    <a:pt x="2349398" y="229146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5211363" y="2683522"/>
              <a:ext cx="1932305" cy="147320"/>
            </a:xfrm>
            <a:custGeom>
              <a:avLst/>
              <a:gdLst/>
              <a:ahLst/>
              <a:cxnLst/>
              <a:rect l="l" t="t" r="r" b="b"/>
              <a:pathLst>
                <a:path w="1932304" h="147319">
                  <a:moveTo>
                    <a:pt x="1932307" y="0"/>
                  </a:moveTo>
                  <a:lnTo>
                    <a:pt x="0" y="0"/>
                  </a:lnTo>
                  <a:lnTo>
                    <a:pt x="70291" y="146979"/>
                  </a:lnTo>
                  <a:lnTo>
                    <a:pt x="1862016" y="146979"/>
                  </a:lnTo>
                  <a:lnTo>
                    <a:pt x="1932307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5858726" y="2880569"/>
              <a:ext cx="638175" cy="1444625"/>
            </a:xfrm>
            <a:custGeom>
              <a:avLst/>
              <a:gdLst/>
              <a:ahLst/>
              <a:cxnLst/>
              <a:rect l="l" t="t" r="r" b="b"/>
              <a:pathLst>
                <a:path w="638175" h="1444625">
                  <a:moveTo>
                    <a:pt x="637628" y="342950"/>
                  </a:moveTo>
                  <a:lnTo>
                    <a:pt x="637070" y="293700"/>
                  </a:lnTo>
                  <a:lnTo>
                    <a:pt x="627824" y="238252"/>
                  </a:lnTo>
                  <a:lnTo>
                    <a:pt x="610400" y="188912"/>
                  </a:lnTo>
                  <a:lnTo>
                    <a:pt x="585241" y="143103"/>
                  </a:lnTo>
                  <a:lnTo>
                    <a:pt x="552691" y="101714"/>
                  </a:lnTo>
                  <a:lnTo>
                    <a:pt x="528688" y="79883"/>
                  </a:lnTo>
                  <a:lnTo>
                    <a:pt x="513753" y="66294"/>
                  </a:lnTo>
                  <a:lnTo>
                    <a:pt x="469861" y="37960"/>
                  </a:lnTo>
                  <a:lnTo>
                    <a:pt x="422059" y="17170"/>
                  </a:lnTo>
                  <a:lnTo>
                    <a:pt x="371386" y="4368"/>
                  </a:lnTo>
                  <a:lnTo>
                    <a:pt x="318909" y="0"/>
                  </a:lnTo>
                  <a:lnTo>
                    <a:pt x="266420" y="4368"/>
                  </a:lnTo>
                  <a:lnTo>
                    <a:pt x="215747" y="17170"/>
                  </a:lnTo>
                  <a:lnTo>
                    <a:pt x="167894" y="37960"/>
                  </a:lnTo>
                  <a:lnTo>
                    <a:pt x="123926" y="66294"/>
                  </a:lnTo>
                  <a:lnTo>
                    <a:pt x="84861" y="101714"/>
                  </a:lnTo>
                  <a:lnTo>
                    <a:pt x="52324" y="143116"/>
                  </a:lnTo>
                  <a:lnTo>
                    <a:pt x="27190" y="188963"/>
                  </a:lnTo>
                  <a:lnTo>
                    <a:pt x="9842" y="238086"/>
                  </a:lnTo>
                  <a:lnTo>
                    <a:pt x="622" y="289521"/>
                  </a:lnTo>
                  <a:lnTo>
                    <a:pt x="101" y="328447"/>
                  </a:lnTo>
                  <a:lnTo>
                    <a:pt x="0" y="342950"/>
                  </a:lnTo>
                  <a:lnTo>
                    <a:pt x="60096" y="994244"/>
                  </a:lnTo>
                  <a:lnTo>
                    <a:pt x="81140" y="1223505"/>
                  </a:lnTo>
                  <a:lnTo>
                    <a:pt x="95478" y="1288745"/>
                  </a:lnTo>
                  <a:lnTo>
                    <a:pt x="126403" y="1345996"/>
                  </a:lnTo>
                  <a:lnTo>
                    <a:pt x="155549" y="1379105"/>
                  </a:lnTo>
                  <a:lnTo>
                    <a:pt x="190296" y="1406334"/>
                  </a:lnTo>
                  <a:lnTo>
                    <a:pt x="229717" y="1426832"/>
                  </a:lnTo>
                  <a:lnTo>
                    <a:pt x="272897" y="1439748"/>
                  </a:lnTo>
                  <a:lnTo>
                    <a:pt x="318909" y="1444244"/>
                  </a:lnTo>
                  <a:lnTo>
                    <a:pt x="364540" y="1439824"/>
                  </a:lnTo>
                  <a:lnTo>
                    <a:pt x="407390" y="1427111"/>
                  </a:lnTo>
                  <a:lnTo>
                    <a:pt x="446582" y="1406931"/>
                  </a:lnTo>
                  <a:lnTo>
                    <a:pt x="481228" y="1380096"/>
                  </a:lnTo>
                  <a:lnTo>
                    <a:pt x="510451" y="1347444"/>
                  </a:lnTo>
                  <a:lnTo>
                    <a:pt x="533349" y="1309776"/>
                  </a:lnTo>
                  <a:lnTo>
                    <a:pt x="549059" y="1267929"/>
                  </a:lnTo>
                  <a:lnTo>
                    <a:pt x="556691" y="1222705"/>
                  </a:lnTo>
                  <a:lnTo>
                    <a:pt x="636041" y="359460"/>
                  </a:lnTo>
                  <a:lnTo>
                    <a:pt x="637628" y="34295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5858727" y="2880563"/>
              <a:ext cx="638175" cy="1444625"/>
            </a:xfrm>
            <a:custGeom>
              <a:avLst/>
              <a:gdLst/>
              <a:ahLst/>
              <a:cxnLst/>
              <a:rect l="l" t="t" r="r" b="b"/>
              <a:pathLst>
                <a:path w="638175" h="1444625">
                  <a:moveTo>
                    <a:pt x="318911" y="0"/>
                  </a:moveTo>
                  <a:lnTo>
                    <a:pt x="266429" y="4367"/>
                  </a:lnTo>
                  <a:lnTo>
                    <a:pt x="215747" y="17169"/>
                  </a:lnTo>
                  <a:lnTo>
                    <a:pt x="167901" y="37960"/>
                  </a:lnTo>
                  <a:lnTo>
                    <a:pt x="123929" y="66291"/>
                  </a:lnTo>
                  <a:lnTo>
                    <a:pt x="84866" y="101714"/>
                  </a:lnTo>
                  <a:lnTo>
                    <a:pt x="52333" y="143110"/>
                  </a:lnTo>
                  <a:lnTo>
                    <a:pt x="27189" y="188968"/>
                  </a:lnTo>
                  <a:lnTo>
                    <a:pt x="9848" y="238081"/>
                  </a:lnTo>
                  <a:lnTo>
                    <a:pt x="631" y="289518"/>
                  </a:lnTo>
                  <a:lnTo>
                    <a:pt x="110" y="328450"/>
                  </a:lnTo>
                  <a:lnTo>
                    <a:pt x="0" y="342952"/>
                  </a:lnTo>
                  <a:lnTo>
                    <a:pt x="60102" y="994241"/>
                  </a:lnTo>
                  <a:lnTo>
                    <a:pt x="81138" y="1223502"/>
                  </a:lnTo>
                  <a:lnTo>
                    <a:pt x="95482" y="1288739"/>
                  </a:lnTo>
                  <a:lnTo>
                    <a:pt x="126404" y="1345990"/>
                  </a:lnTo>
                  <a:lnTo>
                    <a:pt x="155551" y="1379110"/>
                  </a:lnTo>
                  <a:lnTo>
                    <a:pt x="190296" y="1406339"/>
                  </a:lnTo>
                  <a:lnTo>
                    <a:pt x="229718" y="1426832"/>
                  </a:lnTo>
                  <a:lnTo>
                    <a:pt x="272897" y="1439746"/>
                  </a:lnTo>
                  <a:lnTo>
                    <a:pt x="318911" y="1444238"/>
                  </a:lnTo>
                  <a:lnTo>
                    <a:pt x="364546" y="1439819"/>
                  </a:lnTo>
                  <a:lnTo>
                    <a:pt x="407401" y="1427109"/>
                  </a:lnTo>
                  <a:lnTo>
                    <a:pt x="446593" y="1406929"/>
                  </a:lnTo>
                  <a:lnTo>
                    <a:pt x="481239" y="1380100"/>
                  </a:lnTo>
                  <a:lnTo>
                    <a:pt x="495324" y="1364356"/>
                  </a:lnTo>
                  <a:lnTo>
                    <a:pt x="314126" y="1364356"/>
                  </a:lnTo>
                  <a:lnTo>
                    <a:pt x="309330" y="1364094"/>
                  </a:lnTo>
                  <a:lnTo>
                    <a:pt x="304807" y="1363560"/>
                  </a:lnTo>
                  <a:lnTo>
                    <a:pt x="302409" y="1363560"/>
                  </a:lnTo>
                  <a:lnTo>
                    <a:pt x="300011" y="1363298"/>
                  </a:lnTo>
                  <a:lnTo>
                    <a:pt x="297875" y="1362764"/>
                  </a:lnTo>
                  <a:lnTo>
                    <a:pt x="294420" y="1362492"/>
                  </a:lnTo>
                  <a:lnTo>
                    <a:pt x="291226" y="1361958"/>
                  </a:lnTo>
                  <a:lnTo>
                    <a:pt x="288032" y="1361162"/>
                  </a:lnTo>
                  <a:lnTo>
                    <a:pt x="284828" y="1360628"/>
                  </a:lnTo>
                  <a:lnTo>
                    <a:pt x="283237" y="1360094"/>
                  </a:lnTo>
                  <a:lnTo>
                    <a:pt x="275782" y="1358503"/>
                  </a:lnTo>
                  <a:lnTo>
                    <a:pt x="272316" y="1357173"/>
                  </a:lnTo>
                  <a:lnTo>
                    <a:pt x="268326" y="1356105"/>
                  </a:lnTo>
                  <a:lnTo>
                    <a:pt x="264599" y="1354775"/>
                  </a:lnTo>
                  <a:lnTo>
                    <a:pt x="260871" y="1353173"/>
                  </a:lnTo>
                  <a:lnTo>
                    <a:pt x="260337" y="1353173"/>
                  </a:lnTo>
                  <a:lnTo>
                    <a:pt x="260065" y="1352911"/>
                  </a:lnTo>
                  <a:lnTo>
                    <a:pt x="258473" y="1352377"/>
                  </a:lnTo>
                  <a:lnTo>
                    <a:pt x="256609" y="1351581"/>
                  </a:lnTo>
                  <a:lnTo>
                    <a:pt x="255007" y="1350775"/>
                  </a:lnTo>
                  <a:lnTo>
                    <a:pt x="252348" y="1349718"/>
                  </a:lnTo>
                  <a:lnTo>
                    <a:pt x="247552" y="1347047"/>
                  </a:lnTo>
                  <a:lnTo>
                    <a:pt x="245154" y="1345990"/>
                  </a:lnTo>
                  <a:lnTo>
                    <a:pt x="242767" y="1344660"/>
                  </a:lnTo>
                  <a:lnTo>
                    <a:pt x="240631" y="1343320"/>
                  </a:lnTo>
                  <a:lnTo>
                    <a:pt x="240369" y="1343320"/>
                  </a:lnTo>
                  <a:lnTo>
                    <a:pt x="237175" y="1341728"/>
                  </a:lnTo>
                  <a:lnTo>
                    <a:pt x="234244" y="1339592"/>
                  </a:lnTo>
                  <a:lnTo>
                    <a:pt x="227050" y="1334807"/>
                  </a:lnTo>
                  <a:lnTo>
                    <a:pt x="222788" y="1331875"/>
                  </a:lnTo>
                  <a:lnTo>
                    <a:pt x="219061" y="1328409"/>
                  </a:lnTo>
                  <a:lnTo>
                    <a:pt x="215071" y="1325488"/>
                  </a:lnTo>
                  <a:lnTo>
                    <a:pt x="211071" y="1322022"/>
                  </a:lnTo>
                  <a:lnTo>
                    <a:pt x="207878" y="1318294"/>
                  </a:lnTo>
                  <a:lnTo>
                    <a:pt x="204150" y="1314829"/>
                  </a:lnTo>
                  <a:lnTo>
                    <a:pt x="172368" y="1265706"/>
                  </a:lnTo>
                  <a:lnTo>
                    <a:pt x="160748" y="1217114"/>
                  </a:lnTo>
                  <a:lnTo>
                    <a:pt x="143440" y="1028062"/>
                  </a:lnTo>
                  <a:lnTo>
                    <a:pt x="81672" y="359465"/>
                  </a:lnTo>
                  <a:lnTo>
                    <a:pt x="79536" y="335759"/>
                  </a:lnTo>
                  <a:lnTo>
                    <a:pt x="79536" y="332031"/>
                  </a:lnTo>
                  <a:lnTo>
                    <a:pt x="79002" y="322984"/>
                  </a:lnTo>
                  <a:lnTo>
                    <a:pt x="81672" y="282776"/>
                  </a:lnTo>
                  <a:lnTo>
                    <a:pt x="82730" y="276389"/>
                  </a:lnTo>
                  <a:lnTo>
                    <a:pt x="83766" y="270483"/>
                  </a:lnTo>
                  <a:lnTo>
                    <a:pt x="85138" y="264693"/>
                  </a:lnTo>
                  <a:lnTo>
                    <a:pt x="86594" y="258955"/>
                  </a:lnTo>
                  <a:lnTo>
                    <a:pt x="86866" y="258013"/>
                  </a:lnTo>
                  <a:lnTo>
                    <a:pt x="86991" y="257479"/>
                  </a:lnTo>
                  <a:lnTo>
                    <a:pt x="108627" y="203760"/>
                  </a:lnTo>
                  <a:lnTo>
                    <a:pt x="143440" y="156026"/>
                  </a:lnTo>
                  <a:lnTo>
                    <a:pt x="180707" y="123460"/>
                  </a:lnTo>
                  <a:lnTo>
                    <a:pt x="223091" y="99582"/>
                  </a:lnTo>
                  <a:lnTo>
                    <a:pt x="269517" y="84890"/>
                  </a:lnTo>
                  <a:lnTo>
                    <a:pt x="318911" y="79882"/>
                  </a:lnTo>
                  <a:lnTo>
                    <a:pt x="528699" y="79882"/>
                  </a:lnTo>
                  <a:lnTo>
                    <a:pt x="513760" y="66291"/>
                  </a:lnTo>
                  <a:lnTo>
                    <a:pt x="469868" y="37960"/>
                  </a:lnTo>
                  <a:lnTo>
                    <a:pt x="422063" y="17169"/>
                  </a:lnTo>
                  <a:lnTo>
                    <a:pt x="371395" y="4367"/>
                  </a:lnTo>
                  <a:lnTo>
                    <a:pt x="318911" y="0"/>
                  </a:lnTo>
                  <a:close/>
                </a:path>
                <a:path w="638175" h="1444625">
                  <a:moveTo>
                    <a:pt x="528699" y="79882"/>
                  </a:moveTo>
                  <a:lnTo>
                    <a:pt x="318911" y="79882"/>
                  </a:lnTo>
                  <a:lnTo>
                    <a:pt x="368162" y="84890"/>
                  </a:lnTo>
                  <a:lnTo>
                    <a:pt x="414539" y="99582"/>
                  </a:lnTo>
                  <a:lnTo>
                    <a:pt x="456970" y="123460"/>
                  </a:lnTo>
                  <a:lnTo>
                    <a:pt x="494382" y="156026"/>
                  </a:lnTo>
                  <a:lnTo>
                    <a:pt x="520806" y="189957"/>
                  </a:lnTo>
                  <a:lnTo>
                    <a:pt x="540415" y="227356"/>
                  </a:lnTo>
                  <a:lnTo>
                    <a:pt x="552984" y="267501"/>
                  </a:lnTo>
                  <a:lnTo>
                    <a:pt x="558286" y="309665"/>
                  </a:lnTo>
                  <a:lnTo>
                    <a:pt x="558495" y="310493"/>
                  </a:lnTo>
                  <a:lnTo>
                    <a:pt x="558715" y="318189"/>
                  </a:lnTo>
                  <a:lnTo>
                    <a:pt x="558715" y="322984"/>
                  </a:lnTo>
                  <a:lnTo>
                    <a:pt x="558548" y="328450"/>
                  </a:lnTo>
                  <a:lnTo>
                    <a:pt x="557490" y="344282"/>
                  </a:lnTo>
                  <a:lnTo>
                    <a:pt x="556956" y="348010"/>
                  </a:lnTo>
                  <a:lnTo>
                    <a:pt x="477074" y="1216318"/>
                  </a:lnTo>
                  <a:lnTo>
                    <a:pt x="465429" y="1265508"/>
                  </a:lnTo>
                  <a:lnTo>
                    <a:pt x="439797" y="1307112"/>
                  </a:lnTo>
                  <a:lnTo>
                    <a:pt x="429683" y="1318294"/>
                  </a:lnTo>
                  <a:lnTo>
                    <a:pt x="426489" y="1322022"/>
                  </a:lnTo>
                  <a:lnTo>
                    <a:pt x="422489" y="1325488"/>
                  </a:lnTo>
                  <a:lnTo>
                    <a:pt x="418500" y="1328409"/>
                  </a:lnTo>
                  <a:lnTo>
                    <a:pt x="415034" y="1331603"/>
                  </a:lnTo>
                  <a:lnTo>
                    <a:pt x="411306" y="1334273"/>
                  </a:lnTo>
                  <a:lnTo>
                    <a:pt x="407579" y="1336671"/>
                  </a:lnTo>
                  <a:lnTo>
                    <a:pt x="400802" y="1341220"/>
                  </a:lnTo>
                  <a:lnTo>
                    <a:pt x="365779" y="1357173"/>
                  </a:lnTo>
                  <a:lnTo>
                    <a:pt x="365517" y="1357173"/>
                  </a:lnTo>
                  <a:lnTo>
                    <a:pt x="360721" y="1358764"/>
                  </a:lnTo>
                  <a:lnTo>
                    <a:pt x="355664" y="1360094"/>
                  </a:lnTo>
                  <a:lnTo>
                    <a:pt x="350596" y="1361162"/>
                  </a:lnTo>
                  <a:lnTo>
                    <a:pt x="349800" y="1361434"/>
                  </a:lnTo>
                  <a:lnTo>
                    <a:pt x="348732" y="1361434"/>
                  </a:lnTo>
                  <a:lnTo>
                    <a:pt x="347675" y="1361696"/>
                  </a:lnTo>
                  <a:lnTo>
                    <a:pt x="343413" y="1362492"/>
                  </a:lnTo>
                  <a:lnTo>
                    <a:pt x="334890" y="1363560"/>
                  </a:lnTo>
                  <a:lnTo>
                    <a:pt x="329570" y="1364094"/>
                  </a:lnTo>
                  <a:lnTo>
                    <a:pt x="324241" y="1364356"/>
                  </a:lnTo>
                  <a:lnTo>
                    <a:pt x="495324" y="1364356"/>
                  </a:lnTo>
                  <a:lnTo>
                    <a:pt x="533358" y="1309777"/>
                  </a:lnTo>
                  <a:lnTo>
                    <a:pt x="549066" y="1267924"/>
                  </a:lnTo>
                  <a:lnTo>
                    <a:pt x="556694" y="1222706"/>
                  </a:lnTo>
                  <a:lnTo>
                    <a:pt x="636043" y="359465"/>
                  </a:lnTo>
                  <a:lnTo>
                    <a:pt x="637634" y="342952"/>
                  </a:lnTo>
                  <a:lnTo>
                    <a:pt x="637077" y="293703"/>
                  </a:lnTo>
                  <a:lnTo>
                    <a:pt x="627830" y="238252"/>
                  </a:lnTo>
                  <a:lnTo>
                    <a:pt x="610404" y="188917"/>
                  </a:lnTo>
                  <a:lnTo>
                    <a:pt x="585245" y="143104"/>
                  </a:lnTo>
                  <a:lnTo>
                    <a:pt x="552695" y="101714"/>
                  </a:lnTo>
                  <a:lnTo>
                    <a:pt x="528699" y="79882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5937691" y="2958761"/>
              <a:ext cx="480059" cy="480059"/>
            </a:xfrm>
            <a:custGeom>
              <a:avLst/>
              <a:gdLst/>
              <a:ahLst/>
              <a:cxnLst/>
              <a:rect l="l" t="t" r="r" b="b"/>
              <a:pathLst>
                <a:path w="480060" h="480060">
                  <a:moveTo>
                    <a:pt x="239867" y="0"/>
                  </a:moveTo>
                  <a:lnTo>
                    <a:pt x="191524" y="4873"/>
                  </a:lnTo>
                  <a:lnTo>
                    <a:pt x="146498" y="18849"/>
                  </a:lnTo>
                  <a:lnTo>
                    <a:pt x="105753" y="40964"/>
                  </a:lnTo>
                  <a:lnTo>
                    <a:pt x="70254" y="70254"/>
                  </a:lnTo>
                  <a:lnTo>
                    <a:pt x="40964" y="105753"/>
                  </a:lnTo>
                  <a:lnTo>
                    <a:pt x="18849" y="146498"/>
                  </a:lnTo>
                  <a:lnTo>
                    <a:pt x="4873" y="191524"/>
                  </a:lnTo>
                  <a:lnTo>
                    <a:pt x="0" y="239867"/>
                  </a:lnTo>
                  <a:lnTo>
                    <a:pt x="4873" y="288209"/>
                  </a:lnTo>
                  <a:lnTo>
                    <a:pt x="18849" y="333235"/>
                  </a:lnTo>
                  <a:lnTo>
                    <a:pt x="40964" y="373980"/>
                  </a:lnTo>
                  <a:lnTo>
                    <a:pt x="70254" y="409479"/>
                  </a:lnTo>
                  <a:lnTo>
                    <a:pt x="105753" y="438769"/>
                  </a:lnTo>
                  <a:lnTo>
                    <a:pt x="146498" y="460884"/>
                  </a:lnTo>
                  <a:lnTo>
                    <a:pt x="191524" y="474860"/>
                  </a:lnTo>
                  <a:lnTo>
                    <a:pt x="239867" y="479734"/>
                  </a:lnTo>
                  <a:lnTo>
                    <a:pt x="288209" y="474860"/>
                  </a:lnTo>
                  <a:lnTo>
                    <a:pt x="333235" y="460884"/>
                  </a:lnTo>
                  <a:lnTo>
                    <a:pt x="373980" y="438769"/>
                  </a:lnTo>
                  <a:lnTo>
                    <a:pt x="409479" y="409479"/>
                  </a:lnTo>
                  <a:lnTo>
                    <a:pt x="438769" y="373980"/>
                  </a:lnTo>
                  <a:lnTo>
                    <a:pt x="460884" y="333235"/>
                  </a:lnTo>
                  <a:lnTo>
                    <a:pt x="474860" y="288209"/>
                  </a:lnTo>
                  <a:lnTo>
                    <a:pt x="479734" y="239867"/>
                  </a:lnTo>
                  <a:lnTo>
                    <a:pt x="474860" y="191524"/>
                  </a:lnTo>
                  <a:lnTo>
                    <a:pt x="460884" y="146498"/>
                  </a:lnTo>
                  <a:lnTo>
                    <a:pt x="438769" y="105753"/>
                  </a:lnTo>
                  <a:lnTo>
                    <a:pt x="409479" y="70254"/>
                  </a:lnTo>
                  <a:lnTo>
                    <a:pt x="373980" y="40964"/>
                  </a:lnTo>
                  <a:lnTo>
                    <a:pt x="333235" y="18849"/>
                  </a:lnTo>
                  <a:lnTo>
                    <a:pt x="288209" y="4873"/>
                  </a:lnTo>
                  <a:lnTo>
                    <a:pt x="239867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6009427" y="3030497"/>
              <a:ext cx="336550" cy="336550"/>
            </a:xfrm>
            <a:custGeom>
              <a:avLst/>
              <a:gdLst/>
              <a:ahLst/>
              <a:cxnLst/>
              <a:rect l="l" t="t" r="r" b="b"/>
              <a:pathLst>
                <a:path w="336550" h="336550">
                  <a:moveTo>
                    <a:pt x="168131" y="0"/>
                  </a:moveTo>
                  <a:lnTo>
                    <a:pt x="123435" y="6005"/>
                  </a:lnTo>
                  <a:lnTo>
                    <a:pt x="83272" y="22954"/>
                  </a:lnTo>
                  <a:lnTo>
                    <a:pt x="49244" y="49244"/>
                  </a:lnTo>
                  <a:lnTo>
                    <a:pt x="22954" y="83272"/>
                  </a:lnTo>
                  <a:lnTo>
                    <a:pt x="6005" y="123435"/>
                  </a:lnTo>
                  <a:lnTo>
                    <a:pt x="0" y="168131"/>
                  </a:lnTo>
                  <a:lnTo>
                    <a:pt x="6005" y="212826"/>
                  </a:lnTo>
                  <a:lnTo>
                    <a:pt x="22954" y="252989"/>
                  </a:lnTo>
                  <a:lnTo>
                    <a:pt x="49244" y="287017"/>
                  </a:lnTo>
                  <a:lnTo>
                    <a:pt x="83272" y="313307"/>
                  </a:lnTo>
                  <a:lnTo>
                    <a:pt x="123435" y="330256"/>
                  </a:lnTo>
                  <a:lnTo>
                    <a:pt x="168131" y="336262"/>
                  </a:lnTo>
                  <a:lnTo>
                    <a:pt x="212826" y="330256"/>
                  </a:lnTo>
                  <a:lnTo>
                    <a:pt x="252989" y="313307"/>
                  </a:lnTo>
                  <a:lnTo>
                    <a:pt x="287017" y="287017"/>
                  </a:lnTo>
                  <a:lnTo>
                    <a:pt x="313307" y="252989"/>
                  </a:lnTo>
                  <a:lnTo>
                    <a:pt x="330256" y="212826"/>
                  </a:lnTo>
                  <a:lnTo>
                    <a:pt x="336262" y="168131"/>
                  </a:lnTo>
                  <a:lnTo>
                    <a:pt x="330256" y="123435"/>
                  </a:lnTo>
                  <a:lnTo>
                    <a:pt x="313307" y="83272"/>
                  </a:lnTo>
                  <a:lnTo>
                    <a:pt x="287017" y="49244"/>
                  </a:lnTo>
                  <a:lnTo>
                    <a:pt x="252989" y="22954"/>
                  </a:lnTo>
                  <a:lnTo>
                    <a:pt x="212826" y="6005"/>
                  </a:lnTo>
                  <a:lnTo>
                    <a:pt x="168131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6020613" y="3931054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156948" y="0"/>
                  </a:moveTo>
                  <a:lnTo>
                    <a:pt x="107341" y="8001"/>
                  </a:lnTo>
                  <a:lnTo>
                    <a:pt x="64257" y="30282"/>
                  </a:lnTo>
                  <a:lnTo>
                    <a:pt x="30282" y="64257"/>
                  </a:lnTo>
                  <a:lnTo>
                    <a:pt x="8001" y="107341"/>
                  </a:lnTo>
                  <a:lnTo>
                    <a:pt x="0" y="156948"/>
                  </a:lnTo>
                  <a:lnTo>
                    <a:pt x="8001" y="206555"/>
                  </a:lnTo>
                  <a:lnTo>
                    <a:pt x="30282" y="249638"/>
                  </a:lnTo>
                  <a:lnTo>
                    <a:pt x="64257" y="283613"/>
                  </a:lnTo>
                  <a:lnTo>
                    <a:pt x="107341" y="305894"/>
                  </a:lnTo>
                  <a:lnTo>
                    <a:pt x="156948" y="313896"/>
                  </a:lnTo>
                  <a:lnTo>
                    <a:pt x="206555" y="305894"/>
                  </a:lnTo>
                  <a:lnTo>
                    <a:pt x="249638" y="283613"/>
                  </a:lnTo>
                  <a:lnTo>
                    <a:pt x="283613" y="249638"/>
                  </a:lnTo>
                  <a:lnTo>
                    <a:pt x="305894" y="206555"/>
                  </a:lnTo>
                  <a:lnTo>
                    <a:pt x="313896" y="156948"/>
                  </a:lnTo>
                  <a:lnTo>
                    <a:pt x="305894" y="107341"/>
                  </a:lnTo>
                  <a:lnTo>
                    <a:pt x="283613" y="64257"/>
                  </a:lnTo>
                  <a:lnTo>
                    <a:pt x="249638" y="30282"/>
                  </a:lnTo>
                  <a:lnTo>
                    <a:pt x="206555" y="8001"/>
                  </a:lnTo>
                  <a:lnTo>
                    <a:pt x="156948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6" name="object 166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067548" y="3977995"/>
              <a:ext cx="220024" cy="220014"/>
            </a:xfrm>
            <a:prstGeom prst="rect">
              <a:avLst/>
            </a:prstGeom>
          </p:spPr>
        </p:pic>
        <p:sp>
          <p:nvSpPr>
            <p:cNvPr id="167" name="object 167" descr=""/>
            <p:cNvSpPr/>
            <p:nvPr/>
          </p:nvSpPr>
          <p:spPr>
            <a:xfrm>
              <a:off x="4664798" y="3699129"/>
              <a:ext cx="940435" cy="988060"/>
            </a:xfrm>
            <a:custGeom>
              <a:avLst/>
              <a:gdLst/>
              <a:ahLst/>
              <a:cxnLst/>
              <a:rect l="l" t="t" r="r" b="b"/>
              <a:pathLst>
                <a:path w="940435" h="988060">
                  <a:moveTo>
                    <a:pt x="808554" y="0"/>
                  </a:moveTo>
                  <a:lnTo>
                    <a:pt x="762528" y="1642"/>
                  </a:lnTo>
                  <a:lnTo>
                    <a:pt x="718756" y="17314"/>
                  </a:lnTo>
                  <a:lnTo>
                    <a:pt x="680741" y="46892"/>
                  </a:lnTo>
                  <a:lnTo>
                    <a:pt x="39305" y="735803"/>
                  </a:lnTo>
                  <a:lnTo>
                    <a:pt x="12512" y="775833"/>
                  </a:lnTo>
                  <a:lnTo>
                    <a:pt x="0" y="820613"/>
                  </a:lnTo>
                  <a:lnTo>
                    <a:pt x="1642" y="866640"/>
                  </a:lnTo>
                  <a:lnTo>
                    <a:pt x="17313" y="910415"/>
                  </a:lnTo>
                  <a:lnTo>
                    <a:pt x="46886" y="948435"/>
                  </a:lnTo>
                  <a:lnTo>
                    <a:pt x="86918" y="975224"/>
                  </a:lnTo>
                  <a:lnTo>
                    <a:pt x="131699" y="987735"/>
                  </a:lnTo>
                  <a:lnTo>
                    <a:pt x="177729" y="986093"/>
                  </a:lnTo>
                  <a:lnTo>
                    <a:pt x="221502" y="970421"/>
                  </a:lnTo>
                  <a:lnTo>
                    <a:pt x="259519" y="940843"/>
                  </a:lnTo>
                  <a:lnTo>
                    <a:pt x="900955" y="251922"/>
                  </a:lnTo>
                  <a:lnTo>
                    <a:pt x="927744" y="211896"/>
                  </a:lnTo>
                  <a:lnTo>
                    <a:pt x="940255" y="167117"/>
                  </a:lnTo>
                  <a:lnTo>
                    <a:pt x="938613" y="121090"/>
                  </a:lnTo>
                  <a:lnTo>
                    <a:pt x="922941" y="77316"/>
                  </a:lnTo>
                  <a:lnTo>
                    <a:pt x="893363" y="39300"/>
                  </a:lnTo>
                  <a:lnTo>
                    <a:pt x="853333" y="12511"/>
                  </a:lnTo>
                  <a:lnTo>
                    <a:pt x="808554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8" name="object 168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395097" y="3797033"/>
              <a:ext cx="112363" cy="112373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754762" y="4484768"/>
              <a:ext cx="112363" cy="112373"/>
            </a:xfrm>
            <a:prstGeom prst="rect">
              <a:avLst/>
            </a:prstGeom>
          </p:spPr>
        </p:pic>
      </p:grpSp>
      <p:grpSp>
        <p:nvGrpSpPr>
          <p:cNvPr id="170" name="object 170" descr=""/>
          <p:cNvGrpSpPr/>
          <p:nvPr/>
        </p:nvGrpSpPr>
        <p:grpSpPr>
          <a:xfrm>
            <a:off x="4321684" y="5171989"/>
            <a:ext cx="978535" cy="1613535"/>
            <a:chOff x="4321684" y="5171989"/>
            <a:chExt cx="978535" cy="1613535"/>
          </a:xfrm>
        </p:grpSpPr>
        <p:sp>
          <p:nvSpPr>
            <p:cNvPr id="171" name="object 171" descr=""/>
            <p:cNvSpPr/>
            <p:nvPr/>
          </p:nvSpPr>
          <p:spPr>
            <a:xfrm>
              <a:off x="4640895" y="5171989"/>
              <a:ext cx="340360" cy="87630"/>
            </a:xfrm>
            <a:custGeom>
              <a:avLst/>
              <a:gdLst/>
              <a:ahLst/>
              <a:cxnLst/>
              <a:rect l="l" t="t" r="r" b="b"/>
              <a:pathLst>
                <a:path w="340360" h="87629">
                  <a:moveTo>
                    <a:pt x="340094" y="0"/>
                  </a:moveTo>
                  <a:lnTo>
                    <a:pt x="0" y="0"/>
                  </a:lnTo>
                  <a:lnTo>
                    <a:pt x="0" y="87526"/>
                  </a:lnTo>
                  <a:lnTo>
                    <a:pt x="340094" y="87526"/>
                  </a:lnTo>
                  <a:lnTo>
                    <a:pt x="340094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4688087" y="5259525"/>
              <a:ext cx="245745" cy="337820"/>
            </a:xfrm>
            <a:custGeom>
              <a:avLst/>
              <a:gdLst/>
              <a:ahLst/>
              <a:cxnLst/>
              <a:rect l="l" t="t" r="r" b="b"/>
              <a:pathLst>
                <a:path w="245745" h="337820">
                  <a:moveTo>
                    <a:pt x="245709" y="0"/>
                  </a:moveTo>
                  <a:lnTo>
                    <a:pt x="0" y="0"/>
                  </a:lnTo>
                  <a:lnTo>
                    <a:pt x="0" y="337738"/>
                  </a:lnTo>
                  <a:lnTo>
                    <a:pt x="245709" y="337738"/>
                  </a:lnTo>
                  <a:lnTo>
                    <a:pt x="245709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4564321" y="5597264"/>
              <a:ext cx="493395" cy="172720"/>
            </a:xfrm>
            <a:custGeom>
              <a:avLst/>
              <a:gdLst/>
              <a:ahLst/>
              <a:cxnLst/>
              <a:rect l="l" t="t" r="r" b="b"/>
              <a:pathLst>
                <a:path w="493395" h="172720">
                  <a:moveTo>
                    <a:pt x="493262" y="0"/>
                  </a:moveTo>
                  <a:lnTo>
                    <a:pt x="0" y="0"/>
                  </a:lnTo>
                  <a:lnTo>
                    <a:pt x="0" y="172183"/>
                  </a:lnTo>
                  <a:lnTo>
                    <a:pt x="493262" y="172183"/>
                  </a:lnTo>
                  <a:lnTo>
                    <a:pt x="493262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4" name="object 17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919591" y="5640877"/>
              <a:ext cx="84960" cy="84960"/>
            </a:xfrm>
            <a:prstGeom prst="rect">
              <a:avLst/>
            </a:prstGeom>
          </p:spPr>
        </p:pic>
        <p:pic>
          <p:nvPicPr>
            <p:cNvPr id="175" name="object 175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617344" y="5640877"/>
              <a:ext cx="84960" cy="84960"/>
            </a:xfrm>
            <a:prstGeom prst="rect">
              <a:avLst/>
            </a:prstGeom>
          </p:spPr>
        </p:pic>
        <p:sp>
          <p:nvSpPr>
            <p:cNvPr id="176" name="object 176" descr=""/>
            <p:cNvSpPr/>
            <p:nvPr/>
          </p:nvSpPr>
          <p:spPr>
            <a:xfrm>
              <a:off x="4321683" y="5769451"/>
              <a:ext cx="978535" cy="676275"/>
            </a:xfrm>
            <a:custGeom>
              <a:avLst/>
              <a:gdLst/>
              <a:ahLst/>
              <a:cxnLst/>
              <a:rect l="l" t="t" r="r" b="b"/>
              <a:pathLst>
                <a:path w="978535" h="676275">
                  <a:moveTo>
                    <a:pt x="485254" y="0"/>
                  </a:moveTo>
                  <a:lnTo>
                    <a:pt x="288518" y="0"/>
                  </a:lnTo>
                  <a:lnTo>
                    <a:pt x="0" y="387807"/>
                  </a:lnTo>
                  <a:lnTo>
                    <a:pt x="160286" y="675970"/>
                  </a:lnTo>
                  <a:lnTo>
                    <a:pt x="228790" y="675970"/>
                  </a:lnTo>
                  <a:lnTo>
                    <a:pt x="132626" y="387807"/>
                  </a:lnTo>
                  <a:lnTo>
                    <a:pt x="485254" y="0"/>
                  </a:lnTo>
                  <a:close/>
                </a:path>
                <a:path w="978535" h="676275">
                  <a:moveTo>
                    <a:pt x="978522" y="387807"/>
                  </a:moveTo>
                  <a:lnTo>
                    <a:pt x="689991" y="0"/>
                  </a:lnTo>
                  <a:lnTo>
                    <a:pt x="493255" y="0"/>
                  </a:lnTo>
                  <a:lnTo>
                    <a:pt x="845896" y="387807"/>
                  </a:lnTo>
                  <a:lnTo>
                    <a:pt x="749719" y="675970"/>
                  </a:lnTo>
                  <a:lnTo>
                    <a:pt x="818235" y="675970"/>
                  </a:lnTo>
                  <a:lnTo>
                    <a:pt x="978522" y="387807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4550473" y="6266287"/>
              <a:ext cx="521334" cy="518795"/>
            </a:xfrm>
            <a:custGeom>
              <a:avLst/>
              <a:gdLst/>
              <a:ahLst/>
              <a:cxnLst/>
              <a:rect l="l" t="t" r="r" b="b"/>
              <a:pathLst>
                <a:path w="521335" h="518795">
                  <a:moveTo>
                    <a:pt x="520928" y="94284"/>
                  </a:moveTo>
                  <a:lnTo>
                    <a:pt x="516280" y="71221"/>
                  </a:lnTo>
                  <a:lnTo>
                    <a:pt x="503580" y="52400"/>
                  </a:lnTo>
                  <a:lnTo>
                    <a:pt x="484759" y="39700"/>
                  </a:lnTo>
                  <a:lnTo>
                    <a:pt x="461695" y="35052"/>
                  </a:lnTo>
                  <a:lnTo>
                    <a:pt x="397459" y="35052"/>
                  </a:lnTo>
                  <a:lnTo>
                    <a:pt x="397459" y="0"/>
                  </a:lnTo>
                  <a:lnTo>
                    <a:pt x="123482" y="0"/>
                  </a:lnTo>
                  <a:lnTo>
                    <a:pt x="123482" y="35052"/>
                  </a:lnTo>
                  <a:lnTo>
                    <a:pt x="59232" y="35052"/>
                  </a:lnTo>
                  <a:lnTo>
                    <a:pt x="36182" y="39700"/>
                  </a:lnTo>
                  <a:lnTo>
                    <a:pt x="17360" y="52400"/>
                  </a:lnTo>
                  <a:lnTo>
                    <a:pt x="4660" y="71221"/>
                  </a:lnTo>
                  <a:lnTo>
                    <a:pt x="0" y="94284"/>
                  </a:lnTo>
                  <a:lnTo>
                    <a:pt x="0" y="518706"/>
                  </a:lnTo>
                  <a:lnTo>
                    <a:pt x="520928" y="518706"/>
                  </a:lnTo>
                  <a:lnTo>
                    <a:pt x="520928" y="94284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4550486" y="6195320"/>
              <a:ext cx="521334" cy="495934"/>
            </a:xfrm>
            <a:custGeom>
              <a:avLst/>
              <a:gdLst/>
              <a:ahLst/>
              <a:cxnLst/>
              <a:rect l="l" t="t" r="r" b="b"/>
              <a:pathLst>
                <a:path w="521335" h="495934">
                  <a:moveTo>
                    <a:pt x="429793" y="0"/>
                  </a:moveTo>
                  <a:lnTo>
                    <a:pt x="91109" y="0"/>
                  </a:lnTo>
                  <a:lnTo>
                    <a:pt x="91109" y="70980"/>
                  </a:lnTo>
                  <a:lnTo>
                    <a:pt x="429793" y="70980"/>
                  </a:lnTo>
                  <a:lnTo>
                    <a:pt x="429793" y="0"/>
                  </a:lnTo>
                  <a:close/>
                </a:path>
                <a:path w="521335" h="495934">
                  <a:moveTo>
                    <a:pt x="520928" y="334543"/>
                  </a:moveTo>
                  <a:lnTo>
                    <a:pt x="0" y="334543"/>
                  </a:lnTo>
                  <a:lnTo>
                    <a:pt x="0" y="495617"/>
                  </a:lnTo>
                  <a:lnTo>
                    <a:pt x="520928" y="495617"/>
                  </a:lnTo>
                  <a:lnTo>
                    <a:pt x="520928" y="334543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9" name="object 179" descr=""/>
          <p:cNvSpPr/>
          <p:nvPr/>
        </p:nvSpPr>
        <p:spPr>
          <a:xfrm>
            <a:off x="15529004" y="4979412"/>
            <a:ext cx="295275" cy="777875"/>
          </a:xfrm>
          <a:custGeom>
            <a:avLst/>
            <a:gdLst/>
            <a:ahLst/>
            <a:cxnLst/>
            <a:rect l="l" t="t" r="r" b="b"/>
            <a:pathLst>
              <a:path w="295275" h="777875">
                <a:moveTo>
                  <a:pt x="147377" y="0"/>
                </a:moveTo>
                <a:lnTo>
                  <a:pt x="99209" y="8031"/>
                </a:lnTo>
                <a:lnTo>
                  <a:pt x="57779" y="30298"/>
                </a:lnTo>
                <a:lnTo>
                  <a:pt x="25696" y="64056"/>
                </a:lnTo>
                <a:lnTo>
                  <a:pt x="5567" y="106562"/>
                </a:lnTo>
                <a:lnTo>
                  <a:pt x="0" y="155073"/>
                </a:lnTo>
                <a:lnTo>
                  <a:pt x="22219" y="777442"/>
                </a:lnTo>
                <a:lnTo>
                  <a:pt x="272536" y="777442"/>
                </a:lnTo>
                <a:lnTo>
                  <a:pt x="294755" y="155073"/>
                </a:lnTo>
                <a:lnTo>
                  <a:pt x="289187" y="106562"/>
                </a:lnTo>
                <a:lnTo>
                  <a:pt x="269058" y="64056"/>
                </a:lnTo>
                <a:lnTo>
                  <a:pt x="236975" y="30298"/>
                </a:lnTo>
                <a:lnTo>
                  <a:pt x="195546" y="8031"/>
                </a:lnTo>
                <a:lnTo>
                  <a:pt x="147377" y="0"/>
                </a:lnTo>
                <a:close/>
              </a:path>
            </a:pathLst>
          </a:custGeom>
          <a:solidFill>
            <a:srgbClr val="FFEC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 descr=""/>
          <p:cNvSpPr/>
          <p:nvPr/>
        </p:nvSpPr>
        <p:spPr>
          <a:xfrm>
            <a:off x="14370163" y="3942452"/>
            <a:ext cx="949325" cy="525145"/>
          </a:xfrm>
          <a:custGeom>
            <a:avLst/>
            <a:gdLst/>
            <a:ahLst/>
            <a:cxnLst/>
            <a:rect l="l" t="t" r="r" b="b"/>
            <a:pathLst>
              <a:path w="949325" h="525145">
                <a:moveTo>
                  <a:pt x="152125" y="0"/>
                </a:moveTo>
                <a:lnTo>
                  <a:pt x="106117" y="6711"/>
                </a:lnTo>
                <a:lnTo>
                  <a:pt x="64703" y="26868"/>
                </a:lnTo>
                <a:lnTo>
                  <a:pt x="31036" y="58936"/>
                </a:lnTo>
                <a:lnTo>
                  <a:pt x="8265" y="101383"/>
                </a:lnTo>
                <a:lnTo>
                  <a:pt x="0" y="148836"/>
                </a:lnTo>
                <a:lnTo>
                  <a:pt x="6711" y="194844"/>
                </a:lnTo>
                <a:lnTo>
                  <a:pt x="26868" y="236256"/>
                </a:lnTo>
                <a:lnTo>
                  <a:pt x="58936" y="269920"/>
                </a:lnTo>
                <a:lnTo>
                  <a:pt x="101383" y="292686"/>
                </a:lnTo>
                <a:lnTo>
                  <a:pt x="749541" y="516459"/>
                </a:lnTo>
                <a:lnTo>
                  <a:pt x="796994" y="524725"/>
                </a:lnTo>
                <a:lnTo>
                  <a:pt x="843003" y="518013"/>
                </a:lnTo>
                <a:lnTo>
                  <a:pt x="884414" y="497857"/>
                </a:lnTo>
                <a:lnTo>
                  <a:pt x="918079" y="465788"/>
                </a:lnTo>
                <a:lnTo>
                  <a:pt x="940844" y="423342"/>
                </a:lnTo>
                <a:lnTo>
                  <a:pt x="949115" y="375889"/>
                </a:lnTo>
                <a:lnTo>
                  <a:pt x="942406" y="329883"/>
                </a:lnTo>
                <a:lnTo>
                  <a:pt x="922251" y="288473"/>
                </a:lnTo>
                <a:lnTo>
                  <a:pt x="890184" y="254808"/>
                </a:lnTo>
                <a:lnTo>
                  <a:pt x="847737" y="232039"/>
                </a:lnTo>
                <a:lnTo>
                  <a:pt x="199579" y="8265"/>
                </a:lnTo>
                <a:lnTo>
                  <a:pt x="152125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1" name="object 181" descr=""/>
          <p:cNvGrpSpPr/>
          <p:nvPr/>
        </p:nvGrpSpPr>
        <p:grpSpPr>
          <a:xfrm>
            <a:off x="13472213" y="1959598"/>
            <a:ext cx="608330" cy="608330"/>
            <a:chOff x="13472213" y="1959598"/>
            <a:chExt cx="608330" cy="608330"/>
          </a:xfrm>
        </p:grpSpPr>
        <p:sp>
          <p:nvSpPr>
            <p:cNvPr id="182" name="object 182" descr=""/>
            <p:cNvSpPr/>
            <p:nvPr/>
          </p:nvSpPr>
          <p:spPr>
            <a:xfrm>
              <a:off x="13472213" y="1959598"/>
              <a:ext cx="608330" cy="608330"/>
            </a:xfrm>
            <a:custGeom>
              <a:avLst/>
              <a:gdLst/>
              <a:ahLst/>
              <a:cxnLst/>
              <a:rect l="l" t="t" r="r" b="b"/>
              <a:pathLst>
                <a:path w="608330" h="608330">
                  <a:moveTo>
                    <a:pt x="304064" y="0"/>
                  </a:moveTo>
                  <a:lnTo>
                    <a:pt x="254742" y="3979"/>
                  </a:lnTo>
                  <a:lnTo>
                    <a:pt x="207955" y="15502"/>
                  </a:lnTo>
                  <a:lnTo>
                    <a:pt x="164328" y="33940"/>
                  </a:lnTo>
                  <a:lnTo>
                    <a:pt x="124486" y="58669"/>
                  </a:lnTo>
                  <a:lnTo>
                    <a:pt x="89057" y="89062"/>
                  </a:lnTo>
                  <a:lnTo>
                    <a:pt x="58666" y="124493"/>
                  </a:lnTo>
                  <a:lnTo>
                    <a:pt x="33938" y="164336"/>
                  </a:lnTo>
                  <a:lnTo>
                    <a:pt x="15501" y="207964"/>
                  </a:lnTo>
                  <a:lnTo>
                    <a:pt x="3979" y="254752"/>
                  </a:lnTo>
                  <a:lnTo>
                    <a:pt x="0" y="304074"/>
                  </a:lnTo>
                  <a:lnTo>
                    <a:pt x="3979" y="353395"/>
                  </a:lnTo>
                  <a:lnTo>
                    <a:pt x="15501" y="400183"/>
                  </a:lnTo>
                  <a:lnTo>
                    <a:pt x="33938" y="443810"/>
                  </a:lnTo>
                  <a:lnTo>
                    <a:pt x="58666" y="483651"/>
                  </a:lnTo>
                  <a:lnTo>
                    <a:pt x="89057" y="519081"/>
                  </a:lnTo>
                  <a:lnTo>
                    <a:pt x="124486" y="549472"/>
                  </a:lnTo>
                  <a:lnTo>
                    <a:pt x="164328" y="574199"/>
                  </a:lnTo>
                  <a:lnTo>
                    <a:pt x="207955" y="592637"/>
                  </a:lnTo>
                  <a:lnTo>
                    <a:pt x="254742" y="604158"/>
                  </a:lnTo>
                  <a:lnTo>
                    <a:pt x="304064" y="608138"/>
                  </a:lnTo>
                  <a:lnTo>
                    <a:pt x="353388" y="604158"/>
                  </a:lnTo>
                  <a:lnTo>
                    <a:pt x="400177" y="592637"/>
                  </a:lnTo>
                  <a:lnTo>
                    <a:pt x="443806" y="574199"/>
                  </a:lnTo>
                  <a:lnTo>
                    <a:pt x="483649" y="549472"/>
                  </a:lnTo>
                  <a:lnTo>
                    <a:pt x="519079" y="519081"/>
                  </a:lnTo>
                  <a:lnTo>
                    <a:pt x="549471" y="483651"/>
                  </a:lnTo>
                  <a:lnTo>
                    <a:pt x="574199" y="443810"/>
                  </a:lnTo>
                  <a:lnTo>
                    <a:pt x="592637" y="400183"/>
                  </a:lnTo>
                  <a:lnTo>
                    <a:pt x="604158" y="353395"/>
                  </a:lnTo>
                  <a:lnTo>
                    <a:pt x="608138" y="304074"/>
                  </a:lnTo>
                  <a:lnTo>
                    <a:pt x="604158" y="254752"/>
                  </a:lnTo>
                  <a:lnTo>
                    <a:pt x="592637" y="207964"/>
                  </a:lnTo>
                  <a:lnTo>
                    <a:pt x="574199" y="164336"/>
                  </a:lnTo>
                  <a:lnTo>
                    <a:pt x="549471" y="124493"/>
                  </a:lnTo>
                  <a:lnTo>
                    <a:pt x="519079" y="89062"/>
                  </a:lnTo>
                  <a:lnTo>
                    <a:pt x="483649" y="58669"/>
                  </a:lnTo>
                  <a:lnTo>
                    <a:pt x="443806" y="33940"/>
                  </a:lnTo>
                  <a:lnTo>
                    <a:pt x="400177" y="15502"/>
                  </a:lnTo>
                  <a:lnTo>
                    <a:pt x="353388" y="3979"/>
                  </a:lnTo>
                  <a:lnTo>
                    <a:pt x="304064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3642384" y="2129781"/>
              <a:ext cx="267970" cy="267970"/>
            </a:xfrm>
            <a:custGeom>
              <a:avLst/>
              <a:gdLst/>
              <a:ahLst/>
              <a:cxnLst/>
              <a:rect l="l" t="t" r="r" b="b"/>
              <a:pathLst>
                <a:path w="267969" h="267969">
                  <a:moveTo>
                    <a:pt x="133901" y="0"/>
                  </a:moveTo>
                  <a:lnTo>
                    <a:pt x="91576" y="6825"/>
                  </a:lnTo>
                  <a:lnTo>
                    <a:pt x="54819" y="25833"/>
                  </a:lnTo>
                  <a:lnTo>
                    <a:pt x="25834" y="54817"/>
                  </a:lnTo>
                  <a:lnTo>
                    <a:pt x="6826" y="91571"/>
                  </a:lnTo>
                  <a:lnTo>
                    <a:pt x="0" y="133891"/>
                  </a:lnTo>
                  <a:lnTo>
                    <a:pt x="6826" y="176210"/>
                  </a:lnTo>
                  <a:lnTo>
                    <a:pt x="25834" y="212965"/>
                  </a:lnTo>
                  <a:lnTo>
                    <a:pt x="54819" y="241948"/>
                  </a:lnTo>
                  <a:lnTo>
                    <a:pt x="91576" y="260956"/>
                  </a:lnTo>
                  <a:lnTo>
                    <a:pt x="133901" y="267782"/>
                  </a:lnTo>
                  <a:lnTo>
                    <a:pt x="176221" y="260956"/>
                  </a:lnTo>
                  <a:lnTo>
                    <a:pt x="212975" y="241948"/>
                  </a:lnTo>
                  <a:lnTo>
                    <a:pt x="241959" y="212965"/>
                  </a:lnTo>
                  <a:lnTo>
                    <a:pt x="260966" y="176210"/>
                  </a:lnTo>
                  <a:lnTo>
                    <a:pt x="267792" y="133891"/>
                  </a:lnTo>
                  <a:lnTo>
                    <a:pt x="260966" y="91571"/>
                  </a:lnTo>
                  <a:lnTo>
                    <a:pt x="241959" y="54817"/>
                  </a:lnTo>
                  <a:lnTo>
                    <a:pt x="212975" y="25833"/>
                  </a:lnTo>
                  <a:lnTo>
                    <a:pt x="176221" y="6825"/>
                  </a:lnTo>
                  <a:lnTo>
                    <a:pt x="133901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4" name="object 184" descr=""/>
          <p:cNvGrpSpPr/>
          <p:nvPr/>
        </p:nvGrpSpPr>
        <p:grpSpPr>
          <a:xfrm>
            <a:off x="13348839" y="1959598"/>
            <a:ext cx="2475230" cy="3315970"/>
            <a:chOff x="13348839" y="1959598"/>
            <a:chExt cx="2475230" cy="3315970"/>
          </a:xfrm>
        </p:grpSpPr>
        <p:sp>
          <p:nvSpPr>
            <p:cNvPr id="185" name="object 185" descr=""/>
            <p:cNvSpPr/>
            <p:nvPr/>
          </p:nvSpPr>
          <p:spPr>
            <a:xfrm>
              <a:off x="14966733" y="1959598"/>
              <a:ext cx="608330" cy="608330"/>
            </a:xfrm>
            <a:custGeom>
              <a:avLst/>
              <a:gdLst/>
              <a:ahLst/>
              <a:cxnLst/>
              <a:rect l="l" t="t" r="r" b="b"/>
              <a:pathLst>
                <a:path w="608330" h="608330">
                  <a:moveTo>
                    <a:pt x="304064" y="0"/>
                  </a:moveTo>
                  <a:lnTo>
                    <a:pt x="254742" y="3979"/>
                  </a:lnTo>
                  <a:lnTo>
                    <a:pt x="207955" y="15502"/>
                  </a:lnTo>
                  <a:lnTo>
                    <a:pt x="164328" y="33940"/>
                  </a:lnTo>
                  <a:lnTo>
                    <a:pt x="124486" y="58669"/>
                  </a:lnTo>
                  <a:lnTo>
                    <a:pt x="89057" y="89062"/>
                  </a:lnTo>
                  <a:lnTo>
                    <a:pt x="58666" y="124493"/>
                  </a:lnTo>
                  <a:lnTo>
                    <a:pt x="33938" y="164336"/>
                  </a:lnTo>
                  <a:lnTo>
                    <a:pt x="15501" y="207964"/>
                  </a:lnTo>
                  <a:lnTo>
                    <a:pt x="3979" y="254752"/>
                  </a:lnTo>
                  <a:lnTo>
                    <a:pt x="0" y="304074"/>
                  </a:lnTo>
                  <a:lnTo>
                    <a:pt x="3979" y="353395"/>
                  </a:lnTo>
                  <a:lnTo>
                    <a:pt x="15501" y="400183"/>
                  </a:lnTo>
                  <a:lnTo>
                    <a:pt x="33938" y="443810"/>
                  </a:lnTo>
                  <a:lnTo>
                    <a:pt x="58666" y="483651"/>
                  </a:lnTo>
                  <a:lnTo>
                    <a:pt x="89057" y="519081"/>
                  </a:lnTo>
                  <a:lnTo>
                    <a:pt x="124486" y="549472"/>
                  </a:lnTo>
                  <a:lnTo>
                    <a:pt x="164328" y="574199"/>
                  </a:lnTo>
                  <a:lnTo>
                    <a:pt x="207955" y="592637"/>
                  </a:lnTo>
                  <a:lnTo>
                    <a:pt x="254742" y="604158"/>
                  </a:lnTo>
                  <a:lnTo>
                    <a:pt x="304064" y="608138"/>
                  </a:lnTo>
                  <a:lnTo>
                    <a:pt x="353388" y="604158"/>
                  </a:lnTo>
                  <a:lnTo>
                    <a:pt x="400177" y="592637"/>
                  </a:lnTo>
                  <a:lnTo>
                    <a:pt x="443806" y="574199"/>
                  </a:lnTo>
                  <a:lnTo>
                    <a:pt x="483649" y="549472"/>
                  </a:lnTo>
                  <a:lnTo>
                    <a:pt x="519079" y="519081"/>
                  </a:lnTo>
                  <a:lnTo>
                    <a:pt x="549471" y="483651"/>
                  </a:lnTo>
                  <a:lnTo>
                    <a:pt x="574199" y="443810"/>
                  </a:lnTo>
                  <a:lnTo>
                    <a:pt x="592637" y="400183"/>
                  </a:lnTo>
                  <a:lnTo>
                    <a:pt x="604158" y="353395"/>
                  </a:lnTo>
                  <a:lnTo>
                    <a:pt x="608138" y="304074"/>
                  </a:lnTo>
                  <a:lnTo>
                    <a:pt x="604158" y="254752"/>
                  </a:lnTo>
                  <a:lnTo>
                    <a:pt x="592637" y="207964"/>
                  </a:lnTo>
                  <a:lnTo>
                    <a:pt x="574199" y="164336"/>
                  </a:lnTo>
                  <a:lnTo>
                    <a:pt x="549471" y="124493"/>
                  </a:lnTo>
                  <a:lnTo>
                    <a:pt x="519079" y="89062"/>
                  </a:lnTo>
                  <a:lnTo>
                    <a:pt x="483649" y="58669"/>
                  </a:lnTo>
                  <a:lnTo>
                    <a:pt x="443806" y="33940"/>
                  </a:lnTo>
                  <a:lnTo>
                    <a:pt x="400177" y="15502"/>
                  </a:lnTo>
                  <a:lnTo>
                    <a:pt x="353388" y="3979"/>
                  </a:lnTo>
                  <a:lnTo>
                    <a:pt x="304064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13348830" y="2129783"/>
              <a:ext cx="2349500" cy="1110615"/>
            </a:xfrm>
            <a:custGeom>
              <a:avLst/>
              <a:gdLst/>
              <a:ahLst/>
              <a:cxnLst/>
              <a:rect l="l" t="t" r="r" b="b"/>
              <a:pathLst>
                <a:path w="2349500" h="1110614">
                  <a:moveTo>
                    <a:pt x="2349411" y="229146"/>
                  </a:moveTo>
                  <a:lnTo>
                    <a:pt x="2013851" y="229146"/>
                  </a:lnTo>
                  <a:lnTo>
                    <a:pt x="2030031" y="212966"/>
                  </a:lnTo>
                  <a:lnTo>
                    <a:pt x="2049030" y="176212"/>
                  </a:lnTo>
                  <a:lnTo>
                    <a:pt x="2055863" y="133896"/>
                  </a:lnTo>
                  <a:lnTo>
                    <a:pt x="2049030" y="91579"/>
                  </a:lnTo>
                  <a:lnTo>
                    <a:pt x="2030031" y="54825"/>
                  </a:lnTo>
                  <a:lnTo>
                    <a:pt x="2001050" y="25831"/>
                  </a:lnTo>
                  <a:lnTo>
                    <a:pt x="1964283" y="6832"/>
                  </a:lnTo>
                  <a:lnTo>
                    <a:pt x="1921967" y="0"/>
                  </a:lnTo>
                  <a:lnTo>
                    <a:pt x="1879650" y="6832"/>
                  </a:lnTo>
                  <a:lnTo>
                    <a:pt x="1842884" y="25831"/>
                  </a:lnTo>
                  <a:lnTo>
                    <a:pt x="1813902" y="54825"/>
                  </a:lnTo>
                  <a:lnTo>
                    <a:pt x="1794891" y="91579"/>
                  </a:lnTo>
                  <a:lnTo>
                    <a:pt x="1788071" y="133896"/>
                  </a:lnTo>
                  <a:lnTo>
                    <a:pt x="1794891" y="176212"/>
                  </a:lnTo>
                  <a:lnTo>
                    <a:pt x="1813902" y="212966"/>
                  </a:lnTo>
                  <a:lnTo>
                    <a:pt x="1830082" y="229146"/>
                  </a:lnTo>
                  <a:lnTo>
                    <a:pt x="0" y="229146"/>
                  </a:lnTo>
                  <a:lnTo>
                    <a:pt x="0" y="553821"/>
                  </a:lnTo>
                  <a:lnTo>
                    <a:pt x="208457" y="553821"/>
                  </a:lnTo>
                  <a:lnTo>
                    <a:pt x="474738" y="1110322"/>
                  </a:lnTo>
                  <a:lnTo>
                    <a:pt x="1874685" y="1110322"/>
                  </a:lnTo>
                  <a:lnTo>
                    <a:pt x="2140940" y="553821"/>
                  </a:lnTo>
                  <a:lnTo>
                    <a:pt x="2349411" y="553821"/>
                  </a:lnTo>
                  <a:lnTo>
                    <a:pt x="2349411" y="229146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3557385" y="2683522"/>
              <a:ext cx="1932939" cy="147320"/>
            </a:xfrm>
            <a:custGeom>
              <a:avLst/>
              <a:gdLst/>
              <a:ahLst/>
              <a:cxnLst/>
              <a:rect l="l" t="t" r="r" b="b"/>
              <a:pathLst>
                <a:path w="1932940" h="147319">
                  <a:moveTo>
                    <a:pt x="1932318" y="0"/>
                  </a:moveTo>
                  <a:lnTo>
                    <a:pt x="0" y="0"/>
                  </a:lnTo>
                  <a:lnTo>
                    <a:pt x="70301" y="146979"/>
                  </a:lnTo>
                  <a:lnTo>
                    <a:pt x="1862016" y="146979"/>
                  </a:lnTo>
                  <a:lnTo>
                    <a:pt x="1932318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4204836" y="2880569"/>
              <a:ext cx="637540" cy="1444625"/>
            </a:xfrm>
            <a:custGeom>
              <a:avLst/>
              <a:gdLst/>
              <a:ahLst/>
              <a:cxnLst/>
              <a:rect l="l" t="t" r="r" b="b"/>
              <a:pathLst>
                <a:path w="637540" h="1444625">
                  <a:moveTo>
                    <a:pt x="637374" y="342950"/>
                  </a:moveTo>
                  <a:lnTo>
                    <a:pt x="636879" y="289521"/>
                  </a:lnTo>
                  <a:lnTo>
                    <a:pt x="627722" y="238074"/>
                  </a:lnTo>
                  <a:lnTo>
                    <a:pt x="610362" y="188912"/>
                  </a:lnTo>
                  <a:lnTo>
                    <a:pt x="585177" y="143103"/>
                  </a:lnTo>
                  <a:lnTo>
                    <a:pt x="552513" y="101714"/>
                  </a:lnTo>
                  <a:lnTo>
                    <a:pt x="513575" y="66294"/>
                  </a:lnTo>
                  <a:lnTo>
                    <a:pt x="469684" y="37960"/>
                  </a:lnTo>
                  <a:lnTo>
                    <a:pt x="421881" y="17170"/>
                  </a:lnTo>
                  <a:lnTo>
                    <a:pt x="371208" y="4368"/>
                  </a:lnTo>
                  <a:lnTo>
                    <a:pt x="318731" y="0"/>
                  </a:lnTo>
                  <a:lnTo>
                    <a:pt x="266242" y="4368"/>
                  </a:lnTo>
                  <a:lnTo>
                    <a:pt x="215582" y="17170"/>
                  </a:lnTo>
                  <a:lnTo>
                    <a:pt x="167767" y="37960"/>
                  </a:lnTo>
                  <a:lnTo>
                    <a:pt x="123875" y="66294"/>
                  </a:lnTo>
                  <a:lnTo>
                    <a:pt x="84950" y="101714"/>
                  </a:lnTo>
                  <a:lnTo>
                    <a:pt x="52285" y="143103"/>
                  </a:lnTo>
                  <a:lnTo>
                    <a:pt x="27089" y="188963"/>
                  </a:lnTo>
                  <a:lnTo>
                    <a:pt x="9740" y="238252"/>
                  </a:lnTo>
                  <a:lnTo>
                    <a:pt x="584" y="289928"/>
                  </a:lnTo>
                  <a:lnTo>
                    <a:pt x="0" y="342950"/>
                  </a:lnTo>
                  <a:lnTo>
                    <a:pt x="1612" y="359460"/>
                  </a:lnTo>
                  <a:lnTo>
                    <a:pt x="80949" y="1222705"/>
                  </a:lnTo>
                  <a:lnTo>
                    <a:pt x="88582" y="1267929"/>
                  </a:lnTo>
                  <a:lnTo>
                    <a:pt x="104292" y="1309776"/>
                  </a:lnTo>
                  <a:lnTo>
                    <a:pt x="127190" y="1347444"/>
                  </a:lnTo>
                  <a:lnTo>
                    <a:pt x="156400" y="1380109"/>
                  </a:lnTo>
                  <a:lnTo>
                    <a:pt x="191046" y="1406931"/>
                  </a:lnTo>
                  <a:lnTo>
                    <a:pt x="230238" y="1427111"/>
                  </a:lnTo>
                  <a:lnTo>
                    <a:pt x="273100" y="1439824"/>
                  </a:lnTo>
                  <a:lnTo>
                    <a:pt x="318731" y="1444231"/>
                  </a:lnTo>
                  <a:lnTo>
                    <a:pt x="350151" y="1442173"/>
                  </a:lnTo>
                  <a:lnTo>
                    <a:pt x="409079" y="1426375"/>
                  </a:lnTo>
                  <a:lnTo>
                    <a:pt x="473976" y="1386471"/>
                  </a:lnTo>
                  <a:lnTo>
                    <a:pt x="495236" y="1364361"/>
                  </a:lnTo>
                  <a:lnTo>
                    <a:pt x="505929" y="1353248"/>
                  </a:lnTo>
                  <a:lnTo>
                    <a:pt x="531012" y="1314386"/>
                  </a:lnTo>
                  <a:lnTo>
                    <a:pt x="548208" y="1270825"/>
                  </a:lnTo>
                  <a:lnTo>
                    <a:pt x="556501" y="1223505"/>
                  </a:lnTo>
                  <a:lnTo>
                    <a:pt x="564235" y="1138834"/>
                  </a:lnTo>
                  <a:lnTo>
                    <a:pt x="637374" y="34295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14204848" y="2880561"/>
              <a:ext cx="637540" cy="1444625"/>
            </a:xfrm>
            <a:custGeom>
              <a:avLst/>
              <a:gdLst/>
              <a:ahLst/>
              <a:cxnLst/>
              <a:rect l="l" t="t" r="r" b="b"/>
              <a:pathLst>
                <a:path w="637540" h="1444625">
                  <a:moveTo>
                    <a:pt x="318723" y="0"/>
                  </a:moveTo>
                  <a:lnTo>
                    <a:pt x="266238" y="4367"/>
                  </a:lnTo>
                  <a:lnTo>
                    <a:pt x="215570" y="17169"/>
                  </a:lnTo>
                  <a:lnTo>
                    <a:pt x="167766" y="37960"/>
                  </a:lnTo>
                  <a:lnTo>
                    <a:pt x="123874" y="66291"/>
                  </a:lnTo>
                  <a:lnTo>
                    <a:pt x="84939" y="101714"/>
                  </a:lnTo>
                  <a:lnTo>
                    <a:pt x="52280" y="143110"/>
                  </a:lnTo>
                  <a:lnTo>
                    <a:pt x="27087" y="188968"/>
                  </a:lnTo>
                  <a:lnTo>
                    <a:pt x="9730" y="238252"/>
                  </a:lnTo>
                  <a:lnTo>
                    <a:pt x="577" y="289926"/>
                  </a:lnTo>
                  <a:lnTo>
                    <a:pt x="0" y="342952"/>
                  </a:lnTo>
                  <a:lnTo>
                    <a:pt x="1602" y="359465"/>
                  </a:lnTo>
                  <a:lnTo>
                    <a:pt x="80939" y="1222706"/>
                  </a:lnTo>
                  <a:lnTo>
                    <a:pt x="88571" y="1267927"/>
                  </a:lnTo>
                  <a:lnTo>
                    <a:pt x="104280" y="1309781"/>
                  </a:lnTo>
                  <a:lnTo>
                    <a:pt x="127184" y="1347447"/>
                  </a:lnTo>
                  <a:lnTo>
                    <a:pt x="156399" y="1380104"/>
                  </a:lnTo>
                  <a:lnTo>
                    <a:pt x="191044" y="1406932"/>
                  </a:lnTo>
                  <a:lnTo>
                    <a:pt x="230234" y="1427111"/>
                  </a:lnTo>
                  <a:lnTo>
                    <a:pt x="273088" y="1439820"/>
                  </a:lnTo>
                  <a:lnTo>
                    <a:pt x="318723" y="1444238"/>
                  </a:lnTo>
                  <a:lnTo>
                    <a:pt x="350139" y="1442179"/>
                  </a:lnTo>
                  <a:lnTo>
                    <a:pt x="409073" y="1426379"/>
                  </a:lnTo>
                  <a:lnTo>
                    <a:pt x="473968" y="1386469"/>
                  </a:lnTo>
                  <a:lnTo>
                    <a:pt x="495235" y="1364366"/>
                  </a:lnTo>
                  <a:lnTo>
                    <a:pt x="313665" y="1364366"/>
                  </a:lnTo>
                  <a:lnTo>
                    <a:pt x="308870" y="1364094"/>
                  </a:lnTo>
                  <a:lnTo>
                    <a:pt x="304074" y="1363560"/>
                  </a:lnTo>
                  <a:lnTo>
                    <a:pt x="297153" y="1363026"/>
                  </a:lnTo>
                  <a:lnTo>
                    <a:pt x="290493" y="1361969"/>
                  </a:lnTo>
                  <a:lnTo>
                    <a:pt x="284106" y="1360366"/>
                  </a:lnTo>
                  <a:lnTo>
                    <a:pt x="282776" y="1360366"/>
                  </a:lnTo>
                  <a:lnTo>
                    <a:pt x="282242" y="1359832"/>
                  </a:lnTo>
                  <a:lnTo>
                    <a:pt x="278787" y="1359298"/>
                  </a:lnTo>
                  <a:lnTo>
                    <a:pt x="275321" y="1358241"/>
                  </a:lnTo>
                  <a:lnTo>
                    <a:pt x="272127" y="1357173"/>
                  </a:lnTo>
                  <a:lnTo>
                    <a:pt x="268400" y="1356105"/>
                  </a:lnTo>
                  <a:lnTo>
                    <a:pt x="264672" y="1354775"/>
                  </a:lnTo>
                  <a:lnTo>
                    <a:pt x="261206" y="1353445"/>
                  </a:lnTo>
                  <a:lnTo>
                    <a:pt x="260672" y="1353445"/>
                  </a:lnTo>
                  <a:lnTo>
                    <a:pt x="260410" y="1353173"/>
                  </a:lnTo>
                  <a:lnTo>
                    <a:pt x="259876" y="1352911"/>
                  </a:lnTo>
                  <a:lnTo>
                    <a:pt x="251353" y="1349184"/>
                  </a:lnTo>
                  <a:lnTo>
                    <a:pt x="239328" y="1342775"/>
                  </a:lnTo>
                  <a:lnTo>
                    <a:pt x="209553" y="1320158"/>
                  </a:lnTo>
                  <a:lnTo>
                    <a:pt x="208485" y="1319362"/>
                  </a:lnTo>
                  <a:lnTo>
                    <a:pt x="207417" y="1318294"/>
                  </a:lnTo>
                  <a:lnTo>
                    <a:pt x="206621" y="1317237"/>
                  </a:lnTo>
                  <a:lnTo>
                    <a:pt x="203428" y="1314033"/>
                  </a:lnTo>
                  <a:lnTo>
                    <a:pt x="200234" y="1310577"/>
                  </a:lnTo>
                  <a:lnTo>
                    <a:pt x="197575" y="1307112"/>
                  </a:lnTo>
                  <a:lnTo>
                    <a:pt x="194109" y="1303384"/>
                  </a:lnTo>
                  <a:lnTo>
                    <a:pt x="190915" y="1299394"/>
                  </a:lnTo>
                  <a:lnTo>
                    <a:pt x="188517" y="1295133"/>
                  </a:lnTo>
                  <a:lnTo>
                    <a:pt x="185324" y="1291133"/>
                  </a:lnTo>
                  <a:lnTo>
                    <a:pt x="182664" y="1286882"/>
                  </a:lnTo>
                  <a:lnTo>
                    <a:pt x="180528" y="1282348"/>
                  </a:lnTo>
                  <a:lnTo>
                    <a:pt x="172804" y="1267086"/>
                  </a:lnTo>
                  <a:lnTo>
                    <a:pt x="166849" y="1250927"/>
                  </a:lnTo>
                  <a:lnTo>
                    <a:pt x="162742" y="1233971"/>
                  </a:lnTo>
                  <a:lnTo>
                    <a:pt x="160560" y="1216318"/>
                  </a:lnTo>
                  <a:lnTo>
                    <a:pt x="81746" y="359465"/>
                  </a:lnTo>
                  <a:lnTo>
                    <a:pt x="80678" y="348010"/>
                  </a:lnTo>
                  <a:lnTo>
                    <a:pt x="80144" y="344282"/>
                  </a:lnTo>
                  <a:lnTo>
                    <a:pt x="79558" y="335769"/>
                  </a:lnTo>
                  <a:lnTo>
                    <a:pt x="79086" y="328450"/>
                  </a:lnTo>
                  <a:lnTo>
                    <a:pt x="78845" y="320587"/>
                  </a:lnTo>
                  <a:lnTo>
                    <a:pt x="79097" y="312398"/>
                  </a:lnTo>
                  <a:lnTo>
                    <a:pt x="79138" y="310503"/>
                  </a:lnTo>
                  <a:lnTo>
                    <a:pt x="79348" y="309665"/>
                  </a:lnTo>
                  <a:lnTo>
                    <a:pt x="84650" y="267616"/>
                  </a:lnTo>
                  <a:lnTo>
                    <a:pt x="97219" y="227460"/>
                  </a:lnTo>
                  <a:lnTo>
                    <a:pt x="116828" y="189999"/>
                  </a:lnTo>
                  <a:lnTo>
                    <a:pt x="143252" y="156037"/>
                  </a:lnTo>
                  <a:lnTo>
                    <a:pt x="180517" y="123468"/>
                  </a:lnTo>
                  <a:lnTo>
                    <a:pt x="222898" y="99587"/>
                  </a:lnTo>
                  <a:lnTo>
                    <a:pt x="269324" y="84891"/>
                  </a:lnTo>
                  <a:lnTo>
                    <a:pt x="318723" y="79882"/>
                  </a:lnTo>
                  <a:lnTo>
                    <a:pt x="528510" y="79882"/>
                  </a:lnTo>
                  <a:lnTo>
                    <a:pt x="513572" y="66291"/>
                  </a:lnTo>
                  <a:lnTo>
                    <a:pt x="469679" y="37960"/>
                  </a:lnTo>
                  <a:lnTo>
                    <a:pt x="421875" y="17169"/>
                  </a:lnTo>
                  <a:lnTo>
                    <a:pt x="371207" y="4367"/>
                  </a:lnTo>
                  <a:lnTo>
                    <a:pt x="318723" y="0"/>
                  </a:lnTo>
                  <a:close/>
                </a:path>
                <a:path w="637540" h="1444625">
                  <a:moveTo>
                    <a:pt x="528510" y="79882"/>
                  </a:moveTo>
                  <a:lnTo>
                    <a:pt x="318723" y="79882"/>
                  </a:lnTo>
                  <a:lnTo>
                    <a:pt x="368121" y="84891"/>
                  </a:lnTo>
                  <a:lnTo>
                    <a:pt x="414547" y="99587"/>
                  </a:lnTo>
                  <a:lnTo>
                    <a:pt x="456929" y="123468"/>
                  </a:lnTo>
                  <a:lnTo>
                    <a:pt x="494194" y="156037"/>
                  </a:lnTo>
                  <a:lnTo>
                    <a:pt x="535498" y="216679"/>
                  </a:lnTo>
                  <a:lnTo>
                    <a:pt x="556234" y="285708"/>
                  </a:lnTo>
                  <a:lnTo>
                    <a:pt x="556234" y="286504"/>
                  </a:lnTo>
                  <a:lnTo>
                    <a:pt x="556496" y="287038"/>
                  </a:lnTo>
                  <a:lnTo>
                    <a:pt x="557564" y="295289"/>
                  </a:lnTo>
                  <a:lnTo>
                    <a:pt x="558359" y="303550"/>
                  </a:lnTo>
                  <a:lnTo>
                    <a:pt x="558371" y="312398"/>
                  </a:lnTo>
                  <a:lnTo>
                    <a:pt x="558632" y="320053"/>
                  </a:lnTo>
                  <a:lnTo>
                    <a:pt x="558359" y="327780"/>
                  </a:lnTo>
                  <a:lnTo>
                    <a:pt x="557836" y="335769"/>
                  </a:lnTo>
                  <a:lnTo>
                    <a:pt x="557564" y="342157"/>
                  </a:lnTo>
                  <a:lnTo>
                    <a:pt x="556768" y="348544"/>
                  </a:lnTo>
                  <a:lnTo>
                    <a:pt x="555972" y="354669"/>
                  </a:lnTo>
                  <a:lnTo>
                    <a:pt x="555700" y="359465"/>
                  </a:lnTo>
                  <a:lnTo>
                    <a:pt x="486477" y="1112206"/>
                  </a:lnTo>
                  <a:lnTo>
                    <a:pt x="476886" y="1217114"/>
                  </a:lnTo>
                  <a:lnTo>
                    <a:pt x="471029" y="1249895"/>
                  </a:lnTo>
                  <a:lnTo>
                    <a:pt x="458781" y="1279855"/>
                  </a:lnTo>
                  <a:lnTo>
                    <a:pt x="440943" y="1306271"/>
                  </a:lnTo>
                  <a:lnTo>
                    <a:pt x="418311" y="1328420"/>
                  </a:lnTo>
                  <a:lnTo>
                    <a:pt x="414584" y="1332147"/>
                  </a:lnTo>
                  <a:lnTo>
                    <a:pt x="410322" y="1335069"/>
                  </a:lnTo>
                  <a:lnTo>
                    <a:pt x="406322" y="1337467"/>
                  </a:lnTo>
                  <a:lnTo>
                    <a:pt x="402867" y="1339864"/>
                  </a:lnTo>
                  <a:lnTo>
                    <a:pt x="399401" y="1341990"/>
                  </a:lnTo>
                  <a:lnTo>
                    <a:pt x="395673" y="1344126"/>
                  </a:lnTo>
                  <a:lnTo>
                    <a:pt x="393014" y="1345718"/>
                  </a:lnTo>
                  <a:lnTo>
                    <a:pt x="390344" y="1347058"/>
                  </a:lnTo>
                  <a:lnTo>
                    <a:pt x="387422" y="1348388"/>
                  </a:lnTo>
                  <a:lnTo>
                    <a:pt x="384490" y="1349979"/>
                  </a:lnTo>
                  <a:lnTo>
                    <a:pt x="381559" y="1351309"/>
                  </a:lnTo>
                  <a:lnTo>
                    <a:pt x="378365" y="1352649"/>
                  </a:lnTo>
                  <a:lnTo>
                    <a:pt x="369842" y="1355843"/>
                  </a:lnTo>
                  <a:lnTo>
                    <a:pt x="365318" y="1357173"/>
                  </a:lnTo>
                  <a:lnTo>
                    <a:pt x="360261" y="1358775"/>
                  </a:lnTo>
                  <a:lnTo>
                    <a:pt x="355203" y="1360105"/>
                  </a:lnTo>
                  <a:lnTo>
                    <a:pt x="350146" y="1361162"/>
                  </a:lnTo>
                  <a:lnTo>
                    <a:pt x="345350" y="1362230"/>
                  </a:lnTo>
                  <a:lnTo>
                    <a:pt x="340555" y="1363026"/>
                  </a:lnTo>
                  <a:lnTo>
                    <a:pt x="335497" y="1363560"/>
                  </a:lnTo>
                  <a:lnTo>
                    <a:pt x="333895" y="1363560"/>
                  </a:lnTo>
                  <a:lnTo>
                    <a:pt x="328838" y="1364094"/>
                  </a:lnTo>
                  <a:lnTo>
                    <a:pt x="323780" y="1364366"/>
                  </a:lnTo>
                  <a:lnTo>
                    <a:pt x="495235" y="1364366"/>
                  </a:lnTo>
                  <a:lnTo>
                    <a:pt x="531005" y="1314394"/>
                  </a:lnTo>
                  <a:lnTo>
                    <a:pt x="548199" y="1270827"/>
                  </a:lnTo>
                  <a:lnTo>
                    <a:pt x="556496" y="1223502"/>
                  </a:lnTo>
                  <a:lnTo>
                    <a:pt x="564223" y="1138834"/>
                  </a:lnTo>
                  <a:lnTo>
                    <a:pt x="637373" y="342952"/>
                  </a:lnTo>
                  <a:lnTo>
                    <a:pt x="636868" y="289518"/>
                  </a:lnTo>
                  <a:lnTo>
                    <a:pt x="627716" y="238081"/>
                  </a:lnTo>
                  <a:lnTo>
                    <a:pt x="610358" y="188917"/>
                  </a:lnTo>
                  <a:lnTo>
                    <a:pt x="585165" y="143104"/>
                  </a:lnTo>
                  <a:lnTo>
                    <a:pt x="552506" y="101714"/>
                  </a:lnTo>
                  <a:lnTo>
                    <a:pt x="528510" y="79882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14283674" y="2958761"/>
              <a:ext cx="480059" cy="480059"/>
            </a:xfrm>
            <a:custGeom>
              <a:avLst/>
              <a:gdLst/>
              <a:ahLst/>
              <a:cxnLst/>
              <a:rect l="l" t="t" r="r" b="b"/>
              <a:pathLst>
                <a:path w="480059" h="480060">
                  <a:moveTo>
                    <a:pt x="239867" y="0"/>
                  </a:moveTo>
                  <a:lnTo>
                    <a:pt x="191524" y="4873"/>
                  </a:lnTo>
                  <a:lnTo>
                    <a:pt x="146498" y="18849"/>
                  </a:lnTo>
                  <a:lnTo>
                    <a:pt x="105753" y="40964"/>
                  </a:lnTo>
                  <a:lnTo>
                    <a:pt x="70254" y="70254"/>
                  </a:lnTo>
                  <a:lnTo>
                    <a:pt x="40964" y="105753"/>
                  </a:lnTo>
                  <a:lnTo>
                    <a:pt x="18849" y="146498"/>
                  </a:lnTo>
                  <a:lnTo>
                    <a:pt x="4873" y="191524"/>
                  </a:lnTo>
                  <a:lnTo>
                    <a:pt x="0" y="239867"/>
                  </a:lnTo>
                  <a:lnTo>
                    <a:pt x="4873" y="288209"/>
                  </a:lnTo>
                  <a:lnTo>
                    <a:pt x="18849" y="333235"/>
                  </a:lnTo>
                  <a:lnTo>
                    <a:pt x="40964" y="373980"/>
                  </a:lnTo>
                  <a:lnTo>
                    <a:pt x="70254" y="409479"/>
                  </a:lnTo>
                  <a:lnTo>
                    <a:pt x="105753" y="438769"/>
                  </a:lnTo>
                  <a:lnTo>
                    <a:pt x="146498" y="460884"/>
                  </a:lnTo>
                  <a:lnTo>
                    <a:pt x="191524" y="474860"/>
                  </a:lnTo>
                  <a:lnTo>
                    <a:pt x="239867" y="479734"/>
                  </a:lnTo>
                  <a:lnTo>
                    <a:pt x="288209" y="474860"/>
                  </a:lnTo>
                  <a:lnTo>
                    <a:pt x="333235" y="460884"/>
                  </a:lnTo>
                  <a:lnTo>
                    <a:pt x="373980" y="438769"/>
                  </a:lnTo>
                  <a:lnTo>
                    <a:pt x="409479" y="409479"/>
                  </a:lnTo>
                  <a:lnTo>
                    <a:pt x="438769" y="373980"/>
                  </a:lnTo>
                  <a:lnTo>
                    <a:pt x="460884" y="333235"/>
                  </a:lnTo>
                  <a:lnTo>
                    <a:pt x="474860" y="288209"/>
                  </a:lnTo>
                  <a:lnTo>
                    <a:pt x="479734" y="239867"/>
                  </a:lnTo>
                  <a:lnTo>
                    <a:pt x="474860" y="191524"/>
                  </a:lnTo>
                  <a:lnTo>
                    <a:pt x="460884" y="146498"/>
                  </a:lnTo>
                  <a:lnTo>
                    <a:pt x="438769" y="105753"/>
                  </a:lnTo>
                  <a:lnTo>
                    <a:pt x="409479" y="70254"/>
                  </a:lnTo>
                  <a:lnTo>
                    <a:pt x="373980" y="40964"/>
                  </a:lnTo>
                  <a:lnTo>
                    <a:pt x="333235" y="18849"/>
                  </a:lnTo>
                  <a:lnTo>
                    <a:pt x="288209" y="4873"/>
                  </a:lnTo>
                  <a:lnTo>
                    <a:pt x="239867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4355410" y="3030497"/>
              <a:ext cx="336550" cy="336550"/>
            </a:xfrm>
            <a:custGeom>
              <a:avLst/>
              <a:gdLst/>
              <a:ahLst/>
              <a:cxnLst/>
              <a:rect l="l" t="t" r="r" b="b"/>
              <a:pathLst>
                <a:path w="336550" h="336550">
                  <a:moveTo>
                    <a:pt x="168131" y="0"/>
                  </a:moveTo>
                  <a:lnTo>
                    <a:pt x="123435" y="6005"/>
                  </a:lnTo>
                  <a:lnTo>
                    <a:pt x="83272" y="22954"/>
                  </a:lnTo>
                  <a:lnTo>
                    <a:pt x="49244" y="49244"/>
                  </a:lnTo>
                  <a:lnTo>
                    <a:pt x="22954" y="83272"/>
                  </a:lnTo>
                  <a:lnTo>
                    <a:pt x="6005" y="123435"/>
                  </a:lnTo>
                  <a:lnTo>
                    <a:pt x="0" y="168131"/>
                  </a:lnTo>
                  <a:lnTo>
                    <a:pt x="6005" y="212826"/>
                  </a:lnTo>
                  <a:lnTo>
                    <a:pt x="22954" y="252989"/>
                  </a:lnTo>
                  <a:lnTo>
                    <a:pt x="49244" y="287017"/>
                  </a:lnTo>
                  <a:lnTo>
                    <a:pt x="83272" y="313307"/>
                  </a:lnTo>
                  <a:lnTo>
                    <a:pt x="123435" y="330256"/>
                  </a:lnTo>
                  <a:lnTo>
                    <a:pt x="168131" y="336262"/>
                  </a:lnTo>
                  <a:lnTo>
                    <a:pt x="212826" y="330256"/>
                  </a:lnTo>
                  <a:lnTo>
                    <a:pt x="252989" y="313307"/>
                  </a:lnTo>
                  <a:lnTo>
                    <a:pt x="287017" y="287017"/>
                  </a:lnTo>
                  <a:lnTo>
                    <a:pt x="313307" y="252989"/>
                  </a:lnTo>
                  <a:lnTo>
                    <a:pt x="330256" y="212826"/>
                  </a:lnTo>
                  <a:lnTo>
                    <a:pt x="336262" y="168131"/>
                  </a:lnTo>
                  <a:lnTo>
                    <a:pt x="330256" y="123435"/>
                  </a:lnTo>
                  <a:lnTo>
                    <a:pt x="313307" y="83272"/>
                  </a:lnTo>
                  <a:lnTo>
                    <a:pt x="287017" y="49244"/>
                  </a:lnTo>
                  <a:lnTo>
                    <a:pt x="252989" y="22954"/>
                  </a:lnTo>
                  <a:lnTo>
                    <a:pt x="212826" y="6005"/>
                  </a:lnTo>
                  <a:lnTo>
                    <a:pt x="168131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4366593" y="3931054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156948" y="0"/>
                  </a:moveTo>
                  <a:lnTo>
                    <a:pt x="107341" y="8001"/>
                  </a:lnTo>
                  <a:lnTo>
                    <a:pt x="64257" y="30282"/>
                  </a:lnTo>
                  <a:lnTo>
                    <a:pt x="30282" y="64257"/>
                  </a:lnTo>
                  <a:lnTo>
                    <a:pt x="8001" y="107341"/>
                  </a:lnTo>
                  <a:lnTo>
                    <a:pt x="0" y="156948"/>
                  </a:lnTo>
                  <a:lnTo>
                    <a:pt x="8001" y="206555"/>
                  </a:lnTo>
                  <a:lnTo>
                    <a:pt x="30282" y="249638"/>
                  </a:lnTo>
                  <a:lnTo>
                    <a:pt x="64257" y="283613"/>
                  </a:lnTo>
                  <a:lnTo>
                    <a:pt x="107341" y="305894"/>
                  </a:lnTo>
                  <a:lnTo>
                    <a:pt x="156948" y="313896"/>
                  </a:lnTo>
                  <a:lnTo>
                    <a:pt x="206555" y="305894"/>
                  </a:lnTo>
                  <a:lnTo>
                    <a:pt x="249638" y="283613"/>
                  </a:lnTo>
                  <a:lnTo>
                    <a:pt x="283613" y="249638"/>
                  </a:lnTo>
                  <a:lnTo>
                    <a:pt x="305894" y="206555"/>
                  </a:lnTo>
                  <a:lnTo>
                    <a:pt x="313896" y="156948"/>
                  </a:lnTo>
                  <a:lnTo>
                    <a:pt x="305894" y="107341"/>
                  </a:lnTo>
                  <a:lnTo>
                    <a:pt x="283613" y="64257"/>
                  </a:lnTo>
                  <a:lnTo>
                    <a:pt x="249638" y="30282"/>
                  </a:lnTo>
                  <a:lnTo>
                    <a:pt x="206555" y="8001"/>
                  </a:lnTo>
                  <a:lnTo>
                    <a:pt x="156948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413528" y="3977995"/>
              <a:ext cx="220024" cy="220014"/>
            </a:xfrm>
            <a:prstGeom prst="rect">
              <a:avLst/>
            </a:prstGeom>
          </p:spPr>
        </p:pic>
        <p:sp>
          <p:nvSpPr>
            <p:cNvPr id="194" name="object 194" descr=""/>
            <p:cNvSpPr/>
            <p:nvPr/>
          </p:nvSpPr>
          <p:spPr>
            <a:xfrm>
              <a:off x="15027245" y="4175453"/>
              <a:ext cx="796925" cy="1099820"/>
            </a:xfrm>
            <a:custGeom>
              <a:avLst/>
              <a:gdLst/>
              <a:ahLst/>
              <a:cxnLst/>
              <a:rect l="l" t="t" r="r" b="b"/>
              <a:pathLst>
                <a:path w="796925" h="1099820">
                  <a:moveTo>
                    <a:pt x="161452" y="0"/>
                  </a:moveTo>
                  <a:lnTo>
                    <a:pt x="115103" y="3643"/>
                  </a:lnTo>
                  <a:lnTo>
                    <a:pt x="70661" y="22213"/>
                  </a:lnTo>
                  <a:lnTo>
                    <a:pt x="34306" y="53814"/>
                  </a:lnTo>
                  <a:lnTo>
                    <a:pt x="10486" y="93746"/>
                  </a:lnTo>
                  <a:lnTo>
                    <a:pt x="0" y="138594"/>
                  </a:lnTo>
                  <a:lnTo>
                    <a:pt x="3642" y="184946"/>
                  </a:lnTo>
                  <a:lnTo>
                    <a:pt x="22212" y="229389"/>
                  </a:lnTo>
                  <a:lnTo>
                    <a:pt x="518804" y="1029041"/>
                  </a:lnTo>
                  <a:lnTo>
                    <a:pt x="550406" y="1065390"/>
                  </a:lnTo>
                  <a:lnTo>
                    <a:pt x="590337" y="1089207"/>
                  </a:lnTo>
                  <a:lnTo>
                    <a:pt x="635186" y="1099692"/>
                  </a:lnTo>
                  <a:lnTo>
                    <a:pt x="681538" y="1096048"/>
                  </a:lnTo>
                  <a:lnTo>
                    <a:pt x="725981" y="1077479"/>
                  </a:lnTo>
                  <a:lnTo>
                    <a:pt x="762331" y="1045877"/>
                  </a:lnTo>
                  <a:lnTo>
                    <a:pt x="786147" y="1005946"/>
                  </a:lnTo>
                  <a:lnTo>
                    <a:pt x="796632" y="961097"/>
                  </a:lnTo>
                  <a:lnTo>
                    <a:pt x="792989" y="914745"/>
                  </a:lnTo>
                  <a:lnTo>
                    <a:pt x="774419" y="870302"/>
                  </a:lnTo>
                  <a:lnTo>
                    <a:pt x="277827" y="70651"/>
                  </a:lnTo>
                  <a:lnTo>
                    <a:pt x="246227" y="34301"/>
                  </a:lnTo>
                  <a:lnTo>
                    <a:pt x="206298" y="10485"/>
                  </a:lnTo>
                  <a:lnTo>
                    <a:pt x="161452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5" name="object 195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5125517" y="4275776"/>
              <a:ext cx="110258" cy="110268"/>
            </a:xfrm>
            <a:prstGeom prst="rect">
              <a:avLst/>
            </a:prstGeom>
          </p:spPr>
        </p:pic>
        <p:pic>
          <p:nvPicPr>
            <p:cNvPr id="196" name="object 196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5621254" y="5074066"/>
              <a:ext cx="110258" cy="110258"/>
            </a:xfrm>
            <a:prstGeom prst="rect">
              <a:avLst/>
            </a:prstGeom>
          </p:spPr>
        </p:pic>
      </p:grpSp>
      <p:grpSp>
        <p:nvGrpSpPr>
          <p:cNvPr id="197" name="object 197" descr=""/>
          <p:cNvGrpSpPr/>
          <p:nvPr/>
        </p:nvGrpSpPr>
        <p:grpSpPr>
          <a:xfrm>
            <a:off x="15080601" y="5756861"/>
            <a:ext cx="1191895" cy="1273810"/>
            <a:chOff x="15080601" y="5756861"/>
            <a:chExt cx="1191895" cy="1273810"/>
          </a:xfrm>
        </p:grpSpPr>
        <p:sp>
          <p:nvSpPr>
            <p:cNvPr id="198" name="object 198" descr=""/>
            <p:cNvSpPr/>
            <p:nvPr/>
          </p:nvSpPr>
          <p:spPr>
            <a:xfrm>
              <a:off x="15506334" y="5756861"/>
              <a:ext cx="340360" cy="87630"/>
            </a:xfrm>
            <a:custGeom>
              <a:avLst/>
              <a:gdLst/>
              <a:ahLst/>
              <a:cxnLst/>
              <a:rect l="l" t="t" r="r" b="b"/>
              <a:pathLst>
                <a:path w="340359" h="87629">
                  <a:moveTo>
                    <a:pt x="340094" y="0"/>
                  </a:moveTo>
                  <a:lnTo>
                    <a:pt x="0" y="0"/>
                  </a:lnTo>
                  <a:lnTo>
                    <a:pt x="0" y="87526"/>
                  </a:lnTo>
                  <a:lnTo>
                    <a:pt x="340094" y="87526"/>
                  </a:lnTo>
                  <a:lnTo>
                    <a:pt x="340094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15553516" y="5844387"/>
              <a:ext cx="245745" cy="337820"/>
            </a:xfrm>
            <a:custGeom>
              <a:avLst/>
              <a:gdLst/>
              <a:ahLst/>
              <a:cxnLst/>
              <a:rect l="l" t="t" r="r" b="b"/>
              <a:pathLst>
                <a:path w="245744" h="337820">
                  <a:moveTo>
                    <a:pt x="245720" y="0"/>
                  </a:moveTo>
                  <a:lnTo>
                    <a:pt x="0" y="0"/>
                  </a:lnTo>
                  <a:lnTo>
                    <a:pt x="0" y="337738"/>
                  </a:lnTo>
                  <a:lnTo>
                    <a:pt x="245720" y="337738"/>
                  </a:lnTo>
                  <a:lnTo>
                    <a:pt x="245720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15429750" y="6182136"/>
              <a:ext cx="493395" cy="172720"/>
            </a:xfrm>
            <a:custGeom>
              <a:avLst/>
              <a:gdLst/>
              <a:ahLst/>
              <a:cxnLst/>
              <a:rect l="l" t="t" r="r" b="b"/>
              <a:pathLst>
                <a:path w="493394" h="172720">
                  <a:moveTo>
                    <a:pt x="493262" y="0"/>
                  </a:moveTo>
                  <a:lnTo>
                    <a:pt x="0" y="0"/>
                  </a:lnTo>
                  <a:lnTo>
                    <a:pt x="0" y="172183"/>
                  </a:lnTo>
                  <a:lnTo>
                    <a:pt x="493262" y="172183"/>
                  </a:lnTo>
                  <a:lnTo>
                    <a:pt x="493262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1" name="object 201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482778" y="6225741"/>
              <a:ext cx="84960" cy="84960"/>
            </a:xfrm>
            <a:prstGeom prst="rect">
              <a:avLst/>
            </a:prstGeom>
          </p:spPr>
        </p:pic>
        <p:pic>
          <p:nvPicPr>
            <p:cNvPr id="202" name="object 202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785025" y="6225741"/>
              <a:ext cx="84960" cy="84960"/>
            </a:xfrm>
            <a:prstGeom prst="rect">
              <a:avLst/>
            </a:prstGeom>
          </p:spPr>
        </p:pic>
        <p:sp>
          <p:nvSpPr>
            <p:cNvPr id="203" name="object 203" descr=""/>
            <p:cNvSpPr/>
            <p:nvPr/>
          </p:nvSpPr>
          <p:spPr>
            <a:xfrm>
              <a:off x="15080590" y="6354311"/>
              <a:ext cx="1191895" cy="676275"/>
            </a:xfrm>
            <a:custGeom>
              <a:avLst/>
              <a:gdLst/>
              <a:ahLst/>
              <a:cxnLst/>
              <a:rect l="l" t="t" r="r" b="b"/>
              <a:pathLst>
                <a:path w="1191894" h="676275">
                  <a:moveTo>
                    <a:pt x="591781" y="0"/>
                  </a:moveTo>
                  <a:lnTo>
                    <a:pt x="368427" y="0"/>
                  </a:lnTo>
                  <a:lnTo>
                    <a:pt x="12" y="387807"/>
                  </a:lnTo>
                  <a:lnTo>
                    <a:pt x="107048" y="675970"/>
                  </a:lnTo>
                  <a:lnTo>
                    <a:pt x="175564" y="675970"/>
                  </a:lnTo>
                  <a:lnTo>
                    <a:pt x="159270" y="387819"/>
                  </a:lnTo>
                  <a:lnTo>
                    <a:pt x="591781" y="0"/>
                  </a:lnTo>
                  <a:close/>
                </a:path>
                <a:path w="1191894" h="676275">
                  <a:moveTo>
                    <a:pt x="1191564" y="387807"/>
                  </a:moveTo>
                  <a:lnTo>
                    <a:pt x="823150" y="0"/>
                  </a:lnTo>
                  <a:lnTo>
                    <a:pt x="599782" y="0"/>
                  </a:lnTo>
                  <a:lnTo>
                    <a:pt x="1032294" y="387819"/>
                  </a:lnTo>
                  <a:lnTo>
                    <a:pt x="1016012" y="675970"/>
                  </a:lnTo>
                  <a:lnTo>
                    <a:pt x="1084516" y="675970"/>
                  </a:lnTo>
                  <a:lnTo>
                    <a:pt x="1191552" y="387819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4" name="object 204" descr=""/>
          <p:cNvGrpSpPr/>
          <p:nvPr/>
        </p:nvGrpSpPr>
        <p:grpSpPr>
          <a:xfrm>
            <a:off x="12956411" y="4583211"/>
            <a:ext cx="1026160" cy="751205"/>
            <a:chOff x="12956411" y="4583211"/>
            <a:chExt cx="1026160" cy="751205"/>
          </a:xfrm>
        </p:grpSpPr>
        <p:sp>
          <p:nvSpPr>
            <p:cNvPr id="205" name="object 205" descr=""/>
            <p:cNvSpPr/>
            <p:nvPr/>
          </p:nvSpPr>
          <p:spPr>
            <a:xfrm>
              <a:off x="12956411" y="4583211"/>
              <a:ext cx="1026160" cy="751205"/>
            </a:xfrm>
            <a:custGeom>
              <a:avLst/>
              <a:gdLst/>
              <a:ahLst/>
              <a:cxnLst/>
              <a:rect l="l" t="t" r="r" b="b"/>
              <a:pathLst>
                <a:path w="1026159" h="751204">
                  <a:moveTo>
                    <a:pt x="513041" y="0"/>
                  </a:moveTo>
                  <a:lnTo>
                    <a:pt x="472201" y="901"/>
                  </a:lnTo>
                  <a:lnTo>
                    <a:pt x="431470" y="4229"/>
                  </a:lnTo>
                  <a:lnTo>
                    <a:pt x="390975" y="9786"/>
                  </a:lnTo>
                  <a:lnTo>
                    <a:pt x="345229" y="19134"/>
                  </a:lnTo>
                  <a:lnTo>
                    <a:pt x="300205" y="32045"/>
                  </a:lnTo>
                  <a:lnTo>
                    <a:pt x="256311" y="48555"/>
                  </a:lnTo>
                  <a:lnTo>
                    <a:pt x="213957" y="68701"/>
                  </a:lnTo>
                  <a:lnTo>
                    <a:pt x="173551" y="92520"/>
                  </a:lnTo>
                  <a:lnTo>
                    <a:pt x="135502" y="120047"/>
                  </a:lnTo>
                  <a:lnTo>
                    <a:pt x="100219" y="151320"/>
                  </a:lnTo>
                  <a:lnTo>
                    <a:pt x="72507" y="181963"/>
                  </a:lnTo>
                  <a:lnTo>
                    <a:pt x="48278" y="215597"/>
                  </a:lnTo>
                  <a:lnTo>
                    <a:pt x="28227" y="251950"/>
                  </a:lnTo>
                  <a:lnTo>
                    <a:pt x="13049" y="290751"/>
                  </a:lnTo>
                  <a:lnTo>
                    <a:pt x="3535" y="331371"/>
                  </a:lnTo>
                  <a:lnTo>
                    <a:pt x="0" y="372997"/>
                  </a:lnTo>
                  <a:lnTo>
                    <a:pt x="2609" y="414674"/>
                  </a:lnTo>
                  <a:lnTo>
                    <a:pt x="11531" y="455447"/>
                  </a:lnTo>
                  <a:lnTo>
                    <a:pt x="26047" y="494484"/>
                  </a:lnTo>
                  <a:lnTo>
                    <a:pt x="45511" y="531139"/>
                  </a:lnTo>
                  <a:lnTo>
                    <a:pt x="69228" y="565120"/>
                  </a:lnTo>
                  <a:lnTo>
                    <a:pt x="96502" y="596134"/>
                  </a:lnTo>
                  <a:lnTo>
                    <a:pt x="126718" y="624175"/>
                  </a:lnTo>
                  <a:lnTo>
                    <a:pt x="159327" y="649244"/>
                  </a:lnTo>
                  <a:lnTo>
                    <a:pt x="193923" y="671417"/>
                  </a:lnTo>
                  <a:lnTo>
                    <a:pt x="230100" y="690770"/>
                  </a:lnTo>
                  <a:lnTo>
                    <a:pt x="273119" y="709423"/>
                  </a:lnTo>
                  <a:lnTo>
                    <a:pt x="317399" y="724452"/>
                  </a:lnTo>
                  <a:lnTo>
                    <a:pt x="362671" y="735972"/>
                  </a:lnTo>
                  <a:lnTo>
                    <a:pt x="408666" y="744097"/>
                  </a:lnTo>
                  <a:lnTo>
                    <a:pt x="455115" y="748942"/>
                  </a:lnTo>
                  <a:lnTo>
                    <a:pt x="501749" y="750621"/>
                  </a:lnTo>
                  <a:lnTo>
                    <a:pt x="548300" y="749250"/>
                  </a:lnTo>
                  <a:lnTo>
                    <a:pt x="594613" y="744562"/>
                  </a:lnTo>
                  <a:lnTo>
                    <a:pt x="640562" y="736620"/>
                  </a:lnTo>
                  <a:lnTo>
                    <a:pt x="643527" y="735882"/>
                  </a:lnTo>
                  <a:lnTo>
                    <a:pt x="507528" y="735882"/>
                  </a:lnTo>
                  <a:lnTo>
                    <a:pt x="467662" y="734201"/>
                  </a:lnTo>
                  <a:lnTo>
                    <a:pt x="427990" y="730136"/>
                  </a:lnTo>
                  <a:lnTo>
                    <a:pt x="388660" y="723931"/>
                  </a:lnTo>
                  <a:lnTo>
                    <a:pt x="349767" y="715488"/>
                  </a:lnTo>
                  <a:lnTo>
                    <a:pt x="311469" y="704658"/>
                  </a:lnTo>
                  <a:lnTo>
                    <a:pt x="274058" y="691212"/>
                  </a:lnTo>
                  <a:lnTo>
                    <a:pt x="237827" y="674917"/>
                  </a:lnTo>
                  <a:lnTo>
                    <a:pt x="202947" y="656040"/>
                  </a:lnTo>
                  <a:lnTo>
                    <a:pt x="169705" y="634502"/>
                  </a:lnTo>
                  <a:lnTo>
                    <a:pt x="138499" y="610267"/>
                  </a:lnTo>
                  <a:lnTo>
                    <a:pt x="109727" y="583297"/>
                  </a:lnTo>
                  <a:lnTo>
                    <a:pt x="83907" y="553642"/>
                  </a:lnTo>
                  <a:lnTo>
                    <a:pt x="61608" y="521360"/>
                  </a:lnTo>
                  <a:lnTo>
                    <a:pt x="43439" y="486752"/>
                  </a:lnTo>
                  <a:lnTo>
                    <a:pt x="30012" y="450118"/>
                  </a:lnTo>
                  <a:lnTo>
                    <a:pt x="21855" y="412027"/>
                  </a:lnTo>
                  <a:lnTo>
                    <a:pt x="19639" y="373193"/>
                  </a:lnTo>
                  <a:lnTo>
                    <a:pt x="23122" y="334446"/>
                  </a:lnTo>
                  <a:lnTo>
                    <a:pt x="32064" y="296614"/>
                  </a:lnTo>
                  <a:lnTo>
                    <a:pt x="46084" y="260267"/>
                  </a:lnTo>
                  <a:lnTo>
                    <a:pt x="64778" y="225990"/>
                  </a:lnTo>
                  <a:lnTo>
                    <a:pt x="87535" y="194070"/>
                  </a:lnTo>
                  <a:lnTo>
                    <a:pt x="113747" y="164797"/>
                  </a:lnTo>
                  <a:lnTo>
                    <a:pt x="153213" y="130062"/>
                  </a:lnTo>
                  <a:lnTo>
                    <a:pt x="196436" y="100036"/>
                  </a:lnTo>
                  <a:lnTo>
                    <a:pt x="242772" y="74718"/>
                  </a:lnTo>
                  <a:lnTo>
                    <a:pt x="291574" y="54111"/>
                  </a:lnTo>
                  <a:lnTo>
                    <a:pt x="342195" y="38215"/>
                  </a:lnTo>
                  <a:lnTo>
                    <a:pt x="393990" y="27031"/>
                  </a:lnTo>
                  <a:lnTo>
                    <a:pt x="446583" y="19961"/>
                  </a:lnTo>
                  <a:lnTo>
                    <a:pt x="499617" y="17000"/>
                  </a:lnTo>
                  <a:lnTo>
                    <a:pt x="651445" y="17000"/>
                  </a:lnTo>
                  <a:lnTo>
                    <a:pt x="634704" y="13092"/>
                  </a:lnTo>
                  <a:lnTo>
                    <a:pt x="594456" y="6236"/>
                  </a:lnTo>
                  <a:lnTo>
                    <a:pt x="553860" y="1723"/>
                  </a:lnTo>
                  <a:lnTo>
                    <a:pt x="513041" y="0"/>
                  </a:lnTo>
                  <a:close/>
                </a:path>
                <a:path w="1026159" h="751204">
                  <a:moveTo>
                    <a:pt x="849662" y="636751"/>
                  </a:moveTo>
                  <a:lnTo>
                    <a:pt x="802361" y="665723"/>
                  </a:lnTo>
                  <a:lnTo>
                    <a:pt x="754367" y="688728"/>
                  </a:lnTo>
                  <a:lnTo>
                    <a:pt x="704383" y="707071"/>
                  </a:lnTo>
                  <a:lnTo>
                    <a:pt x="652904" y="720832"/>
                  </a:lnTo>
                  <a:lnTo>
                    <a:pt x="600425" y="730094"/>
                  </a:lnTo>
                  <a:lnTo>
                    <a:pt x="547441" y="734936"/>
                  </a:lnTo>
                  <a:lnTo>
                    <a:pt x="507528" y="735882"/>
                  </a:lnTo>
                  <a:lnTo>
                    <a:pt x="643527" y="735882"/>
                  </a:lnTo>
                  <a:lnTo>
                    <a:pt x="685813" y="725348"/>
                  </a:lnTo>
                  <a:lnTo>
                    <a:pt x="730031" y="710669"/>
                  </a:lnTo>
                  <a:lnTo>
                    <a:pt x="772879" y="692504"/>
                  </a:lnTo>
                  <a:lnTo>
                    <a:pt x="814023" y="670777"/>
                  </a:lnTo>
                  <a:lnTo>
                    <a:pt x="851338" y="646571"/>
                  </a:lnTo>
                  <a:lnTo>
                    <a:pt x="849379" y="646101"/>
                  </a:lnTo>
                  <a:lnTo>
                    <a:pt x="853128" y="645410"/>
                  </a:lnTo>
                  <a:lnTo>
                    <a:pt x="881903" y="645410"/>
                  </a:lnTo>
                  <a:lnTo>
                    <a:pt x="849662" y="636751"/>
                  </a:lnTo>
                  <a:close/>
                </a:path>
                <a:path w="1026159" h="751204">
                  <a:moveTo>
                    <a:pt x="881903" y="645410"/>
                  </a:moveTo>
                  <a:lnTo>
                    <a:pt x="853128" y="645410"/>
                  </a:lnTo>
                  <a:lnTo>
                    <a:pt x="851338" y="646571"/>
                  </a:lnTo>
                  <a:lnTo>
                    <a:pt x="1025835" y="688466"/>
                  </a:lnTo>
                  <a:lnTo>
                    <a:pt x="1024774" y="686173"/>
                  </a:lnTo>
                  <a:lnTo>
                    <a:pt x="1019950" y="686173"/>
                  </a:lnTo>
                  <a:lnTo>
                    <a:pt x="1018156" y="682006"/>
                  </a:lnTo>
                  <a:lnTo>
                    <a:pt x="881903" y="645410"/>
                  </a:lnTo>
                  <a:close/>
                </a:path>
                <a:path w="1026159" h="751204">
                  <a:moveTo>
                    <a:pt x="1018156" y="682006"/>
                  </a:moveTo>
                  <a:lnTo>
                    <a:pt x="1019950" y="686173"/>
                  </a:lnTo>
                  <a:lnTo>
                    <a:pt x="1022484" y="683168"/>
                  </a:lnTo>
                  <a:lnTo>
                    <a:pt x="1018156" y="682006"/>
                  </a:lnTo>
                  <a:close/>
                </a:path>
                <a:path w="1026159" h="751204">
                  <a:moveTo>
                    <a:pt x="955324" y="536042"/>
                  </a:moveTo>
                  <a:lnTo>
                    <a:pt x="1018156" y="682006"/>
                  </a:lnTo>
                  <a:lnTo>
                    <a:pt x="1022484" y="683168"/>
                  </a:lnTo>
                  <a:lnTo>
                    <a:pt x="1019950" y="686173"/>
                  </a:lnTo>
                  <a:lnTo>
                    <a:pt x="1024774" y="686173"/>
                  </a:lnTo>
                  <a:lnTo>
                    <a:pt x="955324" y="536042"/>
                  </a:lnTo>
                  <a:close/>
                </a:path>
                <a:path w="1026159" h="751204">
                  <a:moveTo>
                    <a:pt x="853128" y="645410"/>
                  </a:moveTo>
                  <a:lnTo>
                    <a:pt x="849379" y="646101"/>
                  </a:lnTo>
                  <a:lnTo>
                    <a:pt x="851338" y="646571"/>
                  </a:lnTo>
                  <a:lnTo>
                    <a:pt x="853128" y="645410"/>
                  </a:lnTo>
                  <a:close/>
                </a:path>
                <a:path w="1026159" h="751204">
                  <a:moveTo>
                    <a:pt x="651445" y="17000"/>
                  </a:moveTo>
                  <a:lnTo>
                    <a:pt x="499617" y="17000"/>
                  </a:lnTo>
                  <a:lnTo>
                    <a:pt x="552739" y="18208"/>
                  </a:lnTo>
                  <a:lnTo>
                    <a:pt x="605596" y="23645"/>
                  </a:lnTo>
                  <a:lnTo>
                    <a:pt x="657834" y="33373"/>
                  </a:lnTo>
                  <a:lnTo>
                    <a:pt x="709101" y="47449"/>
                  </a:lnTo>
                  <a:lnTo>
                    <a:pt x="758855" y="65909"/>
                  </a:lnTo>
                  <a:lnTo>
                    <a:pt x="806672" y="89370"/>
                  </a:lnTo>
                  <a:lnTo>
                    <a:pt x="851652" y="117797"/>
                  </a:lnTo>
                  <a:lnTo>
                    <a:pt x="892893" y="151154"/>
                  </a:lnTo>
                  <a:lnTo>
                    <a:pt x="929496" y="189408"/>
                  </a:lnTo>
                  <a:lnTo>
                    <a:pt x="960559" y="232522"/>
                  </a:lnTo>
                  <a:lnTo>
                    <a:pt x="979048" y="267816"/>
                  </a:lnTo>
                  <a:lnTo>
                    <a:pt x="992259" y="305394"/>
                  </a:lnTo>
                  <a:lnTo>
                    <a:pt x="1000135" y="344512"/>
                  </a:lnTo>
                  <a:lnTo>
                    <a:pt x="1002621" y="384423"/>
                  </a:lnTo>
                  <a:lnTo>
                    <a:pt x="998972" y="424326"/>
                  </a:lnTo>
                  <a:lnTo>
                    <a:pt x="989554" y="463327"/>
                  </a:lnTo>
                  <a:lnTo>
                    <a:pt x="974846" y="500781"/>
                  </a:lnTo>
                  <a:lnTo>
                    <a:pt x="955324" y="536042"/>
                  </a:lnTo>
                  <a:lnTo>
                    <a:pt x="975805" y="501253"/>
                  </a:lnTo>
                  <a:lnTo>
                    <a:pt x="991590" y="463999"/>
                  </a:lnTo>
                  <a:lnTo>
                    <a:pt x="1002137" y="424897"/>
                  </a:lnTo>
                  <a:lnTo>
                    <a:pt x="1006903" y="384559"/>
                  </a:lnTo>
                  <a:lnTo>
                    <a:pt x="1005463" y="343898"/>
                  </a:lnTo>
                  <a:lnTo>
                    <a:pt x="998474" y="303739"/>
                  </a:lnTo>
                  <a:lnTo>
                    <a:pt x="985965" y="264896"/>
                  </a:lnTo>
                  <a:lnTo>
                    <a:pt x="967962" y="228187"/>
                  </a:lnTo>
                  <a:lnTo>
                    <a:pt x="941890" y="189279"/>
                  </a:lnTo>
                  <a:lnTo>
                    <a:pt x="911339" y="154112"/>
                  </a:lnTo>
                  <a:lnTo>
                    <a:pt x="876942" y="122681"/>
                  </a:lnTo>
                  <a:lnTo>
                    <a:pt x="839330" y="94977"/>
                  </a:lnTo>
                  <a:lnTo>
                    <a:pt x="799136" y="70993"/>
                  </a:lnTo>
                  <a:lnTo>
                    <a:pt x="756992" y="50720"/>
                  </a:lnTo>
                  <a:lnTo>
                    <a:pt x="713530" y="34151"/>
                  </a:lnTo>
                  <a:lnTo>
                    <a:pt x="674447" y="22370"/>
                  </a:lnTo>
                  <a:lnTo>
                    <a:pt x="651445" y="1700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6" name="object 206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3181421" y="4907390"/>
              <a:ext cx="103211" cy="103201"/>
            </a:xfrm>
            <a:prstGeom prst="rect">
              <a:avLst/>
            </a:prstGeom>
          </p:spPr>
        </p:pic>
        <p:pic>
          <p:nvPicPr>
            <p:cNvPr id="207" name="object 207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3412053" y="4907390"/>
              <a:ext cx="103211" cy="103201"/>
            </a:xfrm>
            <a:prstGeom prst="rect">
              <a:avLst/>
            </a:prstGeom>
          </p:spPr>
        </p:pic>
        <p:pic>
          <p:nvPicPr>
            <p:cNvPr id="208" name="object 20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3642681" y="4907390"/>
              <a:ext cx="103211" cy="103201"/>
            </a:xfrm>
            <a:prstGeom prst="rect">
              <a:avLst/>
            </a:prstGeom>
          </p:spPr>
        </p:pic>
      </p:grpSp>
      <p:sp>
        <p:nvSpPr>
          <p:cNvPr id="209" name="object 209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249250"/>
            <a:ext cx="20104100" cy="9635490"/>
            <a:chOff x="0" y="1249250"/>
            <a:chExt cx="20104100" cy="9635490"/>
          </a:xfrm>
        </p:grpSpPr>
        <p:sp>
          <p:nvSpPr>
            <p:cNvPr id="3" name="object 3" descr=""/>
            <p:cNvSpPr/>
            <p:nvPr/>
          </p:nvSpPr>
          <p:spPr>
            <a:xfrm>
              <a:off x="0" y="1249250"/>
              <a:ext cx="20104100" cy="9635490"/>
            </a:xfrm>
            <a:custGeom>
              <a:avLst/>
              <a:gdLst/>
              <a:ahLst/>
              <a:cxnLst/>
              <a:rect l="l" t="t" r="r" b="b"/>
              <a:pathLst>
                <a:path w="20104100" h="9635490">
                  <a:moveTo>
                    <a:pt x="0" y="9634910"/>
                  </a:moveTo>
                  <a:lnTo>
                    <a:pt x="20104099" y="9634910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963491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" y="1256378"/>
              <a:ext cx="20104100" cy="8661400"/>
            </a:xfrm>
            <a:custGeom>
              <a:avLst/>
              <a:gdLst/>
              <a:ahLst/>
              <a:cxnLst/>
              <a:rect l="l" t="t" r="r" b="b"/>
              <a:pathLst>
                <a:path w="20104100" h="8661400">
                  <a:moveTo>
                    <a:pt x="3781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361979" y="1435100"/>
                  </a:lnTo>
                  <a:lnTo>
                    <a:pt x="0" y="2794000"/>
                  </a:lnTo>
                  <a:lnTo>
                    <a:pt x="0" y="2946400"/>
                  </a:lnTo>
                  <a:lnTo>
                    <a:pt x="1361979" y="4318000"/>
                  </a:lnTo>
                  <a:lnTo>
                    <a:pt x="0" y="5676900"/>
                  </a:lnTo>
                  <a:lnTo>
                    <a:pt x="0" y="5829300"/>
                  </a:lnTo>
                  <a:lnTo>
                    <a:pt x="1361979" y="7188200"/>
                  </a:lnTo>
                  <a:lnTo>
                    <a:pt x="0" y="8547100"/>
                  </a:lnTo>
                  <a:lnTo>
                    <a:pt x="0" y="8661400"/>
                  </a:lnTo>
                  <a:lnTo>
                    <a:pt x="20104099" y="8661400"/>
                  </a:lnTo>
                  <a:lnTo>
                    <a:pt x="20104099" y="8585200"/>
                  </a:lnTo>
                  <a:lnTo>
                    <a:pt x="78070" y="8585200"/>
                  </a:lnTo>
                  <a:lnTo>
                    <a:pt x="1418920" y="7251700"/>
                  </a:lnTo>
                  <a:lnTo>
                    <a:pt x="1539213" y="7251700"/>
                  </a:lnTo>
                  <a:lnTo>
                    <a:pt x="1475860" y="7188200"/>
                  </a:lnTo>
                  <a:lnTo>
                    <a:pt x="1526542" y="7137400"/>
                  </a:lnTo>
                  <a:lnTo>
                    <a:pt x="1418920" y="7137400"/>
                  </a:lnTo>
                  <a:lnTo>
                    <a:pt x="78070" y="5791200"/>
                  </a:lnTo>
                  <a:lnTo>
                    <a:pt x="20104099" y="5791200"/>
                  </a:lnTo>
                  <a:lnTo>
                    <a:pt x="20104099" y="5715000"/>
                  </a:lnTo>
                  <a:lnTo>
                    <a:pt x="78070" y="5715000"/>
                  </a:lnTo>
                  <a:lnTo>
                    <a:pt x="1418920" y="4368800"/>
                  </a:lnTo>
                  <a:lnTo>
                    <a:pt x="1527012" y="4368800"/>
                  </a:lnTo>
                  <a:lnTo>
                    <a:pt x="1475860" y="4318000"/>
                  </a:lnTo>
                  <a:lnTo>
                    <a:pt x="1539213" y="4254500"/>
                  </a:lnTo>
                  <a:lnTo>
                    <a:pt x="1418920" y="4254500"/>
                  </a:lnTo>
                  <a:lnTo>
                    <a:pt x="78070" y="2921000"/>
                  </a:lnTo>
                  <a:lnTo>
                    <a:pt x="20104099" y="2921000"/>
                  </a:lnTo>
                  <a:lnTo>
                    <a:pt x="20104099" y="2832100"/>
                  </a:lnTo>
                  <a:lnTo>
                    <a:pt x="78070" y="2832100"/>
                  </a:lnTo>
                  <a:lnTo>
                    <a:pt x="1418920" y="1498600"/>
                  </a:lnTo>
                  <a:lnTo>
                    <a:pt x="1539213" y="1498600"/>
                  </a:lnTo>
                  <a:lnTo>
                    <a:pt x="1475860" y="1435100"/>
                  </a:lnTo>
                  <a:lnTo>
                    <a:pt x="1526542" y="1384300"/>
                  </a:lnTo>
                  <a:lnTo>
                    <a:pt x="1418920" y="1384300"/>
                  </a:lnTo>
                  <a:lnTo>
                    <a:pt x="37810" y="0"/>
                  </a:lnTo>
                  <a:close/>
                </a:path>
                <a:path w="20104100" h="8661400">
                  <a:moveTo>
                    <a:pt x="1539213" y="7251700"/>
                  </a:moveTo>
                  <a:lnTo>
                    <a:pt x="1418920" y="7251700"/>
                  </a:lnTo>
                  <a:lnTo>
                    <a:pt x="2759758" y="8585200"/>
                  </a:lnTo>
                  <a:lnTo>
                    <a:pt x="2954161" y="8585200"/>
                  </a:lnTo>
                  <a:lnTo>
                    <a:pt x="2966931" y="8572500"/>
                  </a:lnTo>
                  <a:lnTo>
                    <a:pt x="2856949" y="8572500"/>
                  </a:lnTo>
                  <a:lnTo>
                    <a:pt x="1539213" y="7251700"/>
                  </a:lnTo>
                  <a:close/>
                </a:path>
                <a:path w="20104100" h="8661400">
                  <a:moveTo>
                    <a:pt x="4415294" y="7251700"/>
                  </a:moveTo>
                  <a:lnTo>
                    <a:pt x="4295010" y="7251700"/>
                  </a:lnTo>
                  <a:lnTo>
                    <a:pt x="5635849" y="8585200"/>
                  </a:lnTo>
                  <a:lnTo>
                    <a:pt x="5830251" y="8585200"/>
                  </a:lnTo>
                  <a:lnTo>
                    <a:pt x="5843021" y="8572500"/>
                  </a:lnTo>
                  <a:lnTo>
                    <a:pt x="5733050" y="8572500"/>
                  </a:lnTo>
                  <a:lnTo>
                    <a:pt x="4415294" y="7251700"/>
                  </a:lnTo>
                  <a:close/>
                </a:path>
                <a:path w="20104100" h="8661400">
                  <a:moveTo>
                    <a:pt x="7291394" y="7251700"/>
                  </a:moveTo>
                  <a:lnTo>
                    <a:pt x="7171101" y="7251700"/>
                  </a:lnTo>
                  <a:lnTo>
                    <a:pt x="8511929" y="8585200"/>
                  </a:lnTo>
                  <a:lnTo>
                    <a:pt x="8706342" y="8585200"/>
                  </a:lnTo>
                  <a:lnTo>
                    <a:pt x="8719112" y="8572500"/>
                  </a:lnTo>
                  <a:lnTo>
                    <a:pt x="8609141" y="8572500"/>
                  </a:lnTo>
                  <a:lnTo>
                    <a:pt x="7291394" y="7251700"/>
                  </a:lnTo>
                  <a:close/>
                </a:path>
                <a:path w="20104100" h="8661400">
                  <a:moveTo>
                    <a:pt x="10167475" y="7251700"/>
                  </a:moveTo>
                  <a:lnTo>
                    <a:pt x="10047191" y="7251700"/>
                  </a:lnTo>
                  <a:lnTo>
                    <a:pt x="11388030" y="8585200"/>
                  </a:lnTo>
                  <a:lnTo>
                    <a:pt x="11582443" y="8585200"/>
                  </a:lnTo>
                  <a:lnTo>
                    <a:pt x="11595213" y="8572500"/>
                  </a:lnTo>
                  <a:lnTo>
                    <a:pt x="11485231" y="8572500"/>
                  </a:lnTo>
                  <a:lnTo>
                    <a:pt x="10167475" y="7251700"/>
                  </a:lnTo>
                  <a:close/>
                </a:path>
                <a:path w="20104100" h="8661400">
                  <a:moveTo>
                    <a:pt x="13043565" y="7251700"/>
                  </a:moveTo>
                  <a:lnTo>
                    <a:pt x="12923281" y="7251700"/>
                  </a:lnTo>
                  <a:lnTo>
                    <a:pt x="14264110" y="8585200"/>
                  </a:lnTo>
                  <a:lnTo>
                    <a:pt x="14458523" y="8585200"/>
                  </a:lnTo>
                  <a:lnTo>
                    <a:pt x="14471293" y="8572500"/>
                  </a:lnTo>
                  <a:lnTo>
                    <a:pt x="14361321" y="8572500"/>
                  </a:lnTo>
                  <a:lnTo>
                    <a:pt x="13043565" y="7251700"/>
                  </a:lnTo>
                  <a:close/>
                </a:path>
                <a:path w="20104100" h="8661400">
                  <a:moveTo>
                    <a:pt x="15919656" y="7251700"/>
                  </a:moveTo>
                  <a:lnTo>
                    <a:pt x="15799361" y="7251700"/>
                  </a:lnTo>
                  <a:lnTo>
                    <a:pt x="17140211" y="8585200"/>
                  </a:lnTo>
                  <a:lnTo>
                    <a:pt x="17334624" y="8585200"/>
                  </a:lnTo>
                  <a:lnTo>
                    <a:pt x="17347393" y="8572500"/>
                  </a:lnTo>
                  <a:lnTo>
                    <a:pt x="17237412" y="8572500"/>
                  </a:lnTo>
                  <a:lnTo>
                    <a:pt x="15919656" y="7251700"/>
                  </a:lnTo>
                  <a:close/>
                </a:path>
                <a:path w="20104100" h="8661400">
                  <a:moveTo>
                    <a:pt x="18795907" y="7251700"/>
                  </a:moveTo>
                  <a:lnTo>
                    <a:pt x="18675452" y="7251700"/>
                  </a:lnTo>
                  <a:lnTo>
                    <a:pt x="20016291" y="8585200"/>
                  </a:lnTo>
                  <a:lnTo>
                    <a:pt x="20104099" y="8585200"/>
                  </a:lnTo>
                  <a:lnTo>
                    <a:pt x="20104099" y="8559800"/>
                  </a:lnTo>
                  <a:lnTo>
                    <a:pt x="18795907" y="7251700"/>
                  </a:lnTo>
                  <a:close/>
                </a:path>
                <a:path w="20104100" h="8661400">
                  <a:moveTo>
                    <a:pt x="2966810" y="5803900"/>
                  </a:moveTo>
                  <a:lnTo>
                    <a:pt x="2856949" y="5803900"/>
                  </a:lnTo>
                  <a:lnTo>
                    <a:pt x="4238069" y="7188200"/>
                  </a:lnTo>
                  <a:lnTo>
                    <a:pt x="2856949" y="8572500"/>
                  </a:lnTo>
                  <a:lnTo>
                    <a:pt x="2966931" y="8572500"/>
                  </a:lnTo>
                  <a:lnTo>
                    <a:pt x="4295010" y="7251700"/>
                  </a:lnTo>
                  <a:lnTo>
                    <a:pt x="4415294" y="7251700"/>
                  </a:lnTo>
                  <a:lnTo>
                    <a:pt x="4351940" y="7188200"/>
                  </a:lnTo>
                  <a:lnTo>
                    <a:pt x="4402623" y="7137400"/>
                  </a:lnTo>
                  <a:lnTo>
                    <a:pt x="4295010" y="7137400"/>
                  </a:lnTo>
                  <a:lnTo>
                    <a:pt x="2966810" y="5803900"/>
                  </a:lnTo>
                  <a:close/>
                </a:path>
                <a:path w="20104100" h="8661400">
                  <a:moveTo>
                    <a:pt x="5842901" y="5803900"/>
                  </a:moveTo>
                  <a:lnTo>
                    <a:pt x="5733050" y="5803900"/>
                  </a:lnTo>
                  <a:lnTo>
                    <a:pt x="7114160" y="7188200"/>
                  </a:lnTo>
                  <a:lnTo>
                    <a:pt x="5733050" y="8572500"/>
                  </a:lnTo>
                  <a:lnTo>
                    <a:pt x="5843021" y="8572500"/>
                  </a:lnTo>
                  <a:lnTo>
                    <a:pt x="7171101" y="7251700"/>
                  </a:lnTo>
                  <a:lnTo>
                    <a:pt x="7291394" y="7251700"/>
                  </a:lnTo>
                  <a:lnTo>
                    <a:pt x="7228041" y="7188200"/>
                  </a:lnTo>
                  <a:lnTo>
                    <a:pt x="7278724" y="7137400"/>
                  </a:lnTo>
                  <a:lnTo>
                    <a:pt x="7171101" y="7137400"/>
                  </a:lnTo>
                  <a:lnTo>
                    <a:pt x="5842901" y="5803900"/>
                  </a:lnTo>
                  <a:close/>
                </a:path>
                <a:path w="20104100" h="8661400">
                  <a:moveTo>
                    <a:pt x="8718991" y="5803900"/>
                  </a:moveTo>
                  <a:lnTo>
                    <a:pt x="8609141" y="5803900"/>
                  </a:lnTo>
                  <a:lnTo>
                    <a:pt x="9990250" y="7188200"/>
                  </a:lnTo>
                  <a:lnTo>
                    <a:pt x="8609141" y="8572500"/>
                  </a:lnTo>
                  <a:lnTo>
                    <a:pt x="8719112" y="8572500"/>
                  </a:lnTo>
                  <a:lnTo>
                    <a:pt x="10047191" y="7251700"/>
                  </a:lnTo>
                  <a:lnTo>
                    <a:pt x="10167475" y="7251700"/>
                  </a:lnTo>
                  <a:lnTo>
                    <a:pt x="10104121" y="7188200"/>
                  </a:lnTo>
                  <a:lnTo>
                    <a:pt x="10154804" y="7137400"/>
                  </a:lnTo>
                  <a:lnTo>
                    <a:pt x="10047191" y="7137400"/>
                  </a:lnTo>
                  <a:lnTo>
                    <a:pt x="8718991" y="5803900"/>
                  </a:lnTo>
                  <a:close/>
                </a:path>
                <a:path w="20104100" h="8661400">
                  <a:moveTo>
                    <a:pt x="11595092" y="5803900"/>
                  </a:moveTo>
                  <a:lnTo>
                    <a:pt x="11485231" y="5803900"/>
                  </a:lnTo>
                  <a:lnTo>
                    <a:pt x="12866341" y="7188200"/>
                  </a:lnTo>
                  <a:lnTo>
                    <a:pt x="11485231" y="8572500"/>
                  </a:lnTo>
                  <a:lnTo>
                    <a:pt x="11595213" y="8572500"/>
                  </a:lnTo>
                  <a:lnTo>
                    <a:pt x="12923281" y="7251700"/>
                  </a:lnTo>
                  <a:lnTo>
                    <a:pt x="13043565" y="7251700"/>
                  </a:lnTo>
                  <a:lnTo>
                    <a:pt x="12980212" y="7188200"/>
                  </a:lnTo>
                  <a:lnTo>
                    <a:pt x="13030895" y="7137400"/>
                  </a:lnTo>
                  <a:lnTo>
                    <a:pt x="12923281" y="7137400"/>
                  </a:lnTo>
                  <a:lnTo>
                    <a:pt x="11595092" y="5803900"/>
                  </a:lnTo>
                  <a:close/>
                </a:path>
                <a:path w="20104100" h="8661400">
                  <a:moveTo>
                    <a:pt x="14471172" y="5803900"/>
                  </a:moveTo>
                  <a:lnTo>
                    <a:pt x="14361321" y="5803900"/>
                  </a:lnTo>
                  <a:lnTo>
                    <a:pt x="15742431" y="7188200"/>
                  </a:lnTo>
                  <a:lnTo>
                    <a:pt x="14361321" y="8572500"/>
                  </a:lnTo>
                  <a:lnTo>
                    <a:pt x="14471293" y="8572500"/>
                  </a:lnTo>
                  <a:lnTo>
                    <a:pt x="15799361" y="7251700"/>
                  </a:lnTo>
                  <a:lnTo>
                    <a:pt x="15919656" y="7251700"/>
                  </a:lnTo>
                  <a:lnTo>
                    <a:pt x="15856302" y="7188200"/>
                  </a:lnTo>
                  <a:lnTo>
                    <a:pt x="15906985" y="7137400"/>
                  </a:lnTo>
                  <a:lnTo>
                    <a:pt x="15799361" y="7137400"/>
                  </a:lnTo>
                  <a:lnTo>
                    <a:pt x="14471172" y="5803900"/>
                  </a:lnTo>
                  <a:close/>
                </a:path>
                <a:path w="20104100" h="8661400">
                  <a:moveTo>
                    <a:pt x="17347273" y="5803900"/>
                  </a:moveTo>
                  <a:lnTo>
                    <a:pt x="17237412" y="5803900"/>
                  </a:lnTo>
                  <a:lnTo>
                    <a:pt x="18618532" y="7188200"/>
                  </a:lnTo>
                  <a:lnTo>
                    <a:pt x="17237412" y="8572500"/>
                  </a:lnTo>
                  <a:lnTo>
                    <a:pt x="17347393" y="8572500"/>
                  </a:lnTo>
                  <a:lnTo>
                    <a:pt x="18675452" y="7251700"/>
                  </a:lnTo>
                  <a:lnTo>
                    <a:pt x="18795907" y="7251700"/>
                  </a:lnTo>
                  <a:lnTo>
                    <a:pt x="18732403" y="7188200"/>
                  </a:lnTo>
                  <a:lnTo>
                    <a:pt x="18783207" y="7137400"/>
                  </a:lnTo>
                  <a:lnTo>
                    <a:pt x="18675452" y="7137400"/>
                  </a:lnTo>
                  <a:lnTo>
                    <a:pt x="17347273" y="5803900"/>
                  </a:lnTo>
                  <a:close/>
                </a:path>
                <a:path w="20104100" h="8661400">
                  <a:moveTo>
                    <a:pt x="2954161" y="5791200"/>
                  </a:moveTo>
                  <a:lnTo>
                    <a:pt x="2759758" y="5791200"/>
                  </a:lnTo>
                  <a:lnTo>
                    <a:pt x="1418920" y="7137400"/>
                  </a:lnTo>
                  <a:lnTo>
                    <a:pt x="1526542" y="7137400"/>
                  </a:lnTo>
                  <a:lnTo>
                    <a:pt x="2856949" y="5803900"/>
                  </a:lnTo>
                  <a:lnTo>
                    <a:pt x="2966810" y="5803900"/>
                  </a:lnTo>
                  <a:lnTo>
                    <a:pt x="2954161" y="5791200"/>
                  </a:lnTo>
                  <a:close/>
                </a:path>
                <a:path w="20104100" h="8661400">
                  <a:moveTo>
                    <a:pt x="5830251" y="5791200"/>
                  </a:moveTo>
                  <a:lnTo>
                    <a:pt x="5635849" y="5791200"/>
                  </a:lnTo>
                  <a:lnTo>
                    <a:pt x="4295010" y="7137400"/>
                  </a:lnTo>
                  <a:lnTo>
                    <a:pt x="4402623" y="7137400"/>
                  </a:lnTo>
                  <a:lnTo>
                    <a:pt x="5733050" y="5803900"/>
                  </a:lnTo>
                  <a:lnTo>
                    <a:pt x="5842901" y="5803900"/>
                  </a:lnTo>
                  <a:lnTo>
                    <a:pt x="5830251" y="5791200"/>
                  </a:lnTo>
                  <a:close/>
                </a:path>
                <a:path w="20104100" h="8661400">
                  <a:moveTo>
                    <a:pt x="8706342" y="5791200"/>
                  </a:moveTo>
                  <a:lnTo>
                    <a:pt x="8511929" y="5791200"/>
                  </a:lnTo>
                  <a:lnTo>
                    <a:pt x="7171101" y="7137400"/>
                  </a:lnTo>
                  <a:lnTo>
                    <a:pt x="7278724" y="7137400"/>
                  </a:lnTo>
                  <a:lnTo>
                    <a:pt x="8609141" y="5803900"/>
                  </a:lnTo>
                  <a:lnTo>
                    <a:pt x="8718991" y="5803900"/>
                  </a:lnTo>
                  <a:lnTo>
                    <a:pt x="8706342" y="5791200"/>
                  </a:lnTo>
                  <a:close/>
                </a:path>
                <a:path w="20104100" h="8661400">
                  <a:moveTo>
                    <a:pt x="11582443" y="5791200"/>
                  </a:moveTo>
                  <a:lnTo>
                    <a:pt x="11388030" y="5791200"/>
                  </a:lnTo>
                  <a:lnTo>
                    <a:pt x="10047191" y="7137400"/>
                  </a:lnTo>
                  <a:lnTo>
                    <a:pt x="10154804" y="7137400"/>
                  </a:lnTo>
                  <a:lnTo>
                    <a:pt x="11485231" y="5803900"/>
                  </a:lnTo>
                  <a:lnTo>
                    <a:pt x="11595092" y="5803900"/>
                  </a:lnTo>
                  <a:lnTo>
                    <a:pt x="11582443" y="5791200"/>
                  </a:lnTo>
                  <a:close/>
                </a:path>
                <a:path w="20104100" h="8661400">
                  <a:moveTo>
                    <a:pt x="14458523" y="5791200"/>
                  </a:moveTo>
                  <a:lnTo>
                    <a:pt x="14264110" y="5791200"/>
                  </a:lnTo>
                  <a:lnTo>
                    <a:pt x="12923281" y="7137400"/>
                  </a:lnTo>
                  <a:lnTo>
                    <a:pt x="13030895" y="7137400"/>
                  </a:lnTo>
                  <a:lnTo>
                    <a:pt x="14361321" y="5803900"/>
                  </a:lnTo>
                  <a:lnTo>
                    <a:pt x="14471172" y="5803900"/>
                  </a:lnTo>
                  <a:lnTo>
                    <a:pt x="14458523" y="5791200"/>
                  </a:lnTo>
                  <a:close/>
                </a:path>
                <a:path w="20104100" h="8661400">
                  <a:moveTo>
                    <a:pt x="17334624" y="5791200"/>
                  </a:moveTo>
                  <a:lnTo>
                    <a:pt x="17140211" y="5791200"/>
                  </a:lnTo>
                  <a:lnTo>
                    <a:pt x="15799361" y="7137400"/>
                  </a:lnTo>
                  <a:lnTo>
                    <a:pt x="15906985" y="7137400"/>
                  </a:lnTo>
                  <a:lnTo>
                    <a:pt x="17237412" y="5803900"/>
                  </a:lnTo>
                  <a:lnTo>
                    <a:pt x="17347273" y="5803900"/>
                  </a:lnTo>
                  <a:lnTo>
                    <a:pt x="17334624" y="5791200"/>
                  </a:lnTo>
                  <a:close/>
                </a:path>
                <a:path w="20104100" h="8661400">
                  <a:moveTo>
                    <a:pt x="20104099" y="5791200"/>
                  </a:moveTo>
                  <a:lnTo>
                    <a:pt x="20016291" y="5791200"/>
                  </a:lnTo>
                  <a:lnTo>
                    <a:pt x="18675452" y="7137400"/>
                  </a:lnTo>
                  <a:lnTo>
                    <a:pt x="18783207" y="7137400"/>
                  </a:lnTo>
                  <a:lnTo>
                    <a:pt x="20104099" y="5816600"/>
                  </a:lnTo>
                  <a:lnTo>
                    <a:pt x="20104099" y="5791200"/>
                  </a:lnTo>
                  <a:close/>
                </a:path>
                <a:path w="20104100" h="8661400">
                  <a:moveTo>
                    <a:pt x="1527012" y="4368800"/>
                  </a:moveTo>
                  <a:lnTo>
                    <a:pt x="1418920" y="4368800"/>
                  </a:lnTo>
                  <a:lnTo>
                    <a:pt x="2759758" y="5715000"/>
                  </a:lnTo>
                  <a:lnTo>
                    <a:pt x="2954161" y="5715000"/>
                  </a:lnTo>
                  <a:lnTo>
                    <a:pt x="2979460" y="5689600"/>
                  </a:lnTo>
                  <a:lnTo>
                    <a:pt x="2856949" y="5689600"/>
                  </a:lnTo>
                  <a:lnTo>
                    <a:pt x="1527012" y="4368800"/>
                  </a:lnTo>
                  <a:close/>
                </a:path>
                <a:path w="20104100" h="8661400">
                  <a:moveTo>
                    <a:pt x="4403093" y="4368800"/>
                  </a:moveTo>
                  <a:lnTo>
                    <a:pt x="4295010" y="4368800"/>
                  </a:lnTo>
                  <a:lnTo>
                    <a:pt x="5635849" y="5715000"/>
                  </a:lnTo>
                  <a:lnTo>
                    <a:pt x="5830251" y="5715000"/>
                  </a:lnTo>
                  <a:lnTo>
                    <a:pt x="5855550" y="5689600"/>
                  </a:lnTo>
                  <a:lnTo>
                    <a:pt x="5733050" y="5689600"/>
                  </a:lnTo>
                  <a:lnTo>
                    <a:pt x="4403093" y="4368800"/>
                  </a:lnTo>
                  <a:close/>
                </a:path>
                <a:path w="20104100" h="8661400">
                  <a:moveTo>
                    <a:pt x="7279193" y="4368800"/>
                  </a:moveTo>
                  <a:lnTo>
                    <a:pt x="7171101" y="4368800"/>
                  </a:lnTo>
                  <a:lnTo>
                    <a:pt x="8511929" y="5715000"/>
                  </a:lnTo>
                  <a:lnTo>
                    <a:pt x="8706342" y="5715000"/>
                  </a:lnTo>
                  <a:lnTo>
                    <a:pt x="8731641" y="5689600"/>
                  </a:lnTo>
                  <a:lnTo>
                    <a:pt x="8609141" y="5689600"/>
                  </a:lnTo>
                  <a:lnTo>
                    <a:pt x="7279193" y="4368800"/>
                  </a:lnTo>
                  <a:close/>
                </a:path>
                <a:path w="20104100" h="8661400">
                  <a:moveTo>
                    <a:pt x="10155273" y="4368800"/>
                  </a:moveTo>
                  <a:lnTo>
                    <a:pt x="10047191" y="4368800"/>
                  </a:lnTo>
                  <a:lnTo>
                    <a:pt x="11388030" y="5715000"/>
                  </a:lnTo>
                  <a:lnTo>
                    <a:pt x="11582443" y="5715000"/>
                  </a:lnTo>
                  <a:lnTo>
                    <a:pt x="11607741" y="5689600"/>
                  </a:lnTo>
                  <a:lnTo>
                    <a:pt x="11485231" y="5689600"/>
                  </a:lnTo>
                  <a:lnTo>
                    <a:pt x="10155273" y="4368800"/>
                  </a:lnTo>
                  <a:close/>
                </a:path>
                <a:path w="20104100" h="8661400">
                  <a:moveTo>
                    <a:pt x="13031364" y="4368800"/>
                  </a:moveTo>
                  <a:lnTo>
                    <a:pt x="12923281" y="4368800"/>
                  </a:lnTo>
                  <a:lnTo>
                    <a:pt x="14264110" y="5715000"/>
                  </a:lnTo>
                  <a:lnTo>
                    <a:pt x="14458523" y="5715000"/>
                  </a:lnTo>
                  <a:lnTo>
                    <a:pt x="14483821" y="5689600"/>
                  </a:lnTo>
                  <a:lnTo>
                    <a:pt x="14361321" y="5689600"/>
                  </a:lnTo>
                  <a:lnTo>
                    <a:pt x="13031364" y="4368800"/>
                  </a:lnTo>
                  <a:close/>
                </a:path>
                <a:path w="20104100" h="8661400">
                  <a:moveTo>
                    <a:pt x="15907454" y="4368800"/>
                  </a:moveTo>
                  <a:lnTo>
                    <a:pt x="15799361" y="4368800"/>
                  </a:lnTo>
                  <a:lnTo>
                    <a:pt x="17140211" y="5715000"/>
                  </a:lnTo>
                  <a:lnTo>
                    <a:pt x="17334624" y="5715000"/>
                  </a:lnTo>
                  <a:lnTo>
                    <a:pt x="17359922" y="5689600"/>
                  </a:lnTo>
                  <a:lnTo>
                    <a:pt x="17237412" y="5689600"/>
                  </a:lnTo>
                  <a:lnTo>
                    <a:pt x="15907454" y="4368800"/>
                  </a:lnTo>
                  <a:close/>
                </a:path>
                <a:path w="20104100" h="8661400">
                  <a:moveTo>
                    <a:pt x="18783207" y="4368800"/>
                  </a:moveTo>
                  <a:lnTo>
                    <a:pt x="18675452" y="4368800"/>
                  </a:lnTo>
                  <a:lnTo>
                    <a:pt x="20016291" y="5715000"/>
                  </a:lnTo>
                  <a:lnTo>
                    <a:pt x="20104099" y="5715000"/>
                  </a:lnTo>
                  <a:lnTo>
                    <a:pt x="20104099" y="5689600"/>
                  </a:lnTo>
                  <a:lnTo>
                    <a:pt x="18783207" y="4368800"/>
                  </a:lnTo>
                  <a:close/>
                </a:path>
                <a:path w="20104100" h="8661400">
                  <a:moveTo>
                    <a:pt x="2966931" y="2933700"/>
                  </a:moveTo>
                  <a:lnTo>
                    <a:pt x="2856949" y="2933700"/>
                  </a:lnTo>
                  <a:lnTo>
                    <a:pt x="4238069" y="4318000"/>
                  </a:lnTo>
                  <a:lnTo>
                    <a:pt x="2856949" y="5689600"/>
                  </a:lnTo>
                  <a:lnTo>
                    <a:pt x="2979460" y="5689600"/>
                  </a:lnTo>
                  <a:lnTo>
                    <a:pt x="4295010" y="4368800"/>
                  </a:lnTo>
                  <a:lnTo>
                    <a:pt x="4403093" y="4368800"/>
                  </a:lnTo>
                  <a:lnTo>
                    <a:pt x="4351940" y="4318000"/>
                  </a:lnTo>
                  <a:lnTo>
                    <a:pt x="4415294" y="4254500"/>
                  </a:lnTo>
                  <a:lnTo>
                    <a:pt x="4295010" y="4254500"/>
                  </a:lnTo>
                  <a:lnTo>
                    <a:pt x="2966931" y="2933700"/>
                  </a:lnTo>
                  <a:close/>
                </a:path>
                <a:path w="20104100" h="8661400">
                  <a:moveTo>
                    <a:pt x="5843021" y="2933700"/>
                  </a:moveTo>
                  <a:lnTo>
                    <a:pt x="5733050" y="2933700"/>
                  </a:lnTo>
                  <a:lnTo>
                    <a:pt x="7114160" y="4318000"/>
                  </a:lnTo>
                  <a:lnTo>
                    <a:pt x="5733050" y="5689600"/>
                  </a:lnTo>
                  <a:lnTo>
                    <a:pt x="5855550" y="5689600"/>
                  </a:lnTo>
                  <a:lnTo>
                    <a:pt x="7171101" y="4368800"/>
                  </a:lnTo>
                  <a:lnTo>
                    <a:pt x="7279193" y="4368800"/>
                  </a:lnTo>
                  <a:lnTo>
                    <a:pt x="7228041" y="4318000"/>
                  </a:lnTo>
                  <a:lnTo>
                    <a:pt x="7291394" y="4254500"/>
                  </a:lnTo>
                  <a:lnTo>
                    <a:pt x="7171101" y="4254500"/>
                  </a:lnTo>
                  <a:lnTo>
                    <a:pt x="5843021" y="2933700"/>
                  </a:lnTo>
                  <a:close/>
                </a:path>
                <a:path w="20104100" h="8661400">
                  <a:moveTo>
                    <a:pt x="8719112" y="2933700"/>
                  </a:moveTo>
                  <a:lnTo>
                    <a:pt x="8609141" y="2933700"/>
                  </a:lnTo>
                  <a:lnTo>
                    <a:pt x="9990250" y="4318000"/>
                  </a:lnTo>
                  <a:lnTo>
                    <a:pt x="8609141" y="5689600"/>
                  </a:lnTo>
                  <a:lnTo>
                    <a:pt x="8731641" y="5689600"/>
                  </a:lnTo>
                  <a:lnTo>
                    <a:pt x="10047191" y="4368800"/>
                  </a:lnTo>
                  <a:lnTo>
                    <a:pt x="10155273" y="4368800"/>
                  </a:lnTo>
                  <a:lnTo>
                    <a:pt x="10104121" y="4318000"/>
                  </a:lnTo>
                  <a:lnTo>
                    <a:pt x="10167475" y="4254500"/>
                  </a:lnTo>
                  <a:lnTo>
                    <a:pt x="10047191" y="4254500"/>
                  </a:lnTo>
                  <a:lnTo>
                    <a:pt x="8719112" y="2933700"/>
                  </a:lnTo>
                  <a:close/>
                </a:path>
                <a:path w="20104100" h="8661400">
                  <a:moveTo>
                    <a:pt x="11595213" y="2933700"/>
                  </a:moveTo>
                  <a:lnTo>
                    <a:pt x="11485231" y="2933700"/>
                  </a:lnTo>
                  <a:lnTo>
                    <a:pt x="12866341" y="4318000"/>
                  </a:lnTo>
                  <a:lnTo>
                    <a:pt x="11485231" y="5689600"/>
                  </a:lnTo>
                  <a:lnTo>
                    <a:pt x="11607741" y="5689600"/>
                  </a:lnTo>
                  <a:lnTo>
                    <a:pt x="12923281" y="4368800"/>
                  </a:lnTo>
                  <a:lnTo>
                    <a:pt x="13031364" y="4368800"/>
                  </a:lnTo>
                  <a:lnTo>
                    <a:pt x="12980212" y="4318000"/>
                  </a:lnTo>
                  <a:lnTo>
                    <a:pt x="13043565" y="4254500"/>
                  </a:lnTo>
                  <a:lnTo>
                    <a:pt x="12923281" y="4254500"/>
                  </a:lnTo>
                  <a:lnTo>
                    <a:pt x="11595213" y="2933700"/>
                  </a:lnTo>
                  <a:close/>
                </a:path>
                <a:path w="20104100" h="8661400">
                  <a:moveTo>
                    <a:pt x="14471293" y="2933700"/>
                  </a:moveTo>
                  <a:lnTo>
                    <a:pt x="14361321" y="2933700"/>
                  </a:lnTo>
                  <a:lnTo>
                    <a:pt x="15742431" y="4318000"/>
                  </a:lnTo>
                  <a:lnTo>
                    <a:pt x="14361321" y="5689600"/>
                  </a:lnTo>
                  <a:lnTo>
                    <a:pt x="14483821" y="5689600"/>
                  </a:lnTo>
                  <a:lnTo>
                    <a:pt x="15799361" y="4368800"/>
                  </a:lnTo>
                  <a:lnTo>
                    <a:pt x="15907454" y="4368800"/>
                  </a:lnTo>
                  <a:lnTo>
                    <a:pt x="15856302" y="4318000"/>
                  </a:lnTo>
                  <a:lnTo>
                    <a:pt x="15919656" y="4254500"/>
                  </a:lnTo>
                  <a:lnTo>
                    <a:pt x="15799361" y="4254500"/>
                  </a:lnTo>
                  <a:lnTo>
                    <a:pt x="14471293" y="2933700"/>
                  </a:lnTo>
                  <a:close/>
                </a:path>
                <a:path w="20104100" h="8661400">
                  <a:moveTo>
                    <a:pt x="17347393" y="2933700"/>
                  </a:moveTo>
                  <a:lnTo>
                    <a:pt x="17237412" y="2933700"/>
                  </a:lnTo>
                  <a:lnTo>
                    <a:pt x="18618532" y="4318000"/>
                  </a:lnTo>
                  <a:lnTo>
                    <a:pt x="17237412" y="5689600"/>
                  </a:lnTo>
                  <a:lnTo>
                    <a:pt x="17359922" y="5689600"/>
                  </a:lnTo>
                  <a:lnTo>
                    <a:pt x="18675452" y="4368800"/>
                  </a:lnTo>
                  <a:lnTo>
                    <a:pt x="18783207" y="4368800"/>
                  </a:lnTo>
                  <a:lnTo>
                    <a:pt x="18732403" y="4318000"/>
                  </a:lnTo>
                  <a:lnTo>
                    <a:pt x="18795907" y="4254500"/>
                  </a:lnTo>
                  <a:lnTo>
                    <a:pt x="18675452" y="4254500"/>
                  </a:lnTo>
                  <a:lnTo>
                    <a:pt x="17347393" y="2933700"/>
                  </a:lnTo>
                  <a:close/>
                </a:path>
                <a:path w="20104100" h="8661400">
                  <a:moveTo>
                    <a:pt x="2954161" y="2921000"/>
                  </a:moveTo>
                  <a:lnTo>
                    <a:pt x="2759758" y="2921000"/>
                  </a:lnTo>
                  <a:lnTo>
                    <a:pt x="1418920" y="4254500"/>
                  </a:lnTo>
                  <a:lnTo>
                    <a:pt x="1539213" y="4254500"/>
                  </a:lnTo>
                  <a:lnTo>
                    <a:pt x="2856949" y="2933700"/>
                  </a:lnTo>
                  <a:lnTo>
                    <a:pt x="2966931" y="2933700"/>
                  </a:lnTo>
                  <a:lnTo>
                    <a:pt x="2954161" y="2921000"/>
                  </a:lnTo>
                  <a:close/>
                </a:path>
                <a:path w="20104100" h="8661400">
                  <a:moveTo>
                    <a:pt x="5830251" y="2921000"/>
                  </a:moveTo>
                  <a:lnTo>
                    <a:pt x="5635849" y="2921000"/>
                  </a:lnTo>
                  <a:lnTo>
                    <a:pt x="4295010" y="4254500"/>
                  </a:lnTo>
                  <a:lnTo>
                    <a:pt x="4415294" y="4254500"/>
                  </a:lnTo>
                  <a:lnTo>
                    <a:pt x="5733050" y="2933700"/>
                  </a:lnTo>
                  <a:lnTo>
                    <a:pt x="5843021" y="2933700"/>
                  </a:lnTo>
                  <a:lnTo>
                    <a:pt x="5830251" y="2921000"/>
                  </a:lnTo>
                  <a:close/>
                </a:path>
                <a:path w="20104100" h="8661400">
                  <a:moveTo>
                    <a:pt x="8706342" y="2921000"/>
                  </a:moveTo>
                  <a:lnTo>
                    <a:pt x="8511929" y="2921000"/>
                  </a:lnTo>
                  <a:lnTo>
                    <a:pt x="7171101" y="4254500"/>
                  </a:lnTo>
                  <a:lnTo>
                    <a:pt x="7291394" y="4254500"/>
                  </a:lnTo>
                  <a:lnTo>
                    <a:pt x="8609141" y="2933700"/>
                  </a:lnTo>
                  <a:lnTo>
                    <a:pt x="8719112" y="2933700"/>
                  </a:lnTo>
                  <a:lnTo>
                    <a:pt x="8706342" y="2921000"/>
                  </a:lnTo>
                  <a:close/>
                </a:path>
                <a:path w="20104100" h="8661400">
                  <a:moveTo>
                    <a:pt x="11582443" y="2921000"/>
                  </a:moveTo>
                  <a:lnTo>
                    <a:pt x="11388030" y="2921000"/>
                  </a:lnTo>
                  <a:lnTo>
                    <a:pt x="10047191" y="4254500"/>
                  </a:lnTo>
                  <a:lnTo>
                    <a:pt x="10167475" y="4254500"/>
                  </a:lnTo>
                  <a:lnTo>
                    <a:pt x="11485231" y="2933700"/>
                  </a:lnTo>
                  <a:lnTo>
                    <a:pt x="11595213" y="2933700"/>
                  </a:lnTo>
                  <a:lnTo>
                    <a:pt x="11582443" y="2921000"/>
                  </a:lnTo>
                  <a:close/>
                </a:path>
                <a:path w="20104100" h="8661400">
                  <a:moveTo>
                    <a:pt x="14458523" y="2921000"/>
                  </a:moveTo>
                  <a:lnTo>
                    <a:pt x="14264110" y="2921000"/>
                  </a:lnTo>
                  <a:lnTo>
                    <a:pt x="12923281" y="4254500"/>
                  </a:lnTo>
                  <a:lnTo>
                    <a:pt x="13043565" y="4254500"/>
                  </a:lnTo>
                  <a:lnTo>
                    <a:pt x="14361321" y="2933700"/>
                  </a:lnTo>
                  <a:lnTo>
                    <a:pt x="14471293" y="2933700"/>
                  </a:lnTo>
                  <a:lnTo>
                    <a:pt x="14458523" y="2921000"/>
                  </a:lnTo>
                  <a:close/>
                </a:path>
                <a:path w="20104100" h="8661400">
                  <a:moveTo>
                    <a:pt x="17334624" y="2921000"/>
                  </a:moveTo>
                  <a:lnTo>
                    <a:pt x="17140211" y="2921000"/>
                  </a:lnTo>
                  <a:lnTo>
                    <a:pt x="15799361" y="4254500"/>
                  </a:lnTo>
                  <a:lnTo>
                    <a:pt x="15919656" y="4254500"/>
                  </a:lnTo>
                  <a:lnTo>
                    <a:pt x="17237412" y="2933700"/>
                  </a:lnTo>
                  <a:lnTo>
                    <a:pt x="17347393" y="2933700"/>
                  </a:lnTo>
                  <a:lnTo>
                    <a:pt x="17334624" y="2921000"/>
                  </a:lnTo>
                  <a:close/>
                </a:path>
                <a:path w="20104100" h="8661400">
                  <a:moveTo>
                    <a:pt x="20104099" y="2921000"/>
                  </a:moveTo>
                  <a:lnTo>
                    <a:pt x="20016291" y="2921000"/>
                  </a:lnTo>
                  <a:lnTo>
                    <a:pt x="18675452" y="4254500"/>
                  </a:lnTo>
                  <a:lnTo>
                    <a:pt x="18795907" y="4254500"/>
                  </a:lnTo>
                  <a:lnTo>
                    <a:pt x="20104099" y="2946400"/>
                  </a:lnTo>
                  <a:lnTo>
                    <a:pt x="20104099" y="2921000"/>
                  </a:lnTo>
                  <a:close/>
                </a:path>
                <a:path w="20104100" h="8661400">
                  <a:moveTo>
                    <a:pt x="1539213" y="1498600"/>
                  </a:moveTo>
                  <a:lnTo>
                    <a:pt x="1418920" y="1498600"/>
                  </a:lnTo>
                  <a:lnTo>
                    <a:pt x="2759758" y="2832100"/>
                  </a:lnTo>
                  <a:lnTo>
                    <a:pt x="2954161" y="2832100"/>
                  </a:lnTo>
                  <a:lnTo>
                    <a:pt x="2966931" y="2819400"/>
                  </a:lnTo>
                  <a:lnTo>
                    <a:pt x="2856949" y="2819400"/>
                  </a:lnTo>
                  <a:lnTo>
                    <a:pt x="1539213" y="1498600"/>
                  </a:lnTo>
                  <a:close/>
                </a:path>
                <a:path w="20104100" h="8661400">
                  <a:moveTo>
                    <a:pt x="4415294" y="1498600"/>
                  </a:moveTo>
                  <a:lnTo>
                    <a:pt x="4295010" y="1498600"/>
                  </a:lnTo>
                  <a:lnTo>
                    <a:pt x="5635849" y="2832100"/>
                  </a:lnTo>
                  <a:lnTo>
                    <a:pt x="5830251" y="2832100"/>
                  </a:lnTo>
                  <a:lnTo>
                    <a:pt x="5843021" y="2819400"/>
                  </a:lnTo>
                  <a:lnTo>
                    <a:pt x="5733050" y="2819400"/>
                  </a:lnTo>
                  <a:lnTo>
                    <a:pt x="4415294" y="1498600"/>
                  </a:lnTo>
                  <a:close/>
                </a:path>
                <a:path w="20104100" h="8661400">
                  <a:moveTo>
                    <a:pt x="7291394" y="1498600"/>
                  </a:moveTo>
                  <a:lnTo>
                    <a:pt x="7171101" y="1498600"/>
                  </a:lnTo>
                  <a:lnTo>
                    <a:pt x="8511929" y="2832100"/>
                  </a:lnTo>
                  <a:lnTo>
                    <a:pt x="8706342" y="2832100"/>
                  </a:lnTo>
                  <a:lnTo>
                    <a:pt x="8719112" y="2819400"/>
                  </a:lnTo>
                  <a:lnTo>
                    <a:pt x="8609141" y="2819400"/>
                  </a:lnTo>
                  <a:lnTo>
                    <a:pt x="7291394" y="1498600"/>
                  </a:lnTo>
                  <a:close/>
                </a:path>
                <a:path w="20104100" h="8661400">
                  <a:moveTo>
                    <a:pt x="10167475" y="1498600"/>
                  </a:moveTo>
                  <a:lnTo>
                    <a:pt x="10047191" y="1498600"/>
                  </a:lnTo>
                  <a:lnTo>
                    <a:pt x="11388030" y="2832100"/>
                  </a:lnTo>
                  <a:lnTo>
                    <a:pt x="11582443" y="2832100"/>
                  </a:lnTo>
                  <a:lnTo>
                    <a:pt x="11595213" y="2819400"/>
                  </a:lnTo>
                  <a:lnTo>
                    <a:pt x="11485231" y="2819400"/>
                  </a:lnTo>
                  <a:lnTo>
                    <a:pt x="10167475" y="1498600"/>
                  </a:lnTo>
                  <a:close/>
                </a:path>
                <a:path w="20104100" h="8661400">
                  <a:moveTo>
                    <a:pt x="13043565" y="1498600"/>
                  </a:moveTo>
                  <a:lnTo>
                    <a:pt x="12923281" y="1498600"/>
                  </a:lnTo>
                  <a:lnTo>
                    <a:pt x="14264110" y="2832100"/>
                  </a:lnTo>
                  <a:lnTo>
                    <a:pt x="14458523" y="2832100"/>
                  </a:lnTo>
                  <a:lnTo>
                    <a:pt x="14471293" y="2819400"/>
                  </a:lnTo>
                  <a:lnTo>
                    <a:pt x="14361321" y="2819400"/>
                  </a:lnTo>
                  <a:lnTo>
                    <a:pt x="13043565" y="1498600"/>
                  </a:lnTo>
                  <a:close/>
                </a:path>
                <a:path w="20104100" h="8661400">
                  <a:moveTo>
                    <a:pt x="15919656" y="1498600"/>
                  </a:moveTo>
                  <a:lnTo>
                    <a:pt x="15799361" y="1498600"/>
                  </a:lnTo>
                  <a:lnTo>
                    <a:pt x="17140211" y="2832100"/>
                  </a:lnTo>
                  <a:lnTo>
                    <a:pt x="17334624" y="2832100"/>
                  </a:lnTo>
                  <a:lnTo>
                    <a:pt x="17347393" y="2819400"/>
                  </a:lnTo>
                  <a:lnTo>
                    <a:pt x="17237412" y="2819400"/>
                  </a:lnTo>
                  <a:lnTo>
                    <a:pt x="15919656" y="1498600"/>
                  </a:lnTo>
                  <a:close/>
                </a:path>
                <a:path w="20104100" h="8661400">
                  <a:moveTo>
                    <a:pt x="18795907" y="1498600"/>
                  </a:moveTo>
                  <a:lnTo>
                    <a:pt x="18675452" y="1498600"/>
                  </a:lnTo>
                  <a:lnTo>
                    <a:pt x="20016291" y="2832100"/>
                  </a:lnTo>
                  <a:lnTo>
                    <a:pt x="20104099" y="2832100"/>
                  </a:lnTo>
                  <a:lnTo>
                    <a:pt x="20104099" y="2806700"/>
                  </a:lnTo>
                  <a:lnTo>
                    <a:pt x="18795907" y="1498600"/>
                  </a:lnTo>
                  <a:close/>
                </a:path>
                <a:path w="20104100" h="8661400">
                  <a:moveTo>
                    <a:pt x="2964573" y="50800"/>
                  </a:moveTo>
                  <a:lnTo>
                    <a:pt x="2856949" y="50800"/>
                  </a:lnTo>
                  <a:lnTo>
                    <a:pt x="4238069" y="1435100"/>
                  </a:lnTo>
                  <a:lnTo>
                    <a:pt x="2856949" y="2819400"/>
                  </a:lnTo>
                  <a:lnTo>
                    <a:pt x="2966931" y="2819400"/>
                  </a:lnTo>
                  <a:lnTo>
                    <a:pt x="4295010" y="1498600"/>
                  </a:lnTo>
                  <a:lnTo>
                    <a:pt x="4415294" y="1498600"/>
                  </a:lnTo>
                  <a:lnTo>
                    <a:pt x="4351940" y="1435100"/>
                  </a:lnTo>
                  <a:lnTo>
                    <a:pt x="4402623" y="1384300"/>
                  </a:lnTo>
                  <a:lnTo>
                    <a:pt x="4295010" y="1384300"/>
                  </a:lnTo>
                  <a:lnTo>
                    <a:pt x="2964573" y="50800"/>
                  </a:lnTo>
                  <a:close/>
                </a:path>
                <a:path w="20104100" h="8661400">
                  <a:moveTo>
                    <a:pt x="5840674" y="50800"/>
                  </a:moveTo>
                  <a:lnTo>
                    <a:pt x="5733050" y="50800"/>
                  </a:lnTo>
                  <a:lnTo>
                    <a:pt x="7114160" y="1435100"/>
                  </a:lnTo>
                  <a:lnTo>
                    <a:pt x="5733050" y="2819400"/>
                  </a:lnTo>
                  <a:lnTo>
                    <a:pt x="5843021" y="2819400"/>
                  </a:lnTo>
                  <a:lnTo>
                    <a:pt x="7171101" y="1498600"/>
                  </a:lnTo>
                  <a:lnTo>
                    <a:pt x="7291394" y="1498600"/>
                  </a:lnTo>
                  <a:lnTo>
                    <a:pt x="7228041" y="1435100"/>
                  </a:lnTo>
                  <a:lnTo>
                    <a:pt x="7278724" y="1384300"/>
                  </a:lnTo>
                  <a:lnTo>
                    <a:pt x="7171101" y="1384300"/>
                  </a:lnTo>
                  <a:lnTo>
                    <a:pt x="5840674" y="50800"/>
                  </a:lnTo>
                  <a:close/>
                </a:path>
                <a:path w="20104100" h="8661400">
                  <a:moveTo>
                    <a:pt x="8716754" y="50800"/>
                  </a:moveTo>
                  <a:lnTo>
                    <a:pt x="8609141" y="50800"/>
                  </a:lnTo>
                  <a:lnTo>
                    <a:pt x="9990250" y="1435100"/>
                  </a:lnTo>
                  <a:lnTo>
                    <a:pt x="8609141" y="2819400"/>
                  </a:lnTo>
                  <a:lnTo>
                    <a:pt x="8719112" y="2819400"/>
                  </a:lnTo>
                  <a:lnTo>
                    <a:pt x="10047191" y="1498600"/>
                  </a:lnTo>
                  <a:lnTo>
                    <a:pt x="10167475" y="1498600"/>
                  </a:lnTo>
                  <a:lnTo>
                    <a:pt x="10104121" y="1435100"/>
                  </a:lnTo>
                  <a:lnTo>
                    <a:pt x="10154804" y="1384300"/>
                  </a:lnTo>
                  <a:lnTo>
                    <a:pt x="10047191" y="1384300"/>
                  </a:lnTo>
                  <a:lnTo>
                    <a:pt x="8716754" y="50800"/>
                  </a:lnTo>
                  <a:close/>
                </a:path>
                <a:path w="20104100" h="8661400">
                  <a:moveTo>
                    <a:pt x="11592855" y="50800"/>
                  </a:moveTo>
                  <a:lnTo>
                    <a:pt x="11485231" y="50800"/>
                  </a:lnTo>
                  <a:lnTo>
                    <a:pt x="12866341" y="1435100"/>
                  </a:lnTo>
                  <a:lnTo>
                    <a:pt x="11485231" y="2819400"/>
                  </a:lnTo>
                  <a:lnTo>
                    <a:pt x="11595213" y="2819400"/>
                  </a:lnTo>
                  <a:lnTo>
                    <a:pt x="12923281" y="1498600"/>
                  </a:lnTo>
                  <a:lnTo>
                    <a:pt x="13043565" y="1498600"/>
                  </a:lnTo>
                  <a:lnTo>
                    <a:pt x="12980212" y="1435100"/>
                  </a:lnTo>
                  <a:lnTo>
                    <a:pt x="13030895" y="1384300"/>
                  </a:lnTo>
                  <a:lnTo>
                    <a:pt x="12923281" y="1384300"/>
                  </a:lnTo>
                  <a:lnTo>
                    <a:pt x="11592855" y="50800"/>
                  </a:lnTo>
                  <a:close/>
                </a:path>
                <a:path w="20104100" h="8661400">
                  <a:moveTo>
                    <a:pt x="14468945" y="50800"/>
                  </a:moveTo>
                  <a:lnTo>
                    <a:pt x="14361321" y="50800"/>
                  </a:lnTo>
                  <a:lnTo>
                    <a:pt x="15742431" y="1435100"/>
                  </a:lnTo>
                  <a:lnTo>
                    <a:pt x="14361321" y="2819400"/>
                  </a:lnTo>
                  <a:lnTo>
                    <a:pt x="14471293" y="2819400"/>
                  </a:lnTo>
                  <a:lnTo>
                    <a:pt x="15799361" y="1498600"/>
                  </a:lnTo>
                  <a:lnTo>
                    <a:pt x="15919656" y="1498600"/>
                  </a:lnTo>
                  <a:lnTo>
                    <a:pt x="15856302" y="1435100"/>
                  </a:lnTo>
                  <a:lnTo>
                    <a:pt x="15906985" y="1384300"/>
                  </a:lnTo>
                  <a:lnTo>
                    <a:pt x="15799361" y="1384300"/>
                  </a:lnTo>
                  <a:lnTo>
                    <a:pt x="14468945" y="50800"/>
                  </a:lnTo>
                  <a:close/>
                </a:path>
                <a:path w="20104100" h="8661400">
                  <a:moveTo>
                    <a:pt x="17345035" y="50800"/>
                  </a:moveTo>
                  <a:lnTo>
                    <a:pt x="17237412" y="50800"/>
                  </a:lnTo>
                  <a:lnTo>
                    <a:pt x="18618532" y="1435100"/>
                  </a:lnTo>
                  <a:lnTo>
                    <a:pt x="17237412" y="2819400"/>
                  </a:lnTo>
                  <a:lnTo>
                    <a:pt x="17347393" y="2819400"/>
                  </a:lnTo>
                  <a:lnTo>
                    <a:pt x="18675452" y="1498600"/>
                  </a:lnTo>
                  <a:lnTo>
                    <a:pt x="18795907" y="1498600"/>
                  </a:lnTo>
                  <a:lnTo>
                    <a:pt x="18732403" y="1435100"/>
                  </a:lnTo>
                  <a:lnTo>
                    <a:pt x="18783207" y="1384300"/>
                  </a:lnTo>
                  <a:lnTo>
                    <a:pt x="18675452" y="1384300"/>
                  </a:lnTo>
                  <a:lnTo>
                    <a:pt x="17345035" y="50800"/>
                  </a:lnTo>
                  <a:close/>
                </a:path>
                <a:path w="20104100" h="8661400">
                  <a:moveTo>
                    <a:pt x="2913890" y="0"/>
                  </a:moveTo>
                  <a:lnTo>
                    <a:pt x="2800019" y="0"/>
                  </a:lnTo>
                  <a:lnTo>
                    <a:pt x="1418920" y="1384300"/>
                  </a:lnTo>
                  <a:lnTo>
                    <a:pt x="1526542" y="1384300"/>
                  </a:lnTo>
                  <a:lnTo>
                    <a:pt x="2856949" y="50800"/>
                  </a:lnTo>
                  <a:lnTo>
                    <a:pt x="2964573" y="50800"/>
                  </a:lnTo>
                  <a:lnTo>
                    <a:pt x="2913890" y="0"/>
                  </a:lnTo>
                  <a:close/>
                </a:path>
                <a:path w="20104100" h="8661400">
                  <a:moveTo>
                    <a:pt x="5789991" y="0"/>
                  </a:moveTo>
                  <a:lnTo>
                    <a:pt x="5676109" y="0"/>
                  </a:lnTo>
                  <a:lnTo>
                    <a:pt x="4295010" y="1384300"/>
                  </a:lnTo>
                  <a:lnTo>
                    <a:pt x="4402623" y="1384300"/>
                  </a:lnTo>
                  <a:lnTo>
                    <a:pt x="5733050" y="50800"/>
                  </a:lnTo>
                  <a:lnTo>
                    <a:pt x="5840674" y="50800"/>
                  </a:lnTo>
                  <a:lnTo>
                    <a:pt x="5789991" y="0"/>
                  </a:lnTo>
                  <a:close/>
                </a:path>
                <a:path w="20104100" h="8661400">
                  <a:moveTo>
                    <a:pt x="8666071" y="0"/>
                  </a:moveTo>
                  <a:lnTo>
                    <a:pt x="8552200" y="0"/>
                  </a:lnTo>
                  <a:lnTo>
                    <a:pt x="7171101" y="1384300"/>
                  </a:lnTo>
                  <a:lnTo>
                    <a:pt x="7278724" y="1384300"/>
                  </a:lnTo>
                  <a:lnTo>
                    <a:pt x="8609141" y="50800"/>
                  </a:lnTo>
                  <a:lnTo>
                    <a:pt x="8716754" y="50800"/>
                  </a:lnTo>
                  <a:lnTo>
                    <a:pt x="8666071" y="0"/>
                  </a:lnTo>
                  <a:close/>
                </a:path>
                <a:path w="20104100" h="8661400">
                  <a:moveTo>
                    <a:pt x="11542172" y="0"/>
                  </a:moveTo>
                  <a:lnTo>
                    <a:pt x="11428290" y="0"/>
                  </a:lnTo>
                  <a:lnTo>
                    <a:pt x="10047191" y="1384300"/>
                  </a:lnTo>
                  <a:lnTo>
                    <a:pt x="10154804" y="1384300"/>
                  </a:lnTo>
                  <a:lnTo>
                    <a:pt x="11485231" y="50800"/>
                  </a:lnTo>
                  <a:lnTo>
                    <a:pt x="11592855" y="50800"/>
                  </a:lnTo>
                  <a:lnTo>
                    <a:pt x="11542172" y="0"/>
                  </a:lnTo>
                  <a:close/>
                </a:path>
                <a:path w="20104100" h="8661400">
                  <a:moveTo>
                    <a:pt x="14418262" y="0"/>
                  </a:moveTo>
                  <a:lnTo>
                    <a:pt x="14304381" y="0"/>
                  </a:lnTo>
                  <a:lnTo>
                    <a:pt x="12923281" y="1384300"/>
                  </a:lnTo>
                  <a:lnTo>
                    <a:pt x="13030895" y="1384300"/>
                  </a:lnTo>
                  <a:lnTo>
                    <a:pt x="14361321" y="50800"/>
                  </a:lnTo>
                  <a:lnTo>
                    <a:pt x="14468945" y="50800"/>
                  </a:lnTo>
                  <a:lnTo>
                    <a:pt x="14418262" y="0"/>
                  </a:lnTo>
                  <a:close/>
                </a:path>
                <a:path w="20104100" h="8661400">
                  <a:moveTo>
                    <a:pt x="17294352" y="0"/>
                  </a:moveTo>
                  <a:lnTo>
                    <a:pt x="17180471" y="0"/>
                  </a:lnTo>
                  <a:lnTo>
                    <a:pt x="15799361" y="1384300"/>
                  </a:lnTo>
                  <a:lnTo>
                    <a:pt x="15906985" y="1384300"/>
                  </a:lnTo>
                  <a:lnTo>
                    <a:pt x="17237412" y="50800"/>
                  </a:lnTo>
                  <a:lnTo>
                    <a:pt x="17345035" y="50800"/>
                  </a:lnTo>
                  <a:lnTo>
                    <a:pt x="17294352" y="0"/>
                  </a:lnTo>
                  <a:close/>
                </a:path>
                <a:path w="20104100" h="8661400">
                  <a:moveTo>
                    <a:pt x="20104099" y="0"/>
                  </a:moveTo>
                  <a:lnTo>
                    <a:pt x="20056562" y="0"/>
                  </a:lnTo>
                  <a:lnTo>
                    <a:pt x="18675452" y="1384300"/>
                  </a:lnTo>
                  <a:lnTo>
                    <a:pt x="18783207" y="1384300"/>
                  </a:lnTo>
                  <a:lnTo>
                    <a:pt x="20104099" y="63500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860268" y="1510975"/>
              <a:ext cx="5747385" cy="9373235"/>
            </a:xfrm>
            <a:custGeom>
              <a:avLst/>
              <a:gdLst/>
              <a:ahLst/>
              <a:cxnLst/>
              <a:rect l="l" t="t" r="r" b="b"/>
              <a:pathLst>
                <a:path w="5747384" h="9373235">
                  <a:moveTo>
                    <a:pt x="1436395" y="7929105"/>
                  </a:moveTo>
                  <a:lnTo>
                    <a:pt x="0" y="7929105"/>
                  </a:lnTo>
                  <a:lnTo>
                    <a:pt x="0" y="9373184"/>
                  </a:lnTo>
                  <a:lnTo>
                    <a:pt x="1436395" y="9373184"/>
                  </a:lnTo>
                  <a:lnTo>
                    <a:pt x="1436395" y="7929105"/>
                  </a:lnTo>
                  <a:close/>
                </a:path>
                <a:path w="5747384" h="9373235">
                  <a:moveTo>
                    <a:pt x="1436395" y="0"/>
                  </a:moveTo>
                  <a:lnTo>
                    <a:pt x="0" y="0"/>
                  </a:lnTo>
                  <a:lnTo>
                    <a:pt x="0" y="6756336"/>
                  </a:lnTo>
                  <a:lnTo>
                    <a:pt x="1436395" y="6756336"/>
                  </a:lnTo>
                  <a:lnTo>
                    <a:pt x="1436395" y="0"/>
                  </a:lnTo>
                  <a:close/>
                </a:path>
                <a:path w="5747384" h="9373235">
                  <a:moveTo>
                    <a:pt x="5747207" y="0"/>
                  </a:moveTo>
                  <a:lnTo>
                    <a:pt x="4310812" y="0"/>
                  </a:lnTo>
                  <a:lnTo>
                    <a:pt x="4310812" y="9373184"/>
                  </a:lnTo>
                  <a:lnTo>
                    <a:pt x="5747207" y="9373184"/>
                  </a:lnTo>
                  <a:lnTo>
                    <a:pt x="5747207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003905" y="1510975"/>
              <a:ext cx="5460365" cy="9373235"/>
            </a:xfrm>
            <a:custGeom>
              <a:avLst/>
              <a:gdLst/>
              <a:ahLst/>
              <a:cxnLst/>
              <a:rect l="l" t="t" r="r" b="b"/>
              <a:pathLst>
                <a:path w="5460365" h="9373235">
                  <a:moveTo>
                    <a:pt x="1149108" y="7929105"/>
                  </a:moveTo>
                  <a:lnTo>
                    <a:pt x="0" y="7929105"/>
                  </a:lnTo>
                  <a:lnTo>
                    <a:pt x="0" y="9373184"/>
                  </a:lnTo>
                  <a:lnTo>
                    <a:pt x="1149108" y="9373184"/>
                  </a:lnTo>
                  <a:lnTo>
                    <a:pt x="1149108" y="7929105"/>
                  </a:lnTo>
                  <a:close/>
                </a:path>
                <a:path w="5460365" h="9373235">
                  <a:moveTo>
                    <a:pt x="1149108" y="0"/>
                  </a:moveTo>
                  <a:lnTo>
                    <a:pt x="0" y="0"/>
                  </a:lnTo>
                  <a:lnTo>
                    <a:pt x="0" y="6756336"/>
                  </a:lnTo>
                  <a:lnTo>
                    <a:pt x="1149108" y="6756336"/>
                  </a:lnTo>
                  <a:lnTo>
                    <a:pt x="1149108" y="0"/>
                  </a:lnTo>
                  <a:close/>
                </a:path>
                <a:path w="5460365" h="9373235">
                  <a:moveTo>
                    <a:pt x="5459933" y="0"/>
                  </a:moveTo>
                  <a:lnTo>
                    <a:pt x="4310824" y="0"/>
                  </a:lnTo>
                  <a:lnTo>
                    <a:pt x="4310824" y="9373184"/>
                  </a:lnTo>
                  <a:lnTo>
                    <a:pt x="5459933" y="9373184"/>
                  </a:lnTo>
                  <a:lnTo>
                    <a:pt x="5459933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1486884" y="1510975"/>
              <a:ext cx="5747385" cy="9373235"/>
            </a:xfrm>
            <a:custGeom>
              <a:avLst/>
              <a:gdLst/>
              <a:ahLst/>
              <a:cxnLst/>
              <a:rect l="l" t="t" r="r" b="b"/>
              <a:pathLst>
                <a:path w="5747384" h="9373235">
                  <a:moveTo>
                    <a:pt x="1436395" y="0"/>
                  </a:moveTo>
                  <a:lnTo>
                    <a:pt x="0" y="0"/>
                  </a:lnTo>
                  <a:lnTo>
                    <a:pt x="0" y="9373184"/>
                  </a:lnTo>
                  <a:lnTo>
                    <a:pt x="1436395" y="9373184"/>
                  </a:lnTo>
                  <a:lnTo>
                    <a:pt x="1436395" y="0"/>
                  </a:lnTo>
                  <a:close/>
                </a:path>
                <a:path w="5747384" h="9373235">
                  <a:moveTo>
                    <a:pt x="5747220" y="0"/>
                  </a:moveTo>
                  <a:lnTo>
                    <a:pt x="4310824" y="0"/>
                  </a:lnTo>
                  <a:lnTo>
                    <a:pt x="4310824" y="9373184"/>
                  </a:lnTo>
                  <a:lnTo>
                    <a:pt x="5747220" y="9373184"/>
                  </a:lnTo>
                  <a:lnTo>
                    <a:pt x="574722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1630521" y="1510975"/>
              <a:ext cx="5460365" cy="9373235"/>
            </a:xfrm>
            <a:custGeom>
              <a:avLst/>
              <a:gdLst/>
              <a:ahLst/>
              <a:cxnLst/>
              <a:rect l="l" t="t" r="r" b="b"/>
              <a:pathLst>
                <a:path w="5460365" h="9373235">
                  <a:moveTo>
                    <a:pt x="1149121" y="0"/>
                  </a:moveTo>
                  <a:lnTo>
                    <a:pt x="0" y="0"/>
                  </a:lnTo>
                  <a:lnTo>
                    <a:pt x="0" y="9373184"/>
                  </a:lnTo>
                  <a:lnTo>
                    <a:pt x="1149121" y="9373184"/>
                  </a:lnTo>
                  <a:lnTo>
                    <a:pt x="1149121" y="0"/>
                  </a:lnTo>
                  <a:close/>
                </a:path>
                <a:path w="5460365" h="9373235">
                  <a:moveTo>
                    <a:pt x="5459933" y="0"/>
                  </a:moveTo>
                  <a:lnTo>
                    <a:pt x="4310824" y="0"/>
                  </a:lnTo>
                  <a:lnTo>
                    <a:pt x="4310824" y="9373184"/>
                  </a:lnTo>
                  <a:lnTo>
                    <a:pt x="5459933" y="9373184"/>
                  </a:lnTo>
                  <a:lnTo>
                    <a:pt x="5459933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2687289"/>
              <a:ext cx="2860675" cy="1438275"/>
            </a:xfrm>
            <a:custGeom>
              <a:avLst/>
              <a:gdLst/>
              <a:ahLst/>
              <a:cxnLst/>
              <a:rect l="l" t="t" r="r" b="b"/>
              <a:pathLst>
                <a:path w="2860675" h="1438275">
                  <a:moveTo>
                    <a:pt x="2860268" y="0"/>
                  </a:moveTo>
                  <a:lnTo>
                    <a:pt x="0" y="0"/>
                  </a:lnTo>
                  <a:lnTo>
                    <a:pt x="0" y="1438050"/>
                  </a:lnTo>
                  <a:lnTo>
                    <a:pt x="2860268" y="1438050"/>
                  </a:lnTo>
                  <a:lnTo>
                    <a:pt x="28602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2687300"/>
              <a:ext cx="2860675" cy="1438275"/>
            </a:xfrm>
            <a:custGeom>
              <a:avLst/>
              <a:gdLst/>
              <a:ahLst/>
              <a:cxnLst/>
              <a:rect l="l" t="t" r="r" b="b"/>
              <a:pathLst>
                <a:path w="2860675" h="1438275">
                  <a:moveTo>
                    <a:pt x="2860268" y="446900"/>
                  </a:moveTo>
                  <a:lnTo>
                    <a:pt x="1439037" y="446900"/>
                  </a:lnTo>
                  <a:lnTo>
                    <a:pt x="1439037" y="0"/>
                  </a:lnTo>
                  <a:lnTo>
                    <a:pt x="1402080" y="0"/>
                  </a:lnTo>
                  <a:lnTo>
                    <a:pt x="1402080" y="446900"/>
                  </a:lnTo>
                  <a:lnTo>
                    <a:pt x="0" y="446900"/>
                  </a:lnTo>
                  <a:lnTo>
                    <a:pt x="0" y="483857"/>
                  </a:lnTo>
                  <a:lnTo>
                    <a:pt x="1402080" y="483857"/>
                  </a:lnTo>
                  <a:lnTo>
                    <a:pt x="1402080" y="954201"/>
                  </a:lnTo>
                  <a:lnTo>
                    <a:pt x="0" y="954201"/>
                  </a:lnTo>
                  <a:lnTo>
                    <a:pt x="0" y="991146"/>
                  </a:lnTo>
                  <a:lnTo>
                    <a:pt x="1402080" y="991146"/>
                  </a:lnTo>
                  <a:lnTo>
                    <a:pt x="1402080" y="1438046"/>
                  </a:lnTo>
                  <a:lnTo>
                    <a:pt x="1439037" y="1438046"/>
                  </a:lnTo>
                  <a:lnTo>
                    <a:pt x="1439037" y="991146"/>
                  </a:lnTo>
                  <a:lnTo>
                    <a:pt x="2860268" y="991146"/>
                  </a:lnTo>
                  <a:lnTo>
                    <a:pt x="2860268" y="954201"/>
                  </a:lnTo>
                  <a:lnTo>
                    <a:pt x="1439037" y="954201"/>
                  </a:lnTo>
                  <a:lnTo>
                    <a:pt x="1439037" y="483857"/>
                  </a:lnTo>
                  <a:lnTo>
                    <a:pt x="2860268" y="483857"/>
                  </a:lnTo>
                  <a:lnTo>
                    <a:pt x="2860268" y="44690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290036" y="2687289"/>
              <a:ext cx="2876550" cy="1438275"/>
            </a:xfrm>
            <a:custGeom>
              <a:avLst/>
              <a:gdLst/>
              <a:ahLst/>
              <a:cxnLst/>
              <a:rect l="l" t="t" r="r" b="b"/>
              <a:pathLst>
                <a:path w="2876550" h="1438275">
                  <a:moveTo>
                    <a:pt x="2876090" y="0"/>
                  </a:moveTo>
                  <a:lnTo>
                    <a:pt x="0" y="0"/>
                  </a:lnTo>
                  <a:lnTo>
                    <a:pt x="0" y="1438050"/>
                  </a:lnTo>
                  <a:lnTo>
                    <a:pt x="2876090" y="1438050"/>
                  </a:lnTo>
                  <a:lnTo>
                    <a:pt x="28760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290034" y="2687300"/>
              <a:ext cx="2876550" cy="1438275"/>
            </a:xfrm>
            <a:custGeom>
              <a:avLst/>
              <a:gdLst/>
              <a:ahLst/>
              <a:cxnLst/>
              <a:rect l="l" t="t" r="r" b="b"/>
              <a:pathLst>
                <a:path w="2876550" h="1438275">
                  <a:moveTo>
                    <a:pt x="2876092" y="446887"/>
                  </a:moveTo>
                  <a:lnTo>
                    <a:pt x="1454861" y="446887"/>
                  </a:lnTo>
                  <a:lnTo>
                    <a:pt x="1454861" y="0"/>
                  </a:lnTo>
                  <a:lnTo>
                    <a:pt x="1417904" y="0"/>
                  </a:lnTo>
                  <a:lnTo>
                    <a:pt x="1417904" y="446887"/>
                  </a:lnTo>
                  <a:lnTo>
                    <a:pt x="0" y="446887"/>
                  </a:lnTo>
                  <a:lnTo>
                    <a:pt x="0" y="483857"/>
                  </a:lnTo>
                  <a:lnTo>
                    <a:pt x="1417904" y="483857"/>
                  </a:lnTo>
                  <a:lnTo>
                    <a:pt x="1417904" y="954201"/>
                  </a:lnTo>
                  <a:lnTo>
                    <a:pt x="0" y="954201"/>
                  </a:lnTo>
                  <a:lnTo>
                    <a:pt x="0" y="991146"/>
                  </a:lnTo>
                  <a:lnTo>
                    <a:pt x="1417904" y="991146"/>
                  </a:lnTo>
                  <a:lnTo>
                    <a:pt x="1417904" y="1438046"/>
                  </a:lnTo>
                  <a:lnTo>
                    <a:pt x="1454861" y="1438046"/>
                  </a:lnTo>
                  <a:lnTo>
                    <a:pt x="1454861" y="991146"/>
                  </a:lnTo>
                  <a:lnTo>
                    <a:pt x="2876092" y="991146"/>
                  </a:lnTo>
                  <a:lnTo>
                    <a:pt x="2876092" y="954201"/>
                  </a:lnTo>
                  <a:lnTo>
                    <a:pt x="1454861" y="954201"/>
                  </a:lnTo>
                  <a:lnTo>
                    <a:pt x="1454861" y="483857"/>
                  </a:lnTo>
                  <a:lnTo>
                    <a:pt x="2876092" y="483857"/>
                  </a:lnTo>
                  <a:lnTo>
                    <a:pt x="2876092" y="44688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595884" y="2687289"/>
              <a:ext cx="2876550" cy="1438275"/>
            </a:xfrm>
            <a:custGeom>
              <a:avLst/>
              <a:gdLst/>
              <a:ahLst/>
              <a:cxnLst/>
              <a:rect l="l" t="t" r="r" b="b"/>
              <a:pathLst>
                <a:path w="2876550" h="1438275">
                  <a:moveTo>
                    <a:pt x="2876090" y="0"/>
                  </a:moveTo>
                  <a:lnTo>
                    <a:pt x="0" y="0"/>
                  </a:lnTo>
                  <a:lnTo>
                    <a:pt x="0" y="1438050"/>
                  </a:lnTo>
                  <a:lnTo>
                    <a:pt x="2876090" y="1438050"/>
                  </a:lnTo>
                  <a:lnTo>
                    <a:pt x="28760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595880" y="2687300"/>
              <a:ext cx="2876550" cy="1438275"/>
            </a:xfrm>
            <a:custGeom>
              <a:avLst/>
              <a:gdLst/>
              <a:ahLst/>
              <a:cxnLst/>
              <a:rect l="l" t="t" r="r" b="b"/>
              <a:pathLst>
                <a:path w="2876550" h="1438275">
                  <a:moveTo>
                    <a:pt x="2876092" y="446887"/>
                  </a:moveTo>
                  <a:lnTo>
                    <a:pt x="1454861" y="446887"/>
                  </a:lnTo>
                  <a:lnTo>
                    <a:pt x="1454861" y="0"/>
                  </a:lnTo>
                  <a:lnTo>
                    <a:pt x="1417916" y="0"/>
                  </a:lnTo>
                  <a:lnTo>
                    <a:pt x="1417916" y="446887"/>
                  </a:lnTo>
                  <a:lnTo>
                    <a:pt x="0" y="446887"/>
                  </a:lnTo>
                  <a:lnTo>
                    <a:pt x="0" y="483857"/>
                  </a:lnTo>
                  <a:lnTo>
                    <a:pt x="1417916" y="483857"/>
                  </a:lnTo>
                  <a:lnTo>
                    <a:pt x="1417916" y="954201"/>
                  </a:lnTo>
                  <a:lnTo>
                    <a:pt x="0" y="954201"/>
                  </a:lnTo>
                  <a:lnTo>
                    <a:pt x="0" y="991146"/>
                  </a:lnTo>
                  <a:lnTo>
                    <a:pt x="1417916" y="991146"/>
                  </a:lnTo>
                  <a:lnTo>
                    <a:pt x="1417916" y="1438046"/>
                  </a:lnTo>
                  <a:lnTo>
                    <a:pt x="1454861" y="1438046"/>
                  </a:lnTo>
                  <a:lnTo>
                    <a:pt x="1454861" y="991146"/>
                  </a:lnTo>
                  <a:lnTo>
                    <a:pt x="2876092" y="991146"/>
                  </a:lnTo>
                  <a:lnTo>
                    <a:pt x="2876092" y="954201"/>
                  </a:lnTo>
                  <a:lnTo>
                    <a:pt x="1454861" y="954201"/>
                  </a:lnTo>
                  <a:lnTo>
                    <a:pt x="1454861" y="483857"/>
                  </a:lnTo>
                  <a:lnTo>
                    <a:pt x="2876092" y="483857"/>
                  </a:lnTo>
                  <a:lnTo>
                    <a:pt x="2876092" y="44688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2901743" y="2687289"/>
              <a:ext cx="2876550" cy="1438275"/>
            </a:xfrm>
            <a:custGeom>
              <a:avLst/>
              <a:gdLst/>
              <a:ahLst/>
              <a:cxnLst/>
              <a:rect l="l" t="t" r="r" b="b"/>
              <a:pathLst>
                <a:path w="2876550" h="1438275">
                  <a:moveTo>
                    <a:pt x="2876090" y="0"/>
                  </a:moveTo>
                  <a:lnTo>
                    <a:pt x="0" y="0"/>
                  </a:lnTo>
                  <a:lnTo>
                    <a:pt x="0" y="1438050"/>
                  </a:lnTo>
                  <a:lnTo>
                    <a:pt x="2876090" y="1438050"/>
                  </a:lnTo>
                  <a:lnTo>
                    <a:pt x="28760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2901740" y="2687300"/>
              <a:ext cx="2876550" cy="1438275"/>
            </a:xfrm>
            <a:custGeom>
              <a:avLst/>
              <a:gdLst/>
              <a:ahLst/>
              <a:cxnLst/>
              <a:rect l="l" t="t" r="r" b="b"/>
              <a:pathLst>
                <a:path w="2876550" h="1438275">
                  <a:moveTo>
                    <a:pt x="2876092" y="446887"/>
                  </a:moveTo>
                  <a:lnTo>
                    <a:pt x="1454861" y="446887"/>
                  </a:lnTo>
                  <a:lnTo>
                    <a:pt x="1454861" y="0"/>
                  </a:lnTo>
                  <a:lnTo>
                    <a:pt x="1417916" y="0"/>
                  </a:lnTo>
                  <a:lnTo>
                    <a:pt x="1417916" y="446887"/>
                  </a:lnTo>
                  <a:lnTo>
                    <a:pt x="0" y="446887"/>
                  </a:lnTo>
                  <a:lnTo>
                    <a:pt x="0" y="483857"/>
                  </a:lnTo>
                  <a:lnTo>
                    <a:pt x="1417916" y="483857"/>
                  </a:lnTo>
                  <a:lnTo>
                    <a:pt x="1417916" y="954201"/>
                  </a:lnTo>
                  <a:lnTo>
                    <a:pt x="0" y="954201"/>
                  </a:lnTo>
                  <a:lnTo>
                    <a:pt x="0" y="991146"/>
                  </a:lnTo>
                  <a:lnTo>
                    <a:pt x="1417916" y="991146"/>
                  </a:lnTo>
                  <a:lnTo>
                    <a:pt x="1417916" y="1438046"/>
                  </a:lnTo>
                  <a:lnTo>
                    <a:pt x="1454861" y="1438046"/>
                  </a:lnTo>
                  <a:lnTo>
                    <a:pt x="1454861" y="991146"/>
                  </a:lnTo>
                  <a:lnTo>
                    <a:pt x="2876092" y="991146"/>
                  </a:lnTo>
                  <a:lnTo>
                    <a:pt x="2876092" y="954201"/>
                  </a:lnTo>
                  <a:lnTo>
                    <a:pt x="1454861" y="954201"/>
                  </a:lnTo>
                  <a:lnTo>
                    <a:pt x="1454861" y="483857"/>
                  </a:lnTo>
                  <a:lnTo>
                    <a:pt x="2876092" y="483857"/>
                  </a:lnTo>
                  <a:lnTo>
                    <a:pt x="2876092" y="44688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7207591" y="2687289"/>
              <a:ext cx="2876550" cy="1438275"/>
            </a:xfrm>
            <a:custGeom>
              <a:avLst/>
              <a:gdLst/>
              <a:ahLst/>
              <a:cxnLst/>
              <a:rect l="l" t="t" r="r" b="b"/>
              <a:pathLst>
                <a:path w="2876550" h="1438275">
                  <a:moveTo>
                    <a:pt x="2876090" y="0"/>
                  </a:moveTo>
                  <a:lnTo>
                    <a:pt x="0" y="0"/>
                  </a:lnTo>
                  <a:lnTo>
                    <a:pt x="0" y="1438050"/>
                  </a:lnTo>
                  <a:lnTo>
                    <a:pt x="2876090" y="1438050"/>
                  </a:lnTo>
                  <a:lnTo>
                    <a:pt x="28760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7207586" y="2687300"/>
              <a:ext cx="2876550" cy="1438275"/>
            </a:xfrm>
            <a:custGeom>
              <a:avLst/>
              <a:gdLst/>
              <a:ahLst/>
              <a:cxnLst/>
              <a:rect l="l" t="t" r="r" b="b"/>
              <a:pathLst>
                <a:path w="2876550" h="1438275">
                  <a:moveTo>
                    <a:pt x="2876092" y="446887"/>
                  </a:moveTo>
                  <a:lnTo>
                    <a:pt x="1454873" y="446887"/>
                  </a:lnTo>
                  <a:lnTo>
                    <a:pt x="1454873" y="0"/>
                  </a:lnTo>
                  <a:lnTo>
                    <a:pt x="1417929" y="0"/>
                  </a:lnTo>
                  <a:lnTo>
                    <a:pt x="1417929" y="446887"/>
                  </a:lnTo>
                  <a:lnTo>
                    <a:pt x="0" y="446887"/>
                  </a:lnTo>
                  <a:lnTo>
                    <a:pt x="0" y="483857"/>
                  </a:lnTo>
                  <a:lnTo>
                    <a:pt x="1417929" y="483857"/>
                  </a:lnTo>
                  <a:lnTo>
                    <a:pt x="1417929" y="954201"/>
                  </a:lnTo>
                  <a:lnTo>
                    <a:pt x="0" y="954201"/>
                  </a:lnTo>
                  <a:lnTo>
                    <a:pt x="0" y="991146"/>
                  </a:lnTo>
                  <a:lnTo>
                    <a:pt x="1417929" y="991146"/>
                  </a:lnTo>
                  <a:lnTo>
                    <a:pt x="1417929" y="1438046"/>
                  </a:lnTo>
                  <a:lnTo>
                    <a:pt x="1454873" y="1438046"/>
                  </a:lnTo>
                  <a:lnTo>
                    <a:pt x="1454873" y="991146"/>
                  </a:lnTo>
                  <a:lnTo>
                    <a:pt x="2876092" y="991146"/>
                  </a:lnTo>
                  <a:lnTo>
                    <a:pt x="2876092" y="954201"/>
                  </a:lnTo>
                  <a:lnTo>
                    <a:pt x="1454873" y="954201"/>
                  </a:lnTo>
                  <a:lnTo>
                    <a:pt x="1454873" y="483857"/>
                  </a:lnTo>
                  <a:lnTo>
                    <a:pt x="2876092" y="483857"/>
                  </a:lnTo>
                  <a:lnTo>
                    <a:pt x="2876092" y="44688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0" y="10884150"/>
            <a:ext cx="20104100" cy="424815"/>
            <a:chOff x="0" y="10884150"/>
            <a:chExt cx="20104100" cy="424815"/>
          </a:xfrm>
        </p:grpSpPr>
        <p:sp>
          <p:nvSpPr>
            <p:cNvPr id="20" name="object 20" descr=""/>
            <p:cNvSpPr/>
            <p:nvPr/>
          </p:nvSpPr>
          <p:spPr>
            <a:xfrm>
              <a:off x="0" y="11063904"/>
              <a:ext cx="20104100" cy="245110"/>
            </a:xfrm>
            <a:custGeom>
              <a:avLst/>
              <a:gdLst/>
              <a:ahLst/>
              <a:cxnLst/>
              <a:rect l="l" t="t" r="r" b="b"/>
              <a:pathLst>
                <a:path w="20104100" h="245109">
                  <a:moveTo>
                    <a:pt x="0" y="244652"/>
                  </a:moveTo>
                  <a:lnTo>
                    <a:pt x="20104099" y="24465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44652"/>
                  </a:lnTo>
                  <a:close/>
                </a:path>
              </a:pathLst>
            </a:custGeom>
            <a:solidFill>
              <a:srgbClr val="687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0" y="10884150"/>
              <a:ext cx="20104100" cy="180340"/>
            </a:xfrm>
            <a:custGeom>
              <a:avLst/>
              <a:gdLst/>
              <a:ahLst/>
              <a:cxnLst/>
              <a:rect l="l" t="t" r="r" b="b"/>
              <a:pathLst>
                <a:path w="20104100" h="180340">
                  <a:moveTo>
                    <a:pt x="20104099" y="0"/>
                  </a:moveTo>
                  <a:lnTo>
                    <a:pt x="0" y="0"/>
                  </a:lnTo>
                  <a:lnTo>
                    <a:pt x="0" y="179753"/>
                  </a:lnTo>
                  <a:lnTo>
                    <a:pt x="20104099" y="17975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 descr=""/>
          <p:cNvGrpSpPr/>
          <p:nvPr/>
        </p:nvGrpSpPr>
        <p:grpSpPr>
          <a:xfrm>
            <a:off x="0" y="0"/>
            <a:ext cx="20104100" cy="8261350"/>
            <a:chOff x="0" y="0"/>
            <a:chExt cx="20104100" cy="8261350"/>
          </a:xfrm>
        </p:grpSpPr>
        <p:sp>
          <p:nvSpPr>
            <p:cNvPr id="23" name="object 23" descr=""/>
            <p:cNvSpPr/>
            <p:nvPr/>
          </p:nvSpPr>
          <p:spPr>
            <a:xfrm>
              <a:off x="0" y="0"/>
              <a:ext cx="20104100" cy="1511300"/>
            </a:xfrm>
            <a:custGeom>
              <a:avLst/>
              <a:gdLst/>
              <a:ahLst/>
              <a:cxnLst/>
              <a:rect l="l" t="t" r="r" b="b"/>
              <a:pathLst>
                <a:path w="20104100" h="1511300">
                  <a:moveTo>
                    <a:pt x="20104099" y="0"/>
                  </a:moveTo>
                  <a:lnTo>
                    <a:pt x="0" y="0"/>
                  </a:lnTo>
                  <a:lnTo>
                    <a:pt x="0" y="1510969"/>
                  </a:lnTo>
                  <a:lnTo>
                    <a:pt x="20104099" y="1510969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0" y="1203774"/>
              <a:ext cx="20104100" cy="307340"/>
            </a:xfrm>
            <a:custGeom>
              <a:avLst/>
              <a:gdLst/>
              <a:ahLst/>
              <a:cxnLst/>
              <a:rect l="l" t="t" r="r" b="b"/>
              <a:pathLst>
                <a:path w="20104100" h="307340">
                  <a:moveTo>
                    <a:pt x="20104099" y="0"/>
                  </a:moveTo>
                  <a:lnTo>
                    <a:pt x="0" y="0"/>
                  </a:lnTo>
                  <a:lnTo>
                    <a:pt x="0" y="307194"/>
                  </a:lnTo>
                  <a:lnTo>
                    <a:pt x="20104099" y="307194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0" y="955"/>
              <a:ext cx="20104100" cy="1223010"/>
            </a:xfrm>
            <a:custGeom>
              <a:avLst/>
              <a:gdLst/>
              <a:ahLst/>
              <a:cxnLst/>
              <a:rect l="l" t="t" r="r" b="b"/>
              <a:pathLst>
                <a:path w="20104100" h="1223010">
                  <a:moveTo>
                    <a:pt x="20104099" y="1143000"/>
                  </a:moveTo>
                  <a:lnTo>
                    <a:pt x="0" y="1143000"/>
                  </a:lnTo>
                  <a:lnTo>
                    <a:pt x="0" y="1223010"/>
                  </a:lnTo>
                  <a:lnTo>
                    <a:pt x="20104099" y="1223010"/>
                  </a:lnTo>
                  <a:lnTo>
                    <a:pt x="20104099" y="1143000"/>
                  </a:lnTo>
                  <a:close/>
                </a:path>
                <a:path w="20104100" h="1223010">
                  <a:moveTo>
                    <a:pt x="20104099" y="176530"/>
                  </a:moveTo>
                  <a:lnTo>
                    <a:pt x="0" y="176530"/>
                  </a:lnTo>
                  <a:lnTo>
                    <a:pt x="0" y="511810"/>
                  </a:lnTo>
                  <a:lnTo>
                    <a:pt x="666675" y="1143000"/>
                  </a:lnTo>
                  <a:lnTo>
                    <a:pt x="868743" y="1143000"/>
                  </a:lnTo>
                  <a:lnTo>
                    <a:pt x="924987" y="1089660"/>
                  </a:lnTo>
                  <a:lnTo>
                    <a:pt x="727438" y="1089660"/>
                  </a:lnTo>
                  <a:lnTo>
                    <a:pt x="81897" y="477520"/>
                  </a:lnTo>
                  <a:lnTo>
                    <a:pt x="20104099" y="477520"/>
                  </a:lnTo>
                  <a:lnTo>
                    <a:pt x="20104099" y="176530"/>
                  </a:lnTo>
                  <a:close/>
                </a:path>
                <a:path w="20104100" h="1223010">
                  <a:moveTo>
                    <a:pt x="1657934" y="505460"/>
                  </a:moveTo>
                  <a:lnTo>
                    <a:pt x="1540994" y="505460"/>
                  </a:lnTo>
                  <a:lnTo>
                    <a:pt x="2213257" y="1143000"/>
                  </a:lnTo>
                  <a:lnTo>
                    <a:pt x="2415324" y="1143000"/>
                  </a:lnTo>
                  <a:lnTo>
                    <a:pt x="2471568" y="1089660"/>
                  </a:lnTo>
                  <a:lnTo>
                    <a:pt x="2274030" y="1089660"/>
                  </a:lnTo>
                  <a:lnTo>
                    <a:pt x="1657934" y="505460"/>
                  </a:lnTo>
                  <a:close/>
                </a:path>
                <a:path w="20104100" h="1223010">
                  <a:moveTo>
                    <a:pt x="3204514" y="505460"/>
                  </a:moveTo>
                  <a:lnTo>
                    <a:pt x="3087576" y="505460"/>
                  </a:lnTo>
                  <a:lnTo>
                    <a:pt x="3759838" y="1143000"/>
                  </a:lnTo>
                  <a:lnTo>
                    <a:pt x="3961894" y="1143000"/>
                  </a:lnTo>
                  <a:lnTo>
                    <a:pt x="4018140" y="1089660"/>
                  </a:lnTo>
                  <a:lnTo>
                    <a:pt x="3820600" y="1089660"/>
                  </a:lnTo>
                  <a:lnTo>
                    <a:pt x="3204514" y="505460"/>
                  </a:lnTo>
                  <a:close/>
                </a:path>
                <a:path w="20104100" h="1223010">
                  <a:moveTo>
                    <a:pt x="4751095" y="505460"/>
                  </a:moveTo>
                  <a:lnTo>
                    <a:pt x="4634157" y="505460"/>
                  </a:lnTo>
                  <a:lnTo>
                    <a:pt x="5306419" y="1143000"/>
                  </a:lnTo>
                  <a:lnTo>
                    <a:pt x="5508486" y="1143000"/>
                  </a:lnTo>
                  <a:lnTo>
                    <a:pt x="5564730" y="1089660"/>
                  </a:lnTo>
                  <a:lnTo>
                    <a:pt x="5367182" y="1089660"/>
                  </a:lnTo>
                  <a:lnTo>
                    <a:pt x="4751095" y="505460"/>
                  </a:lnTo>
                  <a:close/>
                </a:path>
                <a:path w="20104100" h="1223010">
                  <a:moveTo>
                    <a:pt x="6297677" y="505460"/>
                  </a:moveTo>
                  <a:lnTo>
                    <a:pt x="6180738" y="505460"/>
                  </a:lnTo>
                  <a:lnTo>
                    <a:pt x="6853000" y="1143000"/>
                  </a:lnTo>
                  <a:lnTo>
                    <a:pt x="7055057" y="1143000"/>
                  </a:lnTo>
                  <a:lnTo>
                    <a:pt x="7111301" y="1089660"/>
                  </a:lnTo>
                  <a:lnTo>
                    <a:pt x="6913763" y="1089660"/>
                  </a:lnTo>
                  <a:lnTo>
                    <a:pt x="6297677" y="505460"/>
                  </a:lnTo>
                  <a:close/>
                </a:path>
                <a:path w="20104100" h="1223010">
                  <a:moveTo>
                    <a:pt x="7844258" y="505460"/>
                  </a:moveTo>
                  <a:lnTo>
                    <a:pt x="7727309" y="505460"/>
                  </a:lnTo>
                  <a:lnTo>
                    <a:pt x="8399581" y="1143000"/>
                  </a:lnTo>
                  <a:lnTo>
                    <a:pt x="8601648" y="1143000"/>
                  </a:lnTo>
                  <a:lnTo>
                    <a:pt x="8657893" y="1089660"/>
                  </a:lnTo>
                  <a:lnTo>
                    <a:pt x="8460344" y="1089660"/>
                  </a:lnTo>
                  <a:lnTo>
                    <a:pt x="7844258" y="505460"/>
                  </a:lnTo>
                  <a:close/>
                </a:path>
                <a:path w="20104100" h="1223010">
                  <a:moveTo>
                    <a:pt x="9390839" y="505460"/>
                  </a:moveTo>
                  <a:lnTo>
                    <a:pt x="9273900" y="505460"/>
                  </a:lnTo>
                  <a:lnTo>
                    <a:pt x="9946152" y="1143000"/>
                  </a:lnTo>
                  <a:lnTo>
                    <a:pt x="10148219" y="1143000"/>
                  </a:lnTo>
                  <a:lnTo>
                    <a:pt x="10204463" y="1089660"/>
                  </a:lnTo>
                  <a:lnTo>
                    <a:pt x="10006925" y="1089660"/>
                  </a:lnTo>
                  <a:lnTo>
                    <a:pt x="9390839" y="505460"/>
                  </a:lnTo>
                  <a:close/>
                </a:path>
                <a:path w="20104100" h="1223010">
                  <a:moveTo>
                    <a:pt x="10937420" y="505460"/>
                  </a:moveTo>
                  <a:lnTo>
                    <a:pt x="10820471" y="505460"/>
                  </a:lnTo>
                  <a:lnTo>
                    <a:pt x="11492733" y="1143000"/>
                  </a:lnTo>
                  <a:lnTo>
                    <a:pt x="11694790" y="1143000"/>
                  </a:lnTo>
                  <a:lnTo>
                    <a:pt x="11751036" y="1089660"/>
                  </a:lnTo>
                  <a:lnTo>
                    <a:pt x="11553496" y="1089660"/>
                  </a:lnTo>
                  <a:lnTo>
                    <a:pt x="10937420" y="505460"/>
                  </a:lnTo>
                  <a:close/>
                </a:path>
                <a:path w="20104100" h="1223010">
                  <a:moveTo>
                    <a:pt x="12484001" y="505460"/>
                  </a:moveTo>
                  <a:lnTo>
                    <a:pt x="12367063" y="505460"/>
                  </a:lnTo>
                  <a:lnTo>
                    <a:pt x="13039314" y="1143000"/>
                  </a:lnTo>
                  <a:lnTo>
                    <a:pt x="13241382" y="1143000"/>
                  </a:lnTo>
                  <a:lnTo>
                    <a:pt x="13297626" y="1089660"/>
                  </a:lnTo>
                  <a:lnTo>
                    <a:pt x="13100087" y="1089660"/>
                  </a:lnTo>
                  <a:lnTo>
                    <a:pt x="12484001" y="505460"/>
                  </a:lnTo>
                  <a:close/>
                </a:path>
                <a:path w="20104100" h="1223010">
                  <a:moveTo>
                    <a:pt x="14030572" y="505460"/>
                  </a:moveTo>
                  <a:lnTo>
                    <a:pt x="13913633" y="505460"/>
                  </a:lnTo>
                  <a:lnTo>
                    <a:pt x="14585885" y="1143000"/>
                  </a:lnTo>
                  <a:lnTo>
                    <a:pt x="14787952" y="1143000"/>
                  </a:lnTo>
                  <a:lnTo>
                    <a:pt x="14844198" y="1089660"/>
                  </a:lnTo>
                  <a:lnTo>
                    <a:pt x="14646658" y="1089660"/>
                  </a:lnTo>
                  <a:lnTo>
                    <a:pt x="14030572" y="505460"/>
                  </a:lnTo>
                  <a:close/>
                </a:path>
                <a:path w="20104100" h="1223010">
                  <a:moveTo>
                    <a:pt x="15577163" y="505460"/>
                  </a:moveTo>
                  <a:lnTo>
                    <a:pt x="15460225" y="505460"/>
                  </a:lnTo>
                  <a:lnTo>
                    <a:pt x="16132477" y="1143000"/>
                  </a:lnTo>
                  <a:lnTo>
                    <a:pt x="16334544" y="1143000"/>
                  </a:lnTo>
                  <a:lnTo>
                    <a:pt x="16390788" y="1089660"/>
                  </a:lnTo>
                  <a:lnTo>
                    <a:pt x="16193239" y="1089660"/>
                  </a:lnTo>
                  <a:lnTo>
                    <a:pt x="15577163" y="505460"/>
                  </a:lnTo>
                  <a:close/>
                </a:path>
                <a:path w="20104100" h="1223010">
                  <a:moveTo>
                    <a:pt x="17123734" y="505460"/>
                  </a:moveTo>
                  <a:lnTo>
                    <a:pt x="17006796" y="505460"/>
                  </a:lnTo>
                  <a:lnTo>
                    <a:pt x="17679047" y="1143000"/>
                  </a:lnTo>
                  <a:lnTo>
                    <a:pt x="17881115" y="1143000"/>
                  </a:lnTo>
                  <a:lnTo>
                    <a:pt x="17937360" y="1089660"/>
                  </a:lnTo>
                  <a:lnTo>
                    <a:pt x="17739821" y="1089660"/>
                  </a:lnTo>
                  <a:lnTo>
                    <a:pt x="17123734" y="505460"/>
                  </a:lnTo>
                  <a:close/>
                </a:path>
                <a:path w="20104100" h="1223010">
                  <a:moveTo>
                    <a:pt x="18670326" y="505460"/>
                  </a:moveTo>
                  <a:lnTo>
                    <a:pt x="18553377" y="505460"/>
                  </a:lnTo>
                  <a:lnTo>
                    <a:pt x="19225639" y="1143000"/>
                  </a:lnTo>
                  <a:lnTo>
                    <a:pt x="19427696" y="1143000"/>
                  </a:lnTo>
                  <a:lnTo>
                    <a:pt x="19483951" y="1089660"/>
                  </a:lnTo>
                  <a:lnTo>
                    <a:pt x="19286402" y="1089660"/>
                  </a:lnTo>
                  <a:lnTo>
                    <a:pt x="18670326" y="505460"/>
                  </a:lnTo>
                  <a:close/>
                </a:path>
                <a:path w="20104100" h="1223010">
                  <a:moveTo>
                    <a:pt x="807970" y="477520"/>
                  </a:moveTo>
                  <a:lnTo>
                    <a:pt x="727438" y="477520"/>
                  </a:lnTo>
                  <a:lnTo>
                    <a:pt x="727438" y="1089660"/>
                  </a:lnTo>
                  <a:lnTo>
                    <a:pt x="807970" y="1089660"/>
                  </a:lnTo>
                  <a:lnTo>
                    <a:pt x="807970" y="477520"/>
                  </a:lnTo>
                  <a:close/>
                </a:path>
                <a:path w="20104100" h="1223010">
                  <a:moveTo>
                    <a:pt x="1628468" y="477520"/>
                  </a:moveTo>
                  <a:lnTo>
                    <a:pt x="1453521" y="477520"/>
                  </a:lnTo>
                  <a:lnTo>
                    <a:pt x="807970" y="1089660"/>
                  </a:lnTo>
                  <a:lnTo>
                    <a:pt x="924987" y="1089660"/>
                  </a:lnTo>
                  <a:lnTo>
                    <a:pt x="1540994" y="505460"/>
                  </a:lnTo>
                  <a:lnTo>
                    <a:pt x="1657934" y="505460"/>
                  </a:lnTo>
                  <a:lnTo>
                    <a:pt x="1628468" y="477520"/>
                  </a:lnTo>
                  <a:close/>
                </a:path>
                <a:path w="20104100" h="1223010">
                  <a:moveTo>
                    <a:pt x="2354561" y="477520"/>
                  </a:moveTo>
                  <a:lnTo>
                    <a:pt x="2274030" y="477520"/>
                  </a:lnTo>
                  <a:lnTo>
                    <a:pt x="2274030" y="1089660"/>
                  </a:lnTo>
                  <a:lnTo>
                    <a:pt x="2354561" y="1089660"/>
                  </a:lnTo>
                  <a:lnTo>
                    <a:pt x="2354561" y="477520"/>
                  </a:lnTo>
                  <a:close/>
                </a:path>
                <a:path w="20104100" h="1223010">
                  <a:moveTo>
                    <a:pt x="3175049" y="477520"/>
                  </a:moveTo>
                  <a:lnTo>
                    <a:pt x="3000102" y="477520"/>
                  </a:lnTo>
                  <a:lnTo>
                    <a:pt x="2354561" y="1089660"/>
                  </a:lnTo>
                  <a:lnTo>
                    <a:pt x="2471568" y="1089660"/>
                  </a:lnTo>
                  <a:lnTo>
                    <a:pt x="3087576" y="505460"/>
                  </a:lnTo>
                  <a:lnTo>
                    <a:pt x="3204514" y="505460"/>
                  </a:lnTo>
                  <a:lnTo>
                    <a:pt x="3175049" y="477520"/>
                  </a:lnTo>
                  <a:close/>
                </a:path>
                <a:path w="20104100" h="1223010">
                  <a:moveTo>
                    <a:pt x="3901132" y="477520"/>
                  </a:moveTo>
                  <a:lnTo>
                    <a:pt x="3820600" y="477520"/>
                  </a:lnTo>
                  <a:lnTo>
                    <a:pt x="3820600" y="1089660"/>
                  </a:lnTo>
                  <a:lnTo>
                    <a:pt x="3901132" y="1089660"/>
                  </a:lnTo>
                  <a:lnTo>
                    <a:pt x="3901132" y="477520"/>
                  </a:lnTo>
                  <a:close/>
                </a:path>
                <a:path w="20104100" h="1223010">
                  <a:moveTo>
                    <a:pt x="4721630" y="477520"/>
                  </a:moveTo>
                  <a:lnTo>
                    <a:pt x="4546683" y="477520"/>
                  </a:lnTo>
                  <a:lnTo>
                    <a:pt x="3901132" y="1089660"/>
                  </a:lnTo>
                  <a:lnTo>
                    <a:pt x="4018140" y="1089660"/>
                  </a:lnTo>
                  <a:lnTo>
                    <a:pt x="4634157" y="505460"/>
                  </a:lnTo>
                  <a:lnTo>
                    <a:pt x="4751095" y="505460"/>
                  </a:lnTo>
                  <a:lnTo>
                    <a:pt x="4721630" y="477520"/>
                  </a:lnTo>
                  <a:close/>
                </a:path>
                <a:path w="20104100" h="1223010">
                  <a:moveTo>
                    <a:pt x="5447713" y="477520"/>
                  </a:moveTo>
                  <a:lnTo>
                    <a:pt x="5367182" y="477520"/>
                  </a:lnTo>
                  <a:lnTo>
                    <a:pt x="5367182" y="1089660"/>
                  </a:lnTo>
                  <a:lnTo>
                    <a:pt x="5447713" y="1089660"/>
                  </a:lnTo>
                  <a:lnTo>
                    <a:pt x="5447713" y="477520"/>
                  </a:lnTo>
                  <a:close/>
                </a:path>
                <a:path w="20104100" h="1223010">
                  <a:moveTo>
                    <a:pt x="6268212" y="477520"/>
                  </a:moveTo>
                  <a:lnTo>
                    <a:pt x="6093264" y="477520"/>
                  </a:lnTo>
                  <a:lnTo>
                    <a:pt x="5447713" y="1089660"/>
                  </a:lnTo>
                  <a:lnTo>
                    <a:pt x="5564730" y="1089660"/>
                  </a:lnTo>
                  <a:lnTo>
                    <a:pt x="6180738" y="505460"/>
                  </a:lnTo>
                  <a:lnTo>
                    <a:pt x="6297677" y="505460"/>
                  </a:lnTo>
                  <a:lnTo>
                    <a:pt x="6268212" y="477520"/>
                  </a:lnTo>
                  <a:close/>
                </a:path>
                <a:path w="20104100" h="1223010">
                  <a:moveTo>
                    <a:pt x="6994294" y="477520"/>
                  </a:moveTo>
                  <a:lnTo>
                    <a:pt x="6913763" y="477520"/>
                  </a:lnTo>
                  <a:lnTo>
                    <a:pt x="6913763" y="1089660"/>
                  </a:lnTo>
                  <a:lnTo>
                    <a:pt x="6994294" y="1089660"/>
                  </a:lnTo>
                  <a:lnTo>
                    <a:pt x="6994294" y="477520"/>
                  </a:lnTo>
                  <a:close/>
                </a:path>
                <a:path w="20104100" h="1223010">
                  <a:moveTo>
                    <a:pt x="7814793" y="477520"/>
                  </a:moveTo>
                  <a:lnTo>
                    <a:pt x="7639835" y="477520"/>
                  </a:lnTo>
                  <a:lnTo>
                    <a:pt x="6994294" y="1089660"/>
                  </a:lnTo>
                  <a:lnTo>
                    <a:pt x="7111301" y="1089660"/>
                  </a:lnTo>
                  <a:lnTo>
                    <a:pt x="7727309" y="505460"/>
                  </a:lnTo>
                  <a:lnTo>
                    <a:pt x="7844258" y="505460"/>
                  </a:lnTo>
                  <a:lnTo>
                    <a:pt x="7814793" y="477520"/>
                  </a:lnTo>
                  <a:close/>
                </a:path>
                <a:path w="20104100" h="1223010">
                  <a:moveTo>
                    <a:pt x="8540875" y="477520"/>
                  </a:moveTo>
                  <a:lnTo>
                    <a:pt x="8460344" y="477520"/>
                  </a:lnTo>
                  <a:lnTo>
                    <a:pt x="8460344" y="1089660"/>
                  </a:lnTo>
                  <a:lnTo>
                    <a:pt x="8540875" y="1089660"/>
                  </a:lnTo>
                  <a:lnTo>
                    <a:pt x="8540875" y="477520"/>
                  </a:lnTo>
                  <a:close/>
                </a:path>
                <a:path w="20104100" h="1223010">
                  <a:moveTo>
                    <a:pt x="9361374" y="477520"/>
                  </a:moveTo>
                  <a:lnTo>
                    <a:pt x="9186426" y="477520"/>
                  </a:lnTo>
                  <a:lnTo>
                    <a:pt x="8540875" y="1089660"/>
                  </a:lnTo>
                  <a:lnTo>
                    <a:pt x="8657893" y="1089660"/>
                  </a:lnTo>
                  <a:lnTo>
                    <a:pt x="9273900" y="505460"/>
                  </a:lnTo>
                  <a:lnTo>
                    <a:pt x="9390839" y="505460"/>
                  </a:lnTo>
                  <a:lnTo>
                    <a:pt x="9361374" y="477520"/>
                  </a:lnTo>
                  <a:close/>
                </a:path>
                <a:path w="20104100" h="1223010">
                  <a:moveTo>
                    <a:pt x="10087457" y="477520"/>
                  </a:moveTo>
                  <a:lnTo>
                    <a:pt x="10006925" y="477520"/>
                  </a:lnTo>
                  <a:lnTo>
                    <a:pt x="10006925" y="1089660"/>
                  </a:lnTo>
                  <a:lnTo>
                    <a:pt x="10087457" y="1089660"/>
                  </a:lnTo>
                  <a:lnTo>
                    <a:pt x="10087457" y="477520"/>
                  </a:lnTo>
                  <a:close/>
                </a:path>
                <a:path w="20104100" h="1223010">
                  <a:moveTo>
                    <a:pt x="10907955" y="477520"/>
                  </a:moveTo>
                  <a:lnTo>
                    <a:pt x="10732997" y="477520"/>
                  </a:lnTo>
                  <a:lnTo>
                    <a:pt x="10087457" y="1089660"/>
                  </a:lnTo>
                  <a:lnTo>
                    <a:pt x="10204463" y="1089660"/>
                  </a:lnTo>
                  <a:lnTo>
                    <a:pt x="10820471" y="505460"/>
                  </a:lnTo>
                  <a:lnTo>
                    <a:pt x="10937420" y="505460"/>
                  </a:lnTo>
                  <a:lnTo>
                    <a:pt x="10907955" y="477520"/>
                  </a:lnTo>
                  <a:close/>
                </a:path>
                <a:path w="20104100" h="1223010">
                  <a:moveTo>
                    <a:pt x="11634027" y="477520"/>
                  </a:moveTo>
                  <a:lnTo>
                    <a:pt x="11553496" y="477520"/>
                  </a:lnTo>
                  <a:lnTo>
                    <a:pt x="11553496" y="1089660"/>
                  </a:lnTo>
                  <a:lnTo>
                    <a:pt x="11634027" y="1089660"/>
                  </a:lnTo>
                  <a:lnTo>
                    <a:pt x="11634027" y="477520"/>
                  </a:lnTo>
                  <a:close/>
                </a:path>
                <a:path w="20104100" h="1223010">
                  <a:moveTo>
                    <a:pt x="12454536" y="477520"/>
                  </a:moveTo>
                  <a:lnTo>
                    <a:pt x="12279578" y="477520"/>
                  </a:lnTo>
                  <a:lnTo>
                    <a:pt x="11634027" y="1089660"/>
                  </a:lnTo>
                  <a:lnTo>
                    <a:pt x="11751036" y="1089660"/>
                  </a:lnTo>
                  <a:lnTo>
                    <a:pt x="12367063" y="505460"/>
                  </a:lnTo>
                  <a:lnTo>
                    <a:pt x="12484001" y="505460"/>
                  </a:lnTo>
                  <a:lnTo>
                    <a:pt x="12454536" y="477520"/>
                  </a:lnTo>
                  <a:close/>
                </a:path>
                <a:path w="20104100" h="1223010">
                  <a:moveTo>
                    <a:pt x="13180609" y="477520"/>
                  </a:moveTo>
                  <a:lnTo>
                    <a:pt x="13100087" y="477520"/>
                  </a:lnTo>
                  <a:lnTo>
                    <a:pt x="13100087" y="1089660"/>
                  </a:lnTo>
                  <a:lnTo>
                    <a:pt x="13180609" y="1089660"/>
                  </a:lnTo>
                  <a:lnTo>
                    <a:pt x="13180609" y="477520"/>
                  </a:lnTo>
                  <a:close/>
                </a:path>
                <a:path w="20104100" h="1223010">
                  <a:moveTo>
                    <a:pt x="14001107" y="477520"/>
                  </a:moveTo>
                  <a:lnTo>
                    <a:pt x="13826160" y="477520"/>
                  </a:lnTo>
                  <a:lnTo>
                    <a:pt x="13180609" y="1089660"/>
                  </a:lnTo>
                  <a:lnTo>
                    <a:pt x="13297626" y="1089660"/>
                  </a:lnTo>
                  <a:lnTo>
                    <a:pt x="13913633" y="505460"/>
                  </a:lnTo>
                  <a:lnTo>
                    <a:pt x="14030572" y="505460"/>
                  </a:lnTo>
                  <a:lnTo>
                    <a:pt x="14001107" y="477520"/>
                  </a:lnTo>
                  <a:close/>
                </a:path>
                <a:path w="20104100" h="1223010">
                  <a:moveTo>
                    <a:pt x="14727190" y="477520"/>
                  </a:moveTo>
                  <a:lnTo>
                    <a:pt x="14646658" y="477520"/>
                  </a:lnTo>
                  <a:lnTo>
                    <a:pt x="14646658" y="1089660"/>
                  </a:lnTo>
                  <a:lnTo>
                    <a:pt x="14727190" y="1089660"/>
                  </a:lnTo>
                  <a:lnTo>
                    <a:pt x="14727190" y="477520"/>
                  </a:lnTo>
                  <a:close/>
                </a:path>
                <a:path w="20104100" h="1223010">
                  <a:moveTo>
                    <a:pt x="15547699" y="477520"/>
                  </a:moveTo>
                  <a:lnTo>
                    <a:pt x="15372741" y="477520"/>
                  </a:lnTo>
                  <a:lnTo>
                    <a:pt x="14727190" y="1089660"/>
                  </a:lnTo>
                  <a:lnTo>
                    <a:pt x="14844198" y="1089660"/>
                  </a:lnTo>
                  <a:lnTo>
                    <a:pt x="15460225" y="505460"/>
                  </a:lnTo>
                  <a:lnTo>
                    <a:pt x="15577163" y="505460"/>
                  </a:lnTo>
                  <a:lnTo>
                    <a:pt x="15547699" y="477520"/>
                  </a:lnTo>
                  <a:close/>
                </a:path>
                <a:path w="20104100" h="1223010">
                  <a:moveTo>
                    <a:pt x="16273771" y="477520"/>
                  </a:moveTo>
                  <a:lnTo>
                    <a:pt x="16193239" y="477520"/>
                  </a:lnTo>
                  <a:lnTo>
                    <a:pt x="16193239" y="1089660"/>
                  </a:lnTo>
                  <a:lnTo>
                    <a:pt x="16273771" y="1089660"/>
                  </a:lnTo>
                  <a:lnTo>
                    <a:pt x="16273771" y="477520"/>
                  </a:lnTo>
                  <a:close/>
                </a:path>
                <a:path w="20104100" h="1223010">
                  <a:moveTo>
                    <a:pt x="17094269" y="477520"/>
                  </a:moveTo>
                  <a:lnTo>
                    <a:pt x="16919322" y="477520"/>
                  </a:lnTo>
                  <a:lnTo>
                    <a:pt x="16273771" y="1089660"/>
                  </a:lnTo>
                  <a:lnTo>
                    <a:pt x="16390788" y="1089660"/>
                  </a:lnTo>
                  <a:lnTo>
                    <a:pt x="17006796" y="505460"/>
                  </a:lnTo>
                  <a:lnTo>
                    <a:pt x="17123734" y="505460"/>
                  </a:lnTo>
                  <a:lnTo>
                    <a:pt x="17094269" y="477520"/>
                  </a:lnTo>
                  <a:close/>
                </a:path>
                <a:path w="20104100" h="1223010">
                  <a:moveTo>
                    <a:pt x="17820352" y="477520"/>
                  </a:moveTo>
                  <a:lnTo>
                    <a:pt x="17739821" y="477520"/>
                  </a:lnTo>
                  <a:lnTo>
                    <a:pt x="17739821" y="1089660"/>
                  </a:lnTo>
                  <a:lnTo>
                    <a:pt x="17820352" y="1089660"/>
                  </a:lnTo>
                  <a:lnTo>
                    <a:pt x="17820352" y="477520"/>
                  </a:lnTo>
                  <a:close/>
                </a:path>
                <a:path w="20104100" h="1223010">
                  <a:moveTo>
                    <a:pt x="18640861" y="477520"/>
                  </a:moveTo>
                  <a:lnTo>
                    <a:pt x="18465903" y="477520"/>
                  </a:lnTo>
                  <a:lnTo>
                    <a:pt x="17820352" y="1089660"/>
                  </a:lnTo>
                  <a:lnTo>
                    <a:pt x="17937360" y="1089660"/>
                  </a:lnTo>
                  <a:lnTo>
                    <a:pt x="18553377" y="505460"/>
                  </a:lnTo>
                  <a:lnTo>
                    <a:pt x="18670326" y="505460"/>
                  </a:lnTo>
                  <a:lnTo>
                    <a:pt x="18640861" y="477520"/>
                  </a:lnTo>
                  <a:close/>
                </a:path>
                <a:path w="20104100" h="1223010">
                  <a:moveTo>
                    <a:pt x="19366933" y="477520"/>
                  </a:moveTo>
                  <a:lnTo>
                    <a:pt x="19286402" y="477520"/>
                  </a:lnTo>
                  <a:lnTo>
                    <a:pt x="19286402" y="1089660"/>
                  </a:lnTo>
                  <a:lnTo>
                    <a:pt x="19366933" y="1089660"/>
                  </a:lnTo>
                  <a:lnTo>
                    <a:pt x="19366933" y="477520"/>
                  </a:lnTo>
                  <a:close/>
                </a:path>
                <a:path w="20104100" h="1223010">
                  <a:moveTo>
                    <a:pt x="20104099" y="477520"/>
                  </a:moveTo>
                  <a:lnTo>
                    <a:pt x="20012484" y="477520"/>
                  </a:lnTo>
                  <a:lnTo>
                    <a:pt x="19366933" y="1089660"/>
                  </a:lnTo>
                  <a:lnTo>
                    <a:pt x="19483951" y="1089660"/>
                  </a:lnTo>
                  <a:lnTo>
                    <a:pt x="20104099" y="501650"/>
                  </a:lnTo>
                  <a:lnTo>
                    <a:pt x="20104099" y="477520"/>
                  </a:lnTo>
                  <a:close/>
                </a:path>
                <a:path w="20104100" h="1223010">
                  <a:moveTo>
                    <a:pt x="154586" y="0"/>
                  </a:moveTo>
                  <a:lnTo>
                    <a:pt x="134451" y="0"/>
                  </a:lnTo>
                  <a:lnTo>
                    <a:pt x="134451" y="176530"/>
                  </a:lnTo>
                  <a:lnTo>
                    <a:pt x="154586" y="176530"/>
                  </a:lnTo>
                  <a:lnTo>
                    <a:pt x="154586" y="0"/>
                  </a:lnTo>
                  <a:close/>
                </a:path>
                <a:path w="20104100" h="1223010">
                  <a:moveTo>
                    <a:pt x="463362" y="0"/>
                  </a:moveTo>
                  <a:lnTo>
                    <a:pt x="443227" y="0"/>
                  </a:lnTo>
                  <a:lnTo>
                    <a:pt x="443227" y="176530"/>
                  </a:lnTo>
                  <a:lnTo>
                    <a:pt x="463362" y="176530"/>
                  </a:lnTo>
                  <a:lnTo>
                    <a:pt x="463362" y="0"/>
                  </a:lnTo>
                  <a:close/>
                </a:path>
                <a:path w="20104100" h="1223010">
                  <a:moveTo>
                    <a:pt x="805038" y="0"/>
                  </a:moveTo>
                  <a:lnTo>
                    <a:pt x="724506" y="0"/>
                  </a:lnTo>
                  <a:lnTo>
                    <a:pt x="724506" y="176530"/>
                  </a:lnTo>
                  <a:lnTo>
                    <a:pt x="805038" y="176530"/>
                  </a:lnTo>
                  <a:lnTo>
                    <a:pt x="805038" y="0"/>
                  </a:lnTo>
                  <a:close/>
                </a:path>
                <a:path w="20104100" h="1223010">
                  <a:moveTo>
                    <a:pt x="1086558" y="0"/>
                  </a:moveTo>
                  <a:lnTo>
                    <a:pt x="1066422" y="0"/>
                  </a:lnTo>
                  <a:lnTo>
                    <a:pt x="1066422" y="176530"/>
                  </a:lnTo>
                  <a:lnTo>
                    <a:pt x="1086558" y="176530"/>
                  </a:lnTo>
                  <a:lnTo>
                    <a:pt x="1086558" y="0"/>
                  </a:lnTo>
                  <a:close/>
                </a:path>
                <a:path w="20104100" h="1223010">
                  <a:moveTo>
                    <a:pt x="1395323" y="0"/>
                  </a:moveTo>
                  <a:lnTo>
                    <a:pt x="1375198" y="0"/>
                  </a:lnTo>
                  <a:lnTo>
                    <a:pt x="1375198" y="176530"/>
                  </a:lnTo>
                  <a:lnTo>
                    <a:pt x="1395323" y="176530"/>
                  </a:lnTo>
                  <a:lnTo>
                    <a:pt x="1395323" y="0"/>
                  </a:lnTo>
                  <a:close/>
                </a:path>
                <a:path w="20104100" h="1223010">
                  <a:moveTo>
                    <a:pt x="1704099" y="0"/>
                  </a:moveTo>
                  <a:lnTo>
                    <a:pt x="1683964" y="0"/>
                  </a:lnTo>
                  <a:lnTo>
                    <a:pt x="1683964" y="176530"/>
                  </a:lnTo>
                  <a:lnTo>
                    <a:pt x="1704099" y="176530"/>
                  </a:lnTo>
                  <a:lnTo>
                    <a:pt x="1704099" y="0"/>
                  </a:lnTo>
                  <a:close/>
                </a:path>
                <a:path w="20104100" h="1223010">
                  <a:moveTo>
                    <a:pt x="2012886" y="0"/>
                  </a:moveTo>
                  <a:lnTo>
                    <a:pt x="1992750" y="0"/>
                  </a:lnTo>
                  <a:lnTo>
                    <a:pt x="1992750" y="176530"/>
                  </a:lnTo>
                  <a:lnTo>
                    <a:pt x="2012886" y="176530"/>
                  </a:lnTo>
                  <a:lnTo>
                    <a:pt x="2012886" y="0"/>
                  </a:lnTo>
                  <a:close/>
                </a:path>
                <a:path w="20104100" h="1223010">
                  <a:moveTo>
                    <a:pt x="2354561" y="0"/>
                  </a:moveTo>
                  <a:lnTo>
                    <a:pt x="2274030" y="0"/>
                  </a:lnTo>
                  <a:lnTo>
                    <a:pt x="2274030" y="176530"/>
                  </a:lnTo>
                  <a:lnTo>
                    <a:pt x="2354561" y="176530"/>
                  </a:lnTo>
                  <a:lnTo>
                    <a:pt x="2354561" y="0"/>
                  </a:lnTo>
                  <a:close/>
                </a:path>
                <a:path w="20104100" h="1223010">
                  <a:moveTo>
                    <a:pt x="2636071" y="0"/>
                  </a:moveTo>
                  <a:lnTo>
                    <a:pt x="2615935" y="0"/>
                  </a:lnTo>
                  <a:lnTo>
                    <a:pt x="2615935" y="176530"/>
                  </a:lnTo>
                  <a:lnTo>
                    <a:pt x="2636071" y="176530"/>
                  </a:lnTo>
                  <a:lnTo>
                    <a:pt x="2636071" y="0"/>
                  </a:lnTo>
                  <a:close/>
                </a:path>
                <a:path w="20104100" h="1223010">
                  <a:moveTo>
                    <a:pt x="2944847" y="0"/>
                  </a:moveTo>
                  <a:lnTo>
                    <a:pt x="2924722" y="0"/>
                  </a:lnTo>
                  <a:lnTo>
                    <a:pt x="2924722" y="176530"/>
                  </a:lnTo>
                  <a:lnTo>
                    <a:pt x="2944847" y="176530"/>
                  </a:lnTo>
                  <a:lnTo>
                    <a:pt x="2944847" y="0"/>
                  </a:lnTo>
                  <a:close/>
                </a:path>
                <a:path w="20104100" h="1223010">
                  <a:moveTo>
                    <a:pt x="3253623" y="0"/>
                  </a:moveTo>
                  <a:lnTo>
                    <a:pt x="3233487" y="0"/>
                  </a:lnTo>
                  <a:lnTo>
                    <a:pt x="3233487" y="176530"/>
                  </a:lnTo>
                  <a:lnTo>
                    <a:pt x="3253623" y="176530"/>
                  </a:lnTo>
                  <a:lnTo>
                    <a:pt x="3253623" y="0"/>
                  </a:lnTo>
                  <a:close/>
                </a:path>
                <a:path w="20104100" h="1223010">
                  <a:moveTo>
                    <a:pt x="3562409" y="0"/>
                  </a:moveTo>
                  <a:lnTo>
                    <a:pt x="3542274" y="0"/>
                  </a:lnTo>
                  <a:lnTo>
                    <a:pt x="3542274" y="176530"/>
                  </a:lnTo>
                  <a:lnTo>
                    <a:pt x="3562409" y="176530"/>
                  </a:lnTo>
                  <a:lnTo>
                    <a:pt x="3562409" y="0"/>
                  </a:lnTo>
                  <a:close/>
                </a:path>
                <a:path w="20104100" h="1223010">
                  <a:moveTo>
                    <a:pt x="3904074" y="0"/>
                  </a:moveTo>
                  <a:lnTo>
                    <a:pt x="3823543" y="0"/>
                  </a:lnTo>
                  <a:lnTo>
                    <a:pt x="3823543" y="176530"/>
                  </a:lnTo>
                  <a:lnTo>
                    <a:pt x="3904074" y="176530"/>
                  </a:lnTo>
                  <a:lnTo>
                    <a:pt x="3904074" y="0"/>
                  </a:lnTo>
                  <a:close/>
                </a:path>
                <a:path w="20104100" h="1223010">
                  <a:moveTo>
                    <a:pt x="4185594" y="0"/>
                  </a:moveTo>
                  <a:lnTo>
                    <a:pt x="4165459" y="0"/>
                  </a:lnTo>
                  <a:lnTo>
                    <a:pt x="4165459" y="176530"/>
                  </a:lnTo>
                  <a:lnTo>
                    <a:pt x="4185594" y="176530"/>
                  </a:lnTo>
                  <a:lnTo>
                    <a:pt x="4185594" y="0"/>
                  </a:lnTo>
                  <a:close/>
                </a:path>
                <a:path w="20104100" h="1223010">
                  <a:moveTo>
                    <a:pt x="4494360" y="0"/>
                  </a:moveTo>
                  <a:lnTo>
                    <a:pt x="4474235" y="0"/>
                  </a:lnTo>
                  <a:lnTo>
                    <a:pt x="4474235" y="176530"/>
                  </a:lnTo>
                  <a:lnTo>
                    <a:pt x="4494360" y="176530"/>
                  </a:lnTo>
                  <a:lnTo>
                    <a:pt x="4494360" y="0"/>
                  </a:lnTo>
                  <a:close/>
                </a:path>
                <a:path w="20104100" h="1223010">
                  <a:moveTo>
                    <a:pt x="4803146" y="0"/>
                  </a:moveTo>
                  <a:lnTo>
                    <a:pt x="4783011" y="0"/>
                  </a:lnTo>
                  <a:lnTo>
                    <a:pt x="4783021" y="176530"/>
                  </a:lnTo>
                  <a:lnTo>
                    <a:pt x="4803146" y="176530"/>
                  </a:lnTo>
                  <a:lnTo>
                    <a:pt x="4803146" y="0"/>
                  </a:lnTo>
                  <a:close/>
                </a:path>
                <a:path w="20104100" h="1223010">
                  <a:moveTo>
                    <a:pt x="5111922" y="0"/>
                  </a:moveTo>
                  <a:lnTo>
                    <a:pt x="5091787" y="0"/>
                  </a:lnTo>
                  <a:lnTo>
                    <a:pt x="5091787" y="176530"/>
                  </a:lnTo>
                  <a:lnTo>
                    <a:pt x="5111922" y="176530"/>
                  </a:lnTo>
                  <a:lnTo>
                    <a:pt x="5111922" y="0"/>
                  </a:lnTo>
                  <a:close/>
                </a:path>
                <a:path w="20104100" h="1223010">
                  <a:moveTo>
                    <a:pt x="5453598" y="0"/>
                  </a:moveTo>
                  <a:lnTo>
                    <a:pt x="5373066" y="0"/>
                  </a:lnTo>
                  <a:lnTo>
                    <a:pt x="5373066" y="176530"/>
                  </a:lnTo>
                  <a:lnTo>
                    <a:pt x="5453598" y="176530"/>
                  </a:lnTo>
                  <a:lnTo>
                    <a:pt x="5453598" y="0"/>
                  </a:lnTo>
                  <a:close/>
                </a:path>
                <a:path w="20104100" h="1223010">
                  <a:moveTo>
                    <a:pt x="5735118" y="0"/>
                  </a:moveTo>
                  <a:lnTo>
                    <a:pt x="5714982" y="0"/>
                  </a:lnTo>
                  <a:lnTo>
                    <a:pt x="5714982" y="176530"/>
                  </a:lnTo>
                  <a:lnTo>
                    <a:pt x="5735118" y="176530"/>
                  </a:lnTo>
                  <a:lnTo>
                    <a:pt x="5735118" y="0"/>
                  </a:lnTo>
                  <a:close/>
                </a:path>
                <a:path w="20104100" h="1223010">
                  <a:moveTo>
                    <a:pt x="6043894" y="0"/>
                  </a:moveTo>
                  <a:lnTo>
                    <a:pt x="6023758" y="0"/>
                  </a:lnTo>
                  <a:lnTo>
                    <a:pt x="6023758" y="176530"/>
                  </a:lnTo>
                  <a:lnTo>
                    <a:pt x="6043894" y="176530"/>
                  </a:lnTo>
                  <a:lnTo>
                    <a:pt x="6043894" y="0"/>
                  </a:lnTo>
                  <a:close/>
                </a:path>
                <a:path w="20104100" h="1223010">
                  <a:moveTo>
                    <a:pt x="6352670" y="0"/>
                  </a:moveTo>
                  <a:lnTo>
                    <a:pt x="6332534" y="0"/>
                  </a:lnTo>
                  <a:lnTo>
                    <a:pt x="6332545" y="176530"/>
                  </a:lnTo>
                  <a:lnTo>
                    <a:pt x="6352670" y="176530"/>
                  </a:lnTo>
                  <a:lnTo>
                    <a:pt x="6352670" y="0"/>
                  </a:lnTo>
                  <a:close/>
                </a:path>
                <a:path w="20104100" h="1223010">
                  <a:moveTo>
                    <a:pt x="6661446" y="0"/>
                  </a:moveTo>
                  <a:lnTo>
                    <a:pt x="6641310" y="0"/>
                  </a:lnTo>
                  <a:lnTo>
                    <a:pt x="6641310" y="176530"/>
                  </a:lnTo>
                  <a:lnTo>
                    <a:pt x="6661446" y="176530"/>
                  </a:lnTo>
                  <a:lnTo>
                    <a:pt x="6661446" y="0"/>
                  </a:lnTo>
                  <a:close/>
                </a:path>
                <a:path w="20104100" h="1223010">
                  <a:moveTo>
                    <a:pt x="7003121" y="0"/>
                  </a:moveTo>
                  <a:lnTo>
                    <a:pt x="6922590" y="0"/>
                  </a:lnTo>
                  <a:lnTo>
                    <a:pt x="6922590" y="176530"/>
                  </a:lnTo>
                  <a:lnTo>
                    <a:pt x="7003121" y="176530"/>
                  </a:lnTo>
                  <a:lnTo>
                    <a:pt x="7003121" y="0"/>
                  </a:lnTo>
                  <a:close/>
                </a:path>
                <a:path w="20104100" h="1223010">
                  <a:moveTo>
                    <a:pt x="7284631" y="0"/>
                  </a:moveTo>
                  <a:lnTo>
                    <a:pt x="7264495" y="0"/>
                  </a:lnTo>
                  <a:lnTo>
                    <a:pt x="7264495" y="176530"/>
                  </a:lnTo>
                  <a:lnTo>
                    <a:pt x="7284631" y="176530"/>
                  </a:lnTo>
                  <a:lnTo>
                    <a:pt x="7284631" y="0"/>
                  </a:lnTo>
                  <a:close/>
                </a:path>
                <a:path w="20104100" h="1223010">
                  <a:moveTo>
                    <a:pt x="7593417" y="0"/>
                  </a:moveTo>
                  <a:lnTo>
                    <a:pt x="7573282" y="0"/>
                  </a:lnTo>
                  <a:lnTo>
                    <a:pt x="7573282" y="176530"/>
                  </a:lnTo>
                  <a:lnTo>
                    <a:pt x="7593417" y="176530"/>
                  </a:lnTo>
                  <a:lnTo>
                    <a:pt x="7593417" y="0"/>
                  </a:lnTo>
                  <a:close/>
                </a:path>
                <a:path w="20104100" h="1223010">
                  <a:moveTo>
                    <a:pt x="7902183" y="0"/>
                  </a:moveTo>
                  <a:lnTo>
                    <a:pt x="7882058" y="0"/>
                  </a:lnTo>
                  <a:lnTo>
                    <a:pt x="7882058" y="176530"/>
                  </a:lnTo>
                  <a:lnTo>
                    <a:pt x="7902183" y="176530"/>
                  </a:lnTo>
                  <a:lnTo>
                    <a:pt x="7902183" y="0"/>
                  </a:lnTo>
                  <a:close/>
                </a:path>
                <a:path w="20104100" h="1223010">
                  <a:moveTo>
                    <a:pt x="8210969" y="0"/>
                  </a:moveTo>
                  <a:lnTo>
                    <a:pt x="8190834" y="0"/>
                  </a:lnTo>
                  <a:lnTo>
                    <a:pt x="8190834" y="176530"/>
                  </a:lnTo>
                  <a:lnTo>
                    <a:pt x="8210969" y="176530"/>
                  </a:lnTo>
                  <a:lnTo>
                    <a:pt x="8210969" y="0"/>
                  </a:lnTo>
                  <a:close/>
                </a:path>
                <a:path w="20104100" h="1223010">
                  <a:moveTo>
                    <a:pt x="8552645" y="0"/>
                  </a:moveTo>
                  <a:lnTo>
                    <a:pt x="8472113" y="0"/>
                  </a:lnTo>
                  <a:lnTo>
                    <a:pt x="8472113" y="176530"/>
                  </a:lnTo>
                  <a:lnTo>
                    <a:pt x="8552645" y="176530"/>
                  </a:lnTo>
                  <a:lnTo>
                    <a:pt x="8552645" y="0"/>
                  </a:lnTo>
                  <a:close/>
                </a:path>
                <a:path w="20104100" h="1223010">
                  <a:moveTo>
                    <a:pt x="8834154" y="0"/>
                  </a:moveTo>
                  <a:lnTo>
                    <a:pt x="8814029" y="0"/>
                  </a:lnTo>
                  <a:lnTo>
                    <a:pt x="8814029" y="176530"/>
                  </a:lnTo>
                  <a:lnTo>
                    <a:pt x="8834154" y="176530"/>
                  </a:lnTo>
                  <a:lnTo>
                    <a:pt x="8834154" y="0"/>
                  </a:lnTo>
                  <a:close/>
                </a:path>
                <a:path w="20104100" h="1223010">
                  <a:moveTo>
                    <a:pt x="9142941" y="0"/>
                  </a:moveTo>
                  <a:lnTo>
                    <a:pt x="9122805" y="0"/>
                  </a:lnTo>
                  <a:lnTo>
                    <a:pt x="9122805" y="176530"/>
                  </a:lnTo>
                  <a:lnTo>
                    <a:pt x="9142941" y="176530"/>
                  </a:lnTo>
                  <a:lnTo>
                    <a:pt x="9142941" y="0"/>
                  </a:lnTo>
                  <a:close/>
                </a:path>
                <a:path w="20104100" h="1223010">
                  <a:moveTo>
                    <a:pt x="9451717" y="0"/>
                  </a:moveTo>
                  <a:lnTo>
                    <a:pt x="9431581" y="0"/>
                  </a:lnTo>
                  <a:lnTo>
                    <a:pt x="9431581" y="176530"/>
                  </a:lnTo>
                  <a:lnTo>
                    <a:pt x="9451717" y="176530"/>
                  </a:lnTo>
                  <a:lnTo>
                    <a:pt x="9451717" y="0"/>
                  </a:lnTo>
                  <a:close/>
                </a:path>
                <a:path w="20104100" h="1223010">
                  <a:moveTo>
                    <a:pt x="9760482" y="0"/>
                  </a:moveTo>
                  <a:lnTo>
                    <a:pt x="9740347" y="0"/>
                  </a:lnTo>
                  <a:lnTo>
                    <a:pt x="9740357" y="176530"/>
                  </a:lnTo>
                  <a:lnTo>
                    <a:pt x="9760482" y="176530"/>
                  </a:lnTo>
                  <a:lnTo>
                    <a:pt x="9760482" y="0"/>
                  </a:lnTo>
                  <a:close/>
                </a:path>
                <a:path w="20104100" h="1223010">
                  <a:moveTo>
                    <a:pt x="10102158" y="0"/>
                  </a:moveTo>
                  <a:lnTo>
                    <a:pt x="10021626" y="0"/>
                  </a:lnTo>
                  <a:lnTo>
                    <a:pt x="10021626" y="176530"/>
                  </a:lnTo>
                  <a:lnTo>
                    <a:pt x="10102158" y="176530"/>
                  </a:lnTo>
                  <a:lnTo>
                    <a:pt x="10102158" y="0"/>
                  </a:lnTo>
                  <a:close/>
                </a:path>
                <a:path w="20104100" h="1223010">
                  <a:moveTo>
                    <a:pt x="10383678" y="0"/>
                  </a:moveTo>
                  <a:lnTo>
                    <a:pt x="10363553" y="0"/>
                  </a:lnTo>
                  <a:lnTo>
                    <a:pt x="10363553" y="176530"/>
                  </a:lnTo>
                  <a:lnTo>
                    <a:pt x="10383678" y="176530"/>
                  </a:lnTo>
                  <a:lnTo>
                    <a:pt x="10383678" y="0"/>
                  </a:lnTo>
                  <a:close/>
                </a:path>
                <a:path w="20104100" h="1223010">
                  <a:moveTo>
                    <a:pt x="10692454" y="0"/>
                  </a:moveTo>
                  <a:lnTo>
                    <a:pt x="10672318" y="0"/>
                  </a:lnTo>
                  <a:lnTo>
                    <a:pt x="10672318" y="176530"/>
                  </a:lnTo>
                  <a:lnTo>
                    <a:pt x="10692454" y="176530"/>
                  </a:lnTo>
                  <a:lnTo>
                    <a:pt x="10692454" y="0"/>
                  </a:lnTo>
                  <a:close/>
                </a:path>
                <a:path w="20104100" h="1223010">
                  <a:moveTo>
                    <a:pt x="11001240" y="0"/>
                  </a:moveTo>
                  <a:lnTo>
                    <a:pt x="10981105" y="0"/>
                  </a:lnTo>
                  <a:lnTo>
                    <a:pt x="10981105" y="176530"/>
                  </a:lnTo>
                  <a:lnTo>
                    <a:pt x="11001240" y="176530"/>
                  </a:lnTo>
                  <a:lnTo>
                    <a:pt x="11001240" y="0"/>
                  </a:lnTo>
                  <a:close/>
                </a:path>
                <a:path w="20104100" h="1223010">
                  <a:moveTo>
                    <a:pt x="11310006" y="0"/>
                  </a:moveTo>
                  <a:lnTo>
                    <a:pt x="11289870" y="0"/>
                  </a:lnTo>
                  <a:lnTo>
                    <a:pt x="11289881" y="176530"/>
                  </a:lnTo>
                  <a:lnTo>
                    <a:pt x="11310006" y="176530"/>
                  </a:lnTo>
                  <a:lnTo>
                    <a:pt x="11310006" y="0"/>
                  </a:lnTo>
                  <a:close/>
                </a:path>
                <a:path w="20104100" h="1223010">
                  <a:moveTo>
                    <a:pt x="11651681" y="0"/>
                  </a:moveTo>
                  <a:lnTo>
                    <a:pt x="11571150" y="0"/>
                  </a:lnTo>
                  <a:lnTo>
                    <a:pt x="11571150" y="176530"/>
                  </a:lnTo>
                  <a:lnTo>
                    <a:pt x="11651681" y="176530"/>
                  </a:lnTo>
                  <a:lnTo>
                    <a:pt x="11651681" y="0"/>
                  </a:lnTo>
                  <a:close/>
                </a:path>
                <a:path w="20104100" h="1223010">
                  <a:moveTo>
                    <a:pt x="11933201" y="0"/>
                  </a:moveTo>
                  <a:lnTo>
                    <a:pt x="11913076" y="0"/>
                  </a:lnTo>
                  <a:lnTo>
                    <a:pt x="11913076" y="176530"/>
                  </a:lnTo>
                  <a:lnTo>
                    <a:pt x="11933201" y="176530"/>
                  </a:lnTo>
                  <a:lnTo>
                    <a:pt x="11933201" y="0"/>
                  </a:lnTo>
                  <a:close/>
                </a:path>
                <a:path w="20104100" h="1223010">
                  <a:moveTo>
                    <a:pt x="12241977" y="0"/>
                  </a:moveTo>
                  <a:lnTo>
                    <a:pt x="12221842" y="0"/>
                  </a:lnTo>
                  <a:lnTo>
                    <a:pt x="12221842" y="176530"/>
                  </a:lnTo>
                  <a:lnTo>
                    <a:pt x="12241977" y="176530"/>
                  </a:lnTo>
                  <a:lnTo>
                    <a:pt x="12241977" y="0"/>
                  </a:lnTo>
                  <a:close/>
                </a:path>
                <a:path w="20104100" h="1223010">
                  <a:moveTo>
                    <a:pt x="12550753" y="0"/>
                  </a:moveTo>
                  <a:lnTo>
                    <a:pt x="12530618" y="0"/>
                  </a:lnTo>
                  <a:lnTo>
                    <a:pt x="12530618" y="176530"/>
                  </a:lnTo>
                  <a:lnTo>
                    <a:pt x="12550753" y="176530"/>
                  </a:lnTo>
                  <a:lnTo>
                    <a:pt x="12550753" y="0"/>
                  </a:lnTo>
                  <a:close/>
                </a:path>
                <a:path w="20104100" h="1223010">
                  <a:moveTo>
                    <a:pt x="12859529" y="0"/>
                  </a:moveTo>
                  <a:lnTo>
                    <a:pt x="12839404" y="0"/>
                  </a:lnTo>
                  <a:lnTo>
                    <a:pt x="12839404" y="176530"/>
                  </a:lnTo>
                  <a:lnTo>
                    <a:pt x="12859529" y="176530"/>
                  </a:lnTo>
                  <a:lnTo>
                    <a:pt x="12859529" y="0"/>
                  </a:lnTo>
                  <a:close/>
                </a:path>
                <a:path w="20104100" h="1223010">
                  <a:moveTo>
                    <a:pt x="13201205" y="0"/>
                  </a:moveTo>
                  <a:lnTo>
                    <a:pt x="13120673" y="0"/>
                  </a:lnTo>
                  <a:lnTo>
                    <a:pt x="13120673" y="176530"/>
                  </a:lnTo>
                  <a:lnTo>
                    <a:pt x="13201205" y="176530"/>
                  </a:lnTo>
                  <a:lnTo>
                    <a:pt x="13201205" y="0"/>
                  </a:lnTo>
                  <a:close/>
                </a:path>
                <a:path w="20104100" h="1223010">
                  <a:moveTo>
                    <a:pt x="13482715" y="0"/>
                  </a:moveTo>
                  <a:lnTo>
                    <a:pt x="13462589" y="0"/>
                  </a:lnTo>
                  <a:lnTo>
                    <a:pt x="13462589" y="176530"/>
                  </a:lnTo>
                  <a:lnTo>
                    <a:pt x="13482715" y="176530"/>
                  </a:lnTo>
                  <a:lnTo>
                    <a:pt x="13482715" y="0"/>
                  </a:lnTo>
                  <a:close/>
                </a:path>
                <a:path w="20104100" h="1223010">
                  <a:moveTo>
                    <a:pt x="13791501" y="0"/>
                  </a:moveTo>
                  <a:lnTo>
                    <a:pt x="13771376" y="0"/>
                  </a:lnTo>
                  <a:lnTo>
                    <a:pt x="13771376" y="176530"/>
                  </a:lnTo>
                  <a:lnTo>
                    <a:pt x="13791501" y="176530"/>
                  </a:lnTo>
                  <a:lnTo>
                    <a:pt x="13791501" y="0"/>
                  </a:lnTo>
                  <a:close/>
                </a:path>
                <a:path w="20104100" h="1223010">
                  <a:moveTo>
                    <a:pt x="14100277" y="0"/>
                  </a:moveTo>
                  <a:lnTo>
                    <a:pt x="14080141" y="0"/>
                  </a:lnTo>
                  <a:lnTo>
                    <a:pt x="14080141" y="176530"/>
                  </a:lnTo>
                  <a:lnTo>
                    <a:pt x="14100277" y="176530"/>
                  </a:lnTo>
                  <a:lnTo>
                    <a:pt x="14100277" y="0"/>
                  </a:lnTo>
                  <a:close/>
                </a:path>
                <a:path w="20104100" h="1223010">
                  <a:moveTo>
                    <a:pt x="14409053" y="0"/>
                  </a:moveTo>
                  <a:lnTo>
                    <a:pt x="14388928" y="0"/>
                  </a:lnTo>
                  <a:lnTo>
                    <a:pt x="14388928" y="176530"/>
                  </a:lnTo>
                  <a:lnTo>
                    <a:pt x="14409053" y="176530"/>
                  </a:lnTo>
                  <a:lnTo>
                    <a:pt x="14409053" y="0"/>
                  </a:lnTo>
                  <a:close/>
                </a:path>
                <a:path w="20104100" h="1223010">
                  <a:moveTo>
                    <a:pt x="14750718" y="0"/>
                  </a:moveTo>
                  <a:lnTo>
                    <a:pt x="14670197" y="0"/>
                  </a:lnTo>
                  <a:lnTo>
                    <a:pt x="14670197" y="176530"/>
                  </a:lnTo>
                  <a:lnTo>
                    <a:pt x="14750718" y="176530"/>
                  </a:lnTo>
                  <a:lnTo>
                    <a:pt x="14750718" y="0"/>
                  </a:lnTo>
                  <a:close/>
                </a:path>
                <a:path w="20104100" h="1223010">
                  <a:moveTo>
                    <a:pt x="15032248" y="0"/>
                  </a:moveTo>
                  <a:lnTo>
                    <a:pt x="15012113" y="0"/>
                  </a:lnTo>
                  <a:lnTo>
                    <a:pt x="15012113" y="176530"/>
                  </a:lnTo>
                  <a:lnTo>
                    <a:pt x="15032248" y="176530"/>
                  </a:lnTo>
                  <a:lnTo>
                    <a:pt x="15032248" y="0"/>
                  </a:lnTo>
                  <a:close/>
                </a:path>
                <a:path w="20104100" h="1223010">
                  <a:moveTo>
                    <a:pt x="15341014" y="0"/>
                  </a:moveTo>
                  <a:lnTo>
                    <a:pt x="15320889" y="0"/>
                  </a:lnTo>
                  <a:lnTo>
                    <a:pt x="15320889" y="176530"/>
                  </a:lnTo>
                  <a:lnTo>
                    <a:pt x="15341014" y="176530"/>
                  </a:lnTo>
                  <a:lnTo>
                    <a:pt x="15341014" y="0"/>
                  </a:lnTo>
                  <a:close/>
                </a:path>
                <a:path w="20104100" h="1223010">
                  <a:moveTo>
                    <a:pt x="15649800" y="0"/>
                  </a:moveTo>
                  <a:lnTo>
                    <a:pt x="15629665" y="0"/>
                  </a:lnTo>
                  <a:lnTo>
                    <a:pt x="15629665" y="176530"/>
                  </a:lnTo>
                  <a:lnTo>
                    <a:pt x="15649800" y="176530"/>
                  </a:lnTo>
                  <a:lnTo>
                    <a:pt x="15649800" y="0"/>
                  </a:lnTo>
                  <a:close/>
                </a:path>
                <a:path w="20104100" h="1223010">
                  <a:moveTo>
                    <a:pt x="15958576" y="0"/>
                  </a:moveTo>
                  <a:lnTo>
                    <a:pt x="15938441" y="0"/>
                  </a:lnTo>
                  <a:lnTo>
                    <a:pt x="15938441" y="176530"/>
                  </a:lnTo>
                  <a:lnTo>
                    <a:pt x="15958576" y="176530"/>
                  </a:lnTo>
                  <a:lnTo>
                    <a:pt x="15958576" y="0"/>
                  </a:lnTo>
                  <a:close/>
                </a:path>
                <a:path w="20104100" h="1223010">
                  <a:moveTo>
                    <a:pt x="16300252" y="0"/>
                  </a:moveTo>
                  <a:lnTo>
                    <a:pt x="16219720" y="0"/>
                  </a:lnTo>
                  <a:lnTo>
                    <a:pt x="16219720" y="176530"/>
                  </a:lnTo>
                  <a:lnTo>
                    <a:pt x="16300252" y="176530"/>
                  </a:lnTo>
                  <a:lnTo>
                    <a:pt x="16300252" y="0"/>
                  </a:lnTo>
                  <a:close/>
                </a:path>
                <a:path w="20104100" h="1223010">
                  <a:moveTo>
                    <a:pt x="16581772" y="0"/>
                  </a:moveTo>
                  <a:lnTo>
                    <a:pt x="16561636" y="0"/>
                  </a:lnTo>
                  <a:lnTo>
                    <a:pt x="16561636" y="176530"/>
                  </a:lnTo>
                  <a:lnTo>
                    <a:pt x="16581772" y="176530"/>
                  </a:lnTo>
                  <a:lnTo>
                    <a:pt x="16581772" y="0"/>
                  </a:lnTo>
                  <a:close/>
                </a:path>
                <a:path w="20104100" h="1223010">
                  <a:moveTo>
                    <a:pt x="16890537" y="0"/>
                  </a:moveTo>
                  <a:lnTo>
                    <a:pt x="16870412" y="0"/>
                  </a:lnTo>
                  <a:lnTo>
                    <a:pt x="16870412" y="176530"/>
                  </a:lnTo>
                  <a:lnTo>
                    <a:pt x="16890537" y="176530"/>
                  </a:lnTo>
                  <a:lnTo>
                    <a:pt x="16890537" y="0"/>
                  </a:lnTo>
                  <a:close/>
                </a:path>
                <a:path w="20104100" h="1223010">
                  <a:moveTo>
                    <a:pt x="17199324" y="0"/>
                  </a:moveTo>
                  <a:lnTo>
                    <a:pt x="17179188" y="0"/>
                  </a:lnTo>
                  <a:lnTo>
                    <a:pt x="17179188" y="176530"/>
                  </a:lnTo>
                  <a:lnTo>
                    <a:pt x="17199324" y="176530"/>
                  </a:lnTo>
                  <a:lnTo>
                    <a:pt x="17199324" y="0"/>
                  </a:lnTo>
                  <a:close/>
                </a:path>
                <a:path w="20104100" h="1223010">
                  <a:moveTo>
                    <a:pt x="17508100" y="0"/>
                  </a:moveTo>
                  <a:lnTo>
                    <a:pt x="17487964" y="0"/>
                  </a:lnTo>
                  <a:lnTo>
                    <a:pt x="17487964" y="176530"/>
                  </a:lnTo>
                  <a:lnTo>
                    <a:pt x="17508100" y="176530"/>
                  </a:lnTo>
                  <a:lnTo>
                    <a:pt x="17508100" y="0"/>
                  </a:lnTo>
                  <a:close/>
                </a:path>
                <a:path w="20104100" h="1223010">
                  <a:moveTo>
                    <a:pt x="17849775" y="0"/>
                  </a:moveTo>
                  <a:lnTo>
                    <a:pt x="17769244" y="0"/>
                  </a:lnTo>
                  <a:lnTo>
                    <a:pt x="17769244" y="176530"/>
                  </a:lnTo>
                  <a:lnTo>
                    <a:pt x="17849775" y="176530"/>
                  </a:lnTo>
                  <a:lnTo>
                    <a:pt x="17849775" y="0"/>
                  </a:lnTo>
                  <a:close/>
                </a:path>
                <a:path w="20104100" h="1223010">
                  <a:moveTo>
                    <a:pt x="18131285" y="0"/>
                  </a:moveTo>
                  <a:lnTo>
                    <a:pt x="18111150" y="0"/>
                  </a:lnTo>
                  <a:lnTo>
                    <a:pt x="18111150" y="176530"/>
                  </a:lnTo>
                  <a:lnTo>
                    <a:pt x="18131285" y="176530"/>
                  </a:lnTo>
                  <a:lnTo>
                    <a:pt x="18131285" y="0"/>
                  </a:lnTo>
                  <a:close/>
                </a:path>
                <a:path w="20104100" h="1223010">
                  <a:moveTo>
                    <a:pt x="18440061" y="0"/>
                  </a:moveTo>
                  <a:lnTo>
                    <a:pt x="18419936" y="0"/>
                  </a:lnTo>
                  <a:lnTo>
                    <a:pt x="18419936" y="176530"/>
                  </a:lnTo>
                  <a:lnTo>
                    <a:pt x="18440061" y="176530"/>
                  </a:lnTo>
                  <a:lnTo>
                    <a:pt x="18440061" y="0"/>
                  </a:lnTo>
                  <a:close/>
                </a:path>
                <a:path w="20104100" h="1223010">
                  <a:moveTo>
                    <a:pt x="18748837" y="0"/>
                  </a:moveTo>
                  <a:lnTo>
                    <a:pt x="18728701" y="0"/>
                  </a:lnTo>
                  <a:lnTo>
                    <a:pt x="18728701" y="176530"/>
                  </a:lnTo>
                  <a:lnTo>
                    <a:pt x="18748837" y="176530"/>
                  </a:lnTo>
                  <a:lnTo>
                    <a:pt x="18748837" y="0"/>
                  </a:lnTo>
                  <a:close/>
                </a:path>
                <a:path w="20104100" h="1223010">
                  <a:moveTo>
                    <a:pt x="19057623" y="0"/>
                  </a:moveTo>
                  <a:lnTo>
                    <a:pt x="19037488" y="0"/>
                  </a:lnTo>
                  <a:lnTo>
                    <a:pt x="19037488" y="176530"/>
                  </a:lnTo>
                  <a:lnTo>
                    <a:pt x="19057623" y="176530"/>
                  </a:lnTo>
                  <a:lnTo>
                    <a:pt x="19057623" y="0"/>
                  </a:lnTo>
                  <a:close/>
                </a:path>
                <a:path w="20104100" h="1223010">
                  <a:moveTo>
                    <a:pt x="19399299" y="0"/>
                  </a:moveTo>
                  <a:lnTo>
                    <a:pt x="19318767" y="0"/>
                  </a:lnTo>
                  <a:lnTo>
                    <a:pt x="19318767" y="176530"/>
                  </a:lnTo>
                  <a:lnTo>
                    <a:pt x="19399299" y="176530"/>
                  </a:lnTo>
                  <a:lnTo>
                    <a:pt x="19399299" y="0"/>
                  </a:lnTo>
                  <a:close/>
                </a:path>
                <a:path w="20104100" h="1223010">
                  <a:moveTo>
                    <a:pt x="19680809" y="0"/>
                  </a:moveTo>
                  <a:lnTo>
                    <a:pt x="19660673" y="0"/>
                  </a:lnTo>
                  <a:lnTo>
                    <a:pt x="19660673" y="176530"/>
                  </a:lnTo>
                  <a:lnTo>
                    <a:pt x="19680809" y="176530"/>
                  </a:lnTo>
                  <a:lnTo>
                    <a:pt x="19680809" y="0"/>
                  </a:lnTo>
                  <a:close/>
                </a:path>
                <a:path w="20104100" h="1223010">
                  <a:moveTo>
                    <a:pt x="19989584" y="0"/>
                  </a:moveTo>
                  <a:lnTo>
                    <a:pt x="19969459" y="0"/>
                  </a:lnTo>
                  <a:lnTo>
                    <a:pt x="19969459" y="176530"/>
                  </a:lnTo>
                  <a:lnTo>
                    <a:pt x="19989584" y="176530"/>
                  </a:lnTo>
                  <a:lnTo>
                    <a:pt x="19989584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988" y="0"/>
              <a:ext cx="19021473" cy="8261162"/>
            </a:xfrm>
            <a:prstGeom prst="rect">
              <a:avLst/>
            </a:prstGeom>
          </p:spPr>
        </p:pic>
      </p:grpSp>
      <p:grpSp>
        <p:nvGrpSpPr>
          <p:cNvPr id="27" name="object 27" descr=""/>
          <p:cNvGrpSpPr/>
          <p:nvPr/>
        </p:nvGrpSpPr>
        <p:grpSpPr>
          <a:xfrm>
            <a:off x="0" y="5406719"/>
            <a:ext cx="20106005" cy="5485765"/>
            <a:chOff x="0" y="5406719"/>
            <a:chExt cx="20106005" cy="5485765"/>
          </a:xfrm>
        </p:grpSpPr>
        <p:pic>
          <p:nvPicPr>
            <p:cNvPr id="28" name="object 2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628324"/>
              <a:ext cx="20104099" cy="1261821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76638" y="5406719"/>
              <a:ext cx="11129032" cy="5485101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5147684" y="10639121"/>
              <a:ext cx="2339975" cy="252729"/>
            </a:xfrm>
            <a:custGeom>
              <a:avLst/>
              <a:gdLst/>
              <a:ahLst/>
              <a:cxnLst/>
              <a:rect l="l" t="t" r="r" b="b"/>
              <a:pathLst>
                <a:path w="2339975" h="252729">
                  <a:moveTo>
                    <a:pt x="2339719" y="0"/>
                  </a:moveTo>
                  <a:lnTo>
                    <a:pt x="0" y="0"/>
                  </a:lnTo>
                  <a:lnTo>
                    <a:pt x="0" y="252704"/>
                  </a:lnTo>
                  <a:lnTo>
                    <a:pt x="2339719" y="252704"/>
                  </a:lnTo>
                  <a:lnTo>
                    <a:pt x="2339719" y="0"/>
                  </a:lnTo>
                  <a:close/>
                </a:path>
              </a:pathLst>
            </a:custGeom>
            <a:solidFill>
              <a:srgbClr val="FC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5156794" y="10639116"/>
              <a:ext cx="2321560" cy="252729"/>
            </a:xfrm>
            <a:custGeom>
              <a:avLst/>
              <a:gdLst/>
              <a:ahLst/>
              <a:cxnLst/>
              <a:rect l="l" t="t" r="r" b="b"/>
              <a:pathLst>
                <a:path w="2321559" h="252729">
                  <a:moveTo>
                    <a:pt x="216799" y="0"/>
                  </a:moveTo>
                  <a:lnTo>
                    <a:pt x="0" y="0"/>
                  </a:lnTo>
                  <a:lnTo>
                    <a:pt x="269792" y="252704"/>
                  </a:lnTo>
                  <a:lnTo>
                    <a:pt x="486582" y="252704"/>
                  </a:lnTo>
                  <a:lnTo>
                    <a:pt x="216799" y="0"/>
                  </a:lnTo>
                  <a:close/>
                </a:path>
                <a:path w="2321559" h="252729">
                  <a:moveTo>
                    <a:pt x="677769" y="0"/>
                  </a:moveTo>
                  <a:lnTo>
                    <a:pt x="460980" y="0"/>
                  </a:lnTo>
                  <a:lnTo>
                    <a:pt x="730763" y="252704"/>
                  </a:lnTo>
                  <a:lnTo>
                    <a:pt x="947552" y="252704"/>
                  </a:lnTo>
                  <a:lnTo>
                    <a:pt x="677769" y="0"/>
                  </a:lnTo>
                  <a:close/>
                </a:path>
                <a:path w="2321559" h="252729">
                  <a:moveTo>
                    <a:pt x="1135745" y="0"/>
                  </a:moveTo>
                  <a:lnTo>
                    <a:pt x="918956" y="0"/>
                  </a:lnTo>
                  <a:lnTo>
                    <a:pt x="1188738" y="252704"/>
                  </a:lnTo>
                  <a:lnTo>
                    <a:pt x="1405538" y="252704"/>
                  </a:lnTo>
                  <a:lnTo>
                    <a:pt x="1135745" y="0"/>
                  </a:lnTo>
                  <a:close/>
                </a:path>
                <a:path w="2321559" h="252729">
                  <a:moveTo>
                    <a:pt x="1593731" y="0"/>
                  </a:moveTo>
                  <a:lnTo>
                    <a:pt x="1376931" y="0"/>
                  </a:lnTo>
                  <a:lnTo>
                    <a:pt x="1646724" y="252704"/>
                  </a:lnTo>
                  <a:lnTo>
                    <a:pt x="1863513" y="252704"/>
                  </a:lnTo>
                  <a:lnTo>
                    <a:pt x="1593731" y="0"/>
                  </a:lnTo>
                  <a:close/>
                </a:path>
                <a:path w="2321559" h="252729">
                  <a:moveTo>
                    <a:pt x="2051707" y="0"/>
                  </a:moveTo>
                  <a:lnTo>
                    <a:pt x="1834917" y="0"/>
                  </a:lnTo>
                  <a:lnTo>
                    <a:pt x="2104700" y="252704"/>
                  </a:lnTo>
                  <a:lnTo>
                    <a:pt x="2321499" y="252704"/>
                  </a:lnTo>
                  <a:lnTo>
                    <a:pt x="2051707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77011" y="7991659"/>
              <a:ext cx="5793740" cy="2896870"/>
            </a:xfrm>
            <a:custGeom>
              <a:avLst/>
              <a:gdLst/>
              <a:ahLst/>
              <a:cxnLst/>
              <a:rect l="l" t="t" r="r" b="b"/>
              <a:pathLst>
                <a:path w="5793740" h="2896870">
                  <a:moveTo>
                    <a:pt x="5793727" y="0"/>
                  </a:moveTo>
                  <a:lnTo>
                    <a:pt x="0" y="0"/>
                  </a:lnTo>
                  <a:lnTo>
                    <a:pt x="0" y="275590"/>
                  </a:lnTo>
                  <a:lnTo>
                    <a:pt x="0" y="2896870"/>
                  </a:lnTo>
                  <a:lnTo>
                    <a:pt x="273189" y="2896870"/>
                  </a:lnTo>
                  <a:lnTo>
                    <a:pt x="273189" y="275590"/>
                  </a:lnTo>
                  <a:lnTo>
                    <a:pt x="5793727" y="275590"/>
                  </a:lnTo>
                  <a:lnTo>
                    <a:pt x="5793727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52686" y="8267308"/>
              <a:ext cx="5242560" cy="1172845"/>
            </a:xfrm>
            <a:custGeom>
              <a:avLst/>
              <a:gdLst/>
              <a:ahLst/>
              <a:cxnLst/>
              <a:rect l="l" t="t" r="r" b="b"/>
              <a:pathLst>
                <a:path w="5242560" h="1172845">
                  <a:moveTo>
                    <a:pt x="5242395" y="0"/>
                  </a:moveTo>
                  <a:lnTo>
                    <a:pt x="0" y="0"/>
                  </a:lnTo>
                  <a:lnTo>
                    <a:pt x="0" y="1172770"/>
                  </a:lnTo>
                  <a:lnTo>
                    <a:pt x="5242395" y="1172770"/>
                  </a:lnTo>
                  <a:lnTo>
                    <a:pt x="5242395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52677" y="8267312"/>
              <a:ext cx="5242560" cy="1172210"/>
            </a:xfrm>
            <a:custGeom>
              <a:avLst/>
              <a:gdLst/>
              <a:ahLst/>
              <a:cxnLst/>
              <a:rect l="l" t="t" r="r" b="b"/>
              <a:pathLst>
                <a:path w="5242560" h="1172209">
                  <a:moveTo>
                    <a:pt x="5242395" y="0"/>
                  </a:moveTo>
                  <a:lnTo>
                    <a:pt x="0" y="0"/>
                  </a:lnTo>
                  <a:lnTo>
                    <a:pt x="0" y="275590"/>
                  </a:lnTo>
                  <a:lnTo>
                    <a:pt x="0" y="1172210"/>
                  </a:lnTo>
                  <a:lnTo>
                    <a:pt x="275653" y="1172210"/>
                  </a:lnTo>
                  <a:lnTo>
                    <a:pt x="275653" y="275590"/>
                  </a:lnTo>
                  <a:lnTo>
                    <a:pt x="4966741" y="275590"/>
                  </a:lnTo>
                  <a:lnTo>
                    <a:pt x="4966741" y="1172210"/>
                  </a:lnTo>
                  <a:lnTo>
                    <a:pt x="5242395" y="1172210"/>
                  </a:lnTo>
                  <a:lnTo>
                    <a:pt x="5242395" y="275590"/>
                  </a:lnTo>
                  <a:lnTo>
                    <a:pt x="5242395" y="0"/>
                  </a:lnTo>
                  <a:close/>
                </a:path>
              </a:pathLst>
            </a:custGeom>
            <a:solidFill>
              <a:srgbClr val="BEBEB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095081" y="7991652"/>
              <a:ext cx="5793740" cy="2896870"/>
            </a:xfrm>
            <a:custGeom>
              <a:avLst/>
              <a:gdLst/>
              <a:ahLst/>
              <a:cxnLst/>
              <a:rect l="l" t="t" r="r" b="b"/>
              <a:pathLst>
                <a:path w="5793740" h="2896870">
                  <a:moveTo>
                    <a:pt x="5793718" y="0"/>
                  </a:moveTo>
                  <a:lnTo>
                    <a:pt x="0" y="0"/>
                  </a:lnTo>
                  <a:lnTo>
                    <a:pt x="0" y="2896854"/>
                  </a:lnTo>
                  <a:lnTo>
                    <a:pt x="5793718" y="2896854"/>
                  </a:lnTo>
                  <a:lnTo>
                    <a:pt x="5793718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370726" y="8267312"/>
              <a:ext cx="5242560" cy="2345690"/>
            </a:xfrm>
            <a:custGeom>
              <a:avLst/>
              <a:gdLst/>
              <a:ahLst/>
              <a:cxnLst/>
              <a:rect l="l" t="t" r="r" b="b"/>
              <a:pathLst>
                <a:path w="5242559" h="2345690">
                  <a:moveTo>
                    <a:pt x="2486622" y="0"/>
                  </a:moveTo>
                  <a:lnTo>
                    <a:pt x="0" y="0"/>
                  </a:lnTo>
                  <a:lnTo>
                    <a:pt x="0" y="2345537"/>
                  </a:lnTo>
                  <a:lnTo>
                    <a:pt x="2486622" y="2345537"/>
                  </a:lnTo>
                  <a:lnTo>
                    <a:pt x="2486622" y="0"/>
                  </a:lnTo>
                  <a:close/>
                </a:path>
                <a:path w="5242559" h="2345690">
                  <a:moveTo>
                    <a:pt x="5242395" y="0"/>
                  </a:moveTo>
                  <a:lnTo>
                    <a:pt x="2755785" y="0"/>
                  </a:lnTo>
                  <a:lnTo>
                    <a:pt x="2755785" y="2345537"/>
                  </a:lnTo>
                  <a:lnTo>
                    <a:pt x="5242395" y="2345537"/>
                  </a:lnTo>
                  <a:lnTo>
                    <a:pt x="5242395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370726" y="8267312"/>
              <a:ext cx="5242560" cy="2345690"/>
            </a:xfrm>
            <a:custGeom>
              <a:avLst/>
              <a:gdLst/>
              <a:ahLst/>
              <a:cxnLst/>
              <a:rect l="l" t="t" r="r" b="b"/>
              <a:pathLst>
                <a:path w="5242559" h="2345690">
                  <a:moveTo>
                    <a:pt x="2486622" y="0"/>
                  </a:moveTo>
                  <a:lnTo>
                    <a:pt x="0" y="0"/>
                  </a:lnTo>
                  <a:lnTo>
                    <a:pt x="0" y="275590"/>
                  </a:lnTo>
                  <a:lnTo>
                    <a:pt x="0" y="2345690"/>
                  </a:lnTo>
                  <a:lnTo>
                    <a:pt x="275666" y="2345690"/>
                  </a:lnTo>
                  <a:lnTo>
                    <a:pt x="275666" y="275590"/>
                  </a:lnTo>
                  <a:lnTo>
                    <a:pt x="2486622" y="275590"/>
                  </a:lnTo>
                  <a:lnTo>
                    <a:pt x="2486622" y="0"/>
                  </a:lnTo>
                  <a:close/>
                </a:path>
                <a:path w="5242559" h="2345690">
                  <a:moveTo>
                    <a:pt x="5242407" y="0"/>
                  </a:moveTo>
                  <a:lnTo>
                    <a:pt x="2755785" y="0"/>
                  </a:lnTo>
                  <a:lnTo>
                    <a:pt x="2755785" y="275590"/>
                  </a:lnTo>
                  <a:lnTo>
                    <a:pt x="4966741" y="275590"/>
                  </a:lnTo>
                  <a:lnTo>
                    <a:pt x="4966741" y="2345690"/>
                  </a:lnTo>
                  <a:lnTo>
                    <a:pt x="5242407" y="2345690"/>
                  </a:lnTo>
                  <a:lnTo>
                    <a:pt x="5242407" y="275590"/>
                  </a:lnTo>
                  <a:lnTo>
                    <a:pt x="5242407" y="0"/>
                  </a:lnTo>
                  <a:close/>
                </a:path>
              </a:pathLst>
            </a:custGeom>
            <a:solidFill>
              <a:srgbClr val="BEBEB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895739" y="7597971"/>
              <a:ext cx="8780780" cy="3178810"/>
            </a:xfrm>
            <a:custGeom>
              <a:avLst/>
              <a:gdLst/>
              <a:ahLst/>
              <a:cxnLst/>
              <a:rect l="l" t="t" r="r" b="b"/>
              <a:pathLst>
                <a:path w="8780780" h="3178809">
                  <a:moveTo>
                    <a:pt x="850569" y="0"/>
                  </a:moveTo>
                  <a:lnTo>
                    <a:pt x="0" y="0"/>
                  </a:lnTo>
                  <a:lnTo>
                    <a:pt x="0" y="393687"/>
                  </a:lnTo>
                  <a:lnTo>
                    <a:pt x="850569" y="393687"/>
                  </a:lnTo>
                  <a:lnTo>
                    <a:pt x="850569" y="0"/>
                  </a:lnTo>
                  <a:close/>
                </a:path>
                <a:path w="8780780" h="3178809">
                  <a:moveTo>
                    <a:pt x="5981243" y="3083382"/>
                  </a:moveTo>
                  <a:lnTo>
                    <a:pt x="3506863" y="609003"/>
                  </a:lnTo>
                  <a:lnTo>
                    <a:pt x="3411702" y="704164"/>
                  </a:lnTo>
                  <a:lnTo>
                    <a:pt x="5886081" y="3178556"/>
                  </a:lnTo>
                  <a:lnTo>
                    <a:pt x="5981243" y="3083382"/>
                  </a:lnTo>
                  <a:close/>
                </a:path>
                <a:path w="8780780" h="3178809">
                  <a:moveTo>
                    <a:pt x="8780678" y="704164"/>
                  </a:moveTo>
                  <a:lnTo>
                    <a:pt x="8685517" y="609003"/>
                  </a:lnTo>
                  <a:lnTo>
                    <a:pt x="6211138" y="3083382"/>
                  </a:lnTo>
                  <a:lnTo>
                    <a:pt x="6306299" y="3178556"/>
                  </a:lnTo>
                  <a:lnTo>
                    <a:pt x="8780678" y="704164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752439" y="7854165"/>
              <a:ext cx="1137285" cy="137795"/>
            </a:xfrm>
            <a:custGeom>
              <a:avLst/>
              <a:gdLst/>
              <a:ahLst/>
              <a:cxnLst/>
              <a:rect l="l" t="t" r="r" b="b"/>
              <a:pathLst>
                <a:path w="1137285" h="137795">
                  <a:moveTo>
                    <a:pt x="1068438" y="0"/>
                  </a:moveTo>
                  <a:lnTo>
                    <a:pt x="68741" y="0"/>
                  </a:lnTo>
                  <a:lnTo>
                    <a:pt x="41983" y="5401"/>
                  </a:lnTo>
                  <a:lnTo>
                    <a:pt x="20132" y="20132"/>
                  </a:lnTo>
                  <a:lnTo>
                    <a:pt x="5401" y="41983"/>
                  </a:lnTo>
                  <a:lnTo>
                    <a:pt x="0" y="68741"/>
                  </a:lnTo>
                  <a:lnTo>
                    <a:pt x="5401" y="95499"/>
                  </a:lnTo>
                  <a:lnTo>
                    <a:pt x="20132" y="117349"/>
                  </a:lnTo>
                  <a:lnTo>
                    <a:pt x="41983" y="132081"/>
                  </a:lnTo>
                  <a:lnTo>
                    <a:pt x="68741" y="137482"/>
                  </a:lnTo>
                  <a:lnTo>
                    <a:pt x="1068438" y="137482"/>
                  </a:lnTo>
                  <a:lnTo>
                    <a:pt x="1095197" y="132081"/>
                  </a:lnTo>
                  <a:lnTo>
                    <a:pt x="1117047" y="117349"/>
                  </a:lnTo>
                  <a:lnTo>
                    <a:pt x="1131778" y="95499"/>
                  </a:lnTo>
                  <a:lnTo>
                    <a:pt x="1137180" y="68741"/>
                  </a:lnTo>
                  <a:lnTo>
                    <a:pt x="1131778" y="41983"/>
                  </a:lnTo>
                  <a:lnTo>
                    <a:pt x="1117047" y="20132"/>
                  </a:lnTo>
                  <a:lnTo>
                    <a:pt x="1095197" y="5401"/>
                  </a:lnTo>
                  <a:lnTo>
                    <a:pt x="1068438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751161" y="5504806"/>
              <a:ext cx="3140075" cy="2093595"/>
            </a:xfrm>
            <a:custGeom>
              <a:avLst/>
              <a:gdLst/>
              <a:ahLst/>
              <a:cxnLst/>
              <a:rect l="l" t="t" r="r" b="b"/>
              <a:pathLst>
                <a:path w="3140075" h="2093595">
                  <a:moveTo>
                    <a:pt x="3139747" y="0"/>
                  </a:moveTo>
                  <a:lnTo>
                    <a:pt x="0" y="0"/>
                  </a:lnTo>
                  <a:lnTo>
                    <a:pt x="0" y="2093161"/>
                  </a:lnTo>
                  <a:lnTo>
                    <a:pt x="3139747" y="2093161"/>
                  </a:lnTo>
                  <a:lnTo>
                    <a:pt x="3139747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888591" y="5642268"/>
              <a:ext cx="2865120" cy="1818639"/>
            </a:xfrm>
            <a:custGeom>
              <a:avLst/>
              <a:gdLst/>
              <a:ahLst/>
              <a:cxnLst/>
              <a:rect l="l" t="t" r="r" b="b"/>
              <a:pathLst>
                <a:path w="2865120" h="1818640">
                  <a:moveTo>
                    <a:pt x="2864823" y="0"/>
                  </a:moveTo>
                  <a:lnTo>
                    <a:pt x="0" y="0"/>
                  </a:lnTo>
                  <a:lnTo>
                    <a:pt x="0" y="1818216"/>
                  </a:lnTo>
                  <a:lnTo>
                    <a:pt x="2864823" y="1818216"/>
                  </a:lnTo>
                  <a:lnTo>
                    <a:pt x="2864823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094776" y="5848470"/>
              <a:ext cx="2453005" cy="1463675"/>
            </a:xfrm>
            <a:custGeom>
              <a:avLst/>
              <a:gdLst/>
              <a:ahLst/>
              <a:cxnLst/>
              <a:rect l="l" t="t" r="r" b="b"/>
              <a:pathLst>
                <a:path w="2453004" h="1463675">
                  <a:moveTo>
                    <a:pt x="1416786" y="0"/>
                  </a:moveTo>
                  <a:lnTo>
                    <a:pt x="0" y="0"/>
                  </a:lnTo>
                  <a:lnTo>
                    <a:pt x="0" y="899185"/>
                  </a:lnTo>
                  <a:lnTo>
                    <a:pt x="1416786" y="899185"/>
                  </a:lnTo>
                  <a:lnTo>
                    <a:pt x="1416786" y="0"/>
                  </a:lnTo>
                  <a:close/>
                </a:path>
                <a:path w="2453004" h="1463675">
                  <a:moveTo>
                    <a:pt x="2452446" y="1019505"/>
                  </a:moveTo>
                  <a:lnTo>
                    <a:pt x="1564551" y="1019505"/>
                  </a:lnTo>
                  <a:lnTo>
                    <a:pt x="1564551" y="1463446"/>
                  </a:lnTo>
                  <a:lnTo>
                    <a:pt x="2452446" y="1463446"/>
                  </a:lnTo>
                  <a:lnTo>
                    <a:pt x="2452446" y="1019505"/>
                  </a:lnTo>
                  <a:close/>
                </a:path>
                <a:path w="2453004" h="1463675">
                  <a:moveTo>
                    <a:pt x="2452446" y="509752"/>
                  </a:moveTo>
                  <a:lnTo>
                    <a:pt x="1564551" y="509752"/>
                  </a:lnTo>
                  <a:lnTo>
                    <a:pt x="1564551" y="953693"/>
                  </a:lnTo>
                  <a:lnTo>
                    <a:pt x="2452446" y="953693"/>
                  </a:lnTo>
                  <a:lnTo>
                    <a:pt x="2452446" y="509752"/>
                  </a:lnTo>
                  <a:close/>
                </a:path>
                <a:path w="2453004" h="1463675">
                  <a:moveTo>
                    <a:pt x="2452446" y="0"/>
                  </a:moveTo>
                  <a:lnTo>
                    <a:pt x="1564551" y="0"/>
                  </a:lnTo>
                  <a:lnTo>
                    <a:pt x="1564551" y="443941"/>
                  </a:lnTo>
                  <a:lnTo>
                    <a:pt x="2452446" y="443941"/>
                  </a:lnTo>
                  <a:lnTo>
                    <a:pt x="2452446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193239" y="5980448"/>
              <a:ext cx="2267585" cy="758825"/>
            </a:xfrm>
            <a:custGeom>
              <a:avLst/>
              <a:gdLst/>
              <a:ahLst/>
              <a:cxnLst/>
              <a:rect l="l" t="t" r="r" b="b"/>
              <a:pathLst>
                <a:path w="2267585" h="758825">
                  <a:moveTo>
                    <a:pt x="342252" y="521030"/>
                  </a:moveTo>
                  <a:lnTo>
                    <a:pt x="0" y="521030"/>
                  </a:lnTo>
                  <a:lnTo>
                    <a:pt x="0" y="635215"/>
                  </a:lnTo>
                  <a:lnTo>
                    <a:pt x="342252" y="635215"/>
                  </a:lnTo>
                  <a:lnTo>
                    <a:pt x="342252" y="521030"/>
                  </a:lnTo>
                  <a:close/>
                </a:path>
                <a:path w="2267585" h="758825">
                  <a:moveTo>
                    <a:pt x="342252" y="347370"/>
                  </a:moveTo>
                  <a:lnTo>
                    <a:pt x="0" y="347370"/>
                  </a:lnTo>
                  <a:lnTo>
                    <a:pt x="0" y="461543"/>
                  </a:lnTo>
                  <a:lnTo>
                    <a:pt x="342252" y="461543"/>
                  </a:lnTo>
                  <a:lnTo>
                    <a:pt x="342252" y="347370"/>
                  </a:lnTo>
                  <a:close/>
                </a:path>
                <a:path w="2267585" h="758825">
                  <a:moveTo>
                    <a:pt x="342252" y="173685"/>
                  </a:moveTo>
                  <a:lnTo>
                    <a:pt x="0" y="173685"/>
                  </a:lnTo>
                  <a:lnTo>
                    <a:pt x="0" y="287870"/>
                  </a:lnTo>
                  <a:lnTo>
                    <a:pt x="342252" y="287870"/>
                  </a:lnTo>
                  <a:lnTo>
                    <a:pt x="342252" y="173685"/>
                  </a:lnTo>
                  <a:close/>
                </a:path>
                <a:path w="2267585" h="758825">
                  <a:moveTo>
                    <a:pt x="342252" y="12"/>
                  </a:moveTo>
                  <a:lnTo>
                    <a:pt x="0" y="12"/>
                  </a:lnTo>
                  <a:lnTo>
                    <a:pt x="0" y="114185"/>
                  </a:lnTo>
                  <a:lnTo>
                    <a:pt x="342252" y="114185"/>
                  </a:lnTo>
                  <a:lnTo>
                    <a:pt x="342252" y="12"/>
                  </a:lnTo>
                  <a:close/>
                </a:path>
                <a:path w="2267585" h="758825">
                  <a:moveTo>
                    <a:pt x="781062" y="521030"/>
                  </a:moveTo>
                  <a:lnTo>
                    <a:pt x="438810" y="521030"/>
                  </a:lnTo>
                  <a:lnTo>
                    <a:pt x="438810" y="635215"/>
                  </a:lnTo>
                  <a:lnTo>
                    <a:pt x="781062" y="635215"/>
                  </a:lnTo>
                  <a:lnTo>
                    <a:pt x="781062" y="521030"/>
                  </a:lnTo>
                  <a:close/>
                </a:path>
                <a:path w="2267585" h="758825">
                  <a:moveTo>
                    <a:pt x="781062" y="347370"/>
                  </a:moveTo>
                  <a:lnTo>
                    <a:pt x="438810" y="347370"/>
                  </a:lnTo>
                  <a:lnTo>
                    <a:pt x="438810" y="461543"/>
                  </a:lnTo>
                  <a:lnTo>
                    <a:pt x="781062" y="461543"/>
                  </a:lnTo>
                  <a:lnTo>
                    <a:pt x="781062" y="347370"/>
                  </a:lnTo>
                  <a:close/>
                </a:path>
                <a:path w="2267585" h="758825">
                  <a:moveTo>
                    <a:pt x="781062" y="173685"/>
                  </a:moveTo>
                  <a:lnTo>
                    <a:pt x="438810" y="173685"/>
                  </a:lnTo>
                  <a:lnTo>
                    <a:pt x="438810" y="287870"/>
                  </a:lnTo>
                  <a:lnTo>
                    <a:pt x="781062" y="287870"/>
                  </a:lnTo>
                  <a:lnTo>
                    <a:pt x="781062" y="173685"/>
                  </a:lnTo>
                  <a:close/>
                </a:path>
                <a:path w="2267585" h="758825">
                  <a:moveTo>
                    <a:pt x="781062" y="0"/>
                  </a:moveTo>
                  <a:lnTo>
                    <a:pt x="438810" y="0"/>
                  </a:lnTo>
                  <a:lnTo>
                    <a:pt x="438810" y="114173"/>
                  </a:lnTo>
                  <a:lnTo>
                    <a:pt x="781062" y="114173"/>
                  </a:lnTo>
                  <a:lnTo>
                    <a:pt x="781062" y="0"/>
                  </a:lnTo>
                  <a:close/>
                </a:path>
                <a:path w="2267585" h="758825">
                  <a:moveTo>
                    <a:pt x="1219873" y="521030"/>
                  </a:moveTo>
                  <a:lnTo>
                    <a:pt x="877620" y="521030"/>
                  </a:lnTo>
                  <a:lnTo>
                    <a:pt x="877620" y="635215"/>
                  </a:lnTo>
                  <a:lnTo>
                    <a:pt x="1219873" y="635215"/>
                  </a:lnTo>
                  <a:lnTo>
                    <a:pt x="1219873" y="521030"/>
                  </a:lnTo>
                  <a:close/>
                </a:path>
                <a:path w="2267585" h="758825">
                  <a:moveTo>
                    <a:pt x="1219873" y="347370"/>
                  </a:moveTo>
                  <a:lnTo>
                    <a:pt x="877620" y="347370"/>
                  </a:lnTo>
                  <a:lnTo>
                    <a:pt x="877620" y="461543"/>
                  </a:lnTo>
                  <a:lnTo>
                    <a:pt x="1219873" y="461543"/>
                  </a:lnTo>
                  <a:lnTo>
                    <a:pt x="1219873" y="347370"/>
                  </a:lnTo>
                  <a:close/>
                </a:path>
                <a:path w="2267585" h="758825">
                  <a:moveTo>
                    <a:pt x="1219873" y="173685"/>
                  </a:moveTo>
                  <a:lnTo>
                    <a:pt x="877620" y="173685"/>
                  </a:lnTo>
                  <a:lnTo>
                    <a:pt x="877620" y="287870"/>
                  </a:lnTo>
                  <a:lnTo>
                    <a:pt x="1219873" y="287870"/>
                  </a:lnTo>
                  <a:lnTo>
                    <a:pt x="1219873" y="173685"/>
                  </a:lnTo>
                  <a:close/>
                </a:path>
                <a:path w="2267585" h="758825">
                  <a:moveTo>
                    <a:pt x="1219873" y="0"/>
                  </a:moveTo>
                  <a:lnTo>
                    <a:pt x="877620" y="0"/>
                  </a:lnTo>
                  <a:lnTo>
                    <a:pt x="877620" y="114173"/>
                  </a:lnTo>
                  <a:lnTo>
                    <a:pt x="1219873" y="114173"/>
                  </a:lnTo>
                  <a:lnTo>
                    <a:pt x="1219873" y="0"/>
                  </a:lnTo>
                  <a:close/>
                </a:path>
                <a:path w="2267585" h="758825">
                  <a:moveTo>
                    <a:pt x="1625498" y="588746"/>
                  </a:moveTo>
                  <a:lnTo>
                    <a:pt x="1553070" y="588746"/>
                  </a:lnTo>
                  <a:lnTo>
                    <a:pt x="1553070" y="758596"/>
                  </a:lnTo>
                  <a:lnTo>
                    <a:pt x="1625498" y="758596"/>
                  </a:lnTo>
                  <a:lnTo>
                    <a:pt x="1625498" y="588746"/>
                  </a:lnTo>
                  <a:close/>
                </a:path>
                <a:path w="2267585" h="758825">
                  <a:moveTo>
                    <a:pt x="1732419" y="440905"/>
                  </a:moveTo>
                  <a:lnTo>
                    <a:pt x="1659991" y="440905"/>
                  </a:lnTo>
                  <a:lnTo>
                    <a:pt x="1659991" y="758596"/>
                  </a:lnTo>
                  <a:lnTo>
                    <a:pt x="1732419" y="758596"/>
                  </a:lnTo>
                  <a:lnTo>
                    <a:pt x="1732419" y="440905"/>
                  </a:lnTo>
                  <a:close/>
                </a:path>
                <a:path w="2267585" h="758825">
                  <a:moveTo>
                    <a:pt x="1839328" y="500037"/>
                  </a:moveTo>
                  <a:lnTo>
                    <a:pt x="1766900" y="500037"/>
                  </a:lnTo>
                  <a:lnTo>
                    <a:pt x="1766900" y="758596"/>
                  </a:lnTo>
                  <a:lnTo>
                    <a:pt x="1839328" y="758596"/>
                  </a:lnTo>
                  <a:lnTo>
                    <a:pt x="1839328" y="500037"/>
                  </a:lnTo>
                  <a:close/>
                </a:path>
                <a:path w="2267585" h="758825">
                  <a:moveTo>
                    <a:pt x="1946249" y="470471"/>
                  </a:moveTo>
                  <a:lnTo>
                    <a:pt x="1873821" y="470471"/>
                  </a:lnTo>
                  <a:lnTo>
                    <a:pt x="1873821" y="758596"/>
                  </a:lnTo>
                  <a:lnTo>
                    <a:pt x="1946249" y="758596"/>
                  </a:lnTo>
                  <a:lnTo>
                    <a:pt x="1946249" y="470471"/>
                  </a:lnTo>
                  <a:close/>
                </a:path>
                <a:path w="2267585" h="758825">
                  <a:moveTo>
                    <a:pt x="2053170" y="529615"/>
                  </a:moveTo>
                  <a:lnTo>
                    <a:pt x="1980742" y="529615"/>
                  </a:lnTo>
                  <a:lnTo>
                    <a:pt x="1980742" y="758596"/>
                  </a:lnTo>
                  <a:lnTo>
                    <a:pt x="2053170" y="758596"/>
                  </a:lnTo>
                  <a:lnTo>
                    <a:pt x="2053170" y="529615"/>
                  </a:lnTo>
                  <a:close/>
                </a:path>
                <a:path w="2267585" h="758825">
                  <a:moveTo>
                    <a:pt x="2160092" y="618312"/>
                  </a:moveTo>
                  <a:lnTo>
                    <a:pt x="2087664" y="618312"/>
                  </a:lnTo>
                  <a:lnTo>
                    <a:pt x="2087664" y="758596"/>
                  </a:lnTo>
                  <a:lnTo>
                    <a:pt x="2160092" y="758596"/>
                  </a:lnTo>
                  <a:lnTo>
                    <a:pt x="2160092" y="618312"/>
                  </a:lnTo>
                  <a:close/>
                </a:path>
                <a:path w="2267585" h="758825">
                  <a:moveTo>
                    <a:pt x="2267000" y="707021"/>
                  </a:moveTo>
                  <a:lnTo>
                    <a:pt x="2194572" y="707021"/>
                  </a:lnTo>
                  <a:lnTo>
                    <a:pt x="2194572" y="758596"/>
                  </a:lnTo>
                  <a:lnTo>
                    <a:pt x="2267000" y="758596"/>
                  </a:lnTo>
                  <a:lnTo>
                    <a:pt x="2267000" y="7070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23678" y="6870404"/>
              <a:ext cx="168392" cy="168392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23678" y="7122477"/>
              <a:ext cx="168392" cy="168392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2193239" y="6936746"/>
              <a:ext cx="886460" cy="288290"/>
            </a:xfrm>
            <a:custGeom>
              <a:avLst/>
              <a:gdLst/>
              <a:ahLst/>
              <a:cxnLst/>
              <a:rect l="l" t="t" r="r" b="b"/>
              <a:pathLst>
                <a:path w="886460" h="288290">
                  <a:moveTo>
                    <a:pt x="886142" y="252056"/>
                  </a:moveTo>
                  <a:lnTo>
                    <a:pt x="0" y="252056"/>
                  </a:lnTo>
                  <a:lnTo>
                    <a:pt x="0" y="287756"/>
                  </a:lnTo>
                  <a:lnTo>
                    <a:pt x="886142" y="287756"/>
                  </a:lnTo>
                  <a:lnTo>
                    <a:pt x="886142" y="252056"/>
                  </a:lnTo>
                  <a:close/>
                </a:path>
                <a:path w="886460" h="288290">
                  <a:moveTo>
                    <a:pt x="886142" y="0"/>
                  </a:moveTo>
                  <a:lnTo>
                    <a:pt x="0" y="0"/>
                  </a:lnTo>
                  <a:lnTo>
                    <a:pt x="0" y="35712"/>
                  </a:lnTo>
                  <a:lnTo>
                    <a:pt x="886142" y="35712"/>
                  </a:lnTo>
                  <a:lnTo>
                    <a:pt x="8861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9650156" y="7597967"/>
              <a:ext cx="850900" cy="393700"/>
            </a:xfrm>
            <a:custGeom>
              <a:avLst/>
              <a:gdLst/>
              <a:ahLst/>
              <a:cxnLst/>
              <a:rect l="l" t="t" r="r" b="b"/>
              <a:pathLst>
                <a:path w="850900" h="393700">
                  <a:moveTo>
                    <a:pt x="850570" y="0"/>
                  </a:moveTo>
                  <a:lnTo>
                    <a:pt x="0" y="0"/>
                  </a:lnTo>
                  <a:lnTo>
                    <a:pt x="0" y="393684"/>
                  </a:lnTo>
                  <a:lnTo>
                    <a:pt x="850570" y="393684"/>
                  </a:lnTo>
                  <a:lnTo>
                    <a:pt x="8505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9506849" y="7854165"/>
              <a:ext cx="1137285" cy="137795"/>
            </a:xfrm>
            <a:custGeom>
              <a:avLst/>
              <a:gdLst/>
              <a:ahLst/>
              <a:cxnLst/>
              <a:rect l="l" t="t" r="r" b="b"/>
              <a:pathLst>
                <a:path w="1137284" h="137795">
                  <a:moveTo>
                    <a:pt x="1068438" y="0"/>
                  </a:moveTo>
                  <a:lnTo>
                    <a:pt x="68741" y="0"/>
                  </a:lnTo>
                  <a:lnTo>
                    <a:pt x="41983" y="5401"/>
                  </a:lnTo>
                  <a:lnTo>
                    <a:pt x="20132" y="20132"/>
                  </a:lnTo>
                  <a:lnTo>
                    <a:pt x="5401" y="41983"/>
                  </a:lnTo>
                  <a:lnTo>
                    <a:pt x="0" y="68741"/>
                  </a:lnTo>
                  <a:lnTo>
                    <a:pt x="5401" y="95499"/>
                  </a:lnTo>
                  <a:lnTo>
                    <a:pt x="20132" y="117349"/>
                  </a:lnTo>
                  <a:lnTo>
                    <a:pt x="41983" y="132081"/>
                  </a:lnTo>
                  <a:lnTo>
                    <a:pt x="68741" y="137482"/>
                  </a:lnTo>
                  <a:lnTo>
                    <a:pt x="1068438" y="137482"/>
                  </a:lnTo>
                  <a:lnTo>
                    <a:pt x="1095197" y="132081"/>
                  </a:lnTo>
                  <a:lnTo>
                    <a:pt x="1117047" y="117349"/>
                  </a:lnTo>
                  <a:lnTo>
                    <a:pt x="1131778" y="95499"/>
                  </a:lnTo>
                  <a:lnTo>
                    <a:pt x="1137180" y="68741"/>
                  </a:lnTo>
                  <a:lnTo>
                    <a:pt x="1131778" y="41983"/>
                  </a:lnTo>
                  <a:lnTo>
                    <a:pt x="1117047" y="20132"/>
                  </a:lnTo>
                  <a:lnTo>
                    <a:pt x="1095197" y="5401"/>
                  </a:lnTo>
                  <a:lnTo>
                    <a:pt x="1068438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8505563" y="5504806"/>
              <a:ext cx="3140075" cy="2093595"/>
            </a:xfrm>
            <a:custGeom>
              <a:avLst/>
              <a:gdLst/>
              <a:ahLst/>
              <a:cxnLst/>
              <a:rect l="l" t="t" r="r" b="b"/>
              <a:pathLst>
                <a:path w="3140075" h="2093595">
                  <a:moveTo>
                    <a:pt x="3139747" y="0"/>
                  </a:moveTo>
                  <a:lnTo>
                    <a:pt x="0" y="0"/>
                  </a:lnTo>
                  <a:lnTo>
                    <a:pt x="0" y="2093161"/>
                  </a:lnTo>
                  <a:lnTo>
                    <a:pt x="3139747" y="2093161"/>
                  </a:lnTo>
                  <a:lnTo>
                    <a:pt x="3139747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8643035" y="5642268"/>
              <a:ext cx="2865120" cy="1818639"/>
            </a:xfrm>
            <a:custGeom>
              <a:avLst/>
              <a:gdLst/>
              <a:ahLst/>
              <a:cxnLst/>
              <a:rect l="l" t="t" r="r" b="b"/>
              <a:pathLst>
                <a:path w="2865120" h="1818640">
                  <a:moveTo>
                    <a:pt x="2864823" y="0"/>
                  </a:moveTo>
                  <a:lnTo>
                    <a:pt x="0" y="0"/>
                  </a:lnTo>
                  <a:lnTo>
                    <a:pt x="0" y="1818216"/>
                  </a:lnTo>
                  <a:lnTo>
                    <a:pt x="2864823" y="1818216"/>
                  </a:lnTo>
                  <a:lnTo>
                    <a:pt x="2864823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8780488" y="5779738"/>
              <a:ext cx="2521585" cy="1475105"/>
            </a:xfrm>
            <a:custGeom>
              <a:avLst/>
              <a:gdLst/>
              <a:ahLst/>
              <a:cxnLst/>
              <a:rect l="l" t="t" r="r" b="b"/>
              <a:pathLst>
                <a:path w="2521584" h="1475104">
                  <a:moveTo>
                    <a:pt x="887895" y="0"/>
                  </a:moveTo>
                  <a:lnTo>
                    <a:pt x="0" y="0"/>
                  </a:lnTo>
                  <a:lnTo>
                    <a:pt x="0" y="887882"/>
                  </a:lnTo>
                  <a:lnTo>
                    <a:pt x="887895" y="887882"/>
                  </a:lnTo>
                  <a:lnTo>
                    <a:pt x="887895" y="0"/>
                  </a:lnTo>
                  <a:close/>
                </a:path>
                <a:path w="2521584" h="1475104">
                  <a:moveTo>
                    <a:pt x="2521178" y="575373"/>
                  </a:moveTo>
                  <a:lnTo>
                    <a:pt x="1104392" y="575373"/>
                  </a:lnTo>
                  <a:lnTo>
                    <a:pt x="1104392" y="1474558"/>
                  </a:lnTo>
                  <a:lnTo>
                    <a:pt x="2521178" y="1474558"/>
                  </a:lnTo>
                  <a:lnTo>
                    <a:pt x="2521178" y="575373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8921845" y="5912439"/>
              <a:ext cx="605790" cy="605790"/>
            </a:xfrm>
            <a:custGeom>
              <a:avLst/>
              <a:gdLst/>
              <a:ahLst/>
              <a:cxnLst/>
              <a:rect l="l" t="t" r="r" b="b"/>
              <a:pathLst>
                <a:path w="605790" h="605790">
                  <a:moveTo>
                    <a:pt x="202035" y="0"/>
                  </a:moveTo>
                  <a:lnTo>
                    <a:pt x="187638" y="0"/>
                  </a:lnTo>
                  <a:lnTo>
                    <a:pt x="181805" y="5832"/>
                  </a:lnTo>
                  <a:lnTo>
                    <a:pt x="181805" y="99850"/>
                  </a:lnTo>
                  <a:lnTo>
                    <a:pt x="151193" y="108170"/>
                  </a:lnTo>
                  <a:lnTo>
                    <a:pt x="125966" y="125969"/>
                  </a:lnTo>
                  <a:lnTo>
                    <a:pt x="108169" y="151198"/>
                  </a:lnTo>
                  <a:lnTo>
                    <a:pt x="99850" y="181805"/>
                  </a:lnTo>
                  <a:lnTo>
                    <a:pt x="5842" y="181805"/>
                  </a:lnTo>
                  <a:lnTo>
                    <a:pt x="0" y="187638"/>
                  </a:lnTo>
                  <a:lnTo>
                    <a:pt x="0" y="202056"/>
                  </a:lnTo>
                  <a:lnTo>
                    <a:pt x="5842" y="207878"/>
                  </a:lnTo>
                  <a:lnTo>
                    <a:pt x="99441" y="207878"/>
                  </a:lnTo>
                  <a:lnTo>
                    <a:pt x="99441" y="235689"/>
                  </a:lnTo>
                  <a:lnTo>
                    <a:pt x="5842" y="235689"/>
                  </a:lnTo>
                  <a:lnTo>
                    <a:pt x="0" y="241521"/>
                  </a:lnTo>
                  <a:lnTo>
                    <a:pt x="0" y="255929"/>
                  </a:lnTo>
                  <a:lnTo>
                    <a:pt x="5842" y="261761"/>
                  </a:lnTo>
                  <a:lnTo>
                    <a:pt x="99441" y="261761"/>
                  </a:lnTo>
                  <a:lnTo>
                    <a:pt x="99441" y="289561"/>
                  </a:lnTo>
                  <a:lnTo>
                    <a:pt x="5842" y="289561"/>
                  </a:lnTo>
                  <a:lnTo>
                    <a:pt x="0" y="295394"/>
                  </a:lnTo>
                  <a:lnTo>
                    <a:pt x="0" y="309802"/>
                  </a:lnTo>
                  <a:lnTo>
                    <a:pt x="5842" y="315634"/>
                  </a:lnTo>
                  <a:lnTo>
                    <a:pt x="99441" y="315634"/>
                  </a:lnTo>
                  <a:lnTo>
                    <a:pt x="99441" y="343445"/>
                  </a:lnTo>
                  <a:lnTo>
                    <a:pt x="5842" y="343445"/>
                  </a:lnTo>
                  <a:lnTo>
                    <a:pt x="0" y="349277"/>
                  </a:lnTo>
                  <a:lnTo>
                    <a:pt x="0" y="363685"/>
                  </a:lnTo>
                  <a:lnTo>
                    <a:pt x="5842" y="369517"/>
                  </a:lnTo>
                  <a:lnTo>
                    <a:pt x="99441" y="369517"/>
                  </a:lnTo>
                  <a:lnTo>
                    <a:pt x="99441" y="397317"/>
                  </a:lnTo>
                  <a:lnTo>
                    <a:pt x="5842" y="397317"/>
                  </a:lnTo>
                  <a:lnTo>
                    <a:pt x="0" y="403150"/>
                  </a:lnTo>
                  <a:lnTo>
                    <a:pt x="0" y="417557"/>
                  </a:lnTo>
                  <a:lnTo>
                    <a:pt x="5842" y="423390"/>
                  </a:lnTo>
                  <a:lnTo>
                    <a:pt x="99850" y="423390"/>
                  </a:lnTo>
                  <a:lnTo>
                    <a:pt x="108169" y="454003"/>
                  </a:lnTo>
                  <a:lnTo>
                    <a:pt x="125966" y="479234"/>
                  </a:lnTo>
                  <a:lnTo>
                    <a:pt x="151193" y="497031"/>
                  </a:lnTo>
                  <a:lnTo>
                    <a:pt x="181805" y="505345"/>
                  </a:lnTo>
                  <a:lnTo>
                    <a:pt x="181805" y="599374"/>
                  </a:lnTo>
                  <a:lnTo>
                    <a:pt x="187638" y="605196"/>
                  </a:lnTo>
                  <a:lnTo>
                    <a:pt x="202035" y="605196"/>
                  </a:lnTo>
                  <a:lnTo>
                    <a:pt x="207878" y="599374"/>
                  </a:lnTo>
                  <a:lnTo>
                    <a:pt x="207878" y="505754"/>
                  </a:lnTo>
                  <a:lnTo>
                    <a:pt x="423400" y="505754"/>
                  </a:lnTo>
                  <a:lnTo>
                    <a:pt x="423400" y="505345"/>
                  </a:lnTo>
                  <a:lnTo>
                    <a:pt x="454008" y="497025"/>
                  </a:lnTo>
                  <a:lnTo>
                    <a:pt x="478589" y="479681"/>
                  </a:lnTo>
                  <a:lnTo>
                    <a:pt x="189889" y="479681"/>
                  </a:lnTo>
                  <a:lnTo>
                    <a:pt x="164857" y="474616"/>
                  </a:lnTo>
                  <a:lnTo>
                    <a:pt x="144396" y="460810"/>
                  </a:lnTo>
                  <a:lnTo>
                    <a:pt x="130590" y="440349"/>
                  </a:lnTo>
                  <a:lnTo>
                    <a:pt x="125524" y="415317"/>
                  </a:lnTo>
                  <a:lnTo>
                    <a:pt x="125524" y="189879"/>
                  </a:lnTo>
                  <a:lnTo>
                    <a:pt x="130590" y="164851"/>
                  </a:lnTo>
                  <a:lnTo>
                    <a:pt x="144396" y="144389"/>
                  </a:lnTo>
                  <a:lnTo>
                    <a:pt x="164857" y="130581"/>
                  </a:lnTo>
                  <a:lnTo>
                    <a:pt x="189889" y="125514"/>
                  </a:lnTo>
                  <a:lnTo>
                    <a:pt x="478589" y="125514"/>
                  </a:lnTo>
                  <a:lnTo>
                    <a:pt x="454008" y="108170"/>
                  </a:lnTo>
                  <a:lnTo>
                    <a:pt x="423400" y="99850"/>
                  </a:lnTo>
                  <a:lnTo>
                    <a:pt x="423400" y="99441"/>
                  </a:lnTo>
                  <a:lnTo>
                    <a:pt x="207878" y="99441"/>
                  </a:lnTo>
                  <a:lnTo>
                    <a:pt x="207878" y="5832"/>
                  </a:lnTo>
                  <a:lnTo>
                    <a:pt x="202035" y="0"/>
                  </a:lnTo>
                  <a:close/>
                </a:path>
                <a:path w="605790" h="605790">
                  <a:moveTo>
                    <a:pt x="261751" y="505754"/>
                  </a:moveTo>
                  <a:lnTo>
                    <a:pt x="235678" y="505754"/>
                  </a:lnTo>
                  <a:lnTo>
                    <a:pt x="235678" y="599374"/>
                  </a:lnTo>
                  <a:lnTo>
                    <a:pt x="241521" y="605196"/>
                  </a:lnTo>
                  <a:lnTo>
                    <a:pt x="255918" y="605196"/>
                  </a:lnTo>
                  <a:lnTo>
                    <a:pt x="261751" y="599374"/>
                  </a:lnTo>
                  <a:lnTo>
                    <a:pt x="261751" y="505754"/>
                  </a:lnTo>
                  <a:close/>
                </a:path>
                <a:path w="605790" h="605790">
                  <a:moveTo>
                    <a:pt x="315634" y="505754"/>
                  </a:moveTo>
                  <a:lnTo>
                    <a:pt x="289561" y="505754"/>
                  </a:lnTo>
                  <a:lnTo>
                    <a:pt x="289561" y="599374"/>
                  </a:lnTo>
                  <a:lnTo>
                    <a:pt x="295394" y="605196"/>
                  </a:lnTo>
                  <a:lnTo>
                    <a:pt x="309802" y="605196"/>
                  </a:lnTo>
                  <a:lnTo>
                    <a:pt x="315634" y="599374"/>
                  </a:lnTo>
                  <a:lnTo>
                    <a:pt x="315634" y="505754"/>
                  </a:lnTo>
                  <a:close/>
                </a:path>
                <a:path w="605790" h="605790">
                  <a:moveTo>
                    <a:pt x="369517" y="505754"/>
                  </a:moveTo>
                  <a:lnTo>
                    <a:pt x="343445" y="505754"/>
                  </a:lnTo>
                  <a:lnTo>
                    <a:pt x="343445" y="599374"/>
                  </a:lnTo>
                  <a:lnTo>
                    <a:pt x="349277" y="605196"/>
                  </a:lnTo>
                  <a:lnTo>
                    <a:pt x="363695" y="605196"/>
                  </a:lnTo>
                  <a:lnTo>
                    <a:pt x="369517" y="599374"/>
                  </a:lnTo>
                  <a:lnTo>
                    <a:pt x="369517" y="505754"/>
                  </a:lnTo>
                  <a:close/>
                </a:path>
                <a:path w="605790" h="605790">
                  <a:moveTo>
                    <a:pt x="423400" y="505754"/>
                  </a:moveTo>
                  <a:lnTo>
                    <a:pt x="397328" y="505754"/>
                  </a:lnTo>
                  <a:lnTo>
                    <a:pt x="397328" y="599374"/>
                  </a:lnTo>
                  <a:lnTo>
                    <a:pt x="403160" y="605196"/>
                  </a:lnTo>
                  <a:lnTo>
                    <a:pt x="417568" y="605196"/>
                  </a:lnTo>
                  <a:lnTo>
                    <a:pt x="423400" y="599374"/>
                  </a:lnTo>
                  <a:lnTo>
                    <a:pt x="423400" y="505754"/>
                  </a:lnTo>
                  <a:close/>
                </a:path>
                <a:path w="605790" h="605790">
                  <a:moveTo>
                    <a:pt x="478589" y="125514"/>
                  </a:moveTo>
                  <a:lnTo>
                    <a:pt x="415317" y="125514"/>
                  </a:lnTo>
                  <a:lnTo>
                    <a:pt x="440344" y="130581"/>
                  </a:lnTo>
                  <a:lnTo>
                    <a:pt x="460806" y="144389"/>
                  </a:lnTo>
                  <a:lnTo>
                    <a:pt x="474614" y="164851"/>
                  </a:lnTo>
                  <a:lnTo>
                    <a:pt x="479681" y="189879"/>
                  </a:lnTo>
                  <a:lnTo>
                    <a:pt x="479681" y="415317"/>
                  </a:lnTo>
                  <a:lnTo>
                    <a:pt x="474614" y="440349"/>
                  </a:lnTo>
                  <a:lnTo>
                    <a:pt x="460806" y="460810"/>
                  </a:lnTo>
                  <a:lnTo>
                    <a:pt x="440344" y="474616"/>
                  </a:lnTo>
                  <a:lnTo>
                    <a:pt x="415317" y="479681"/>
                  </a:lnTo>
                  <a:lnTo>
                    <a:pt x="478589" y="479681"/>
                  </a:lnTo>
                  <a:lnTo>
                    <a:pt x="479235" y="479226"/>
                  </a:lnTo>
                  <a:lnTo>
                    <a:pt x="497027" y="454003"/>
                  </a:lnTo>
                  <a:lnTo>
                    <a:pt x="505345" y="423390"/>
                  </a:lnTo>
                  <a:lnTo>
                    <a:pt x="599363" y="423390"/>
                  </a:lnTo>
                  <a:lnTo>
                    <a:pt x="605196" y="417557"/>
                  </a:lnTo>
                  <a:lnTo>
                    <a:pt x="605196" y="403150"/>
                  </a:lnTo>
                  <a:lnTo>
                    <a:pt x="599363" y="397317"/>
                  </a:lnTo>
                  <a:lnTo>
                    <a:pt x="505754" y="397317"/>
                  </a:lnTo>
                  <a:lnTo>
                    <a:pt x="505754" y="369517"/>
                  </a:lnTo>
                  <a:lnTo>
                    <a:pt x="599363" y="369517"/>
                  </a:lnTo>
                  <a:lnTo>
                    <a:pt x="605196" y="363685"/>
                  </a:lnTo>
                  <a:lnTo>
                    <a:pt x="605196" y="349277"/>
                  </a:lnTo>
                  <a:lnTo>
                    <a:pt x="599363" y="343445"/>
                  </a:lnTo>
                  <a:lnTo>
                    <a:pt x="505754" y="343445"/>
                  </a:lnTo>
                  <a:lnTo>
                    <a:pt x="505754" y="315634"/>
                  </a:lnTo>
                  <a:lnTo>
                    <a:pt x="599363" y="315634"/>
                  </a:lnTo>
                  <a:lnTo>
                    <a:pt x="605196" y="309802"/>
                  </a:lnTo>
                  <a:lnTo>
                    <a:pt x="605196" y="295394"/>
                  </a:lnTo>
                  <a:lnTo>
                    <a:pt x="599363" y="289561"/>
                  </a:lnTo>
                  <a:lnTo>
                    <a:pt x="505754" y="289561"/>
                  </a:lnTo>
                  <a:lnTo>
                    <a:pt x="505754" y="261761"/>
                  </a:lnTo>
                  <a:lnTo>
                    <a:pt x="599363" y="261761"/>
                  </a:lnTo>
                  <a:lnTo>
                    <a:pt x="605196" y="255929"/>
                  </a:lnTo>
                  <a:lnTo>
                    <a:pt x="605196" y="241521"/>
                  </a:lnTo>
                  <a:lnTo>
                    <a:pt x="599363" y="235689"/>
                  </a:lnTo>
                  <a:lnTo>
                    <a:pt x="505754" y="235689"/>
                  </a:lnTo>
                  <a:lnTo>
                    <a:pt x="505754" y="207878"/>
                  </a:lnTo>
                  <a:lnTo>
                    <a:pt x="599363" y="207878"/>
                  </a:lnTo>
                  <a:lnTo>
                    <a:pt x="605196" y="202056"/>
                  </a:lnTo>
                  <a:lnTo>
                    <a:pt x="605196" y="187638"/>
                  </a:lnTo>
                  <a:lnTo>
                    <a:pt x="599363" y="181805"/>
                  </a:lnTo>
                  <a:lnTo>
                    <a:pt x="505345" y="181805"/>
                  </a:lnTo>
                  <a:lnTo>
                    <a:pt x="497031" y="151198"/>
                  </a:lnTo>
                  <a:lnTo>
                    <a:pt x="479235" y="125969"/>
                  </a:lnTo>
                  <a:lnTo>
                    <a:pt x="478589" y="125514"/>
                  </a:lnTo>
                  <a:close/>
                </a:path>
                <a:path w="605790" h="605790">
                  <a:moveTo>
                    <a:pt x="415317" y="151587"/>
                  </a:moveTo>
                  <a:lnTo>
                    <a:pt x="189889" y="151587"/>
                  </a:lnTo>
                  <a:lnTo>
                    <a:pt x="174996" y="154601"/>
                  </a:lnTo>
                  <a:lnTo>
                    <a:pt x="162823" y="162817"/>
                  </a:lnTo>
                  <a:lnTo>
                    <a:pt x="154610" y="174990"/>
                  </a:lnTo>
                  <a:lnTo>
                    <a:pt x="151597" y="189879"/>
                  </a:lnTo>
                  <a:lnTo>
                    <a:pt x="151597" y="415317"/>
                  </a:lnTo>
                  <a:lnTo>
                    <a:pt x="154610" y="430205"/>
                  </a:lnTo>
                  <a:lnTo>
                    <a:pt x="162823" y="442379"/>
                  </a:lnTo>
                  <a:lnTo>
                    <a:pt x="174996" y="450594"/>
                  </a:lnTo>
                  <a:lnTo>
                    <a:pt x="189889" y="453609"/>
                  </a:lnTo>
                  <a:lnTo>
                    <a:pt x="415317" y="453609"/>
                  </a:lnTo>
                  <a:lnTo>
                    <a:pt x="430210" y="450594"/>
                  </a:lnTo>
                  <a:lnTo>
                    <a:pt x="442383" y="442379"/>
                  </a:lnTo>
                  <a:lnTo>
                    <a:pt x="450596" y="430205"/>
                  </a:lnTo>
                  <a:lnTo>
                    <a:pt x="453609" y="415317"/>
                  </a:lnTo>
                  <a:lnTo>
                    <a:pt x="453609" y="189879"/>
                  </a:lnTo>
                  <a:lnTo>
                    <a:pt x="450596" y="174990"/>
                  </a:lnTo>
                  <a:lnTo>
                    <a:pt x="442383" y="162817"/>
                  </a:lnTo>
                  <a:lnTo>
                    <a:pt x="430210" y="154601"/>
                  </a:lnTo>
                  <a:lnTo>
                    <a:pt x="415317" y="151587"/>
                  </a:lnTo>
                  <a:close/>
                </a:path>
                <a:path w="605790" h="605790">
                  <a:moveTo>
                    <a:pt x="255918" y="0"/>
                  </a:moveTo>
                  <a:lnTo>
                    <a:pt x="241521" y="0"/>
                  </a:lnTo>
                  <a:lnTo>
                    <a:pt x="235678" y="5832"/>
                  </a:lnTo>
                  <a:lnTo>
                    <a:pt x="235678" y="99441"/>
                  </a:lnTo>
                  <a:lnTo>
                    <a:pt x="261751" y="99441"/>
                  </a:lnTo>
                  <a:lnTo>
                    <a:pt x="261751" y="5832"/>
                  </a:lnTo>
                  <a:lnTo>
                    <a:pt x="255918" y="0"/>
                  </a:lnTo>
                  <a:close/>
                </a:path>
                <a:path w="605790" h="605790">
                  <a:moveTo>
                    <a:pt x="309802" y="0"/>
                  </a:moveTo>
                  <a:lnTo>
                    <a:pt x="295394" y="0"/>
                  </a:lnTo>
                  <a:lnTo>
                    <a:pt x="289561" y="5832"/>
                  </a:lnTo>
                  <a:lnTo>
                    <a:pt x="289561" y="99441"/>
                  </a:lnTo>
                  <a:lnTo>
                    <a:pt x="315634" y="99441"/>
                  </a:lnTo>
                  <a:lnTo>
                    <a:pt x="315634" y="5832"/>
                  </a:lnTo>
                  <a:lnTo>
                    <a:pt x="309802" y="0"/>
                  </a:lnTo>
                  <a:close/>
                </a:path>
                <a:path w="605790" h="605790">
                  <a:moveTo>
                    <a:pt x="363695" y="0"/>
                  </a:moveTo>
                  <a:lnTo>
                    <a:pt x="349277" y="0"/>
                  </a:lnTo>
                  <a:lnTo>
                    <a:pt x="343445" y="5832"/>
                  </a:lnTo>
                  <a:lnTo>
                    <a:pt x="343445" y="99441"/>
                  </a:lnTo>
                  <a:lnTo>
                    <a:pt x="369517" y="99441"/>
                  </a:lnTo>
                  <a:lnTo>
                    <a:pt x="369517" y="5832"/>
                  </a:lnTo>
                  <a:lnTo>
                    <a:pt x="363695" y="0"/>
                  </a:lnTo>
                  <a:close/>
                </a:path>
                <a:path w="605790" h="605790">
                  <a:moveTo>
                    <a:pt x="417568" y="0"/>
                  </a:moveTo>
                  <a:lnTo>
                    <a:pt x="403160" y="0"/>
                  </a:lnTo>
                  <a:lnTo>
                    <a:pt x="397328" y="5832"/>
                  </a:lnTo>
                  <a:lnTo>
                    <a:pt x="397328" y="99441"/>
                  </a:lnTo>
                  <a:lnTo>
                    <a:pt x="423400" y="99441"/>
                  </a:lnTo>
                  <a:lnTo>
                    <a:pt x="423400" y="5832"/>
                  </a:lnTo>
                  <a:lnTo>
                    <a:pt x="4175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9884880" y="5779738"/>
              <a:ext cx="1417320" cy="455930"/>
            </a:xfrm>
            <a:custGeom>
              <a:avLst/>
              <a:gdLst/>
              <a:ahLst/>
              <a:cxnLst/>
              <a:rect l="l" t="t" r="r" b="b"/>
              <a:pathLst>
                <a:path w="1417320" h="455929">
                  <a:moveTo>
                    <a:pt x="455345" y="0"/>
                  </a:moveTo>
                  <a:lnTo>
                    <a:pt x="0" y="0"/>
                  </a:lnTo>
                  <a:lnTo>
                    <a:pt x="0" y="455345"/>
                  </a:lnTo>
                  <a:lnTo>
                    <a:pt x="455345" y="455345"/>
                  </a:lnTo>
                  <a:lnTo>
                    <a:pt x="455345" y="0"/>
                  </a:lnTo>
                  <a:close/>
                </a:path>
                <a:path w="1417320" h="455929">
                  <a:moveTo>
                    <a:pt x="667651" y="209207"/>
                  </a:moveTo>
                  <a:lnTo>
                    <a:pt x="583082" y="209207"/>
                  </a:lnTo>
                  <a:lnTo>
                    <a:pt x="583082" y="449554"/>
                  </a:lnTo>
                  <a:lnTo>
                    <a:pt x="667651" y="449554"/>
                  </a:lnTo>
                  <a:lnTo>
                    <a:pt x="667651" y="209207"/>
                  </a:lnTo>
                  <a:close/>
                </a:path>
                <a:path w="1417320" h="455929">
                  <a:moveTo>
                    <a:pt x="792505" y="0"/>
                  </a:moveTo>
                  <a:lnTo>
                    <a:pt x="707923" y="0"/>
                  </a:lnTo>
                  <a:lnTo>
                    <a:pt x="707923" y="449554"/>
                  </a:lnTo>
                  <a:lnTo>
                    <a:pt x="792505" y="449554"/>
                  </a:lnTo>
                  <a:lnTo>
                    <a:pt x="792505" y="0"/>
                  </a:lnTo>
                  <a:close/>
                </a:path>
                <a:path w="1417320" h="455929">
                  <a:moveTo>
                    <a:pt x="917359" y="83680"/>
                  </a:moveTo>
                  <a:lnTo>
                    <a:pt x="832777" y="83680"/>
                  </a:lnTo>
                  <a:lnTo>
                    <a:pt x="832777" y="449554"/>
                  </a:lnTo>
                  <a:lnTo>
                    <a:pt x="917359" y="449554"/>
                  </a:lnTo>
                  <a:lnTo>
                    <a:pt x="917359" y="83680"/>
                  </a:lnTo>
                  <a:close/>
                </a:path>
                <a:path w="1417320" h="455929">
                  <a:moveTo>
                    <a:pt x="1042212" y="41833"/>
                  </a:moveTo>
                  <a:lnTo>
                    <a:pt x="957630" y="41833"/>
                  </a:lnTo>
                  <a:lnTo>
                    <a:pt x="957630" y="449554"/>
                  </a:lnTo>
                  <a:lnTo>
                    <a:pt x="1042212" y="449554"/>
                  </a:lnTo>
                  <a:lnTo>
                    <a:pt x="1042212" y="41833"/>
                  </a:lnTo>
                  <a:close/>
                </a:path>
                <a:path w="1417320" h="455929">
                  <a:moveTo>
                    <a:pt x="1167066" y="125526"/>
                  </a:moveTo>
                  <a:lnTo>
                    <a:pt x="1082497" y="125526"/>
                  </a:lnTo>
                  <a:lnTo>
                    <a:pt x="1082497" y="449554"/>
                  </a:lnTo>
                  <a:lnTo>
                    <a:pt x="1167066" y="449554"/>
                  </a:lnTo>
                  <a:lnTo>
                    <a:pt x="1167066" y="125526"/>
                  </a:lnTo>
                  <a:close/>
                </a:path>
                <a:path w="1417320" h="455929">
                  <a:moveTo>
                    <a:pt x="1291920" y="251053"/>
                  </a:moveTo>
                  <a:lnTo>
                    <a:pt x="1207350" y="251053"/>
                  </a:lnTo>
                  <a:lnTo>
                    <a:pt x="1207350" y="449554"/>
                  </a:lnTo>
                  <a:lnTo>
                    <a:pt x="1291920" y="449554"/>
                  </a:lnTo>
                  <a:lnTo>
                    <a:pt x="1291920" y="251053"/>
                  </a:lnTo>
                  <a:close/>
                </a:path>
                <a:path w="1417320" h="455929">
                  <a:moveTo>
                    <a:pt x="1416786" y="376567"/>
                  </a:moveTo>
                  <a:lnTo>
                    <a:pt x="1332204" y="376567"/>
                  </a:lnTo>
                  <a:lnTo>
                    <a:pt x="1332204" y="449554"/>
                  </a:lnTo>
                  <a:lnTo>
                    <a:pt x="1416786" y="449554"/>
                  </a:lnTo>
                  <a:lnTo>
                    <a:pt x="1416786" y="376567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9996805" y="6447377"/>
              <a:ext cx="1219200" cy="715010"/>
            </a:xfrm>
            <a:custGeom>
              <a:avLst/>
              <a:gdLst/>
              <a:ahLst/>
              <a:cxnLst/>
              <a:rect l="l" t="t" r="r" b="b"/>
              <a:pathLst>
                <a:path w="1219200" h="715009">
                  <a:moveTo>
                    <a:pt x="378028" y="673049"/>
                  </a:moveTo>
                  <a:lnTo>
                    <a:pt x="0" y="673049"/>
                  </a:lnTo>
                  <a:lnTo>
                    <a:pt x="0" y="708761"/>
                  </a:lnTo>
                  <a:lnTo>
                    <a:pt x="378028" y="708761"/>
                  </a:lnTo>
                  <a:lnTo>
                    <a:pt x="378028" y="673049"/>
                  </a:lnTo>
                  <a:close/>
                </a:path>
                <a:path w="1219200" h="715009">
                  <a:moveTo>
                    <a:pt x="378028" y="539610"/>
                  </a:moveTo>
                  <a:lnTo>
                    <a:pt x="0" y="539610"/>
                  </a:lnTo>
                  <a:lnTo>
                    <a:pt x="0" y="575310"/>
                  </a:lnTo>
                  <a:lnTo>
                    <a:pt x="378028" y="575310"/>
                  </a:lnTo>
                  <a:lnTo>
                    <a:pt x="378028" y="539610"/>
                  </a:lnTo>
                  <a:close/>
                </a:path>
                <a:path w="1219200" h="715009">
                  <a:moveTo>
                    <a:pt x="378028" y="406158"/>
                  </a:moveTo>
                  <a:lnTo>
                    <a:pt x="0" y="406158"/>
                  </a:lnTo>
                  <a:lnTo>
                    <a:pt x="0" y="441858"/>
                  </a:lnTo>
                  <a:lnTo>
                    <a:pt x="378028" y="441858"/>
                  </a:lnTo>
                  <a:lnTo>
                    <a:pt x="378028" y="406158"/>
                  </a:lnTo>
                  <a:close/>
                </a:path>
                <a:path w="1219200" h="715009">
                  <a:moveTo>
                    <a:pt x="378028" y="272783"/>
                  </a:moveTo>
                  <a:lnTo>
                    <a:pt x="0" y="272783"/>
                  </a:lnTo>
                  <a:lnTo>
                    <a:pt x="0" y="308483"/>
                  </a:lnTo>
                  <a:lnTo>
                    <a:pt x="378028" y="308483"/>
                  </a:lnTo>
                  <a:lnTo>
                    <a:pt x="378028" y="272783"/>
                  </a:lnTo>
                  <a:close/>
                </a:path>
                <a:path w="1219200" h="715009">
                  <a:moveTo>
                    <a:pt x="378028" y="139331"/>
                  </a:moveTo>
                  <a:lnTo>
                    <a:pt x="0" y="139331"/>
                  </a:lnTo>
                  <a:lnTo>
                    <a:pt x="0" y="175031"/>
                  </a:lnTo>
                  <a:lnTo>
                    <a:pt x="378028" y="175031"/>
                  </a:lnTo>
                  <a:lnTo>
                    <a:pt x="378028" y="139331"/>
                  </a:lnTo>
                  <a:close/>
                </a:path>
                <a:path w="1219200" h="715009">
                  <a:moveTo>
                    <a:pt x="378028" y="5892"/>
                  </a:moveTo>
                  <a:lnTo>
                    <a:pt x="0" y="5892"/>
                  </a:lnTo>
                  <a:lnTo>
                    <a:pt x="0" y="41592"/>
                  </a:lnTo>
                  <a:lnTo>
                    <a:pt x="378028" y="41592"/>
                  </a:lnTo>
                  <a:lnTo>
                    <a:pt x="378028" y="5892"/>
                  </a:lnTo>
                  <a:close/>
                </a:path>
                <a:path w="1219200" h="715009">
                  <a:moveTo>
                    <a:pt x="1218577" y="357327"/>
                  </a:moveTo>
                  <a:lnTo>
                    <a:pt x="1215313" y="308838"/>
                  </a:lnTo>
                  <a:lnTo>
                    <a:pt x="1205814" y="262331"/>
                  </a:lnTo>
                  <a:lnTo>
                    <a:pt x="1190498" y="218236"/>
                  </a:lnTo>
                  <a:lnTo>
                    <a:pt x="1169797" y="176974"/>
                  </a:lnTo>
                  <a:lnTo>
                    <a:pt x="1144117" y="138976"/>
                  </a:lnTo>
                  <a:lnTo>
                    <a:pt x="1113917" y="104660"/>
                  </a:lnTo>
                  <a:lnTo>
                    <a:pt x="1079601" y="74447"/>
                  </a:lnTo>
                  <a:lnTo>
                    <a:pt x="1041603" y="48780"/>
                  </a:lnTo>
                  <a:lnTo>
                    <a:pt x="1000340" y="28079"/>
                  </a:lnTo>
                  <a:lnTo>
                    <a:pt x="956246" y="12763"/>
                  </a:lnTo>
                  <a:lnTo>
                    <a:pt x="909739" y="3263"/>
                  </a:lnTo>
                  <a:lnTo>
                    <a:pt x="861250" y="0"/>
                  </a:lnTo>
                  <a:lnTo>
                    <a:pt x="812761" y="3263"/>
                  </a:lnTo>
                  <a:lnTo>
                    <a:pt x="766254" y="12763"/>
                  </a:lnTo>
                  <a:lnTo>
                    <a:pt x="722160" y="28079"/>
                  </a:lnTo>
                  <a:lnTo>
                    <a:pt x="680897" y="48780"/>
                  </a:lnTo>
                  <a:lnTo>
                    <a:pt x="642899" y="74447"/>
                  </a:lnTo>
                  <a:lnTo>
                    <a:pt x="608571" y="104660"/>
                  </a:lnTo>
                  <a:lnTo>
                    <a:pt x="578370" y="138976"/>
                  </a:lnTo>
                  <a:lnTo>
                    <a:pt x="552704" y="176974"/>
                  </a:lnTo>
                  <a:lnTo>
                    <a:pt x="532003" y="218236"/>
                  </a:lnTo>
                  <a:lnTo>
                    <a:pt x="516674" y="262331"/>
                  </a:lnTo>
                  <a:lnTo>
                    <a:pt x="507174" y="308838"/>
                  </a:lnTo>
                  <a:lnTo>
                    <a:pt x="503910" y="357327"/>
                  </a:lnTo>
                  <a:lnTo>
                    <a:pt x="507174" y="405815"/>
                  </a:lnTo>
                  <a:lnTo>
                    <a:pt x="516674" y="452323"/>
                  </a:lnTo>
                  <a:lnTo>
                    <a:pt x="532003" y="496417"/>
                  </a:lnTo>
                  <a:lnTo>
                    <a:pt x="552704" y="537679"/>
                  </a:lnTo>
                  <a:lnTo>
                    <a:pt x="578370" y="575678"/>
                  </a:lnTo>
                  <a:lnTo>
                    <a:pt x="608571" y="609993"/>
                  </a:lnTo>
                  <a:lnTo>
                    <a:pt x="642899" y="640207"/>
                  </a:lnTo>
                  <a:lnTo>
                    <a:pt x="680897" y="665873"/>
                  </a:lnTo>
                  <a:lnTo>
                    <a:pt x="722160" y="686574"/>
                  </a:lnTo>
                  <a:lnTo>
                    <a:pt x="766254" y="701890"/>
                  </a:lnTo>
                  <a:lnTo>
                    <a:pt x="812761" y="711390"/>
                  </a:lnTo>
                  <a:lnTo>
                    <a:pt x="861250" y="714654"/>
                  </a:lnTo>
                  <a:lnTo>
                    <a:pt x="909739" y="711390"/>
                  </a:lnTo>
                  <a:lnTo>
                    <a:pt x="956246" y="701890"/>
                  </a:lnTo>
                  <a:lnTo>
                    <a:pt x="1000340" y="686574"/>
                  </a:lnTo>
                  <a:lnTo>
                    <a:pt x="1041603" y="665873"/>
                  </a:lnTo>
                  <a:lnTo>
                    <a:pt x="1079601" y="640207"/>
                  </a:lnTo>
                  <a:lnTo>
                    <a:pt x="1113917" y="609993"/>
                  </a:lnTo>
                  <a:lnTo>
                    <a:pt x="1144117" y="575678"/>
                  </a:lnTo>
                  <a:lnTo>
                    <a:pt x="1169797" y="537679"/>
                  </a:lnTo>
                  <a:lnTo>
                    <a:pt x="1190498" y="496417"/>
                  </a:lnTo>
                  <a:lnTo>
                    <a:pt x="1205814" y="452323"/>
                  </a:lnTo>
                  <a:lnTo>
                    <a:pt x="1215313" y="405815"/>
                  </a:lnTo>
                  <a:lnTo>
                    <a:pt x="1218577" y="3573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8780805" y="6604564"/>
              <a:ext cx="2209165" cy="667385"/>
            </a:xfrm>
            <a:custGeom>
              <a:avLst/>
              <a:gdLst/>
              <a:ahLst/>
              <a:cxnLst/>
              <a:rect l="l" t="t" r="r" b="b"/>
              <a:pathLst>
                <a:path w="2209165" h="667384">
                  <a:moveTo>
                    <a:pt x="544512" y="581939"/>
                  </a:moveTo>
                  <a:lnTo>
                    <a:pt x="206171" y="581939"/>
                  </a:lnTo>
                  <a:lnTo>
                    <a:pt x="206171" y="650621"/>
                  </a:lnTo>
                  <a:lnTo>
                    <a:pt x="544512" y="650621"/>
                  </a:lnTo>
                  <a:lnTo>
                    <a:pt x="544512" y="581939"/>
                  </a:lnTo>
                  <a:close/>
                </a:path>
                <a:path w="2209165" h="667384">
                  <a:moveTo>
                    <a:pt x="544512" y="457441"/>
                  </a:moveTo>
                  <a:lnTo>
                    <a:pt x="0" y="457441"/>
                  </a:lnTo>
                  <a:lnTo>
                    <a:pt x="0" y="526122"/>
                  </a:lnTo>
                  <a:lnTo>
                    <a:pt x="544512" y="526122"/>
                  </a:lnTo>
                  <a:lnTo>
                    <a:pt x="544512" y="457441"/>
                  </a:lnTo>
                  <a:close/>
                </a:path>
                <a:path w="2209165" h="667384">
                  <a:moveTo>
                    <a:pt x="544512" y="332930"/>
                  </a:moveTo>
                  <a:lnTo>
                    <a:pt x="206171" y="332930"/>
                  </a:lnTo>
                  <a:lnTo>
                    <a:pt x="206171" y="401612"/>
                  </a:lnTo>
                  <a:lnTo>
                    <a:pt x="544512" y="401612"/>
                  </a:lnTo>
                  <a:lnTo>
                    <a:pt x="544512" y="332930"/>
                  </a:lnTo>
                  <a:close/>
                </a:path>
                <a:path w="2209165" h="667384">
                  <a:moveTo>
                    <a:pt x="544512" y="208305"/>
                  </a:moveTo>
                  <a:lnTo>
                    <a:pt x="0" y="208305"/>
                  </a:lnTo>
                  <a:lnTo>
                    <a:pt x="0" y="276987"/>
                  </a:lnTo>
                  <a:lnTo>
                    <a:pt x="544512" y="276987"/>
                  </a:lnTo>
                  <a:lnTo>
                    <a:pt x="544512" y="208305"/>
                  </a:lnTo>
                  <a:close/>
                </a:path>
                <a:path w="2209165" h="667384">
                  <a:moveTo>
                    <a:pt x="887577" y="474954"/>
                  </a:moveTo>
                  <a:lnTo>
                    <a:pt x="695134" y="474954"/>
                  </a:lnTo>
                  <a:lnTo>
                    <a:pt x="695134" y="667372"/>
                  </a:lnTo>
                  <a:lnTo>
                    <a:pt x="887577" y="667372"/>
                  </a:lnTo>
                  <a:lnTo>
                    <a:pt x="887577" y="474954"/>
                  </a:lnTo>
                  <a:close/>
                </a:path>
                <a:path w="2209165" h="667384">
                  <a:moveTo>
                    <a:pt x="887590" y="191604"/>
                  </a:moveTo>
                  <a:lnTo>
                    <a:pt x="695147" y="191604"/>
                  </a:lnTo>
                  <a:lnTo>
                    <a:pt x="695147" y="384035"/>
                  </a:lnTo>
                  <a:lnTo>
                    <a:pt x="887590" y="384035"/>
                  </a:lnTo>
                  <a:lnTo>
                    <a:pt x="887590" y="191604"/>
                  </a:lnTo>
                  <a:close/>
                </a:path>
                <a:path w="2209165" h="667384">
                  <a:moveTo>
                    <a:pt x="2208720" y="175031"/>
                  </a:moveTo>
                  <a:lnTo>
                    <a:pt x="2105418" y="175031"/>
                  </a:lnTo>
                  <a:lnTo>
                    <a:pt x="2157209" y="0"/>
                  </a:lnTo>
                  <a:lnTo>
                    <a:pt x="1945779" y="225247"/>
                  </a:lnTo>
                  <a:lnTo>
                    <a:pt x="2049081" y="225247"/>
                  </a:lnTo>
                  <a:lnTo>
                    <a:pt x="1997290" y="400278"/>
                  </a:lnTo>
                  <a:lnTo>
                    <a:pt x="2208720" y="175031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6272950" y="7597967"/>
              <a:ext cx="850900" cy="393700"/>
            </a:xfrm>
            <a:custGeom>
              <a:avLst/>
              <a:gdLst/>
              <a:ahLst/>
              <a:cxnLst/>
              <a:rect l="l" t="t" r="r" b="b"/>
              <a:pathLst>
                <a:path w="850900" h="393700">
                  <a:moveTo>
                    <a:pt x="850570" y="0"/>
                  </a:moveTo>
                  <a:lnTo>
                    <a:pt x="0" y="0"/>
                  </a:lnTo>
                  <a:lnTo>
                    <a:pt x="0" y="393684"/>
                  </a:lnTo>
                  <a:lnTo>
                    <a:pt x="850570" y="393684"/>
                  </a:lnTo>
                  <a:lnTo>
                    <a:pt x="85057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6129644" y="7854165"/>
              <a:ext cx="1137285" cy="137795"/>
            </a:xfrm>
            <a:custGeom>
              <a:avLst/>
              <a:gdLst/>
              <a:ahLst/>
              <a:cxnLst/>
              <a:rect l="l" t="t" r="r" b="b"/>
              <a:pathLst>
                <a:path w="1137284" h="137795">
                  <a:moveTo>
                    <a:pt x="1068438" y="0"/>
                  </a:moveTo>
                  <a:lnTo>
                    <a:pt x="68741" y="0"/>
                  </a:lnTo>
                  <a:lnTo>
                    <a:pt x="41983" y="5401"/>
                  </a:lnTo>
                  <a:lnTo>
                    <a:pt x="20132" y="20132"/>
                  </a:lnTo>
                  <a:lnTo>
                    <a:pt x="5401" y="41983"/>
                  </a:lnTo>
                  <a:lnTo>
                    <a:pt x="0" y="68741"/>
                  </a:lnTo>
                  <a:lnTo>
                    <a:pt x="5401" y="95499"/>
                  </a:lnTo>
                  <a:lnTo>
                    <a:pt x="20132" y="117349"/>
                  </a:lnTo>
                  <a:lnTo>
                    <a:pt x="41983" y="132081"/>
                  </a:lnTo>
                  <a:lnTo>
                    <a:pt x="68741" y="137482"/>
                  </a:lnTo>
                  <a:lnTo>
                    <a:pt x="1068438" y="137482"/>
                  </a:lnTo>
                  <a:lnTo>
                    <a:pt x="1095197" y="132081"/>
                  </a:lnTo>
                  <a:lnTo>
                    <a:pt x="1117047" y="117349"/>
                  </a:lnTo>
                  <a:lnTo>
                    <a:pt x="1131778" y="95499"/>
                  </a:lnTo>
                  <a:lnTo>
                    <a:pt x="1137180" y="68741"/>
                  </a:lnTo>
                  <a:lnTo>
                    <a:pt x="1131778" y="41983"/>
                  </a:lnTo>
                  <a:lnTo>
                    <a:pt x="1117047" y="20132"/>
                  </a:lnTo>
                  <a:lnTo>
                    <a:pt x="1095197" y="5401"/>
                  </a:lnTo>
                  <a:lnTo>
                    <a:pt x="1068438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5128367" y="5504806"/>
              <a:ext cx="3140075" cy="2093595"/>
            </a:xfrm>
            <a:custGeom>
              <a:avLst/>
              <a:gdLst/>
              <a:ahLst/>
              <a:cxnLst/>
              <a:rect l="l" t="t" r="r" b="b"/>
              <a:pathLst>
                <a:path w="3140075" h="2093595">
                  <a:moveTo>
                    <a:pt x="3139747" y="0"/>
                  </a:moveTo>
                  <a:lnTo>
                    <a:pt x="0" y="0"/>
                  </a:lnTo>
                  <a:lnTo>
                    <a:pt x="0" y="2093161"/>
                  </a:lnTo>
                  <a:lnTo>
                    <a:pt x="3139747" y="2093161"/>
                  </a:lnTo>
                  <a:lnTo>
                    <a:pt x="3139747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265818" y="5642268"/>
              <a:ext cx="2865120" cy="1818639"/>
            </a:xfrm>
            <a:custGeom>
              <a:avLst/>
              <a:gdLst/>
              <a:ahLst/>
              <a:cxnLst/>
              <a:rect l="l" t="t" r="r" b="b"/>
              <a:pathLst>
                <a:path w="2865120" h="1818640">
                  <a:moveTo>
                    <a:pt x="2864823" y="0"/>
                  </a:moveTo>
                  <a:lnTo>
                    <a:pt x="0" y="0"/>
                  </a:lnTo>
                  <a:lnTo>
                    <a:pt x="0" y="1818216"/>
                  </a:lnTo>
                  <a:lnTo>
                    <a:pt x="2864823" y="1818216"/>
                  </a:lnTo>
                  <a:lnTo>
                    <a:pt x="2864823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453900" y="5842996"/>
              <a:ext cx="2489200" cy="1417320"/>
            </a:xfrm>
            <a:custGeom>
              <a:avLst/>
              <a:gdLst/>
              <a:ahLst/>
              <a:cxnLst/>
              <a:rect l="l" t="t" r="r" b="b"/>
              <a:pathLst>
                <a:path w="2489200" h="1417320">
                  <a:moveTo>
                    <a:pt x="1416773" y="11061"/>
                  </a:moveTo>
                  <a:lnTo>
                    <a:pt x="0" y="11061"/>
                  </a:lnTo>
                  <a:lnTo>
                    <a:pt x="0" y="910247"/>
                  </a:lnTo>
                  <a:lnTo>
                    <a:pt x="1416773" y="910247"/>
                  </a:lnTo>
                  <a:lnTo>
                    <a:pt x="1416773" y="11061"/>
                  </a:lnTo>
                  <a:close/>
                </a:path>
                <a:path w="2489200" h="1417320">
                  <a:moveTo>
                    <a:pt x="2488641" y="0"/>
                  </a:moveTo>
                  <a:lnTo>
                    <a:pt x="1589455" y="0"/>
                  </a:lnTo>
                  <a:lnTo>
                    <a:pt x="1589455" y="1416773"/>
                  </a:lnTo>
                  <a:lnTo>
                    <a:pt x="2488641" y="1416773"/>
                  </a:lnTo>
                  <a:lnTo>
                    <a:pt x="2488641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569483" y="5945841"/>
              <a:ext cx="2235835" cy="1225550"/>
            </a:xfrm>
            <a:custGeom>
              <a:avLst/>
              <a:gdLst/>
              <a:ahLst/>
              <a:cxnLst/>
              <a:rect l="l" t="t" r="r" b="b"/>
              <a:pathLst>
                <a:path w="2235834" h="1225550">
                  <a:moveTo>
                    <a:pt x="120269" y="343649"/>
                  </a:moveTo>
                  <a:lnTo>
                    <a:pt x="0" y="343649"/>
                  </a:lnTo>
                  <a:lnTo>
                    <a:pt x="0" y="738454"/>
                  </a:lnTo>
                  <a:lnTo>
                    <a:pt x="120269" y="738454"/>
                  </a:lnTo>
                  <a:lnTo>
                    <a:pt x="120269" y="343649"/>
                  </a:lnTo>
                  <a:close/>
                </a:path>
                <a:path w="2235834" h="1225550">
                  <a:moveTo>
                    <a:pt x="297827" y="0"/>
                  </a:moveTo>
                  <a:lnTo>
                    <a:pt x="177546" y="0"/>
                  </a:lnTo>
                  <a:lnTo>
                    <a:pt x="177546" y="738466"/>
                  </a:lnTo>
                  <a:lnTo>
                    <a:pt x="297827" y="738466"/>
                  </a:lnTo>
                  <a:lnTo>
                    <a:pt x="297827" y="0"/>
                  </a:lnTo>
                  <a:close/>
                </a:path>
                <a:path w="2235834" h="1225550">
                  <a:moveTo>
                    <a:pt x="475386" y="137452"/>
                  </a:moveTo>
                  <a:lnTo>
                    <a:pt x="355104" y="137452"/>
                  </a:lnTo>
                  <a:lnTo>
                    <a:pt x="355104" y="738466"/>
                  </a:lnTo>
                  <a:lnTo>
                    <a:pt x="475386" y="738466"/>
                  </a:lnTo>
                  <a:lnTo>
                    <a:pt x="475386" y="137452"/>
                  </a:lnTo>
                  <a:close/>
                </a:path>
                <a:path w="2235834" h="1225550">
                  <a:moveTo>
                    <a:pt x="652945" y="68719"/>
                  </a:moveTo>
                  <a:lnTo>
                    <a:pt x="532663" y="68719"/>
                  </a:lnTo>
                  <a:lnTo>
                    <a:pt x="532663" y="738466"/>
                  </a:lnTo>
                  <a:lnTo>
                    <a:pt x="652945" y="738466"/>
                  </a:lnTo>
                  <a:lnTo>
                    <a:pt x="652945" y="68719"/>
                  </a:lnTo>
                  <a:close/>
                </a:path>
                <a:path w="2235834" h="1225550">
                  <a:moveTo>
                    <a:pt x="830503" y="206184"/>
                  </a:moveTo>
                  <a:lnTo>
                    <a:pt x="710222" y="206184"/>
                  </a:lnTo>
                  <a:lnTo>
                    <a:pt x="710222" y="738466"/>
                  </a:lnTo>
                  <a:lnTo>
                    <a:pt x="830503" y="738466"/>
                  </a:lnTo>
                  <a:lnTo>
                    <a:pt x="830503" y="206184"/>
                  </a:lnTo>
                  <a:close/>
                </a:path>
                <a:path w="2235834" h="1225550">
                  <a:moveTo>
                    <a:pt x="1008062" y="412381"/>
                  </a:moveTo>
                  <a:lnTo>
                    <a:pt x="887780" y="412381"/>
                  </a:lnTo>
                  <a:lnTo>
                    <a:pt x="887780" y="738454"/>
                  </a:lnTo>
                  <a:lnTo>
                    <a:pt x="1008062" y="738454"/>
                  </a:lnTo>
                  <a:lnTo>
                    <a:pt x="1008062" y="412381"/>
                  </a:lnTo>
                  <a:close/>
                </a:path>
                <a:path w="2235834" h="1225550">
                  <a:moveTo>
                    <a:pt x="1185608" y="618566"/>
                  </a:moveTo>
                  <a:lnTo>
                    <a:pt x="1065326" y="618566"/>
                  </a:lnTo>
                  <a:lnTo>
                    <a:pt x="1065326" y="738454"/>
                  </a:lnTo>
                  <a:lnTo>
                    <a:pt x="1185608" y="738454"/>
                  </a:lnTo>
                  <a:lnTo>
                    <a:pt x="1185608" y="618566"/>
                  </a:lnTo>
                  <a:close/>
                </a:path>
                <a:path w="2235834" h="1225550">
                  <a:moveTo>
                    <a:pt x="1994649" y="1189824"/>
                  </a:moveTo>
                  <a:lnTo>
                    <a:pt x="1611350" y="1189824"/>
                  </a:lnTo>
                  <a:lnTo>
                    <a:pt x="1611350" y="1225524"/>
                  </a:lnTo>
                  <a:lnTo>
                    <a:pt x="1994649" y="1225524"/>
                  </a:lnTo>
                  <a:lnTo>
                    <a:pt x="1994649" y="1189824"/>
                  </a:lnTo>
                  <a:close/>
                </a:path>
                <a:path w="2235834" h="1225550">
                  <a:moveTo>
                    <a:pt x="1994649" y="1072540"/>
                  </a:moveTo>
                  <a:lnTo>
                    <a:pt x="1611350" y="1072540"/>
                  </a:lnTo>
                  <a:lnTo>
                    <a:pt x="1611350" y="1108240"/>
                  </a:lnTo>
                  <a:lnTo>
                    <a:pt x="1994649" y="1108240"/>
                  </a:lnTo>
                  <a:lnTo>
                    <a:pt x="1994649" y="1072540"/>
                  </a:lnTo>
                  <a:close/>
                </a:path>
                <a:path w="2235834" h="1225550">
                  <a:moveTo>
                    <a:pt x="1994649" y="955205"/>
                  </a:moveTo>
                  <a:lnTo>
                    <a:pt x="1611350" y="955205"/>
                  </a:lnTo>
                  <a:lnTo>
                    <a:pt x="1611350" y="990904"/>
                  </a:lnTo>
                  <a:lnTo>
                    <a:pt x="1994649" y="990904"/>
                  </a:lnTo>
                  <a:lnTo>
                    <a:pt x="1994649" y="955205"/>
                  </a:lnTo>
                  <a:close/>
                </a:path>
                <a:path w="2235834" h="1225550">
                  <a:moveTo>
                    <a:pt x="1994649" y="837920"/>
                  </a:moveTo>
                  <a:lnTo>
                    <a:pt x="1611350" y="837920"/>
                  </a:lnTo>
                  <a:lnTo>
                    <a:pt x="1611350" y="873633"/>
                  </a:lnTo>
                  <a:lnTo>
                    <a:pt x="1994649" y="873633"/>
                  </a:lnTo>
                  <a:lnTo>
                    <a:pt x="1994649" y="837920"/>
                  </a:lnTo>
                  <a:close/>
                </a:path>
                <a:path w="2235834" h="1225550">
                  <a:moveTo>
                    <a:pt x="1994649" y="720585"/>
                  </a:moveTo>
                  <a:lnTo>
                    <a:pt x="1611350" y="720585"/>
                  </a:lnTo>
                  <a:lnTo>
                    <a:pt x="1611350" y="756297"/>
                  </a:lnTo>
                  <a:lnTo>
                    <a:pt x="1994649" y="756297"/>
                  </a:lnTo>
                  <a:lnTo>
                    <a:pt x="1994649" y="720585"/>
                  </a:lnTo>
                  <a:close/>
                </a:path>
                <a:path w="2235834" h="1225550">
                  <a:moveTo>
                    <a:pt x="1994649" y="485965"/>
                  </a:moveTo>
                  <a:lnTo>
                    <a:pt x="1611350" y="485965"/>
                  </a:lnTo>
                  <a:lnTo>
                    <a:pt x="1611350" y="521677"/>
                  </a:lnTo>
                  <a:lnTo>
                    <a:pt x="1994649" y="521677"/>
                  </a:lnTo>
                  <a:lnTo>
                    <a:pt x="1994649" y="485965"/>
                  </a:lnTo>
                  <a:close/>
                </a:path>
                <a:path w="2235834" h="1225550">
                  <a:moveTo>
                    <a:pt x="1994649" y="368681"/>
                  </a:moveTo>
                  <a:lnTo>
                    <a:pt x="1611350" y="368681"/>
                  </a:lnTo>
                  <a:lnTo>
                    <a:pt x="1611350" y="404393"/>
                  </a:lnTo>
                  <a:lnTo>
                    <a:pt x="1994649" y="404393"/>
                  </a:lnTo>
                  <a:lnTo>
                    <a:pt x="1994649" y="368681"/>
                  </a:lnTo>
                  <a:close/>
                </a:path>
                <a:path w="2235834" h="1225550">
                  <a:moveTo>
                    <a:pt x="1994649" y="251345"/>
                  </a:moveTo>
                  <a:lnTo>
                    <a:pt x="1611350" y="251345"/>
                  </a:lnTo>
                  <a:lnTo>
                    <a:pt x="1611350" y="287058"/>
                  </a:lnTo>
                  <a:lnTo>
                    <a:pt x="1994649" y="287058"/>
                  </a:lnTo>
                  <a:lnTo>
                    <a:pt x="1994649" y="251345"/>
                  </a:lnTo>
                  <a:close/>
                </a:path>
                <a:path w="2235834" h="1225550">
                  <a:moveTo>
                    <a:pt x="1994649" y="134073"/>
                  </a:moveTo>
                  <a:lnTo>
                    <a:pt x="1611350" y="134073"/>
                  </a:lnTo>
                  <a:lnTo>
                    <a:pt x="1611350" y="169773"/>
                  </a:lnTo>
                  <a:lnTo>
                    <a:pt x="1994649" y="169773"/>
                  </a:lnTo>
                  <a:lnTo>
                    <a:pt x="1994649" y="134073"/>
                  </a:lnTo>
                  <a:close/>
                </a:path>
                <a:path w="2235834" h="1225550">
                  <a:moveTo>
                    <a:pt x="1994649" y="16738"/>
                  </a:moveTo>
                  <a:lnTo>
                    <a:pt x="1611350" y="16738"/>
                  </a:lnTo>
                  <a:lnTo>
                    <a:pt x="1611350" y="52438"/>
                  </a:lnTo>
                  <a:lnTo>
                    <a:pt x="1994649" y="52438"/>
                  </a:lnTo>
                  <a:lnTo>
                    <a:pt x="1994649" y="16738"/>
                  </a:lnTo>
                  <a:close/>
                </a:path>
                <a:path w="2235834" h="1225550">
                  <a:moveTo>
                    <a:pt x="2235593" y="1189824"/>
                  </a:moveTo>
                  <a:lnTo>
                    <a:pt x="2060105" y="1189824"/>
                  </a:lnTo>
                  <a:lnTo>
                    <a:pt x="2060105" y="1225524"/>
                  </a:lnTo>
                  <a:lnTo>
                    <a:pt x="2235593" y="1225524"/>
                  </a:lnTo>
                  <a:lnTo>
                    <a:pt x="2235593" y="1189824"/>
                  </a:lnTo>
                  <a:close/>
                </a:path>
                <a:path w="2235834" h="1225550">
                  <a:moveTo>
                    <a:pt x="2235593" y="1072540"/>
                  </a:moveTo>
                  <a:lnTo>
                    <a:pt x="2060105" y="1072540"/>
                  </a:lnTo>
                  <a:lnTo>
                    <a:pt x="2060105" y="1108240"/>
                  </a:lnTo>
                  <a:lnTo>
                    <a:pt x="2235593" y="1108240"/>
                  </a:lnTo>
                  <a:lnTo>
                    <a:pt x="2235593" y="1072540"/>
                  </a:lnTo>
                  <a:close/>
                </a:path>
                <a:path w="2235834" h="1225550">
                  <a:moveTo>
                    <a:pt x="2235593" y="955205"/>
                  </a:moveTo>
                  <a:lnTo>
                    <a:pt x="2060105" y="955205"/>
                  </a:lnTo>
                  <a:lnTo>
                    <a:pt x="2060105" y="990904"/>
                  </a:lnTo>
                  <a:lnTo>
                    <a:pt x="2235593" y="990904"/>
                  </a:lnTo>
                  <a:lnTo>
                    <a:pt x="2235593" y="955205"/>
                  </a:lnTo>
                  <a:close/>
                </a:path>
                <a:path w="2235834" h="1225550">
                  <a:moveTo>
                    <a:pt x="2235593" y="837920"/>
                  </a:moveTo>
                  <a:lnTo>
                    <a:pt x="2060105" y="837920"/>
                  </a:lnTo>
                  <a:lnTo>
                    <a:pt x="2060105" y="873633"/>
                  </a:lnTo>
                  <a:lnTo>
                    <a:pt x="2235593" y="873633"/>
                  </a:lnTo>
                  <a:lnTo>
                    <a:pt x="2235593" y="837920"/>
                  </a:lnTo>
                  <a:close/>
                </a:path>
                <a:path w="2235834" h="1225550">
                  <a:moveTo>
                    <a:pt x="2235593" y="720585"/>
                  </a:moveTo>
                  <a:lnTo>
                    <a:pt x="2060105" y="720585"/>
                  </a:lnTo>
                  <a:lnTo>
                    <a:pt x="2060105" y="756297"/>
                  </a:lnTo>
                  <a:lnTo>
                    <a:pt x="2235593" y="756297"/>
                  </a:lnTo>
                  <a:lnTo>
                    <a:pt x="2235593" y="720585"/>
                  </a:lnTo>
                  <a:close/>
                </a:path>
                <a:path w="2235834" h="1225550">
                  <a:moveTo>
                    <a:pt x="2235593" y="485965"/>
                  </a:moveTo>
                  <a:lnTo>
                    <a:pt x="2060105" y="485965"/>
                  </a:lnTo>
                  <a:lnTo>
                    <a:pt x="2060105" y="521677"/>
                  </a:lnTo>
                  <a:lnTo>
                    <a:pt x="2235593" y="521677"/>
                  </a:lnTo>
                  <a:lnTo>
                    <a:pt x="2235593" y="485965"/>
                  </a:lnTo>
                  <a:close/>
                </a:path>
                <a:path w="2235834" h="1225550">
                  <a:moveTo>
                    <a:pt x="2235593" y="368681"/>
                  </a:moveTo>
                  <a:lnTo>
                    <a:pt x="2060105" y="368681"/>
                  </a:lnTo>
                  <a:lnTo>
                    <a:pt x="2060105" y="404393"/>
                  </a:lnTo>
                  <a:lnTo>
                    <a:pt x="2235593" y="404393"/>
                  </a:lnTo>
                  <a:lnTo>
                    <a:pt x="2235593" y="368681"/>
                  </a:lnTo>
                  <a:close/>
                </a:path>
                <a:path w="2235834" h="1225550">
                  <a:moveTo>
                    <a:pt x="2235593" y="251345"/>
                  </a:moveTo>
                  <a:lnTo>
                    <a:pt x="2060105" y="251345"/>
                  </a:lnTo>
                  <a:lnTo>
                    <a:pt x="2060105" y="287058"/>
                  </a:lnTo>
                  <a:lnTo>
                    <a:pt x="2235593" y="287058"/>
                  </a:lnTo>
                  <a:lnTo>
                    <a:pt x="2235593" y="251345"/>
                  </a:lnTo>
                  <a:close/>
                </a:path>
                <a:path w="2235834" h="1225550">
                  <a:moveTo>
                    <a:pt x="2235593" y="134073"/>
                  </a:moveTo>
                  <a:lnTo>
                    <a:pt x="2060105" y="134073"/>
                  </a:lnTo>
                  <a:lnTo>
                    <a:pt x="2060105" y="169773"/>
                  </a:lnTo>
                  <a:lnTo>
                    <a:pt x="2235593" y="169773"/>
                  </a:lnTo>
                  <a:lnTo>
                    <a:pt x="2235593" y="134073"/>
                  </a:lnTo>
                  <a:close/>
                </a:path>
                <a:path w="2235834" h="1225550">
                  <a:moveTo>
                    <a:pt x="2235593" y="16738"/>
                  </a:moveTo>
                  <a:lnTo>
                    <a:pt x="2060105" y="16738"/>
                  </a:lnTo>
                  <a:lnTo>
                    <a:pt x="2060105" y="52438"/>
                  </a:lnTo>
                  <a:lnTo>
                    <a:pt x="2235593" y="52438"/>
                  </a:lnTo>
                  <a:lnTo>
                    <a:pt x="2235593" y="167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63733" y="6847250"/>
              <a:ext cx="206946" cy="206946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0456" y="6936501"/>
              <a:ext cx="206946" cy="206946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57179" y="7025753"/>
              <a:ext cx="206946" cy="206946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53903" y="7115006"/>
              <a:ext cx="206946" cy="206946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2838958" y="9054547"/>
              <a:ext cx="2166620" cy="421005"/>
            </a:xfrm>
            <a:custGeom>
              <a:avLst/>
              <a:gdLst/>
              <a:ahLst/>
              <a:cxnLst/>
              <a:rect l="l" t="t" r="r" b="b"/>
              <a:pathLst>
                <a:path w="2166620" h="421004">
                  <a:moveTo>
                    <a:pt x="2166569" y="210235"/>
                  </a:moveTo>
                  <a:lnTo>
                    <a:pt x="2161019" y="162026"/>
                  </a:lnTo>
                  <a:lnTo>
                    <a:pt x="2145207" y="117779"/>
                  </a:lnTo>
                  <a:lnTo>
                    <a:pt x="2120392" y="78752"/>
                  </a:lnTo>
                  <a:lnTo>
                    <a:pt x="2087829" y="46189"/>
                  </a:lnTo>
                  <a:lnTo>
                    <a:pt x="2048789" y="21374"/>
                  </a:lnTo>
                  <a:lnTo>
                    <a:pt x="2004542" y="5562"/>
                  </a:lnTo>
                  <a:lnTo>
                    <a:pt x="1956333" y="12"/>
                  </a:lnTo>
                  <a:lnTo>
                    <a:pt x="210223" y="0"/>
                  </a:lnTo>
                  <a:lnTo>
                    <a:pt x="162026" y="5549"/>
                  </a:lnTo>
                  <a:lnTo>
                    <a:pt x="117767" y="21374"/>
                  </a:lnTo>
                  <a:lnTo>
                    <a:pt x="78740" y="46189"/>
                  </a:lnTo>
                  <a:lnTo>
                    <a:pt x="46189" y="78740"/>
                  </a:lnTo>
                  <a:lnTo>
                    <a:pt x="21361" y="117779"/>
                  </a:lnTo>
                  <a:lnTo>
                    <a:pt x="5549" y="162026"/>
                  </a:lnTo>
                  <a:lnTo>
                    <a:pt x="0" y="210235"/>
                  </a:lnTo>
                  <a:lnTo>
                    <a:pt x="5549" y="258445"/>
                  </a:lnTo>
                  <a:lnTo>
                    <a:pt x="21361" y="302691"/>
                  </a:lnTo>
                  <a:lnTo>
                    <a:pt x="46189" y="341718"/>
                  </a:lnTo>
                  <a:lnTo>
                    <a:pt x="78740" y="374281"/>
                  </a:lnTo>
                  <a:lnTo>
                    <a:pt x="117767" y="399097"/>
                  </a:lnTo>
                  <a:lnTo>
                    <a:pt x="162026" y="414909"/>
                  </a:lnTo>
                  <a:lnTo>
                    <a:pt x="210223" y="420458"/>
                  </a:lnTo>
                  <a:lnTo>
                    <a:pt x="1527822" y="420458"/>
                  </a:lnTo>
                  <a:lnTo>
                    <a:pt x="1956333" y="420458"/>
                  </a:lnTo>
                  <a:lnTo>
                    <a:pt x="2004542" y="414909"/>
                  </a:lnTo>
                  <a:lnTo>
                    <a:pt x="2048789" y="399097"/>
                  </a:lnTo>
                  <a:lnTo>
                    <a:pt x="2087829" y="374281"/>
                  </a:lnTo>
                  <a:lnTo>
                    <a:pt x="2120392" y="341718"/>
                  </a:lnTo>
                  <a:lnTo>
                    <a:pt x="2145207" y="302691"/>
                  </a:lnTo>
                  <a:lnTo>
                    <a:pt x="2161019" y="258445"/>
                  </a:lnTo>
                  <a:lnTo>
                    <a:pt x="2166569" y="2102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282543" y="9474968"/>
              <a:ext cx="1161415" cy="1417955"/>
            </a:xfrm>
            <a:custGeom>
              <a:avLst/>
              <a:gdLst/>
              <a:ahLst/>
              <a:cxnLst/>
              <a:rect l="l" t="t" r="r" b="b"/>
              <a:pathLst>
                <a:path w="1161414" h="1417954">
                  <a:moveTo>
                    <a:pt x="1161186" y="1417396"/>
                  </a:moveTo>
                  <a:lnTo>
                    <a:pt x="1154849" y="1370253"/>
                  </a:lnTo>
                  <a:lnTo>
                    <a:pt x="1136980" y="1327899"/>
                  </a:lnTo>
                  <a:lnTo>
                    <a:pt x="1109256" y="1292009"/>
                  </a:lnTo>
                  <a:lnTo>
                    <a:pt x="1073365" y="1264285"/>
                  </a:lnTo>
                  <a:lnTo>
                    <a:pt x="1031011" y="1246416"/>
                  </a:lnTo>
                  <a:lnTo>
                    <a:pt x="983869" y="1240078"/>
                  </a:lnTo>
                  <a:lnTo>
                    <a:pt x="669302" y="1240078"/>
                  </a:lnTo>
                  <a:lnTo>
                    <a:pt x="669302" y="214490"/>
                  </a:lnTo>
                  <a:lnTo>
                    <a:pt x="670483" y="214490"/>
                  </a:lnTo>
                  <a:lnTo>
                    <a:pt x="768997" y="0"/>
                  </a:lnTo>
                  <a:lnTo>
                    <a:pt x="669302" y="0"/>
                  </a:lnTo>
                  <a:lnTo>
                    <a:pt x="491921" y="0"/>
                  </a:lnTo>
                  <a:lnTo>
                    <a:pt x="392226" y="0"/>
                  </a:lnTo>
                  <a:lnTo>
                    <a:pt x="490740" y="214490"/>
                  </a:lnTo>
                  <a:lnTo>
                    <a:pt x="491921" y="214490"/>
                  </a:lnTo>
                  <a:lnTo>
                    <a:pt x="491921" y="1240078"/>
                  </a:lnTo>
                  <a:lnTo>
                    <a:pt x="177317" y="1240078"/>
                  </a:lnTo>
                  <a:lnTo>
                    <a:pt x="130175" y="1246416"/>
                  </a:lnTo>
                  <a:lnTo>
                    <a:pt x="87820" y="1264285"/>
                  </a:lnTo>
                  <a:lnTo>
                    <a:pt x="51930" y="1292009"/>
                  </a:lnTo>
                  <a:lnTo>
                    <a:pt x="24206" y="1327899"/>
                  </a:lnTo>
                  <a:lnTo>
                    <a:pt x="6337" y="1370253"/>
                  </a:lnTo>
                  <a:lnTo>
                    <a:pt x="0" y="1417396"/>
                  </a:lnTo>
                  <a:lnTo>
                    <a:pt x="1161186" y="1417396"/>
                  </a:lnTo>
                  <a:close/>
                </a:path>
              </a:pathLst>
            </a:custGeom>
            <a:solidFill>
              <a:srgbClr val="8892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431669" y="6596106"/>
              <a:ext cx="1659255" cy="2331085"/>
            </a:xfrm>
            <a:custGeom>
              <a:avLst/>
              <a:gdLst/>
              <a:ahLst/>
              <a:cxnLst/>
              <a:rect l="l" t="t" r="r" b="b"/>
              <a:pathLst>
                <a:path w="1659254" h="2331084">
                  <a:moveTo>
                    <a:pt x="1659089" y="2178634"/>
                  </a:moveTo>
                  <a:lnTo>
                    <a:pt x="1655394" y="2067648"/>
                  </a:lnTo>
                  <a:lnTo>
                    <a:pt x="1651101" y="1957920"/>
                  </a:lnTo>
                  <a:lnTo>
                    <a:pt x="1646199" y="1849424"/>
                  </a:lnTo>
                  <a:lnTo>
                    <a:pt x="1640700" y="1742122"/>
                  </a:lnTo>
                  <a:lnTo>
                    <a:pt x="1634578" y="1636014"/>
                  </a:lnTo>
                  <a:lnTo>
                    <a:pt x="1627860" y="1531048"/>
                  </a:lnTo>
                  <a:lnTo>
                    <a:pt x="1620520" y="1427200"/>
                  </a:lnTo>
                  <a:lnTo>
                    <a:pt x="1612557" y="1324457"/>
                  </a:lnTo>
                  <a:lnTo>
                    <a:pt x="1603984" y="1222781"/>
                  </a:lnTo>
                  <a:lnTo>
                    <a:pt x="1594777" y="1122146"/>
                  </a:lnTo>
                  <a:lnTo>
                    <a:pt x="1584947" y="1022527"/>
                  </a:lnTo>
                  <a:lnTo>
                    <a:pt x="1574495" y="923899"/>
                  </a:lnTo>
                  <a:lnTo>
                    <a:pt x="1563408" y="826236"/>
                  </a:lnTo>
                  <a:lnTo>
                    <a:pt x="1551686" y="729500"/>
                  </a:lnTo>
                  <a:lnTo>
                    <a:pt x="1539328" y="633679"/>
                  </a:lnTo>
                  <a:lnTo>
                    <a:pt x="1526336" y="538746"/>
                  </a:lnTo>
                  <a:lnTo>
                    <a:pt x="1512697" y="444665"/>
                  </a:lnTo>
                  <a:lnTo>
                    <a:pt x="1498409" y="351409"/>
                  </a:lnTo>
                  <a:lnTo>
                    <a:pt x="1483487" y="258953"/>
                  </a:lnTo>
                  <a:lnTo>
                    <a:pt x="1467904" y="167284"/>
                  </a:lnTo>
                  <a:lnTo>
                    <a:pt x="1459865" y="121716"/>
                  </a:lnTo>
                  <a:lnTo>
                    <a:pt x="1444142" y="77063"/>
                  </a:lnTo>
                  <a:lnTo>
                    <a:pt x="1416227" y="40881"/>
                  </a:lnTo>
                  <a:lnTo>
                    <a:pt x="1379042" y="15074"/>
                  </a:lnTo>
                  <a:lnTo>
                    <a:pt x="1335468" y="1562"/>
                  </a:lnTo>
                  <a:lnTo>
                    <a:pt x="1320241" y="1790"/>
                  </a:lnTo>
                  <a:lnTo>
                    <a:pt x="1320114" y="0"/>
                  </a:lnTo>
                  <a:lnTo>
                    <a:pt x="146646" y="0"/>
                  </a:lnTo>
                  <a:lnTo>
                    <a:pt x="140093" y="114"/>
                  </a:lnTo>
                  <a:lnTo>
                    <a:pt x="75615" y="17868"/>
                  </a:lnTo>
                  <a:lnTo>
                    <a:pt x="39382" y="45643"/>
                  </a:lnTo>
                  <a:lnTo>
                    <a:pt x="13525" y="82753"/>
                  </a:lnTo>
                  <a:lnTo>
                    <a:pt x="0" y="126377"/>
                  </a:lnTo>
                  <a:lnTo>
                    <a:pt x="800" y="173672"/>
                  </a:lnTo>
                  <a:lnTo>
                    <a:pt x="16713" y="265112"/>
                  </a:lnTo>
                  <a:lnTo>
                    <a:pt x="31953" y="357365"/>
                  </a:lnTo>
                  <a:lnTo>
                    <a:pt x="46532" y="450443"/>
                  </a:lnTo>
                  <a:lnTo>
                    <a:pt x="60464" y="544385"/>
                  </a:lnTo>
                  <a:lnTo>
                    <a:pt x="73723" y="639216"/>
                  </a:lnTo>
                  <a:lnTo>
                    <a:pt x="86334" y="734974"/>
                  </a:lnTo>
                  <a:lnTo>
                    <a:pt x="98285" y="831659"/>
                  </a:lnTo>
                  <a:lnTo>
                    <a:pt x="109588" y="929335"/>
                  </a:lnTo>
                  <a:lnTo>
                    <a:pt x="120256" y="1028014"/>
                  </a:lnTo>
                  <a:lnTo>
                    <a:pt x="130263" y="1127709"/>
                  </a:lnTo>
                  <a:lnTo>
                    <a:pt x="139636" y="1228471"/>
                  </a:lnTo>
                  <a:lnTo>
                    <a:pt x="148374" y="1330325"/>
                  </a:lnTo>
                  <a:lnTo>
                    <a:pt x="156476" y="1433296"/>
                  </a:lnTo>
                  <a:lnTo>
                    <a:pt x="163931" y="1537398"/>
                  </a:lnTo>
                  <a:lnTo>
                    <a:pt x="170776" y="1642681"/>
                  </a:lnTo>
                  <a:lnTo>
                    <a:pt x="176974" y="1749171"/>
                  </a:lnTo>
                  <a:lnTo>
                    <a:pt x="182562" y="1856879"/>
                  </a:lnTo>
                  <a:lnTo>
                    <a:pt x="187528" y="1965845"/>
                  </a:lnTo>
                  <a:lnTo>
                    <a:pt x="191871" y="2076107"/>
                  </a:lnTo>
                  <a:lnTo>
                    <a:pt x="195592" y="2187676"/>
                  </a:lnTo>
                  <a:lnTo>
                    <a:pt x="204228" y="2233307"/>
                  </a:lnTo>
                  <a:lnTo>
                    <a:pt x="225666" y="2272665"/>
                  </a:lnTo>
                  <a:lnTo>
                    <a:pt x="257543" y="2303538"/>
                  </a:lnTo>
                  <a:lnTo>
                    <a:pt x="297497" y="2323693"/>
                  </a:lnTo>
                  <a:lnTo>
                    <a:pt x="343166" y="2330907"/>
                  </a:lnTo>
                  <a:lnTo>
                    <a:pt x="1511338" y="2330907"/>
                  </a:lnTo>
                  <a:lnTo>
                    <a:pt x="1562404" y="2321903"/>
                  </a:lnTo>
                  <a:lnTo>
                    <a:pt x="1602295" y="2299703"/>
                  </a:lnTo>
                  <a:lnTo>
                    <a:pt x="1633283" y="2266746"/>
                  </a:lnTo>
                  <a:lnTo>
                    <a:pt x="1652993" y="2225548"/>
                  </a:lnTo>
                  <a:lnTo>
                    <a:pt x="1659089" y="21786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4269" y="1452589"/>
            <a:ext cx="20078065" cy="8924290"/>
            <a:chOff x="24269" y="1452589"/>
            <a:chExt cx="20078065" cy="8924290"/>
          </a:xfrm>
        </p:grpSpPr>
        <p:sp>
          <p:nvSpPr>
            <p:cNvPr id="3" name="object 3" descr=""/>
            <p:cNvSpPr/>
            <p:nvPr/>
          </p:nvSpPr>
          <p:spPr>
            <a:xfrm>
              <a:off x="32023" y="1452589"/>
              <a:ext cx="20062190" cy="8924290"/>
            </a:xfrm>
            <a:custGeom>
              <a:avLst/>
              <a:gdLst/>
              <a:ahLst/>
              <a:cxnLst/>
              <a:rect l="l" t="t" r="r" b="b"/>
              <a:pathLst>
                <a:path w="20062190" h="8924290">
                  <a:moveTo>
                    <a:pt x="20061577" y="0"/>
                  </a:moveTo>
                  <a:lnTo>
                    <a:pt x="0" y="230"/>
                  </a:lnTo>
                  <a:lnTo>
                    <a:pt x="11497" y="8923717"/>
                  </a:lnTo>
                  <a:lnTo>
                    <a:pt x="20061577" y="8923717"/>
                  </a:lnTo>
                  <a:lnTo>
                    <a:pt x="20061577" y="0"/>
                  </a:lnTo>
                  <a:close/>
                </a:path>
              </a:pathLst>
            </a:custGeom>
            <a:solidFill>
              <a:srgbClr val="EFF9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142" y="4645278"/>
              <a:ext cx="20057745" cy="584200"/>
            </a:xfrm>
            <a:custGeom>
              <a:avLst/>
              <a:gdLst/>
              <a:ahLst/>
              <a:cxnLst/>
              <a:rect l="l" t="t" r="r" b="b"/>
              <a:pathLst>
                <a:path w="20057745" h="584200">
                  <a:moveTo>
                    <a:pt x="20057476" y="553720"/>
                  </a:moveTo>
                  <a:lnTo>
                    <a:pt x="714" y="553720"/>
                  </a:lnTo>
                  <a:lnTo>
                    <a:pt x="753" y="584200"/>
                  </a:lnTo>
                  <a:lnTo>
                    <a:pt x="20057476" y="584200"/>
                  </a:lnTo>
                  <a:lnTo>
                    <a:pt x="20057476" y="553720"/>
                  </a:lnTo>
                  <a:close/>
                </a:path>
                <a:path w="20057745" h="584200">
                  <a:moveTo>
                    <a:pt x="517417" y="53340"/>
                  </a:moveTo>
                  <a:lnTo>
                    <a:pt x="482570" y="53340"/>
                  </a:lnTo>
                  <a:lnTo>
                    <a:pt x="482570" y="553720"/>
                  </a:lnTo>
                  <a:lnTo>
                    <a:pt x="543552" y="553720"/>
                  </a:lnTo>
                  <a:lnTo>
                    <a:pt x="567762" y="533400"/>
                  </a:lnTo>
                  <a:lnTo>
                    <a:pt x="517417" y="533400"/>
                  </a:lnTo>
                  <a:lnTo>
                    <a:pt x="517417" y="53340"/>
                  </a:lnTo>
                  <a:close/>
                </a:path>
                <a:path w="20057745" h="584200">
                  <a:moveTo>
                    <a:pt x="1174569" y="53340"/>
                  </a:moveTo>
                  <a:lnTo>
                    <a:pt x="1139722" y="53340"/>
                  </a:lnTo>
                  <a:lnTo>
                    <a:pt x="1139722" y="553720"/>
                  </a:lnTo>
                  <a:lnTo>
                    <a:pt x="1200705" y="553720"/>
                  </a:lnTo>
                  <a:lnTo>
                    <a:pt x="1224910" y="533400"/>
                  </a:lnTo>
                  <a:lnTo>
                    <a:pt x="1174569" y="533400"/>
                  </a:lnTo>
                  <a:lnTo>
                    <a:pt x="1174569" y="53340"/>
                  </a:lnTo>
                  <a:close/>
                </a:path>
                <a:path w="20057745" h="584200">
                  <a:moveTo>
                    <a:pt x="1827073" y="57150"/>
                  </a:moveTo>
                  <a:lnTo>
                    <a:pt x="1792226" y="57150"/>
                  </a:lnTo>
                  <a:lnTo>
                    <a:pt x="1792226" y="553720"/>
                  </a:lnTo>
                  <a:lnTo>
                    <a:pt x="1853219" y="553720"/>
                  </a:lnTo>
                  <a:lnTo>
                    <a:pt x="1877428" y="533400"/>
                  </a:lnTo>
                  <a:lnTo>
                    <a:pt x="1827073" y="533400"/>
                  </a:lnTo>
                  <a:lnTo>
                    <a:pt x="1827073" y="57150"/>
                  </a:lnTo>
                  <a:close/>
                </a:path>
                <a:path w="20057745" h="584200">
                  <a:moveTo>
                    <a:pt x="2484226" y="53340"/>
                  </a:moveTo>
                  <a:lnTo>
                    <a:pt x="2449379" y="53340"/>
                  </a:lnTo>
                  <a:lnTo>
                    <a:pt x="2449379" y="553720"/>
                  </a:lnTo>
                  <a:lnTo>
                    <a:pt x="2510361" y="553720"/>
                  </a:lnTo>
                  <a:lnTo>
                    <a:pt x="2534571" y="533400"/>
                  </a:lnTo>
                  <a:lnTo>
                    <a:pt x="2484226" y="533400"/>
                  </a:lnTo>
                  <a:lnTo>
                    <a:pt x="2484226" y="53340"/>
                  </a:lnTo>
                  <a:close/>
                </a:path>
                <a:path w="20057745" h="584200">
                  <a:moveTo>
                    <a:pt x="3141379" y="53340"/>
                  </a:moveTo>
                  <a:lnTo>
                    <a:pt x="3106532" y="53340"/>
                  </a:lnTo>
                  <a:lnTo>
                    <a:pt x="3106532" y="553720"/>
                  </a:lnTo>
                  <a:lnTo>
                    <a:pt x="3167514" y="553720"/>
                  </a:lnTo>
                  <a:lnTo>
                    <a:pt x="3191724" y="533400"/>
                  </a:lnTo>
                  <a:lnTo>
                    <a:pt x="3141379" y="533400"/>
                  </a:lnTo>
                  <a:lnTo>
                    <a:pt x="3141379" y="53340"/>
                  </a:lnTo>
                  <a:close/>
                </a:path>
                <a:path w="20057745" h="584200">
                  <a:moveTo>
                    <a:pt x="3798531" y="53340"/>
                  </a:moveTo>
                  <a:lnTo>
                    <a:pt x="3763684" y="53340"/>
                  </a:lnTo>
                  <a:lnTo>
                    <a:pt x="3763684" y="553720"/>
                  </a:lnTo>
                  <a:lnTo>
                    <a:pt x="3824667" y="553720"/>
                  </a:lnTo>
                  <a:lnTo>
                    <a:pt x="3848844" y="533400"/>
                  </a:lnTo>
                  <a:lnTo>
                    <a:pt x="3798531" y="533400"/>
                  </a:lnTo>
                  <a:lnTo>
                    <a:pt x="3798531" y="53340"/>
                  </a:lnTo>
                  <a:close/>
                </a:path>
                <a:path w="20057745" h="584200">
                  <a:moveTo>
                    <a:pt x="4453360" y="54610"/>
                  </a:moveTo>
                  <a:lnTo>
                    <a:pt x="4418513" y="54610"/>
                  </a:lnTo>
                  <a:lnTo>
                    <a:pt x="4418513" y="553720"/>
                  </a:lnTo>
                  <a:lnTo>
                    <a:pt x="4479495" y="553720"/>
                  </a:lnTo>
                  <a:lnTo>
                    <a:pt x="4503705" y="533400"/>
                  </a:lnTo>
                  <a:lnTo>
                    <a:pt x="4453360" y="533400"/>
                  </a:lnTo>
                  <a:lnTo>
                    <a:pt x="4453360" y="54610"/>
                  </a:lnTo>
                  <a:close/>
                </a:path>
                <a:path w="20057745" h="584200">
                  <a:moveTo>
                    <a:pt x="5110512" y="53340"/>
                  </a:moveTo>
                  <a:lnTo>
                    <a:pt x="5075665" y="53340"/>
                  </a:lnTo>
                  <a:lnTo>
                    <a:pt x="5075665" y="553720"/>
                  </a:lnTo>
                  <a:lnTo>
                    <a:pt x="5136648" y="553720"/>
                  </a:lnTo>
                  <a:lnTo>
                    <a:pt x="5160857" y="533400"/>
                  </a:lnTo>
                  <a:lnTo>
                    <a:pt x="5110512" y="533400"/>
                  </a:lnTo>
                  <a:lnTo>
                    <a:pt x="5110512" y="53340"/>
                  </a:lnTo>
                  <a:close/>
                </a:path>
                <a:path w="20057745" h="584200">
                  <a:moveTo>
                    <a:pt x="5767655" y="53340"/>
                  </a:moveTo>
                  <a:lnTo>
                    <a:pt x="5732808" y="53340"/>
                  </a:lnTo>
                  <a:lnTo>
                    <a:pt x="5732808" y="553720"/>
                  </a:lnTo>
                  <a:lnTo>
                    <a:pt x="5793800" y="553720"/>
                  </a:lnTo>
                  <a:lnTo>
                    <a:pt x="5818010" y="533400"/>
                  </a:lnTo>
                  <a:lnTo>
                    <a:pt x="5767655" y="533400"/>
                  </a:lnTo>
                  <a:lnTo>
                    <a:pt x="5767655" y="53340"/>
                  </a:lnTo>
                  <a:close/>
                </a:path>
                <a:path w="20057745" h="584200">
                  <a:moveTo>
                    <a:pt x="6424807" y="53340"/>
                  </a:moveTo>
                  <a:lnTo>
                    <a:pt x="6389960" y="53340"/>
                  </a:lnTo>
                  <a:lnTo>
                    <a:pt x="6389960" y="553720"/>
                  </a:lnTo>
                  <a:lnTo>
                    <a:pt x="6468052" y="553720"/>
                  </a:lnTo>
                  <a:lnTo>
                    <a:pt x="6492262" y="533400"/>
                  </a:lnTo>
                  <a:lnTo>
                    <a:pt x="6424807" y="533400"/>
                  </a:lnTo>
                  <a:lnTo>
                    <a:pt x="6424807" y="53340"/>
                  </a:lnTo>
                  <a:close/>
                </a:path>
                <a:path w="20057745" h="584200">
                  <a:moveTo>
                    <a:pt x="7099070" y="53340"/>
                  </a:moveTo>
                  <a:lnTo>
                    <a:pt x="7064223" y="53340"/>
                  </a:lnTo>
                  <a:lnTo>
                    <a:pt x="7064223" y="553720"/>
                  </a:lnTo>
                  <a:lnTo>
                    <a:pt x="7125205" y="553720"/>
                  </a:lnTo>
                  <a:lnTo>
                    <a:pt x="7149415" y="533400"/>
                  </a:lnTo>
                  <a:lnTo>
                    <a:pt x="7099070" y="533400"/>
                  </a:lnTo>
                  <a:lnTo>
                    <a:pt x="7099070" y="53340"/>
                  </a:lnTo>
                  <a:close/>
                </a:path>
                <a:path w="20057745" h="584200">
                  <a:moveTo>
                    <a:pt x="7756222" y="53340"/>
                  </a:moveTo>
                  <a:lnTo>
                    <a:pt x="7721375" y="53340"/>
                  </a:lnTo>
                  <a:lnTo>
                    <a:pt x="7721375" y="553720"/>
                  </a:lnTo>
                  <a:lnTo>
                    <a:pt x="7782358" y="553720"/>
                  </a:lnTo>
                  <a:lnTo>
                    <a:pt x="7806563" y="533400"/>
                  </a:lnTo>
                  <a:lnTo>
                    <a:pt x="7756222" y="533400"/>
                  </a:lnTo>
                  <a:lnTo>
                    <a:pt x="7756222" y="53340"/>
                  </a:lnTo>
                  <a:close/>
                </a:path>
                <a:path w="20057745" h="584200">
                  <a:moveTo>
                    <a:pt x="8408726" y="57150"/>
                  </a:moveTo>
                  <a:lnTo>
                    <a:pt x="8373879" y="57150"/>
                  </a:lnTo>
                  <a:lnTo>
                    <a:pt x="8373879" y="553720"/>
                  </a:lnTo>
                  <a:lnTo>
                    <a:pt x="8434861" y="553720"/>
                  </a:lnTo>
                  <a:lnTo>
                    <a:pt x="8459071" y="533400"/>
                  </a:lnTo>
                  <a:lnTo>
                    <a:pt x="8408726" y="533400"/>
                  </a:lnTo>
                  <a:lnTo>
                    <a:pt x="8408726" y="57150"/>
                  </a:lnTo>
                  <a:close/>
                </a:path>
                <a:path w="20057745" h="584200">
                  <a:moveTo>
                    <a:pt x="9065879" y="53340"/>
                  </a:moveTo>
                  <a:lnTo>
                    <a:pt x="9031032" y="53340"/>
                  </a:lnTo>
                  <a:lnTo>
                    <a:pt x="9031032" y="553720"/>
                  </a:lnTo>
                  <a:lnTo>
                    <a:pt x="9092014" y="553720"/>
                  </a:lnTo>
                  <a:lnTo>
                    <a:pt x="9116224" y="533400"/>
                  </a:lnTo>
                  <a:lnTo>
                    <a:pt x="9065879" y="533400"/>
                  </a:lnTo>
                  <a:lnTo>
                    <a:pt x="9065879" y="53340"/>
                  </a:lnTo>
                  <a:close/>
                </a:path>
                <a:path w="20057745" h="584200">
                  <a:moveTo>
                    <a:pt x="9723032" y="53340"/>
                  </a:moveTo>
                  <a:lnTo>
                    <a:pt x="9688185" y="53340"/>
                  </a:lnTo>
                  <a:lnTo>
                    <a:pt x="9688185" y="553720"/>
                  </a:lnTo>
                  <a:lnTo>
                    <a:pt x="9749167" y="553720"/>
                  </a:lnTo>
                  <a:lnTo>
                    <a:pt x="9773376" y="533400"/>
                  </a:lnTo>
                  <a:lnTo>
                    <a:pt x="9723032" y="533400"/>
                  </a:lnTo>
                  <a:lnTo>
                    <a:pt x="9723032" y="53340"/>
                  </a:lnTo>
                  <a:close/>
                </a:path>
                <a:path w="20057745" h="584200">
                  <a:moveTo>
                    <a:pt x="10380184" y="53340"/>
                  </a:moveTo>
                  <a:lnTo>
                    <a:pt x="10345327" y="53340"/>
                  </a:lnTo>
                  <a:lnTo>
                    <a:pt x="10345327" y="553720"/>
                  </a:lnTo>
                  <a:lnTo>
                    <a:pt x="10406320" y="553720"/>
                  </a:lnTo>
                  <a:lnTo>
                    <a:pt x="10430496" y="533400"/>
                  </a:lnTo>
                  <a:lnTo>
                    <a:pt x="10380184" y="533400"/>
                  </a:lnTo>
                  <a:lnTo>
                    <a:pt x="10380184" y="53340"/>
                  </a:lnTo>
                  <a:close/>
                </a:path>
                <a:path w="20057745" h="584200">
                  <a:moveTo>
                    <a:pt x="11035013" y="54610"/>
                  </a:moveTo>
                  <a:lnTo>
                    <a:pt x="11000155" y="54610"/>
                  </a:lnTo>
                  <a:lnTo>
                    <a:pt x="11000155" y="553720"/>
                  </a:lnTo>
                  <a:lnTo>
                    <a:pt x="11061148" y="553720"/>
                  </a:lnTo>
                  <a:lnTo>
                    <a:pt x="11085357" y="533400"/>
                  </a:lnTo>
                  <a:lnTo>
                    <a:pt x="11035013" y="533400"/>
                  </a:lnTo>
                  <a:lnTo>
                    <a:pt x="11035013" y="54610"/>
                  </a:lnTo>
                  <a:close/>
                </a:path>
                <a:path w="20057745" h="584200">
                  <a:moveTo>
                    <a:pt x="11692165" y="53340"/>
                  </a:moveTo>
                  <a:lnTo>
                    <a:pt x="11657308" y="53340"/>
                  </a:lnTo>
                  <a:lnTo>
                    <a:pt x="11657308" y="553720"/>
                  </a:lnTo>
                  <a:lnTo>
                    <a:pt x="11718301" y="553720"/>
                  </a:lnTo>
                  <a:lnTo>
                    <a:pt x="11742510" y="533400"/>
                  </a:lnTo>
                  <a:lnTo>
                    <a:pt x="11692165" y="533400"/>
                  </a:lnTo>
                  <a:lnTo>
                    <a:pt x="11692165" y="53340"/>
                  </a:lnTo>
                  <a:close/>
                </a:path>
                <a:path w="20057745" h="584200">
                  <a:moveTo>
                    <a:pt x="12349308" y="53340"/>
                  </a:moveTo>
                  <a:lnTo>
                    <a:pt x="12314461" y="53340"/>
                  </a:lnTo>
                  <a:lnTo>
                    <a:pt x="12314461" y="553720"/>
                  </a:lnTo>
                  <a:lnTo>
                    <a:pt x="12375453" y="553720"/>
                  </a:lnTo>
                  <a:lnTo>
                    <a:pt x="12399663" y="533400"/>
                  </a:lnTo>
                  <a:lnTo>
                    <a:pt x="12349308" y="533400"/>
                  </a:lnTo>
                  <a:lnTo>
                    <a:pt x="12349308" y="53340"/>
                  </a:lnTo>
                  <a:close/>
                </a:path>
                <a:path w="20057745" h="584200">
                  <a:moveTo>
                    <a:pt x="13006460" y="53340"/>
                  </a:moveTo>
                  <a:lnTo>
                    <a:pt x="12971613" y="53340"/>
                  </a:lnTo>
                  <a:lnTo>
                    <a:pt x="12971613" y="553720"/>
                  </a:lnTo>
                  <a:lnTo>
                    <a:pt x="13034774" y="553720"/>
                  </a:lnTo>
                  <a:lnTo>
                    <a:pt x="13058984" y="533400"/>
                  </a:lnTo>
                  <a:lnTo>
                    <a:pt x="13006460" y="533400"/>
                  </a:lnTo>
                  <a:lnTo>
                    <a:pt x="13006460" y="53340"/>
                  </a:lnTo>
                  <a:close/>
                </a:path>
                <a:path w="20057745" h="584200">
                  <a:moveTo>
                    <a:pt x="13665791" y="53340"/>
                  </a:moveTo>
                  <a:lnTo>
                    <a:pt x="13630944" y="53340"/>
                  </a:lnTo>
                  <a:lnTo>
                    <a:pt x="13630944" y="553720"/>
                  </a:lnTo>
                  <a:lnTo>
                    <a:pt x="13691926" y="553720"/>
                  </a:lnTo>
                  <a:lnTo>
                    <a:pt x="13716136" y="533400"/>
                  </a:lnTo>
                  <a:lnTo>
                    <a:pt x="13665791" y="533400"/>
                  </a:lnTo>
                  <a:lnTo>
                    <a:pt x="13665791" y="53340"/>
                  </a:lnTo>
                  <a:close/>
                </a:path>
                <a:path w="20057745" h="584200">
                  <a:moveTo>
                    <a:pt x="14322944" y="53340"/>
                  </a:moveTo>
                  <a:lnTo>
                    <a:pt x="14288086" y="53340"/>
                  </a:lnTo>
                  <a:lnTo>
                    <a:pt x="14288086" y="553720"/>
                  </a:lnTo>
                  <a:lnTo>
                    <a:pt x="14349079" y="553720"/>
                  </a:lnTo>
                  <a:lnTo>
                    <a:pt x="14373285" y="533400"/>
                  </a:lnTo>
                  <a:lnTo>
                    <a:pt x="14322944" y="533400"/>
                  </a:lnTo>
                  <a:lnTo>
                    <a:pt x="14322944" y="53340"/>
                  </a:lnTo>
                  <a:close/>
                </a:path>
                <a:path w="20057745" h="584200">
                  <a:moveTo>
                    <a:pt x="14975448" y="57150"/>
                  </a:moveTo>
                  <a:lnTo>
                    <a:pt x="14940601" y="57150"/>
                  </a:lnTo>
                  <a:lnTo>
                    <a:pt x="14940601" y="553720"/>
                  </a:lnTo>
                  <a:lnTo>
                    <a:pt x="15001583" y="553720"/>
                  </a:lnTo>
                  <a:lnTo>
                    <a:pt x="15025793" y="533400"/>
                  </a:lnTo>
                  <a:lnTo>
                    <a:pt x="14975448" y="533400"/>
                  </a:lnTo>
                  <a:lnTo>
                    <a:pt x="14975448" y="57150"/>
                  </a:lnTo>
                  <a:close/>
                </a:path>
                <a:path w="20057745" h="584200">
                  <a:moveTo>
                    <a:pt x="15632600" y="53340"/>
                  </a:moveTo>
                  <a:lnTo>
                    <a:pt x="15597753" y="53340"/>
                  </a:lnTo>
                  <a:lnTo>
                    <a:pt x="15597753" y="553720"/>
                  </a:lnTo>
                  <a:lnTo>
                    <a:pt x="15658736" y="553720"/>
                  </a:lnTo>
                  <a:lnTo>
                    <a:pt x="15682945" y="533400"/>
                  </a:lnTo>
                  <a:lnTo>
                    <a:pt x="15632600" y="533400"/>
                  </a:lnTo>
                  <a:lnTo>
                    <a:pt x="15632600" y="53340"/>
                  </a:lnTo>
                  <a:close/>
                </a:path>
                <a:path w="20057745" h="584200">
                  <a:moveTo>
                    <a:pt x="16289743" y="53340"/>
                  </a:moveTo>
                  <a:lnTo>
                    <a:pt x="16254896" y="53340"/>
                  </a:lnTo>
                  <a:lnTo>
                    <a:pt x="16254896" y="553720"/>
                  </a:lnTo>
                  <a:lnTo>
                    <a:pt x="16315888" y="553720"/>
                  </a:lnTo>
                  <a:lnTo>
                    <a:pt x="16340098" y="533400"/>
                  </a:lnTo>
                  <a:lnTo>
                    <a:pt x="16289743" y="533400"/>
                  </a:lnTo>
                  <a:lnTo>
                    <a:pt x="16289743" y="53340"/>
                  </a:lnTo>
                  <a:close/>
                </a:path>
                <a:path w="20057745" h="584200">
                  <a:moveTo>
                    <a:pt x="16946895" y="53340"/>
                  </a:moveTo>
                  <a:lnTo>
                    <a:pt x="16912048" y="53340"/>
                  </a:lnTo>
                  <a:lnTo>
                    <a:pt x="16912048" y="553720"/>
                  </a:lnTo>
                  <a:lnTo>
                    <a:pt x="16973041" y="553720"/>
                  </a:lnTo>
                  <a:lnTo>
                    <a:pt x="16997218" y="533400"/>
                  </a:lnTo>
                  <a:lnTo>
                    <a:pt x="16946895" y="533400"/>
                  </a:lnTo>
                  <a:lnTo>
                    <a:pt x="16946895" y="53340"/>
                  </a:lnTo>
                  <a:close/>
                </a:path>
                <a:path w="20057745" h="584200">
                  <a:moveTo>
                    <a:pt x="17601734" y="54610"/>
                  </a:moveTo>
                  <a:lnTo>
                    <a:pt x="17566877" y="54610"/>
                  </a:lnTo>
                  <a:lnTo>
                    <a:pt x="17566877" y="553720"/>
                  </a:lnTo>
                  <a:lnTo>
                    <a:pt x="17627869" y="553720"/>
                  </a:lnTo>
                  <a:lnTo>
                    <a:pt x="17652079" y="533400"/>
                  </a:lnTo>
                  <a:lnTo>
                    <a:pt x="17601734" y="533400"/>
                  </a:lnTo>
                  <a:lnTo>
                    <a:pt x="17601734" y="54610"/>
                  </a:lnTo>
                  <a:close/>
                </a:path>
                <a:path w="20057745" h="584200">
                  <a:moveTo>
                    <a:pt x="18258876" y="53340"/>
                  </a:moveTo>
                  <a:lnTo>
                    <a:pt x="18224029" y="53340"/>
                  </a:lnTo>
                  <a:lnTo>
                    <a:pt x="18224029" y="553720"/>
                  </a:lnTo>
                  <a:lnTo>
                    <a:pt x="18285022" y="553720"/>
                  </a:lnTo>
                  <a:lnTo>
                    <a:pt x="18309232" y="533400"/>
                  </a:lnTo>
                  <a:lnTo>
                    <a:pt x="18258876" y="533400"/>
                  </a:lnTo>
                  <a:lnTo>
                    <a:pt x="18258876" y="53340"/>
                  </a:lnTo>
                  <a:close/>
                </a:path>
                <a:path w="20057745" h="584200">
                  <a:moveTo>
                    <a:pt x="18916029" y="53340"/>
                  </a:moveTo>
                  <a:lnTo>
                    <a:pt x="18881182" y="53340"/>
                  </a:lnTo>
                  <a:lnTo>
                    <a:pt x="18881182" y="553720"/>
                  </a:lnTo>
                  <a:lnTo>
                    <a:pt x="18942175" y="553720"/>
                  </a:lnTo>
                  <a:lnTo>
                    <a:pt x="18966385" y="533400"/>
                  </a:lnTo>
                  <a:lnTo>
                    <a:pt x="18916029" y="533400"/>
                  </a:lnTo>
                  <a:lnTo>
                    <a:pt x="18916029" y="53340"/>
                  </a:lnTo>
                  <a:close/>
                </a:path>
                <a:path w="20057745" h="584200">
                  <a:moveTo>
                    <a:pt x="19573182" y="53340"/>
                  </a:moveTo>
                  <a:lnTo>
                    <a:pt x="19538335" y="53340"/>
                  </a:lnTo>
                  <a:lnTo>
                    <a:pt x="19538335" y="553720"/>
                  </a:lnTo>
                  <a:lnTo>
                    <a:pt x="19599317" y="553720"/>
                  </a:lnTo>
                  <a:lnTo>
                    <a:pt x="19623510" y="533400"/>
                  </a:lnTo>
                  <a:lnTo>
                    <a:pt x="19573182" y="533400"/>
                  </a:lnTo>
                  <a:lnTo>
                    <a:pt x="19573182" y="53340"/>
                  </a:lnTo>
                  <a:close/>
                </a:path>
                <a:path w="20057745" h="584200">
                  <a:moveTo>
                    <a:pt x="1174569" y="30480"/>
                  </a:moveTo>
                  <a:lnTo>
                    <a:pt x="1116100" y="30480"/>
                  </a:lnTo>
                  <a:lnTo>
                    <a:pt x="517417" y="533400"/>
                  </a:lnTo>
                  <a:lnTo>
                    <a:pt x="567762" y="533400"/>
                  </a:lnTo>
                  <a:lnTo>
                    <a:pt x="1139722" y="53340"/>
                  </a:lnTo>
                  <a:lnTo>
                    <a:pt x="1174569" y="53340"/>
                  </a:lnTo>
                  <a:lnTo>
                    <a:pt x="1174569" y="30480"/>
                  </a:lnTo>
                  <a:close/>
                </a:path>
                <a:path w="20057745" h="584200">
                  <a:moveTo>
                    <a:pt x="1827073" y="30480"/>
                  </a:moveTo>
                  <a:lnTo>
                    <a:pt x="1773253" y="30480"/>
                  </a:lnTo>
                  <a:lnTo>
                    <a:pt x="1174569" y="533400"/>
                  </a:lnTo>
                  <a:lnTo>
                    <a:pt x="1224910" y="533400"/>
                  </a:lnTo>
                  <a:lnTo>
                    <a:pt x="1792226" y="57150"/>
                  </a:lnTo>
                  <a:lnTo>
                    <a:pt x="1827073" y="57150"/>
                  </a:lnTo>
                  <a:lnTo>
                    <a:pt x="1827073" y="30480"/>
                  </a:lnTo>
                  <a:close/>
                </a:path>
                <a:path w="20057745" h="584200">
                  <a:moveTo>
                    <a:pt x="2484226" y="30480"/>
                  </a:moveTo>
                  <a:lnTo>
                    <a:pt x="2425756" y="30480"/>
                  </a:lnTo>
                  <a:lnTo>
                    <a:pt x="1827073" y="533400"/>
                  </a:lnTo>
                  <a:lnTo>
                    <a:pt x="1877428" y="533400"/>
                  </a:lnTo>
                  <a:lnTo>
                    <a:pt x="2449379" y="53340"/>
                  </a:lnTo>
                  <a:lnTo>
                    <a:pt x="2484226" y="53340"/>
                  </a:lnTo>
                  <a:lnTo>
                    <a:pt x="2484226" y="30480"/>
                  </a:lnTo>
                  <a:close/>
                </a:path>
                <a:path w="20057745" h="584200">
                  <a:moveTo>
                    <a:pt x="3141379" y="30480"/>
                  </a:moveTo>
                  <a:lnTo>
                    <a:pt x="3082909" y="30480"/>
                  </a:lnTo>
                  <a:lnTo>
                    <a:pt x="2484226" y="533400"/>
                  </a:lnTo>
                  <a:lnTo>
                    <a:pt x="2534571" y="533400"/>
                  </a:lnTo>
                  <a:lnTo>
                    <a:pt x="3106532" y="53340"/>
                  </a:lnTo>
                  <a:lnTo>
                    <a:pt x="3141379" y="53340"/>
                  </a:lnTo>
                  <a:lnTo>
                    <a:pt x="3141379" y="30480"/>
                  </a:lnTo>
                  <a:close/>
                </a:path>
                <a:path w="20057745" h="584200">
                  <a:moveTo>
                    <a:pt x="3798531" y="30480"/>
                  </a:moveTo>
                  <a:lnTo>
                    <a:pt x="3740062" y="30480"/>
                  </a:lnTo>
                  <a:lnTo>
                    <a:pt x="3141379" y="533400"/>
                  </a:lnTo>
                  <a:lnTo>
                    <a:pt x="3191724" y="533400"/>
                  </a:lnTo>
                  <a:lnTo>
                    <a:pt x="3763684" y="53340"/>
                  </a:lnTo>
                  <a:lnTo>
                    <a:pt x="3798531" y="53340"/>
                  </a:lnTo>
                  <a:lnTo>
                    <a:pt x="3798531" y="30480"/>
                  </a:lnTo>
                  <a:close/>
                </a:path>
                <a:path w="20057745" h="584200">
                  <a:moveTo>
                    <a:pt x="4453360" y="30480"/>
                  </a:moveTo>
                  <a:lnTo>
                    <a:pt x="4397204" y="30480"/>
                  </a:lnTo>
                  <a:lnTo>
                    <a:pt x="3798531" y="533400"/>
                  </a:lnTo>
                  <a:lnTo>
                    <a:pt x="3848844" y="533400"/>
                  </a:lnTo>
                  <a:lnTo>
                    <a:pt x="4418513" y="54610"/>
                  </a:lnTo>
                  <a:lnTo>
                    <a:pt x="4453360" y="54610"/>
                  </a:lnTo>
                  <a:lnTo>
                    <a:pt x="4453360" y="30480"/>
                  </a:lnTo>
                  <a:close/>
                </a:path>
                <a:path w="20057745" h="584200">
                  <a:moveTo>
                    <a:pt x="5110512" y="30480"/>
                  </a:moveTo>
                  <a:lnTo>
                    <a:pt x="5052032" y="30480"/>
                  </a:lnTo>
                  <a:lnTo>
                    <a:pt x="4453360" y="533400"/>
                  </a:lnTo>
                  <a:lnTo>
                    <a:pt x="4503705" y="533400"/>
                  </a:lnTo>
                  <a:lnTo>
                    <a:pt x="5075665" y="53340"/>
                  </a:lnTo>
                  <a:lnTo>
                    <a:pt x="5110512" y="53340"/>
                  </a:lnTo>
                  <a:lnTo>
                    <a:pt x="5110512" y="30480"/>
                  </a:lnTo>
                  <a:close/>
                </a:path>
                <a:path w="20057745" h="584200">
                  <a:moveTo>
                    <a:pt x="5767655" y="30480"/>
                  </a:moveTo>
                  <a:lnTo>
                    <a:pt x="5709185" y="30480"/>
                  </a:lnTo>
                  <a:lnTo>
                    <a:pt x="5110512" y="533400"/>
                  </a:lnTo>
                  <a:lnTo>
                    <a:pt x="5160857" y="533400"/>
                  </a:lnTo>
                  <a:lnTo>
                    <a:pt x="5732808" y="53340"/>
                  </a:lnTo>
                  <a:lnTo>
                    <a:pt x="5767655" y="53340"/>
                  </a:lnTo>
                  <a:lnTo>
                    <a:pt x="5767655" y="30480"/>
                  </a:lnTo>
                  <a:close/>
                </a:path>
                <a:path w="20057745" h="584200">
                  <a:moveTo>
                    <a:pt x="6424807" y="30480"/>
                  </a:moveTo>
                  <a:lnTo>
                    <a:pt x="6366338" y="30480"/>
                  </a:lnTo>
                  <a:lnTo>
                    <a:pt x="5767655" y="533400"/>
                  </a:lnTo>
                  <a:lnTo>
                    <a:pt x="5818010" y="533400"/>
                  </a:lnTo>
                  <a:lnTo>
                    <a:pt x="6389960" y="53340"/>
                  </a:lnTo>
                  <a:lnTo>
                    <a:pt x="6424807" y="53340"/>
                  </a:lnTo>
                  <a:lnTo>
                    <a:pt x="6424807" y="30480"/>
                  </a:lnTo>
                  <a:close/>
                </a:path>
                <a:path w="20057745" h="584200">
                  <a:moveTo>
                    <a:pt x="7099070" y="30480"/>
                  </a:moveTo>
                  <a:lnTo>
                    <a:pt x="7023491" y="30480"/>
                  </a:lnTo>
                  <a:lnTo>
                    <a:pt x="6424807" y="533400"/>
                  </a:lnTo>
                  <a:lnTo>
                    <a:pt x="6492262" y="533400"/>
                  </a:lnTo>
                  <a:lnTo>
                    <a:pt x="7064223" y="53340"/>
                  </a:lnTo>
                  <a:lnTo>
                    <a:pt x="7099070" y="53340"/>
                  </a:lnTo>
                  <a:lnTo>
                    <a:pt x="7099070" y="30480"/>
                  </a:lnTo>
                  <a:close/>
                </a:path>
                <a:path w="20057745" h="584200">
                  <a:moveTo>
                    <a:pt x="7756222" y="30480"/>
                  </a:moveTo>
                  <a:lnTo>
                    <a:pt x="7697743" y="30480"/>
                  </a:lnTo>
                  <a:lnTo>
                    <a:pt x="7099070" y="533400"/>
                  </a:lnTo>
                  <a:lnTo>
                    <a:pt x="7149415" y="533400"/>
                  </a:lnTo>
                  <a:lnTo>
                    <a:pt x="7721375" y="53340"/>
                  </a:lnTo>
                  <a:lnTo>
                    <a:pt x="7756222" y="53340"/>
                  </a:lnTo>
                  <a:lnTo>
                    <a:pt x="7756222" y="30480"/>
                  </a:lnTo>
                  <a:close/>
                </a:path>
                <a:path w="20057745" h="584200">
                  <a:moveTo>
                    <a:pt x="8408726" y="30480"/>
                  </a:moveTo>
                  <a:lnTo>
                    <a:pt x="8354895" y="30480"/>
                  </a:lnTo>
                  <a:lnTo>
                    <a:pt x="7756222" y="533400"/>
                  </a:lnTo>
                  <a:lnTo>
                    <a:pt x="7806563" y="533400"/>
                  </a:lnTo>
                  <a:lnTo>
                    <a:pt x="8373879" y="57150"/>
                  </a:lnTo>
                  <a:lnTo>
                    <a:pt x="8408726" y="57150"/>
                  </a:lnTo>
                  <a:lnTo>
                    <a:pt x="8408726" y="30480"/>
                  </a:lnTo>
                  <a:close/>
                </a:path>
                <a:path w="20057745" h="584200">
                  <a:moveTo>
                    <a:pt x="9065879" y="30480"/>
                  </a:moveTo>
                  <a:lnTo>
                    <a:pt x="9007409" y="30480"/>
                  </a:lnTo>
                  <a:lnTo>
                    <a:pt x="8408726" y="533400"/>
                  </a:lnTo>
                  <a:lnTo>
                    <a:pt x="8459071" y="533400"/>
                  </a:lnTo>
                  <a:lnTo>
                    <a:pt x="9031032" y="53340"/>
                  </a:lnTo>
                  <a:lnTo>
                    <a:pt x="9065879" y="53340"/>
                  </a:lnTo>
                  <a:lnTo>
                    <a:pt x="9065879" y="30480"/>
                  </a:lnTo>
                  <a:close/>
                </a:path>
                <a:path w="20057745" h="584200">
                  <a:moveTo>
                    <a:pt x="9723032" y="30480"/>
                  </a:moveTo>
                  <a:lnTo>
                    <a:pt x="9664562" y="30480"/>
                  </a:lnTo>
                  <a:lnTo>
                    <a:pt x="9065879" y="533400"/>
                  </a:lnTo>
                  <a:lnTo>
                    <a:pt x="9116224" y="533400"/>
                  </a:lnTo>
                  <a:lnTo>
                    <a:pt x="9688185" y="53340"/>
                  </a:lnTo>
                  <a:lnTo>
                    <a:pt x="9723032" y="53340"/>
                  </a:lnTo>
                  <a:lnTo>
                    <a:pt x="9723032" y="30480"/>
                  </a:lnTo>
                  <a:close/>
                </a:path>
                <a:path w="20057745" h="584200">
                  <a:moveTo>
                    <a:pt x="10380184" y="30480"/>
                  </a:moveTo>
                  <a:lnTo>
                    <a:pt x="10321704" y="30480"/>
                  </a:lnTo>
                  <a:lnTo>
                    <a:pt x="9723032" y="533400"/>
                  </a:lnTo>
                  <a:lnTo>
                    <a:pt x="9773376" y="533400"/>
                  </a:lnTo>
                  <a:lnTo>
                    <a:pt x="10345327" y="53340"/>
                  </a:lnTo>
                  <a:lnTo>
                    <a:pt x="10380184" y="53340"/>
                  </a:lnTo>
                  <a:lnTo>
                    <a:pt x="10380184" y="30480"/>
                  </a:lnTo>
                  <a:close/>
                </a:path>
                <a:path w="20057745" h="584200">
                  <a:moveTo>
                    <a:pt x="11035013" y="30480"/>
                  </a:moveTo>
                  <a:lnTo>
                    <a:pt x="10978857" y="30480"/>
                  </a:lnTo>
                  <a:lnTo>
                    <a:pt x="10380184" y="533400"/>
                  </a:lnTo>
                  <a:lnTo>
                    <a:pt x="10430496" y="533400"/>
                  </a:lnTo>
                  <a:lnTo>
                    <a:pt x="11000155" y="54610"/>
                  </a:lnTo>
                  <a:lnTo>
                    <a:pt x="11035013" y="54610"/>
                  </a:lnTo>
                  <a:lnTo>
                    <a:pt x="11035013" y="30480"/>
                  </a:lnTo>
                  <a:close/>
                </a:path>
                <a:path w="20057745" h="584200">
                  <a:moveTo>
                    <a:pt x="11692165" y="30480"/>
                  </a:moveTo>
                  <a:lnTo>
                    <a:pt x="11633685" y="30480"/>
                  </a:lnTo>
                  <a:lnTo>
                    <a:pt x="11035013" y="533400"/>
                  </a:lnTo>
                  <a:lnTo>
                    <a:pt x="11085357" y="533400"/>
                  </a:lnTo>
                  <a:lnTo>
                    <a:pt x="11657308" y="53340"/>
                  </a:lnTo>
                  <a:lnTo>
                    <a:pt x="11692165" y="53340"/>
                  </a:lnTo>
                  <a:lnTo>
                    <a:pt x="11692165" y="30480"/>
                  </a:lnTo>
                  <a:close/>
                </a:path>
                <a:path w="20057745" h="584200">
                  <a:moveTo>
                    <a:pt x="12349308" y="30480"/>
                  </a:moveTo>
                  <a:lnTo>
                    <a:pt x="12290838" y="30480"/>
                  </a:lnTo>
                  <a:lnTo>
                    <a:pt x="11692165" y="533400"/>
                  </a:lnTo>
                  <a:lnTo>
                    <a:pt x="11742510" y="533400"/>
                  </a:lnTo>
                  <a:lnTo>
                    <a:pt x="12314461" y="53340"/>
                  </a:lnTo>
                  <a:lnTo>
                    <a:pt x="12349308" y="53340"/>
                  </a:lnTo>
                  <a:lnTo>
                    <a:pt x="12349308" y="30480"/>
                  </a:lnTo>
                  <a:close/>
                </a:path>
                <a:path w="20057745" h="584200">
                  <a:moveTo>
                    <a:pt x="13006460" y="30480"/>
                  </a:moveTo>
                  <a:lnTo>
                    <a:pt x="12947991" y="30480"/>
                  </a:lnTo>
                  <a:lnTo>
                    <a:pt x="12349308" y="533400"/>
                  </a:lnTo>
                  <a:lnTo>
                    <a:pt x="12399663" y="533400"/>
                  </a:lnTo>
                  <a:lnTo>
                    <a:pt x="12971613" y="53340"/>
                  </a:lnTo>
                  <a:lnTo>
                    <a:pt x="13006460" y="53340"/>
                  </a:lnTo>
                  <a:lnTo>
                    <a:pt x="13006460" y="30480"/>
                  </a:lnTo>
                  <a:close/>
                </a:path>
                <a:path w="20057745" h="584200">
                  <a:moveTo>
                    <a:pt x="13665791" y="30480"/>
                  </a:moveTo>
                  <a:lnTo>
                    <a:pt x="13605144" y="30480"/>
                  </a:lnTo>
                  <a:lnTo>
                    <a:pt x="13006460" y="533400"/>
                  </a:lnTo>
                  <a:lnTo>
                    <a:pt x="13058984" y="533400"/>
                  </a:lnTo>
                  <a:lnTo>
                    <a:pt x="13630944" y="53340"/>
                  </a:lnTo>
                  <a:lnTo>
                    <a:pt x="13665791" y="53340"/>
                  </a:lnTo>
                  <a:lnTo>
                    <a:pt x="13665791" y="30480"/>
                  </a:lnTo>
                  <a:close/>
                </a:path>
                <a:path w="20057745" h="584200">
                  <a:moveTo>
                    <a:pt x="14322944" y="30480"/>
                  </a:moveTo>
                  <a:lnTo>
                    <a:pt x="14264464" y="30480"/>
                  </a:lnTo>
                  <a:lnTo>
                    <a:pt x="13665791" y="533400"/>
                  </a:lnTo>
                  <a:lnTo>
                    <a:pt x="13716136" y="533400"/>
                  </a:lnTo>
                  <a:lnTo>
                    <a:pt x="14288086" y="53340"/>
                  </a:lnTo>
                  <a:lnTo>
                    <a:pt x="14322944" y="53340"/>
                  </a:lnTo>
                  <a:lnTo>
                    <a:pt x="14322944" y="30480"/>
                  </a:lnTo>
                  <a:close/>
                </a:path>
                <a:path w="20057745" h="584200">
                  <a:moveTo>
                    <a:pt x="14975448" y="30480"/>
                  </a:moveTo>
                  <a:lnTo>
                    <a:pt x="14921617" y="30480"/>
                  </a:lnTo>
                  <a:lnTo>
                    <a:pt x="14322944" y="533400"/>
                  </a:lnTo>
                  <a:lnTo>
                    <a:pt x="14373285" y="533400"/>
                  </a:lnTo>
                  <a:lnTo>
                    <a:pt x="14940601" y="57150"/>
                  </a:lnTo>
                  <a:lnTo>
                    <a:pt x="14975448" y="57150"/>
                  </a:lnTo>
                  <a:lnTo>
                    <a:pt x="14975448" y="30480"/>
                  </a:lnTo>
                  <a:close/>
                </a:path>
                <a:path w="20057745" h="584200">
                  <a:moveTo>
                    <a:pt x="15632600" y="30480"/>
                  </a:moveTo>
                  <a:lnTo>
                    <a:pt x="15574131" y="30480"/>
                  </a:lnTo>
                  <a:lnTo>
                    <a:pt x="14975448" y="533400"/>
                  </a:lnTo>
                  <a:lnTo>
                    <a:pt x="15025793" y="533400"/>
                  </a:lnTo>
                  <a:lnTo>
                    <a:pt x="15597753" y="53340"/>
                  </a:lnTo>
                  <a:lnTo>
                    <a:pt x="15632600" y="53340"/>
                  </a:lnTo>
                  <a:lnTo>
                    <a:pt x="15632600" y="30480"/>
                  </a:lnTo>
                  <a:close/>
                </a:path>
                <a:path w="20057745" h="584200">
                  <a:moveTo>
                    <a:pt x="16289743" y="30480"/>
                  </a:moveTo>
                  <a:lnTo>
                    <a:pt x="16231273" y="30480"/>
                  </a:lnTo>
                  <a:lnTo>
                    <a:pt x="15632600" y="533400"/>
                  </a:lnTo>
                  <a:lnTo>
                    <a:pt x="15682945" y="533400"/>
                  </a:lnTo>
                  <a:lnTo>
                    <a:pt x="16254896" y="53340"/>
                  </a:lnTo>
                  <a:lnTo>
                    <a:pt x="16289743" y="53340"/>
                  </a:lnTo>
                  <a:lnTo>
                    <a:pt x="16289743" y="30480"/>
                  </a:lnTo>
                  <a:close/>
                </a:path>
                <a:path w="20057745" h="584200">
                  <a:moveTo>
                    <a:pt x="16946895" y="30480"/>
                  </a:moveTo>
                  <a:lnTo>
                    <a:pt x="16888426" y="30480"/>
                  </a:lnTo>
                  <a:lnTo>
                    <a:pt x="16289743" y="533400"/>
                  </a:lnTo>
                  <a:lnTo>
                    <a:pt x="16340098" y="533400"/>
                  </a:lnTo>
                  <a:lnTo>
                    <a:pt x="16912048" y="53340"/>
                  </a:lnTo>
                  <a:lnTo>
                    <a:pt x="16946895" y="53340"/>
                  </a:lnTo>
                  <a:lnTo>
                    <a:pt x="16946895" y="30480"/>
                  </a:lnTo>
                  <a:close/>
                </a:path>
                <a:path w="20057745" h="584200">
                  <a:moveTo>
                    <a:pt x="17601734" y="30480"/>
                  </a:moveTo>
                  <a:lnTo>
                    <a:pt x="17545579" y="30480"/>
                  </a:lnTo>
                  <a:lnTo>
                    <a:pt x="16946895" y="533400"/>
                  </a:lnTo>
                  <a:lnTo>
                    <a:pt x="16997218" y="533400"/>
                  </a:lnTo>
                  <a:lnTo>
                    <a:pt x="17566877" y="54610"/>
                  </a:lnTo>
                  <a:lnTo>
                    <a:pt x="17601734" y="54610"/>
                  </a:lnTo>
                  <a:lnTo>
                    <a:pt x="17601734" y="30480"/>
                  </a:lnTo>
                  <a:close/>
                </a:path>
                <a:path w="20057745" h="584200">
                  <a:moveTo>
                    <a:pt x="18258876" y="30480"/>
                  </a:moveTo>
                  <a:lnTo>
                    <a:pt x="18200407" y="30480"/>
                  </a:lnTo>
                  <a:lnTo>
                    <a:pt x="17601734" y="533400"/>
                  </a:lnTo>
                  <a:lnTo>
                    <a:pt x="17652079" y="533400"/>
                  </a:lnTo>
                  <a:lnTo>
                    <a:pt x="18224029" y="53340"/>
                  </a:lnTo>
                  <a:lnTo>
                    <a:pt x="18258876" y="53340"/>
                  </a:lnTo>
                  <a:lnTo>
                    <a:pt x="18258876" y="30480"/>
                  </a:lnTo>
                  <a:close/>
                </a:path>
                <a:path w="20057745" h="584200">
                  <a:moveTo>
                    <a:pt x="18916029" y="30480"/>
                  </a:moveTo>
                  <a:lnTo>
                    <a:pt x="18857560" y="30480"/>
                  </a:lnTo>
                  <a:lnTo>
                    <a:pt x="18258876" y="533400"/>
                  </a:lnTo>
                  <a:lnTo>
                    <a:pt x="18309232" y="533400"/>
                  </a:lnTo>
                  <a:lnTo>
                    <a:pt x="18881182" y="53340"/>
                  </a:lnTo>
                  <a:lnTo>
                    <a:pt x="18916029" y="53340"/>
                  </a:lnTo>
                  <a:lnTo>
                    <a:pt x="18916029" y="30480"/>
                  </a:lnTo>
                  <a:close/>
                </a:path>
                <a:path w="20057745" h="584200">
                  <a:moveTo>
                    <a:pt x="19573182" y="30480"/>
                  </a:moveTo>
                  <a:lnTo>
                    <a:pt x="19514713" y="30480"/>
                  </a:lnTo>
                  <a:lnTo>
                    <a:pt x="18916029" y="533400"/>
                  </a:lnTo>
                  <a:lnTo>
                    <a:pt x="18966385" y="533400"/>
                  </a:lnTo>
                  <a:lnTo>
                    <a:pt x="19538335" y="53340"/>
                  </a:lnTo>
                  <a:lnTo>
                    <a:pt x="19573182" y="53340"/>
                  </a:lnTo>
                  <a:lnTo>
                    <a:pt x="19573182" y="30480"/>
                  </a:lnTo>
                  <a:close/>
                </a:path>
                <a:path w="20057745" h="584200">
                  <a:moveTo>
                    <a:pt x="20057476" y="125730"/>
                  </a:moveTo>
                  <a:lnTo>
                    <a:pt x="19573182" y="533400"/>
                  </a:lnTo>
                  <a:lnTo>
                    <a:pt x="19623510" y="533400"/>
                  </a:lnTo>
                  <a:lnTo>
                    <a:pt x="20057476" y="168910"/>
                  </a:lnTo>
                  <a:lnTo>
                    <a:pt x="20057476" y="125730"/>
                  </a:lnTo>
                  <a:close/>
                </a:path>
                <a:path w="20057745" h="584200">
                  <a:moveTo>
                    <a:pt x="517417" y="30480"/>
                  </a:moveTo>
                  <a:lnTo>
                    <a:pt x="458947" y="30480"/>
                  </a:lnTo>
                  <a:lnTo>
                    <a:pt x="535" y="415290"/>
                  </a:lnTo>
                  <a:lnTo>
                    <a:pt x="590" y="458470"/>
                  </a:lnTo>
                  <a:lnTo>
                    <a:pt x="482570" y="53340"/>
                  </a:lnTo>
                  <a:lnTo>
                    <a:pt x="517417" y="53340"/>
                  </a:lnTo>
                  <a:lnTo>
                    <a:pt x="517417" y="30480"/>
                  </a:lnTo>
                  <a:close/>
                </a:path>
                <a:path w="20057745" h="584200">
                  <a:moveTo>
                    <a:pt x="20057476" y="0"/>
                  </a:moveTo>
                  <a:lnTo>
                    <a:pt x="0" y="0"/>
                  </a:lnTo>
                  <a:lnTo>
                    <a:pt x="39" y="30480"/>
                  </a:lnTo>
                  <a:lnTo>
                    <a:pt x="20057476" y="30480"/>
                  </a:lnTo>
                  <a:lnTo>
                    <a:pt x="20057476" y="0"/>
                  </a:lnTo>
                  <a:close/>
                </a:path>
              </a:pathLst>
            </a:custGeom>
            <a:solidFill>
              <a:srgbClr val="E3F5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4269" y="1638487"/>
              <a:ext cx="20061555" cy="1631950"/>
            </a:xfrm>
            <a:custGeom>
              <a:avLst/>
              <a:gdLst/>
              <a:ahLst/>
              <a:cxnLst/>
              <a:rect l="l" t="t" r="r" b="b"/>
              <a:pathLst>
                <a:path w="20061555" h="1631950">
                  <a:moveTo>
                    <a:pt x="1764347" y="1630788"/>
                  </a:moveTo>
                  <a:lnTo>
                    <a:pt x="1743835" y="1630788"/>
                  </a:lnTo>
                  <a:lnTo>
                    <a:pt x="1747280" y="1631458"/>
                  </a:lnTo>
                  <a:lnTo>
                    <a:pt x="1750756" y="1631824"/>
                  </a:lnTo>
                  <a:lnTo>
                    <a:pt x="1757646" y="1631824"/>
                  </a:lnTo>
                  <a:lnTo>
                    <a:pt x="1761017" y="1631416"/>
                  </a:lnTo>
                  <a:lnTo>
                    <a:pt x="1764347" y="1630788"/>
                  </a:lnTo>
                  <a:close/>
                </a:path>
                <a:path w="20061555" h="1631950">
                  <a:moveTo>
                    <a:pt x="3597359" y="1630788"/>
                  </a:moveTo>
                  <a:lnTo>
                    <a:pt x="3576847" y="1630788"/>
                  </a:lnTo>
                  <a:lnTo>
                    <a:pt x="3580292" y="1631458"/>
                  </a:lnTo>
                  <a:lnTo>
                    <a:pt x="3583779" y="1631824"/>
                  </a:lnTo>
                  <a:lnTo>
                    <a:pt x="3590658" y="1631824"/>
                  </a:lnTo>
                  <a:lnTo>
                    <a:pt x="3594030" y="1631416"/>
                  </a:lnTo>
                  <a:lnTo>
                    <a:pt x="3597359" y="1630788"/>
                  </a:lnTo>
                  <a:close/>
                </a:path>
                <a:path w="20061555" h="1631950">
                  <a:moveTo>
                    <a:pt x="5417419" y="1630788"/>
                  </a:moveTo>
                  <a:lnTo>
                    <a:pt x="5396907" y="1630788"/>
                  </a:lnTo>
                  <a:lnTo>
                    <a:pt x="5400352" y="1631458"/>
                  </a:lnTo>
                  <a:lnTo>
                    <a:pt x="5403838" y="1631824"/>
                  </a:lnTo>
                  <a:lnTo>
                    <a:pt x="5410718" y="1631824"/>
                  </a:lnTo>
                  <a:lnTo>
                    <a:pt x="5414089" y="1631416"/>
                  </a:lnTo>
                  <a:lnTo>
                    <a:pt x="5417419" y="1630788"/>
                  </a:lnTo>
                  <a:close/>
                </a:path>
                <a:path w="20061555" h="1631950">
                  <a:moveTo>
                    <a:pt x="7250431" y="1630788"/>
                  </a:moveTo>
                  <a:lnTo>
                    <a:pt x="7229919" y="1630788"/>
                  </a:lnTo>
                  <a:lnTo>
                    <a:pt x="7233364" y="1631458"/>
                  </a:lnTo>
                  <a:lnTo>
                    <a:pt x="7236851" y="1631824"/>
                  </a:lnTo>
                  <a:lnTo>
                    <a:pt x="7243730" y="1631824"/>
                  </a:lnTo>
                  <a:lnTo>
                    <a:pt x="7247102" y="1631416"/>
                  </a:lnTo>
                  <a:lnTo>
                    <a:pt x="7250431" y="1630788"/>
                  </a:lnTo>
                  <a:close/>
                </a:path>
                <a:path w="20061555" h="1631950">
                  <a:moveTo>
                    <a:pt x="9083444" y="1630788"/>
                  </a:moveTo>
                  <a:lnTo>
                    <a:pt x="9062942" y="1630788"/>
                  </a:lnTo>
                  <a:lnTo>
                    <a:pt x="9066376" y="1631458"/>
                  </a:lnTo>
                  <a:lnTo>
                    <a:pt x="9069863" y="1631824"/>
                  </a:lnTo>
                  <a:lnTo>
                    <a:pt x="9076742" y="1631824"/>
                  </a:lnTo>
                  <a:lnTo>
                    <a:pt x="9080124" y="1631416"/>
                  </a:lnTo>
                  <a:lnTo>
                    <a:pt x="9083444" y="1630788"/>
                  </a:lnTo>
                  <a:close/>
                </a:path>
                <a:path w="20061555" h="1631950">
                  <a:moveTo>
                    <a:pt x="10916466" y="1630788"/>
                  </a:moveTo>
                  <a:lnTo>
                    <a:pt x="10895954" y="1630788"/>
                  </a:lnTo>
                  <a:lnTo>
                    <a:pt x="10899399" y="1631458"/>
                  </a:lnTo>
                  <a:lnTo>
                    <a:pt x="10902875" y="1631824"/>
                  </a:lnTo>
                  <a:lnTo>
                    <a:pt x="10909765" y="1631824"/>
                  </a:lnTo>
                  <a:lnTo>
                    <a:pt x="10913137" y="1631416"/>
                  </a:lnTo>
                  <a:lnTo>
                    <a:pt x="10916466" y="1630788"/>
                  </a:lnTo>
                  <a:close/>
                </a:path>
                <a:path w="20061555" h="1631950">
                  <a:moveTo>
                    <a:pt x="12742997" y="1630788"/>
                  </a:moveTo>
                  <a:lnTo>
                    <a:pt x="12722495" y="1630788"/>
                  </a:lnTo>
                  <a:lnTo>
                    <a:pt x="12725930" y="1631458"/>
                  </a:lnTo>
                  <a:lnTo>
                    <a:pt x="12729416" y="1631824"/>
                  </a:lnTo>
                  <a:lnTo>
                    <a:pt x="12736296" y="1631824"/>
                  </a:lnTo>
                  <a:lnTo>
                    <a:pt x="12739667" y="1631416"/>
                  </a:lnTo>
                  <a:lnTo>
                    <a:pt x="12742997" y="1630788"/>
                  </a:lnTo>
                  <a:close/>
                </a:path>
                <a:path w="20061555" h="1631950">
                  <a:moveTo>
                    <a:pt x="14576009" y="1630788"/>
                  </a:moveTo>
                  <a:lnTo>
                    <a:pt x="14555507" y="1630788"/>
                  </a:lnTo>
                  <a:lnTo>
                    <a:pt x="14558942" y="1631458"/>
                  </a:lnTo>
                  <a:lnTo>
                    <a:pt x="14562429" y="1631824"/>
                  </a:lnTo>
                  <a:lnTo>
                    <a:pt x="14569308" y="1631824"/>
                  </a:lnTo>
                  <a:lnTo>
                    <a:pt x="14572690" y="1631416"/>
                  </a:lnTo>
                  <a:lnTo>
                    <a:pt x="14576009" y="1630788"/>
                  </a:lnTo>
                  <a:close/>
                </a:path>
                <a:path w="20061555" h="1631950">
                  <a:moveTo>
                    <a:pt x="16409032" y="1630788"/>
                  </a:moveTo>
                  <a:lnTo>
                    <a:pt x="16388520" y="1630788"/>
                  </a:lnTo>
                  <a:lnTo>
                    <a:pt x="16391965" y="1631458"/>
                  </a:lnTo>
                  <a:lnTo>
                    <a:pt x="16395441" y="1631824"/>
                  </a:lnTo>
                  <a:lnTo>
                    <a:pt x="16402331" y="1631824"/>
                  </a:lnTo>
                  <a:lnTo>
                    <a:pt x="16405702" y="1631416"/>
                  </a:lnTo>
                  <a:lnTo>
                    <a:pt x="16409032" y="1630788"/>
                  </a:lnTo>
                  <a:close/>
                </a:path>
                <a:path w="20061555" h="1631950">
                  <a:moveTo>
                    <a:pt x="18242044" y="1630788"/>
                  </a:moveTo>
                  <a:lnTo>
                    <a:pt x="18221542" y="1630788"/>
                  </a:lnTo>
                  <a:lnTo>
                    <a:pt x="18224977" y="1631458"/>
                  </a:lnTo>
                  <a:lnTo>
                    <a:pt x="18228464" y="1631824"/>
                  </a:lnTo>
                  <a:lnTo>
                    <a:pt x="18235343" y="1631824"/>
                  </a:lnTo>
                  <a:lnTo>
                    <a:pt x="18238715" y="1631416"/>
                  </a:lnTo>
                  <a:lnTo>
                    <a:pt x="18242044" y="1630788"/>
                  </a:lnTo>
                  <a:close/>
                </a:path>
                <a:path w="20061555" h="1631950">
                  <a:moveTo>
                    <a:pt x="1802849" y="84887"/>
                  </a:moveTo>
                  <a:lnTo>
                    <a:pt x="1639744" y="84887"/>
                  </a:lnTo>
                  <a:lnTo>
                    <a:pt x="1882" y="1460937"/>
                  </a:lnTo>
                  <a:lnTo>
                    <a:pt x="2101" y="1630788"/>
                  </a:lnTo>
                  <a:lnTo>
                    <a:pt x="20061348" y="1630788"/>
                  </a:lnTo>
                  <a:lnTo>
                    <a:pt x="20061348" y="1545900"/>
                  </a:lnTo>
                  <a:lnTo>
                    <a:pt x="42735" y="1545900"/>
                  </a:lnTo>
                  <a:lnTo>
                    <a:pt x="1705637" y="148812"/>
                  </a:lnTo>
                  <a:lnTo>
                    <a:pt x="1802849" y="148812"/>
                  </a:lnTo>
                  <a:lnTo>
                    <a:pt x="1802849" y="84887"/>
                  </a:lnTo>
                  <a:close/>
                </a:path>
                <a:path w="20061555" h="1631950">
                  <a:moveTo>
                    <a:pt x="1802849" y="148812"/>
                  </a:moveTo>
                  <a:lnTo>
                    <a:pt x="1705637" y="148812"/>
                  </a:lnTo>
                  <a:lnTo>
                    <a:pt x="1705637" y="1545900"/>
                  </a:lnTo>
                  <a:lnTo>
                    <a:pt x="1875747" y="1545900"/>
                  </a:lnTo>
                  <a:lnTo>
                    <a:pt x="1944830" y="1487860"/>
                  </a:lnTo>
                  <a:lnTo>
                    <a:pt x="1802849" y="1487860"/>
                  </a:lnTo>
                  <a:lnTo>
                    <a:pt x="1802849" y="148812"/>
                  </a:lnTo>
                  <a:close/>
                </a:path>
                <a:path w="20061555" h="1631950">
                  <a:moveTo>
                    <a:pt x="3635861" y="148812"/>
                  </a:moveTo>
                  <a:lnTo>
                    <a:pt x="3538649" y="148812"/>
                  </a:lnTo>
                  <a:lnTo>
                    <a:pt x="3538649" y="1545900"/>
                  </a:lnTo>
                  <a:lnTo>
                    <a:pt x="3708770" y="1545900"/>
                  </a:lnTo>
                  <a:lnTo>
                    <a:pt x="3777852" y="1487860"/>
                  </a:lnTo>
                  <a:lnTo>
                    <a:pt x="3635861" y="1487860"/>
                  </a:lnTo>
                  <a:lnTo>
                    <a:pt x="3635861" y="148812"/>
                  </a:lnTo>
                  <a:close/>
                </a:path>
                <a:path w="20061555" h="1631950">
                  <a:moveTo>
                    <a:pt x="5455921" y="159701"/>
                  </a:moveTo>
                  <a:lnTo>
                    <a:pt x="5358709" y="159701"/>
                  </a:lnTo>
                  <a:lnTo>
                    <a:pt x="5358709" y="1545900"/>
                  </a:lnTo>
                  <a:lnTo>
                    <a:pt x="5528829" y="1545900"/>
                  </a:lnTo>
                  <a:lnTo>
                    <a:pt x="5597913" y="1487860"/>
                  </a:lnTo>
                  <a:lnTo>
                    <a:pt x="5455921" y="1487860"/>
                  </a:lnTo>
                  <a:lnTo>
                    <a:pt x="5455921" y="159701"/>
                  </a:lnTo>
                  <a:close/>
                </a:path>
                <a:path w="20061555" h="1631950">
                  <a:moveTo>
                    <a:pt x="7288933" y="148822"/>
                  </a:moveTo>
                  <a:lnTo>
                    <a:pt x="7191732" y="148822"/>
                  </a:lnTo>
                  <a:lnTo>
                    <a:pt x="7191732" y="1545900"/>
                  </a:lnTo>
                  <a:lnTo>
                    <a:pt x="7361842" y="1545900"/>
                  </a:lnTo>
                  <a:lnTo>
                    <a:pt x="7430925" y="1487860"/>
                  </a:lnTo>
                  <a:lnTo>
                    <a:pt x="7288933" y="1487860"/>
                  </a:lnTo>
                  <a:lnTo>
                    <a:pt x="7288933" y="148822"/>
                  </a:lnTo>
                  <a:close/>
                </a:path>
                <a:path w="20061555" h="1631950">
                  <a:moveTo>
                    <a:pt x="9121945" y="148822"/>
                  </a:moveTo>
                  <a:lnTo>
                    <a:pt x="9024744" y="148822"/>
                  </a:lnTo>
                  <a:lnTo>
                    <a:pt x="9024744" y="1545900"/>
                  </a:lnTo>
                  <a:lnTo>
                    <a:pt x="9194854" y="1545900"/>
                  </a:lnTo>
                  <a:lnTo>
                    <a:pt x="9263937" y="1487860"/>
                  </a:lnTo>
                  <a:lnTo>
                    <a:pt x="9121945" y="1487860"/>
                  </a:lnTo>
                  <a:lnTo>
                    <a:pt x="9121945" y="148822"/>
                  </a:lnTo>
                  <a:close/>
                </a:path>
                <a:path w="20061555" h="1631950">
                  <a:moveTo>
                    <a:pt x="10954968" y="148822"/>
                  </a:moveTo>
                  <a:lnTo>
                    <a:pt x="10857756" y="148822"/>
                  </a:lnTo>
                  <a:lnTo>
                    <a:pt x="10857756" y="1545900"/>
                  </a:lnTo>
                  <a:lnTo>
                    <a:pt x="11027877" y="1545900"/>
                  </a:lnTo>
                  <a:lnTo>
                    <a:pt x="11096960" y="1487860"/>
                  </a:lnTo>
                  <a:lnTo>
                    <a:pt x="10954968" y="1487860"/>
                  </a:lnTo>
                  <a:lnTo>
                    <a:pt x="10954968" y="148822"/>
                  </a:lnTo>
                  <a:close/>
                </a:path>
                <a:path w="20061555" h="1631950">
                  <a:moveTo>
                    <a:pt x="12781499" y="154267"/>
                  </a:moveTo>
                  <a:lnTo>
                    <a:pt x="12684297" y="154267"/>
                  </a:lnTo>
                  <a:lnTo>
                    <a:pt x="12684297" y="1545900"/>
                  </a:lnTo>
                  <a:lnTo>
                    <a:pt x="12854418" y="1545900"/>
                  </a:lnTo>
                  <a:lnTo>
                    <a:pt x="12923501" y="1487860"/>
                  </a:lnTo>
                  <a:lnTo>
                    <a:pt x="12781499" y="1487860"/>
                  </a:lnTo>
                  <a:lnTo>
                    <a:pt x="12781499" y="154267"/>
                  </a:lnTo>
                  <a:close/>
                </a:path>
                <a:path w="20061555" h="1631950">
                  <a:moveTo>
                    <a:pt x="14614511" y="148822"/>
                  </a:moveTo>
                  <a:lnTo>
                    <a:pt x="14517310" y="148822"/>
                  </a:lnTo>
                  <a:lnTo>
                    <a:pt x="14517310" y="1545900"/>
                  </a:lnTo>
                  <a:lnTo>
                    <a:pt x="14687430" y="1545900"/>
                  </a:lnTo>
                  <a:lnTo>
                    <a:pt x="14756513" y="1487860"/>
                  </a:lnTo>
                  <a:lnTo>
                    <a:pt x="14614511" y="1487860"/>
                  </a:lnTo>
                  <a:lnTo>
                    <a:pt x="14614511" y="148822"/>
                  </a:lnTo>
                  <a:close/>
                </a:path>
                <a:path w="20061555" h="1631950">
                  <a:moveTo>
                    <a:pt x="16447534" y="148822"/>
                  </a:moveTo>
                  <a:lnTo>
                    <a:pt x="16350322" y="148822"/>
                  </a:lnTo>
                  <a:lnTo>
                    <a:pt x="16350322" y="1545900"/>
                  </a:lnTo>
                  <a:lnTo>
                    <a:pt x="16520442" y="1545900"/>
                  </a:lnTo>
                  <a:lnTo>
                    <a:pt x="16589526" y="1487860"/>
                  </a:lnTo>
                  <a:lnTo>
                    <a:pt x="16447534" y="1487860"/>
                  </a:lnTo>
                  <a:lnTo>
                    <a:pt x="16447534" y="148822"/>
                  </a:lnTo>
                  <a:close/>
                </a:path>
                <a:path w="20061555" h="1631950">
                  <a:moveTo>
                    <a:pt x="18280546" y="148822"/>
                  </a:moveTo>
                  <a:lnTo>
                    <a:pt x="18183345" y="148822"/>
                  </a:lnTo>
                  <a:lnTo>
                    <a:pt x="18183345" y="1545900"/>
                  </a:lnTo>
                  <a:lnTo>
                    <a:pt x="18353455" y="1545900"/>
                  </a:lnTo>
                  <a:lnTo>
                    <a:pt x="18422538" y="1487860"/>
                  </a:lnTo>
                  <a:lnTo>
                    <a:pt x="18280546" y="1487860"/>
                  </a:lnTo>
                  <a:lnTo>
                    <a:pt x="18280546" y="148822"/>
                  </a:lnTo>
                  <a:close/>
                </a:path>
                <a:path w="20061555" h="1631950">
                  <a:moveTo>
                    <a:pt x="3635861" y="84887"/>
                  </a:moveTo>
                  <a:lnTo>
                    <a:pt x="3472756" y="84887"/>
                  </a:lnTo>
                  <a:lnTo>
                    <a:pt x="1802849" y="1487860"/>
                  </a:lnTo>
                  <a:lnTo>
                    <a:pt x="1944830" y="1487860"/>
                  </a:lnTo>
                  <a:lnTo>
                    <a:pt x="3538649" y="148812"/>
                  </a:lnTo>
                  <a:lnTo>
                    <a:pt x="3635861" y="148812"/>
                  </a:lnTo>
                  <a:lnTo>
                    <a:pt x="3635861" y="84887"/>
                  </a:lnTo>
                  <a:close/>
                </a:path>
                <a:path w="20061555" h="1631950">
                  <a:moveTo>
                    <a:pt x="5455921" y="84887"/>
                  </a:moveTo>
                  <a:lnTo>
                    <a:pt x="5305779" y="84887"/>
                  </a:lnTo>
                  <a:lnTo>
                    <a:pt x="3635861" y="1487860"/>
                  </a:lnTo>
                  <a:lnTo>
                    <a:pt x="3777852" y="1487860"/>
                  </a:lnTo>
                  <a:lnTo>
                    <a:pt x="5358709" y="159701"/>
                  </a:lnTo>
                  <a:lnTo>
                    <a:pt x="5455921" y="159701"/>
                  </a:lnTo>
                  <a:lnTo>
                    <a:pt x="5455921" y="84887"/>
                  </a:lnTo>
                  <a:close/>
                </a:path>
                <a:path w="20061555" h="1631950">
                  <a:moveTo>
                    <a:pt x="7288933" y="84887"/>
                  </a:moveTo>
                  <a:lnTo>
                    <a:pt x="7125838" y="84887"/>
                  </a:lnTo>
                  <a:lnTo>
                    <a:pt x="5455921" y="1487860"/>
                  </a:lnTo>
                  <a:lnTo>
                    <a:pt x="5597913" y="1487860"/>
                  </a:lnTo>
                  <a:lnTo>
                    <a:pt x="7191732" y="148822"/>
                  </a:lnTo>
                  <a:lnTo>
                    <a:pt x="7288933" y="148822"/>
                  </a:lnTo>
                  <a:lnTo>
                    <a:pt x="7288933" y="84887"/>
                  </a:lnTo>
                  <a:close/>
                </a:path>
                <a:path w="20061555" h="1631950">
                  <a:moveTo>
                    <a:pt x="9121945" y="84887"/>
                  </a:moveTo>
                  <a:lnTo>
                    <a:pt x="8958851" y="84887"/>
                  </a:lnTo>
                  <a:lnTo>
                    <a:pt x="7288933" y="1487860"/>
                  </a:lnTo>
                  <a:lnTo>
                    <a:pt x="7430925" y="1487860"/>
                  </a:lnTo>
                  <a:lnTo>
                    <a:pt x="9024744" y="148822"/>
                  </a:lnTo>
                  <a:lnTo>
                    <a:pt x="9121945" y="148822"/>
                  </a:lnTo>
                  <a:lnTo>
                    <a:pt x="9121945" y="84887"/>
                  </a:lnTo>
                  <a:close/>
                </a:path>
                <a:path w="20061555" h="1631950">
                  <a:moveTo>
                    <a:pt x="10954968" y="84887"/>
                  </a:moveTo>
                  <a:lnTo>
                    <a:pt x="10791863" y="84887"/>
                  </a:lnTo>
                  <a:lnTo>
                    <a:pt x="9121945" y="1487860"/>
                  </a:lnTo>
                  <a:lnTo>
                    <a:pt x="9263937" y="1487860"/>
                  </a:lnTo>
                  <a:lnTo>
                    <a:pt x="10857756" y="148822"/>
                  </a:lnTo>
                  <a:lnTo>
                    <a:pt x="10954968" y="148822"/>
                  </a:lnTo>
                  <a:lnTo>
                    <a:pt x="10954968" y="84887"/>
                  </a:lnTo>
                  <a:close/>
                </a:path>
                <a:path w="20061555" h="1631950">
                  <a:moveTo>
                    <a:pt x="12781499" y="84887"/>
                  </a:moveTo>
                  <a:lnTo>
                    <a:pt x="12624875" y="84887"/>
                  </a:lnTo>
                  <a:lnTo>
                    <a:pt x="10954968" y="1487860"/>
                  </a:lnTo>
                  <a:lnTo>
                    <a:pt x="11096960" y="1487860"/>
                  </a:lnTo>
                  <a:lnTo>
                    <a:pt x="12684297" y="154267"/>
                  </a:lnTo>
                  <a:lnTo>
                    <a:pt x="12781499" y="154267"/>
                  </a:lnTo>
                  <a:lnTo>
                    <a:pt x="12781499" y="84887"/>
                  </a:lnTo>
                  <a:close/>
                </a:path>
                <a:path w="20061555" h="1631950">
                  <a:moveTo>
                    <a:pt x="14614511" y="84887"/>
                  </a:moveTo>
                  <a:lnTo>
                    <a:pt x="14451416" y="84887"/>
                  </a:lnTo>
                  <a:lnTo>
                    <a:pt x="12781499" y="1487860"/>
                  </a:lnTo>
                  <a:lnTo>
                    <a:pt x="12923501" y="1487860"/>
                  </a:lnTo>
                  <a:lnTo>
                    <a:pt x="14517310" y="148822"/>
                  </a:lnTo>
                  <a:lnTo>
                    <a:pt x="14614511" y="148822"/>
                  </a:lnTo>
                  <a:lnTo>
                    <a:pt x="14614511" y="84887"/>
                  </a:lnTo>
                  <a:close/>
                </a:path>
                <a:path w="20061555" h="1631950">
                  <a:moveTo>
                    <a:pt x="16447534" y="84887"/>
                  </a:moveTo>
                  <a:lnTo>
                    <a:pt x="16284429" y="84887"/>
                  </a:lnTo>
                  <a:lnTo>
                    <a:pt x="14614511" y="1487860"/>
                  </a:lnTo>
                  <a:lnTo>
                    <a:pt x="14756513" y="1487860"/>
                  </a:lnTo>
                  <a:lnTo>
                    <a:pt x="16350322" y="148822"/>
                  </a:lnTo>
                  <a:lnTo>
                    <a:pt x="16447534" y="148822"/>
                  </a:lnTo>
                  <a:lnTo>
                    <a:pt x="16447534" y="84887"/>
                  </a:lnTo>
                  <a:close/>
                </a:path>
                <a:path w="20061555" h="1631950">
                  <a:moveTo>
                    <a:pt x="18280546" y="84887"/>
                  </a:moveTo>
                  <a:lnTo>
                    <a:pt x="18117441" y="84887"/>
                  </a:lnTo>
                  <a:lnTo>
                    <a:pt x="16447534" y="1487860"/>
                  </a:lnTo>
                  <a:lnTo>
                    <a:pt x="16589526" y="1487860"/>
                  </a:lnTo>
                  <a:lnTo>
                    <a:pt x="18183345" y="148822"/>
                  </a:lnTo>
                  <a:lnTo>
                    <a:pt x="18280546" y="148822"/>
                  </a:lnTo>
                  <a:lnTo>
                    <a:pt x="18280546" y="84887"/>
                  </a:lnTo>
                  <a:close/>
                </a:path>
                <a:path w="20061555" h="1631950">
                  <a:moveTo>
                    <a:pt x="20061348" y="0"/>
                  </a:moveTo>
                  <a:lnTo>
                    <a:pt x="0" y="0"/>
                  </a:lnTo>
                  <a:lnTo>
                    <a:pt x="109" y="84887"/>
                  </a:lnTo>
                  <a:lnTo>
                    <a:pt x="19950463" y="84887"/>
                  </a:lnTo>
                  <a:lnTo>
                    <a:pt x="18280546" y="1487860"/>
                  </a:lnTo>
                  <a:lnTo>
                    <a:pt x="18422538" y="1487860"/>
                  </a:lnTo>
                  <a:lnTo>
                    <a:pt x="20061348" y="111016"/>
                  </a:lnTo>
                  <a:lnTo>
                    <a:pt x="20061348" y="0"/>
                  </a:lnTo>
                  <a:close/>
                </a:path>
              </a:pathLst>
            </a:custGeom>
            <a:solidFill>
              <a:srgbClr val="DAF3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6639" y="3479548"/>
              <a:ext cx="20059015" cy="955040"/>
            </a:xfrm>
            <a:custGeom>
              <a:avLst/>
              <a:gdLst/>
              <a:ahLst/>
              <a:cxnLst/>
              <a:rect l="l" t="t" r="r" b="b"/>
              <a:pathLst>
                <a:path w="20059015" h="955039">
                  <a:moveTo>
                    <a:pt x="20058978" y="905510"/>
                  </a:moveTo>
                  <a:lnTo>
                    <a:pt x="1166" y="905510"/>
                  </a:lnTo>
                  <a:lnTo>
                    <a:pt x="1231" y="955040"/>
                  </a:lnTo>
                  <a:lnTo>
                    <a:pt x="20058978" y="955040"/>
                  </a:lnTo>
                  <a:lnTo>
                    <a:pt x="20058978" y="905510"/>
                  </a:lnTo>
                  <a:close/>
                </a:path>
                <a:path w="20059015" h="955039">
                  <a:moveTo>
                    <a:pt x="491" y="381000"/>
                  </a:moveTo>
                  <a:lnTo>
                    <a:pt x="581" y="450850"/>
                  </a:lnTo>
                  <a:lnTo>
                    <a:pt x="541400" y="905510"/>
                  </a:lnTo>
                  <a:lnTo>
                    <a:pt x="641073" y="905510"/>
                  </a:lnTo>
                  <a:lnTo>
                    <a:pt x="641073" y="871220"/>
                  </a:lnTo>
                  <a:lnTo>
                    <a:pt x="584111" y="871220"/>
                  </a:lnTo>
                  <a:lnTo>
                    <a:pt x="491" y="381000"/>
                  </a:lnTo>
                  <a:close/>
                </a:path>
                <a:path w="20059015" h="955039">
                  <a:moveTo>
                    <a:pt x="723523" y="86360"/>
                  </a:moveTo>
                  <a:lnTo>
                    <a:pt x="641073" y="86360"/>
                  </a:lnTo>
                  <a:lnTo>
                    <a:pt x="1615368" y="905510"/>
                  </a:lnTo>
                  <a:lnTo>
                    <a:pt x="1715040" y="905510"/>
                  </a:lnTo>
                  <a:lnTo>
                    <a:pt x="1715040" y="871220"/>
                  </a:lnTo>
                  <a:lnTo>
                    <a:pt x="1658089" y="871220"/>
                  </a:lnTo>
                  <a:lnTo>
                    <a:pt x="723523" y="86360"/>
                  </a:lnTo>
                  <a:close/>
                </a:path>
                <a:path w="20059015" h="955039">
                  <a:moveTo>
                    <a:pt x="1797471" y="92710"/>
                  </a:moveTo>
                  <a:lnTo>
                    <a:pt x="1715040" y="92710"/>
                  </a:lnTo>
                  <a:lnTo>
                    <a:pt x="2681754" y="905510"/>
                  </a:lnTo>
                  <a:lnTo>
                    <a:pt x="2781426" y="905510"/>
                  </a:lnTo>
                  <a:lnTo>
                    <a:pt x="2781426" y="871220"/>
                  </a:lnTo>
                  <a:lnTo>
                    <a:pt x="2724475" y="871220"/>
                  </a:lnTo>
                  <a:lnTo>
                    <a:pt x="1797471" y="92710"/>
                  </a:lnTo>
                  <a:close/>
                </a:path>
                <a:path w="20059015" h="955039">
                  <a:moveTo>
                    <a:pt x="2863887" y="86360"/>
                  </a:moveTo>
                  <a:lnTo>
                    <a:pt x="2781426" y="86360"/>
                  </a:lnTo>
                  <a:lnTo>
                    <a:pt x="3755732" y="905510"/>
                  </a:lnTo>
                  <a:lnTo>
                    <a:pt x="3855394" y="905510"/>
                  </a:lnTo>
                  <a:lnTo>
                    <a:pt x="3855394" y="871220"/>
                  </a:lnTo>
                  <a:lnTo>
                    <a:pt x="3798442" y="871220"/>
                  </a:lnTo>
                  <a:lnTo>
                    <a:pt x="2863887" y="86360"/>
                  </a:lnTo>
                  <a:close/>
                </a:path>
                <a:path w="20059015" h="955039">
                  <a:moveTo>
                    <a:pt x="3941414" y="86360"/>
                  </a:moveTo>
                  <a:lnTo>
                    <a:pt x="3855394" y="86360"/>
                  </a:lnTo>
                  <a:lnTo>
                    <a:pt x="4829699" y="905510"/>
                  </a:lnTo>
                  <a:lnTo>
                    <a:pt x="4932921" y="905510"/>
                  </a:lnTo>
                  <a:lnTo>
                    <a:pt x="4932921" y="871220"/>
                  </a:lnTo>
                  <a:lnTo>
                    <a:pt x="4875970" y="871220"/>
                  </a:lnTo>
                  <a:lnTo>
                    <a:pt x="3941414" y="86360"/>
                  </a:lnTo>
                  <a:close/>
                </a:path>
                <a:path w="20059015" h="955039">
                  <a:moveTo>
                    <a:pt x="5015382" y="86360"/>
                  </a:moveTo>
                  <a:lnTo>
                    <a:pt x="4932921" y="86360"/>
                  </a:lnTo>
                  <a:lnTo>
                    <a:pt x="5907226" y="905510"/>
                  </a:lnTo>
                  <a:lnTo>
                    <a:pt x="6006899" y="905510"/>
                  </a:lnTo>
                  <a:lnTo>
                    <a:pt x="6006899" y="871220"/>
                  </a:lnTo>
                  <a:lnTo>
                    <a:pt x="5949948" y="871220"/>
                  </a:lnTo>
                  <a:lnTo>
                    <a:pt x="5015382" y="86360"/>
                  </a:lnTo>
                  <a:close/>
                </a:path>
                <a:path w="20059015" h="955039">
                  <a:moveTo>
                    <a:pt x="6089359" y="86360"/>
                  </a:moveTo>
                  <a:lnTo>
                    <a:pt x="6006899" y="86360"/>
                  </a:lnTo>
                  <a:lnTo>
                    <a:pt x="6981194" y="905510"/>
                  </a:lnTo>
                  <a:lnTo>
                    <a:pt x="7080866" y="905510"/>
                  </a:lnTo>
                  <a:lnTo>
                    <a:pt x="7080866" y="871220"/>
                  </a:lnTo>
                  <a:lnTo>
                    <a:pt x="7023915" y="871220"/>
                  </a:lnTo>
                  <a:lnTo>
                    <a:pt x="6089359" y="86360"/>
                  </a:lnTo>
                  <a:close/>
                </a:path>
                <a:path w="20059015" h="955039">
                  <a:moveTo>
                    <a:pt x="7163337" y="86360"/>
                  </a:moveTo>
                  <a:lnTo>
                    <a:pt x="7080866" y="86360"/>
                  </a:lnTo>
                  <a:lnTo>
                    <a:pt x="8055171" y="905510"/>
                  </a:lnTo>
                  <a:lnTo>
                    <a:pt x="8154844" y="905510"/>
                  </a:lnTo>
                  <a:lnTo>
                    <a:pt x="8154844" y="871220"/>
                  </a:lnTo>
                  <a:lnTo>
                    <a:pt x="8097893" y="871220"/>
                  </a:lnTo>
                  <a:lnTo>
                    <a:pt x="7163337" y="86360"/>
                  </a:lnTo>
                  <a:close/>
                </a:path>
                <a:path w="20059015" h="955039">
                  <a:moveTo>
                    <a:pt x="8238051" y="90170"/>
                  </a:moveTo>
                  <a:lnTo>
                    <a:pt x="8154844" y="90170"/>
                  </a:lnTo>
                  <a:lnTo>
                    <a:pt x="9125348" y="905510"/>
                  </a:lnTo>
                  <a:lnTo>
                    <a:pt x="9225021" y="905510"/>
                  </a:lnTo>
                  <a:lnTo>
                    <a:pt x="9225021" y="871220"/>
                  </a:lnTo>
                  <a:lnTo>
                    <a:pt x="9168069" y="871220"/>
                  </a:lnTo>
                  <a:lnTo>
                    <a:pt x="8238051" y="90170"/>
                  </a:lnTo>
                  <a:close/>
                </a:path>
                <a:path w="20059015" h="955039">
                  <a:moveTo>
                    <a:pt x="9307482" y="86360"/>
                  </a:moveTo>
                  <a:lnTo>
                    <a:pt x="9225021" y="86360"/>
                  </a:lnTo>
                  <a:lnTo>
                    <a:pt x="10199326" y="905510"/>
                  </a:lnTo>
                  <a:lnTo>
                    <a:pt x="10298998" y="905510"/>
                  </a:lnTo>
                  <a:lnTo>
                    <a:pt x="10298998" y="871220"/>
                  </a:lnTo>
                  <a:lnTo>
                    <a:pt x="10242047" y="871220"/>
                  </a:lnTo>
                  <a:lnTo>
                    <a:pt x="9307482" y="86360"/>
                  </a:lnTo>
                  <a:close/>
                </a:path>
                <a:path w="20059015" h="955039">
                  <a:moveTo>
                    <a:pt x="10381459" y="86360"/>
                  </a:moveTo>
                  <a:lnTo>
                    <a:pt x="10298998" y="86360"/>
                  </a:lnTo>
                  <a:lnTo>
                    <a:pt x="11273293" y="905510"/>
                  </a:lnTo>
                  <a:lnTo>
                    <a:pt x="11372966" y="905510"/>
                  </a:lnTo>
                  <a:lnTo>
                    <a:pt x="11372966" y="871220"/>
                  </a:lnTo>
                  <a:lnTo>
                    <a:pt x="11316015" y="871220"/>
                  </a:lnTo>
                  <a:lnTo>
                    <a:pt x="10381459" y="86360"/>
                  </a:lnTo>
                  <a:close/>
                </a:path>
                <a:path w="20059015" h="955039">
                  <a:moveTo>
                    <a:pt x="11455427" y="86360"/>
                  </a:moveTo>
                  <a:lnTo>
                    <a:pt x="11372966" y="86360"/>
                  </a:lnTo>
                  <a:lnTo>
                    <a:pt x="12347271" y="905510"/>
                  </a:lnTo>
                  <a:lnTo>
                    <a:pt x="12446943" y="905510"/>
                  </a:lnTo>
                  <a:lnTo>
                    <a:pt x="12446943" y="871220"/>
                  </a:lnTo>
                  <a:lnTo>
                    <a:pt x="12389992" y="871220"/>
                  </a:lnTo>
                  <a:lnTo>
                    <a:pt x="11455427" y="86360"/>
                  </a:lnTo>
                  <a:close/>
                </a:path>
                <a:path w="20059015" h="955039">
                  <a:moveTo>
                    <a:pt x="12529374" y="92710"/>
                  </a:moveTo>
                  <a:lnTo>
                    <a:pt x="12446943" y="92710"/>
                  </a:lnTo>
                  <a:lnTo>
                    <a:pt x="13413657" y="905510"/>
                  </a:lnTo>
                  <a:lnTo>
                    <a:pt x="13513319" y="905510"/>
                  </a:lnTo>
                  <a:lnTo>
                    <a:pt x="13513319" y="871220"/>
                  </a:lnTo>
                  <a:lnTo>
                    <a:pt x="13456368" y="871220"/>
                  </a:lnTo>
                  <a:lnTo>
                    <a:pt x="12529374" y="92710"/>
                  </a:lnTo>
                  <a:close/>
                </a:path>
                <a:path w="20059015" h="955039">
                  <a:moveTo>
                    <a:pt x="13595791" y="86360"/>
                  </a:moveTo>
                  <a:lnTo>
                    <a:pt x="13513319" y="86360"/>
                  </a:lnTo>
                  <a:lnTo>
                    <a:pt x="14487625" y="905510"/>
                  </a:lnTo>
                  <a:lnTo>
                    <a:pt x="14587297" y="905510"/>
                  </a:lnTo>
                  <a:lnTo>
                    <a:pt x="14587297" y="871220"/>
                  </a:lnTo>
                  <a:lnTo>
                    <a:pt x="14530346" y="871220"/>
                  </a:lnTo>
                  <a:lnTo>
                    <a:pt x="13595791" y="86360"/>
                  </a:lnTo>
                  <a:close/>
                </a:path>
                <a:path w="20059015" h="955039">
                  <a:moveTo>
                    <a:pt x="14697715" y="86360"/>
                  </a:moveTo>
                  <a:lnTo>
                    <a:pt x="14587297" y="86360"/>
                  </a:lnTo>
                  <a:lnTo>
                    <a:pt x="15561603" y="905510"/>
                  </a:lnTo>
                  <a:lnTo>
                    <a:pt x="15689222" y="905510"/>
                  </a:lnTo>
                  <a:lnTo>
                    <a:pt x="15689222" y="871220"/>
                  </a:lnTo>
                  <a:lnTo>
                    <a:pt x="15632271" y="871220"/>
                  </a:lnTo>
                  <a:lnTo>
                    <a:pt x="14697715" y="86360"/>
                  </a:lnTo>
                  <a:close/>
                </a:path>
                <a:path w="20059015" h="955039">
                  <a:moveTo>
                    <a:pt x="15771683" y="86360"/>
                  </a:moveTo>
                  <a:lnTo>
                    <a:pt x="15689222" y="86360"/>
                  </a:lnTo>
                  <a:lnTo>
                    <a:pt x="16663527" y="905510"/>
                  </a:lnTo>
                  <a:lnTo>
                    <a:pt x="16763199" y="905510"/>
                  </a:lnTo>
                  <a:lnTo>
                    <a:pt x="16763199" y="871220"/>
                  </a:lnTo>
                  <a:lnTo>
                    <a:pt x="16706248" y="871220"/>
                  </a:lnTo>
                  <a:lnTo>
                    <a:pt x="15771683" y="86360"/>
                  </a:lnTo>
                  <a:close/>
                </a:path>
                <a:path w="20059015" h="955039">
                  <a:moveTo>
                    <a:pt x="16845660" y="86360"/>
                  </a:moveTo>
                  <a:lnTo>
                    <a:pt x="16763199" y="86360"/>
                  </a:lnTo>
                  <a:lnTo>
                    <a:pt x="17737505" y="905510"/>
                  </a:lnTo>
                  <a:lnTo>
                    <a:pt x="17837177" y="905510"/>
                  </a:lnTo>
                  <a:lnTo>
                    <a:pt x="17837177" y="871220"/>
                  </a:lnTo>
                  <a:lnTo>
                    <a:pt x="17780216" y="871220"/>
                  </a:lnTo>
                  <a:lnTo>
                    <a:pt x="16845660" y="86360"/>
                  </a:lnTo>
                  <a:close/>
                </a:path>
                <a:path w="20059015" h="955039">
                  <a:moveTo>
                    <a:pt x="17919638" y="86360"/>
                  </a:moveTo>
                  <a:lnTo>
                    <a:pt x="17837177" y="86360"/>
                  </a:lnTo>
                  <a:lnTo>
                    <a:pt x="18811472" y="905510"/>
                  </a:lnTo>
                  <a:lnTo>
                    <a:pt x="18911145" y="905510"/>
                  </a:lnTo>
                  <a:lnTo>
                    <a:pt x="18911145" y="871220"/>
                  </a:lnTo>
                  <a:lnTo>
                    <a:pt x="18854193" y="871220"/>
                  </a:lnTo>
                  <a:lnTo>
                    <a:pt x="17919638" y="86360"/>
                  </a:lnTo>
                  <a:close/>
                </a:path>
                <a:path w="20059015" h="955039">
                  <a:moveTo>
                    <a:pt x="18994351" y="90170"/>
                  </a:moveTo>
                  <a:lnTo>
                    <a:pt x="18911145" y="90170"/>
                  </a:lnTo>
                  <a:lnTo>
                    <a:pt x="19881649" y="905510"/>
                  </a:lnTo>
                  <a:lnTo>
                    <a:pt x="19981321" y="905510"/>
                  </a:lnTo>
                  <a:lnTo>
                    <a:pt x="19981321" y="871220"/>
                  </a:lnTo>
                  <a:lnTo>
                    <a:pt x="19924370" y="871220"/>
                  </a:lnTo>
                  <a:lnTo>
                    <a:pt x="18994351" y="90170"/>
                  </a:lnTo>
                  <a:close/>
                </a:path>
                <a:path w="20059015" h="955039">
                  <a:moveTo>
                    <a:pt x="679668" y="49530"/>
                  </a:moveTo>
                  <a:lnTo>
                    <a:pt x="584111" y="49530"/>
                  </a:lnTo>
                  <a:lnTo>
                    <a:pt x="584111" y="871220"/>
                  </a:lnTo>
                  <a:lnTo>
                    <a:pt x="641073" y="871220"/>
                  </a:lnTo>
                  <a:lnTo>
                    <a:pt x="641073" y="86360"/>
                  </a:lnTo>
                  <a:lnTo>
                    <a:pt x="723523" y="86360"/>
                  </a:lnTo>
                  <a:lnTo>
                    <a:pt x="679668" y="49530"/>
                  </a:lnTo>
                  <a:close/>
                </a:path>
                <a:path w="20059015" h="955039">
                  <a:moveTo>
                    <a:pt x="1746055" y="49530"/>
                  </a:moveTo>
                  <a:lnTo>
                    <a:pt x="1658089" y="49530"/>
                  </a:lnTo>
                  <a:lnTo>
                    <a:pt x="1658089" y="871220"/>
                  </a:lnTo>
                  <a:lnTo>
                    <a:pt x="1715040" y="871220"/>
                  </a:lnTo>
                  <a:lnTo>
                    <a:pt x="1715040" y="92710"/>
                  </a:lnTo>
                  <a:lnTo>
                    <a:pt x="1797471" y="92710"/>
                  </a:lnTo>
                  <a:lnTo>
                    <a:pt x="1746055" y="49530"/>
                  </a:lnTo>
                  <a:close/>
                </a:path>
                <a:path w="20059015" h="955039">
                  <a:moveTo>
                    <a:pt x="2820032" y="49530"/>
                  </a:moveTo>
                  <a:lnTo>
                    <a:pt x="2724475" y="49530"/>
                  </a:lnTo>
                  <a:lnTo>
                    <a:pt x="2724475" y="871220"/>
                  </a:lnTo>
                  <a:lnTo>
                    <a:pt x="2781426" y="871220"/>
                  </a:lnTo>
                  <a:lnTo>
                    <a:pt x="2781426" y="86360"/>
                  </a:lnTo>
                  <a:lnTo>
                    <a:pt x="2863887" y="86360"/>
                  </a:lnTo>
                  <a:lnTo>
                    <a:pt x="2820032" y="49530"/>
                  </a:lnTo>
                  <a:close/>
                </a:path>
                <a:path w="20059015" h="955039">
                  <a:moveTo>
                    <a:pt x="3897560" y="49530"/>
                  </a:moveTo>
                  <a:lnTo>
                    <a:pt x="3798442" y="49530"/>
                  </a:lnTo>
                  <a:lnTo>
                    <a:pt x="3798442" y="871220"/>
                  </a:lnTo>
                  <a:lnTo>
                    <a:pt x="3855394" y="871220"/>
                  </a:lnTo>
                  <a:lnTo>
                    <a:pt x="3855394" y="86360"/>
                  </a:lnTo>
                  <a:lnTo>
                    <a:pt x="3941414" y="86360"/>
                  </a:lnTo>
                  <a:lnTo>
                    <a:pt x="3897560" y="49530"/>
                  </a:lnTo>
                  <a:close/>
                </a:path>
                <a:path w="20059015" h="955039">
                  <a:moveTo>
                    <a:pt x="4971527" y="49530"/>
                  </a:moveTo>
                  <a:lnTo>
                    <a:pt x="4875970" y="49530"/>
                  </a:lnTo>
                  <a:lnTo>
                    <a:pt x="4875970" y="871220"/>
                  </a:lnTo>
                  <a:lnTo>
                    <a:pt x="4932921" y="871220"/>
                  </a:lnTo>
                  <a:lnTo>
                    <a:pt x="4932921" y="86360"/>
                  </a:lnTo>
                  <a:lnTo>
                    <a:pt x="5015382" y="86360"/>
                  </a:lnTo>
                  <a:lnTo>
                    <a:pt x="4971527" y="49530"/>
                  </a:lnTo>
                  <a:close/>
                </a:path>
                <a:path w="20059015" h="955039">
                  <a:moveTo>
                    <a:pt x="6045505" y="49530"/>
                  </a:moveTo>
                  <a:lnTo>
                    <a:pt x="5949948" y="49530"/>
                  </a:lnTo>
                  <a:lnTo>
                    <a:pt x="5949948" y="871220"/>
                  </a:lnTo>
                  <a:lnTo>
                    <a:pt x="6006899" y="871220"/>
                  </a:lnTo>
                  <a:lnTo>
                    <a:pt x="6006899" y="86360"/>
                  </a:lnTo>
                  <a:lnTo>
                    <a:pt x="6089359" y="86360"/>
                  </a:lnTo>
                  <a:lnTo>
                    <a:pt x="6045505" y="49530"/>
                  </a:lnTo>
                  <a:close/>
                </a:path>
                <a:path w="20059015" h="955039">
                  <a:moveTo>
                    <a:pt x="7119483" y="49530"/>
                  </a:moveTo>
                  <a:lnTo>
                    <a:pt x="7023915" y="49530"/>
                  </a:lnTo>
                  <a:lnTo>
                    <a:pt x="7023915" y="871220"/>
                  </a:lnTo>
                  <a:lnTo>
                    <a:pt x="7080866" y="871220"/>
                  </a:lnTo>
                  <a:lnTo>
                    <a:pt x="7080866" y="86360"/>
                  </a:lnTo>
                  <a:lnTo>
                    <a:pt x="7163337" y="86360"/>
                  </a:lnTo>
                  <a:lnTo>
                    <a:pt x="7119483" y="49530"/>
                  </a:lnTo>
                  <a:close/>
                </a:path>
                <a:path w="20059015" h="955039">
                  <a:moveTo>
                    <a:pt x="8189659" y="49530"/>
                  </a:moveTo>
                  <a:lnTo>
                    <a:pt x="8097893" y="49530"/>
                  </a:lnTo>
                  <a:lnTo>
                    <a:pt x="8097893" y="871220"/>
                  </a:lnTo>
                  <a:lnTo>
                    <a:pt x="8154844" y="871220"/>
                  </a:lnTo>
                  <a:lnTo>
                    <a:pt x="8154844" y="90170"/>
                  </a:lnTo>
                  <a:lnTo>
                    <a:pt x="8238051" y="90170"/>
                  </a:lnTo>
                  <a:lnTo>
                    <a:pt x="8189659" y="49530"/>
                  </a:lnTo>
                  <a:close/>
                </a:path>
                <a:path w="20059015" h="955039">
                  <a:moveTo>
                    <a:pt x="9263627" y="49530"/>
                  </a:moveTo>
                  <a:lnTo>
                    <a:pt x="9168069" y="49530"/>
                  </a:lnTo>
                  <a:lnTo>
                    <a:pt x="9168069" y="871220"/>
                  </a:lnTo>
                  <a:lnTo>
                    <a:pt x="9225021" y="871220"/>
                  </a:lnTo>
                  <a:lnTo>
                    <a:pt x="9225021" y="86360"/>
                  </a:lnTo>
                  <a:lnTo>
                    <a:pt x="9307482" y="86360"/>
                  </a:lnTo>
                  <a:lnTo>
                    <a:pt x="9263627" y="49530"/>
                  </a:lnTo>
                  <a:close/>
                </a:path>
                <a:path w="20059015" h="955039">
                  <a:moveTo>
                    <a:pt x="10337605" y="49530"/>
                  </a:moveTo>
                  <a:lnTo>
                    <a:pt x="10242047" y="49530"/>
                  </a:lnTo>
                  <a:lnTo>
                    <a:pt x="10242047" y="871220"/>
                  </a:lnTo>
                  <a:lnTo>
                    <a:pt x="10298998" y="871220"/>
                  </a:lnTo>
                  <a:lnTo>
                    <a:pt x="10298998" y="86360"/>
                  </a:lnTo>
                  <a:lnTo>
                    <a:pt x="10381459" y="86360"/>
                  </a:lnTo>
                  <a:lnTo>
                    <a:pt x="10337605" y="49530"/>
                  </a:lnTo>
                  <a:close/>
                </a:path>
                <a:path w="20059015" h="955039">
                  <a:moveTo>
                    <a:pt x="11411572" y="49530"/>
                  </a:moveTo>
                  <a:lnTo>
                    <a:pt x="11316015" y="49530"/>
                  </a:lnTo>
                  <a:lnTo>
                    <a:pt x="11316015" y="871220"/>
                  </a:lnTo>
                  <a:lnTo>
                    <a:pt x="11372966" y="871220"/>
                  </a:lnTo>
                  <a:lnTo>
                    <a:pt x="11372966" y="86360"/>
                  </a:lnTo>
                  <a:lnTo>
                    <a:pt x="11455427" y="86360"/>
                  </a:lnTo>
                  <a:lnTo>
                    <a:pt x="11411572" y="49530"/>
                  </a:lnTo>
                  <a:close/>
                </a:path>
                <a:path w="20059015" h="955039">
                  <a:moveTo>
                    <a:pt x="12477958" y="49530"/>
                  </a:moveTo>
                  <a:lnTo>
                    <a:pt x="12389992" y="49530"/>
                  </a:lnTo>
                  <a:lnTo>
                    <a:pt x="12389992" y="871220"/>
                  </a:lnTo>
                  <a:lnTo>
                    <a:pt x="12446943" y="871220"/>
                  </a:lnTo>
                  <a:lnTo>
                    <a:pt x="12446943" y="92710"/>
                  </a:lnTo>
                  <a:lnTo>
                    <a:pt x="12529374" y="92710"/>
                  </a:lnTo>
                  <a:lnTo>
                    <a:pt x="12477958" y="49530"/>
                  </a:lnTo>
                  <a:close/>
                </a:path>
                <a:path w="20059015" h="955039">
                  <a:moveTo>
                    <a:pt x="13551936" y="49530"/>
                  </a:moveTo>
                  <a:lnTo>
                    <a:pt x="13456368" y="49530"/>
                  </a:lnTo>
                  <a:lnTo>
                    <a:pt x="13456368" y="871220"/>
                  </a:lnTo>
                  <a:lnTo>
                    <a:pt x="13513319" y="871220"/>
                  </a:lnTo>
                  <a:lnTo>
                    <a:pt x="13513319" y="86360"/>
                  </a:lnTo>
                  <a:lnTo>
                    <a:pt x="13595791" y="86360"/>
                  </a:lnTo>
                  <a:lnTo>
                    <a:pt x="13551936" y="49530"/>
                  </a:lnTo>
                  <a:close/>
                </a:path>
                <a:path w="20059015" h="955039">
                  <a:moveTo>
                    <a:pt x="14653861" y="49530"/>
                  </a:moveTo>
                  <a:lnTo>
                    <a:pt x="14530346" y="49530"/>
                  </a:lnTo>
                  <a:lnTo>
                    <a:pt x="14530346" y="871220"/>
                  </a:lnTo>
                  <a:lnTo>
                    <a:pt x="14587297" y="871220"/>
                  </a:lnTo>
                  <a:lnTo>
                    <a:pt x="14587297" y="86360"/>
                  </a:lnTo>
                  <a:lnTo>
                    <a:pt x="14697715" y="86360"/>
                  </a:lnTo>
                  <a:lnTo>
                    <a:pt x="14653861" y="49530"/>
                  </a:lnTo>
                  <a:close/>
                </a:path>
                <a:path w="20059015" h="955039">
                  <a:moveTo>
                    <a:pt x="15727828" y="49530"/>
                  </a:moveTo>
                  <a:lnTo>
                    <a:pt x="15632271" y="49530"/>
                  </a:lnTo>
                  <a:lnTo>
                    <a:pt x="15632271" y="871220"/>
                  </a:lnTo>
                  <a:lnTo>
                    <a:pt x="15689222" y="871220"/>
                  </a:lnTo>
                  <a:lnTo>
                    <a:pt x="15689222" y="86360"/>
                  </a:lnTo>
                  <a:lnTo>
                    <a:pt x="15771683" y="86360"/>
                  </a:lnTo>
                  <a:lnTo>
                    <a:pt x="15727828" y="49530"/>
                  </a:lnTo>
                  <a:close/>
                </a:path>
                <a:path w="20059015" h="955039">
                  <a:moveTo>
                    <a:pt x="16801806" y="49530"/>
                  </a:moveTo>
                  <a:lnTo>
                    <a:pt x="16706248" y="49530"/>
                  </a:lnTo>
                  <a:lnTo>
                    <a:pt x="16706248" y="871220"/>
                  </a:lnTo>
                  <a:lnTo>
                    <a:pt x="16763199" y="871220"/>
                  </a:lnTo>
                  <a:lnTo>
                    <a:pt x="16763199" y="86360"/>
                  </a:lnTo>
                  <a:lnTo>
                    <a:pt x="16845660" y="86360"/>
                  </a:lnTo>
                  <a:lnTo>
                    <a:pt x="16801806" y="49530"/>
                  </a:lnTo>
                  <a:close/>
                </a:path>
                <a:path w="20059015" h="955039">
                  <a:moveTo>
                    <a:pt x="17875783" y="49530"/>
                  </a:moveTo>
                  <a:lnTo>
                    <a:pt x="17780216" y="49530"/>
                  </a:lnTo>
                  <a:lnTo>
                    <a:pt x="17780216" y="871220"/>
                  </a:lnTo>
                  <a:lnTo>
                    <a:pt x="17837177" y="871220"/>
                  </a:lnTo>
                  <a:lnTo>
                    <a:pt x="17837177" y="86360"/>
                  </a:lnTo>
                  <a:lnTo>
                    <a:pt x="17919638" y="86360"/>
                  </a:lnTo>
                  <a:lnTo>
                    <a:pt x="17875783" y="49530"/>
                  </a:lnTo>
                  <a:close/>
                </a:path>
                <a:path w="20059015" h="955039">
                  <a:moveTo>
                    <a:pt x="18945960" y="49530"/>
                  </a:moveTo>
                  <a:lnTo>
                    <a:pt x="18854193" y="49530"/>
                  </a:lnTo>
                  <a:lnTo>
                    <a:pt x="18854193" y="871220"/>
                  </a:lnTo>
                  <a:lnTo>
                    <a:pt x="18911145" y="871220"/>
                  </a:lnTo>
                  <a:lnTo>
                    <a:pt x="18911145" y="90170"/>
                  </a:lnTo>
                  <a:lnTo>
                    <a:pt x="18994351" y="90170"/>
                  </a:lnTo>
                  <a:lnTo>
                    <a:pt x="18945960" y="49530"/>
                  </a:lnTo>
                  <a:close/>
                </a:path>
                <a:path w="20059015" h="955039">
                  <a:moveTo>
                    <a:pt x="20019928" y="49530"/>
                  </a:moveTo>
                  <a:lnTo>
                    <a:pt x="19924370" y="49530"/>
                  </a:lnTo>
                  <a:lnTo>
                    <a:pt x="19924370" y="871220"/>
                  </a:lnTo>
                  <a:lnTo>
                    <a:pt x="19981321" y="871220"/>
                  </a:lnTo>
                  <a:lnTo>
                    <a:pt x="19981321" y="86360"/>
                  </a:lnTo>
                  <a:lnTo>
                    <a:pt x="20058978" y="86360"/>
                  </a:lnTo>
                  <a:lnTo>
                    <a:pt x="20058978" y="82550"/>
                  </a:lnTo>
                  <a:lnTo>
                    <a:pt x="20019928" y="49530"/>
                  </a:lnTo>
                  <a:close/>
                </a:path>
                <a:path w="20059015" h="955039">
                  <a:moveTo>
                    <a:pt x="20058978" y="86360"/>
                  </a:moveTo>
                  <a:lnTo>
                    <a:pt x="19981321" y="86360"/>
                  </a:lnTo>
                  <a:lnTo>
                    <a:pt x="20058978" y="152400"/>
                  </a:lnTo>
                  <a:lnTo>
                    <a:pt x="20058978" y="86360"/>
                  </a:lnTo>
                  <a:close/>
                </a:path>
                <a:path w="20059015" h="955039">
                  <a:moveTo>
                    <a:pt x="20058978" y="0"/>
                  </a:moveTo>
                  <a:lnTo>
                    <a:pt x="0" y="0"/>
                  </a:lnTo>
                  <a:lnTo>
                    <a:pt x="64" y="49530"/>
                  </a:lnTo>
                  <a:lnTo>
                    <a:pt x="20058978" y="49530"/>
                  </a:lnTo>
                  <a:lnTo>
                    <a:pt x="20058978" y="0"/>
                  </a:lnTo>
                  <a:close/>
                </a:path>
              </a:pathLst>
            </a:custGeom>
            <a:solidFill>
              <a:srgbClr val="E6F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822" y="4604416"/>
              <a:ext cx="20055205" cy="2360930"/>
            </a:xfrm>
            <a:custGeom>
              <a:avLst/>
              <a:gdLst/>
              <a:ahLst/>
              <a:cxnLst/>
              <a:rect l="l" t="t" r="r" b="b"/>
              <a:pathLst>
                <a:path w="20055205" h="2360929">
                  <a:moveTo>
                    <a:pt x="3587051" y="1023048"/>
                  </a:moveTo>
                  <a:lnTo>
                    <a:pt x="3580168" y="993508"/>
                  </a:lnTo>
                  <a:lnTo>
                    <a:pt x="3560483" y="968705"/>
                  </a:lnTo>
                  <a:lnTo>
                    <a:pt x="3410191" y="845540"/>
                  </a:lnTo>
                  <a:lnTo>
                    <a:pt x="3400577" y="840409"/>
                  </a:lnTo>
                  <a:lnTo>
                    <a:pt x="3395573" y="837209"/>
                  </a:lnTo>
                  <a:lnTo>
                    <a:pt x="3376130" y="833780"/>
                  </a:lnTo>
                  <a:lnTo>
                    <a:pt x="3151200" y="839609"/>
                  </a:lnTo>
                  <a:lnTo>
                    <a:pt x="3148596" y="840219"/>
                  </a:lnTo>
                  <a:lnTo>
                    <a:pt x="3140672" y="840384"/>
                  </a:lnTo>
                  <a:lnTo>
                    <a:pt x="3132531" y="843915"/>
                  </a:lnTo>
                  <a:lnTo>
                    <a:pt x="3131959" y="844042"/>
                  </a:lnTo>
                  <a:lnTo>
                    <a:pt x="3131540" y="844346"/>
                  </a:lnTo>
                  <a:lnTo>
                    <a:pt x="3125368" y="847013"/>
                  </a:lnTo>
                  <a:lnTo>
                    <a:pt x="2965513" y="957503"/>
                  </a:lnTo>
                  <a:lnTo>
                    <a:pt x="2943872" y="980605"/>
                  </a:lnTo>
                  <a:lnTo>
                    <a:pt x="2934601" y="1009484"/>
                  </a:lnTo>
                  <a:lnTo>
                    <a:pt x="2938132" y="1039609"/>
                  </a:lnTo>
                  <a:lnTo>
                    <a:pt x="2951911" y="1061669"/>
                  </a:lnTo>
                  <a:lnTo>
                    <a:pt x="3003829" y="1304048"/>
                  </a:lnTo>
                  <a:lnTo>
                    <a:pt x="3042539" y="1304544"/>
                  </a:lnTo>
                  <a:lnTo>
                    <a:pt x="3045485" y="1073188"/>
                  </a:lnTo>
                  <a:lnTo>
                    <a:pt x="3060725" y="1060856"/>
                  </a:lnTo>
                  <a:lnTo>
                    <a:pt x="3158667" y="939152"/>
                  </a:lnTo>
                  <a:lnTo>
                    <a:pt x="3368814" y="933691"/>
                  </a:lnTo>
                  <a:lnTo>
                    <a:pt x="3457143" y="1063955"/>
                  </a:lnTo>
                  <a:lnTo>
                    <a:pt x="3467392" y="1073746"/>
                  </a:lnTo>
                  <a:lnTo>
                    <a:pt x="3440557" y="1296555"/>
                  </a:lnTo>
                  <a:lnTo>
                    <a:pt x="3478974" y="1301178"/>
                  </a:lnTo>
                  <a:lnTo>
                    <a:pt x="3557994" y="1080401"/>
                  </a:lnTo>
                  <a:lnTo>
                    <a:pt x="3562146" y="1078166"/>
                  </a:lnTo>
                  <a:lnTo>
                    <a:pt x="3581069" y="1052779"/>
                  </a:lnTo>
                  <a:lnTo>
                    <a:pt x="3587051" y="1023048"/>
                  </a:lnTo>
                  <a:close/>
                </a:path>
                <a:path w="20055205" h="2360929">
                  <a:moveTo>
                    <a:pt x="3891813" y="116001"/>
                  </a:moveTo>
                  <a:lnTo>
                    <a:pt x="3880104" y="75234"/>
                  </a:lnTo>
                  <a:lnTo>
                    <a:pt x="3856177" y="40208"/>
                  </a:lnTo>
                  <a:lnTo>
                    <a:pt x="3823690" y="15290"/>
                  </a:lnTo>
                  <a:lnTo>
                    <a:pt x="3785527" y="1549"/>
                  </a:lnTo>
                  <a:lnTo>
                    <a:pt x="3744620" y="0"/>
                  </a:lnTo>
                  <a:lnTo>
                    <a:pt x="3703853" y="11696"/>
                  </a:lnTo>
                  <a:lnTo>
                    <a:pt x="3483305" y="115379"/>
                  </a:lnTo>
                  <a:lnTo>
                    <a:pt x="3513912" y="180517"/>
                  </a:lnTo>
                  <a:lnTo>
                    <a:pt x="3383648" y="241757"/>
                  </a:lnTo>
                  <a:lnTo>
                    <a:pt x="3353041" y="176618"/>
                  </a:lnTo>
                  <a:lnTo>
                    <a:pt x="3197631" y="249682"/>
                  </a:lnTo>
                  <a:lnTo>
                    <a:pt x="3162604" y="273608"/>
                  </a:lnTo>
                  <a:lnTo>
                    <a:pt x="3137700" y="306108"/>
                  </a:lnTo>
                  <a:lnTo>
                    <a:pt x="3123946" y="344258"/>
                  </a:lnTo>
                  <a:lnTo>
                    <a:pt x="3122396" y="385165"/>
                  </a:lnTo>
                  <a:lnTo>
                    <a:pt x="3134106" y="425945"/>
                  </a:lnTo>
                  <a:lnTo>
                    <a:pt x="3158032" y="460959"/>
                  </a:lnTo>
                  <a:lnTo>
                    <a:pt x="3190519" y="485876"/>
                  </a:lnTo>
                  <a:lnTo>
                    <a:pt x="3213798" y="494284"/>
                  </a:lnTo>
                  <a:lnTo>
                    <a:pt x="3217824" y="649173"/>
                  </a:lnTo>
                  <a:lnTo>
                    <a:pt x="3182518" y="682053"/>
                  </a:lnTo>
                  <a:lnTo>
                    <a:pt x="3174136" y="723366"/>
                  </a:lnTo>
                  <a:lnTo>
                    <a:pt x="3176155" y="809866"/>
                  </a:lnTo>
                  <a:lnTo>
                    <a:pt x="3158337" y="810323"/>
                  </a:lnTo>
                  <a:lnTo>
                    <a:pt x="3159036" y="837425"/>
                  </a:lnTo>
                  <a:lnTo>
                    <a:pt x="3382480" y="831634"/>
                  </a:lnTo>
                  <a:lnTo>
                    <a:pt x="3381781" y="804532"/>
                  </a:lnTo>
                  <a:lnTo>
                    <a:pt x="3365208" y="804964"/>
                  </a:lnTo>
                  <a:lnTo>
                    <a:pt x="3363201" y="718807"/>
                  </a:lnTo>
                  <a:lnTo>
                    <a:pt x="3360229" y="697369"/>
                  </a:lnTo>
                  <a:lnTo>
                    <a:pt x="3352762" y="677799"/>
                  </a:lnTo>
                  <a:lnTo>
                    <a:pt x="3341344" y="660603"/>
                  </a:lnTo>
                  <a:lnTo>
                    <a:pt x="3326574" y="646353"/>
                  </a:lnTo>
                  <a:lnTo>
                    <a:pt x="3319894" y="646531"/>
                  </a:lnTo>
                  <a:lnTo>
                    <a:pt x="3315741" y="486943"/>
                  </a:lnTo>
                  <a:lnTo>
                    <a:pt x="3465779" y="416407"/>
                  </a:lnTo>
                  <a:lnTo>
                    <a:pt x="3435159" y="351294"/>
                  </a:lnTo>
                  <a:lnTo>
                    <a:pt x="3565410" y="290055"/>
                  </a:lnTo>
                  <a:lnTo>
                    <a:pt x="3596030" y="355168"/>
                  </a:lnTo>
                  <a:lnTo>
                    <a:pt x="3816578" y="251485"/>
                  </a:lnTo>
                  <a:lnTo>
                    <a:pt x="3851605" y="227558"/>
                  </a:lnTo>
                  <a:lnTo>
                    <a:pt x="3876510" y="195072"/>
                  </a:lnTo>
                  <a:lnTo>
                    <a:pt x="3890264" y="156908"/>
                  </a:lnTo>
                  <a:lnTo>
                    <a:pt x="3891813" y="116001"/>
                  </a:lnTo>
                  <a:close/>
                </a:path>
                <a:path w="20055205" h="2360929">
                  <a:moveTo>
                    <a:pt x="20054786" y="2122271"/>
                  </a:moveTo>
                  <a:lnTo>
                    <a:pt x="20047217" y="2111070"/>
                  </a:lnTo>
                  <a:lnTo>
                    <a:pt x="20026783" y="2097265"/>
                  </a:lnTo>
                  <a:lnTo>
                    <a:pt x="20001840" y="2092198"/>
                  </a:lnTo>
                  <a:lnTo>
                    <a:pt x="18191582" y="2092198"/>
                  </a:lnTo>
                  <a:lnTo>
                    <a:pt x="18191582" y="1624291"/>
                  </a:lnTo>
                  <a:lnTo>
                    <a:pt x="17626534" y="1624291"/>
                  </a:lnTo>
                  <a:lnTo>
                    <a:pt x="17626534" y="2092198"/>
                  </a:lnTo>
                  <a:lnTo>
                    <a:pt x="13689470" y="2092198"/>
                  </a:lnTo>
                  <a:lnTo>
                    <a:pt x="13689470" y="1669859"/>
                  </a:lnTo>
                  <a:lnTo>
                    <a:pt x="13124434" y="1669859"/>
                  </a:lnTo>
                  <a:lnTo>
                    <a:pt x="13124434" y="2092198"/>
                  </a:lnTo>
                  <a:lnTo>
                    <a:pt x="10973626" y="2092198"/>
                  </a:lnTo>
                  <a:lnTo>
                    <a:pt x="10973626" y="1624291"/>
                  </a:lnTo>
                  <a:lnTo>
                    <a:pt x="10408577" y="1624291"/>
                  </a:lnTo>
                  <a:lnTo>
                    <a:pt x="10408577" y="2092198"/>
                  </a:lnTo>
                  <a:lnTo>
                    <a:pt x="8567636" y="2092198"/>
                  </a:lnTo>
                  <a:lnTo>
                    <a:pt x="8567636" y="1624291"/>
                  </a:lnTo>
                  <a:lnTo>
                    <a:pt x="8002587" y="1624291"/>
                  </a:lnTo>
                  <a:lnTo>
                    <a:pt x="8002587" y="2092198"/>
                  </a:lnTo>
                  <a:lnTo>
                    <a:pt x="6161646" y="2092198"/>
                  </a:lnTo>
                  <a:lnTo>
                    <a:pt x="6161646" y="1624291"/>
                  </a:lnTo>
                  <a:lnTo>
                    <a:pt x="5596610" y="1624291"/>
                  </a:lnTo>
                  <a:lnTo>
                    <a:pt x="5596610" y="2092198"/>
                  </a:lnTo>
                  <a:lnTo>
                    <a:pt x="3755656" y="2092198"/>
                  </a:lnTo>
                  <a:lnTo>
                    <a:pt x="3755656" y="1669935"/>
                  </a:lnTo>
                  <a:lnTo>
                    <a:pt x="3796334" y="1649006"/>
                  </a:lnTo>
                  <a:lnTo>
                    <a:pt x="3847325" y="1635010"/>
                  </a:lnTo>
                  <a:lnTo>
                    <a:pt x="3899738" y="1629651"/>
                  </a:lnTo>
                  <a:lnTo>
                    <a:pt x="3951630" y="1631073"/>
                  </a:lnTo>
                  <a:lnTo>
                    <a:pt x="4001020" y="1637411"/>
                  </a:lnTo>
                  <a:lnTo>
                    <a:pt x="4001947" y="1637614"/>
                  </a:lnTo>
                  <a:lnTo>
                    <a:pt x="4018292" y="1658886"/>
                  </a:lnTo>
                  <a:lnTo>
                    <a:pt x="4030332" y="1649095"/>
                  </a:lnTo>
                  <a:lnTo>
                    <a:pt x="4025290" y="1642503"/>
                  </a:lnTo>
                  <a:lnTo>
                    <a:pt x="4045966" y="1646821"/>
                  </a:lnTo>
                  <a:lnTo>
                    <a:pt x="4084510" y="1657451"/>
                  </a:lnTo>
                  <a:lnTo>
                    <a:pt x="4114685" y="1667446"/>
                  </a:lnTo>
                  <a:lnTo>
                    <a:pt x="4134548" y="1674939"/>
                  </a:lnTo>
                  <a:lnTo>
                    <a:pt x="4142130" y="1678089"/>
                  </a:lnTo>
                  <a:lnTo>
                    <a:pt x="4167428" y="1621434"/>
                  </a:lnTo>
                  <a:lnTo>
                    <a:pt x="4111904" y="1600860"/>
                  </a:lnTo>
                  <a:lnTo>
                    <a:pt x="4054005" y="1584731"/>
                  </a:lnTo>
                  <a:lnTo>
                    <a:pt x="3982936" y="1571752"/>
                  </a:lnTo>
                  <a:lnTo>
                    <a:pt x="3973385" y="1571028"/>
                  </a:lnTo>
                  <a:lnTo>
                    <a:pt x="3954970" y="1542783"/>
                  </a:lnTo>
                  <a:lnTo>
                    <a:pt x="3928694" y="1493316"/>
                  </a:lnTo>
                  <a:lnTo>
                    <a:pt x="3909974" y="1446174"/>
                  </a:lnTo>
                  <a:lnTo>
                    <a:pt x="3898760" y="1401241"/>
                  </a:lnTo>
                  <a:lnTo>
                    <a:pt x="3895001" y="1358404"/>
                  </a:lnTo>
                  <a:lnTo>
                    <a:pt x="3898671" y="1317561"/>
                  </a:lnTo>
                  <a:lnTo>
                    <a:pt x="3912336" y="1272311"/>
                  </a:lnTo>
                  <a:lnTo>
                    <a:pt x="3934828" y="1231252"/>
                  </a:lnTo>
                  <a:lnTo>
                    <a:pt x="3964686" y="1193927"/>
                  </a:lnTo>
                  <a:lnTo>
                    <a:pt x="4000423" y="1159827"/>
                  </a:lnTo>
                  <a:lnTo>
                    <a:pt x="4040568" y="1128509"/>
                  </a:lnTo>
                  <a:lnTo>
                    <a:pt x="4083672" y="1099451"/>
                  </a:lnTo>
                  <a:lnTo>
                    <a:pt x="4128236" y="1072210"/>
                  </a:lnTo>
                  <a:lnTo>
                    <a:pt x="4221238" y="1018044"/>
                  </a:lnTo>
                  <a:lnTo>
                    <a:pt x="4266095" y="989939"/>
                  </a:lnTo>
                  <a:lnTo>
                    <a:pt x="4305185" y="961326"/>
                  </a:lnTo>
                  <a:lnTo>
                    <a:pt x="4336313" y="931557"/>
                  </a:lnTo>
                  <a:lnTo>
                    <a:pt x="4364291" y="883894"/>
                  </a:lnTo>
                  <a:lnTo>
                    <a:pt x="4369511" y="858850"/>
                  </a:lnTo>
                  <a:lnTo>
                    <a:pt x="4368838" y="833094"/>
                  </a:lnTo>
                  <a:lnTo>
                    <a:pt x="4348721" y="778319"/>
                  </a:lnTo>
                  <a:lnTo>
                    <a:pt x="4314863" y="734479"/>
                  </a:lnTo>
                  <a:lnTo>
                    <a:pt x="4282338" y="704938"/>
                  </a:lnTo>
                  <a:lnTo>
                    <a:pt x="4266273" y="693115"/>
                  </a:lnTo>
                  <a:lnTo>
                    <a:pt x="4257751" y="706069"/>
                  </a:lnTo>
                  <a:lnTo>
                    <a:pt x="4271670" y="716394"/>
                  </a:lnTo>
                  <a:lnTo>
                    <a:pt x="4302214" y="743953"/>
                  </a:lnTo>
                  <a:lnTo>
                    <a:pt x="4334459" y="784872"/>
                  </a:lnTo>
                  <a:lnTo>
                    <a:pt x="4353496" y="835291"/>
                  </a:lnTo>
                  <a:lnTo>
                    <a:pt x="4354017" y="857643"/>
                  </a:lnTo>
                  <a:lnTo>
                    <a:pt x="4349356" y="879500"/>
                  </a:lnTo>
                  <a:lnTo>
                    <a:pt x="4324566" y="921423"/>
                  </a:lnTo>
                  <a:lnTo>
                    <a:pt x="4294632" y="949934"/>
                  </a:lnTo>
                  <a:lnTo>
                    <a:pt x="4256557" y="977671"/>
                  </a:lnTo>
                  <a:lnTo>
                    <a:pt x="4212615" y="1005128"/>
                  </a:lnTo>
                  <a:lnTo>
                    <a:pt x="4124490" y="1056411"/>
                  </a:lnTo>
                  <a:lnTo>
                    <a:pt x="4083786" y="1081024"/>
                  </a:lnTo>
                  <a:lnTo>
                    <a:pt x="4043984" y="1107084"/>
                  </a:lnTo>
                  <a:lnTo>
                    <a:pt x="4006164" y="1134960"/>
                  </a:lnTo>
                  <a:lnTo>
                    <a:pt x="3971366" y="1165021"/>
                  </a:lnTo>
                  <a:lnTo>
                    <a:pt x="3940632" y="1197660"/>
                  </a:lnTo>
                  <a:lnTo>
                    <a:pt x="3915029" y="1233233"/>
                  </a:lnTo>
                  <a:lnTo>
                    <a:pt x="3895598" y="1272146"/>
                  </a:lnTo>
                  <a:lnTo>
                    <a:pt x="3883406" y="1314742"/>
                  </a:lnTo>
                  <a:lnTo>
                    <a:pt x="3879558" y="1352118"/>
                  </a:lnTo>
                  <a:lnTo>
                    <a:pt x="3881577" y="1390967"/>
                  </a:lnTo>
                  <a:lnTo>
                    <a:pt x="3889464" y="1431340"/>
                  </a:lnTo>
                  <a:lnTo>
                    <a:pt x="3903281" y="1473327"/>
                  </a:lnTo>
                  <a:lnTo>
                    <a:pt x="3923042" y="1517002"/>
                  </a:lnTo>
                  <a:lnTo>
                    <a:pt x="3948773" y="1562430"/>
                  </a:lnTo>
                  <a:lnTo>
                    <a:pt x="3953522" y="1569516"/>
                  </a:lnTo>
                  <a:lnTo>
                    <a:pt x="3925201" y="1567345"/>
                  </a:lnTo>
                  <a:lnTo>
                    <a:pt x="3870998" y="1569135"/>
                  </a:lnTo>
                  <a:lnTo>
                    <a:pt x="3820515" y="1577073"/>
                  </a:lnTo>
                  <a:lnTo>
                    <a:pt x="3773995" y="1591094"/>
                  </a:lnTo>
                  <a:lnTo>
                    <a:pt x="3731615" y="1611122"/>
                  </a:lnTo>
                  <a:lnTo>
                    <a:pt x="3712349" y="1624291"/>
                  </a:lnTo>
                  <a:lnTo>
                    <a:pt x="3190621" y="1624291"/>
                  </a:lnTo>
                  <a:lnTo>
                    <a:pt x="3190621" y="2092198"/>
                  </a:lnTo>
                  <a:lnTo>
                    <a:pt x="55841" y="2092198"/>
                  </a:lnTo>
                  <a:lnTo>
                    <a:pt x="30899" y="2097265"/>
                  </a:lnTo>
                  <a:lnTo>
                    <a:pt x="10464" y="2111070"/>
                  </a:lnTo>
                  <a:lnTo>
                    <a:pt x="0" y="2126551"/>
                  </a:lnTo>
                  <a:lnTo>
                    <a:pt x="254" y="2326881"/>
                  </a:lnTo>
                  <a:lnTo>
                    <a:pt x="10464" y="2341981"/>
                  </a:lnTo>
                  <a:lnTo>
                    <a:pt x="30899" y="2355786"/>
                  </a:lnTo>
                  <a:lnTo>
                    <a:pt x="55841" y="2360853"/>
                  </a:lnTo>
                  <a:lnTo>
                    <a:pt x="20001840" y="2360853"/>
                  </a:lnTo>
                  <a:lnTo>
                    <a:pt x="20026783" y="2355786"/>
                  </a:lnTo>
                  <a:lnTo>
                    <a:pt x="20047217" y="2341981"/>
                  </a:lnTo>
                  <a:lnTo>
                    <a:pt x="20054786" y="2330767"/>
                  </a:lnTo>
                  <a:lnTo>
                    <a:pt x="20054786" y="2122271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0729" y="4904997"/>
              <a:ext cx="139503" cy="13951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690200" y="4551368"/>
              <a:ext cx="1382395" cy="1036319"/>
            </a:xfrm>
            <a:custGeom>
              <a:avLst/>
              <a:gdLst/>
              <a:ahLst/>
              <a:cxnLst/>
              <a:rect l="l" t="t" r="r" b="b"/>
              <a:pathLst>
                <a:path w="1382395" h="1036320">
                  <a:moveTo>
                    <a:pt x="1381899" y="526783"/>
                  </a:moveTo>
                  <a:lnTo>
                    <a:pt x="1377238" y="478955"/>
                  </a:lnTo>
                  <a:lnTo>
                    <a:pt x="1367091" y="433666"/>
                  </a:lnTo>
                  <a:lnTo>
                    <a:pt x="1351521" y="391033"/>
                  </a:lnTo>
                  <a:lnTo>
                    <a:pt x="1330566" y="351167"/>
                  </a:lnTo>
                  <a:lnTo>
                    <a:pt x="1304251" y="314198"/>
                  </a:lnTo>
                  <a:lnTo>
                    <a:pt x="1272654" y="280225"/>
                  </a:lnTo>
                  <a:lnTo>
                    <a:pt x="1235773" y="249389"/>
                  </a:lnTo>
                  <a:lnTo>
                    <a:pt x="1191526" y="220637"/>
                  </a:lnTo>
                  <a:lnTo>
                    <a:pt x="1145476" y="198513"/>
                  </a:lnTo>
                  <a:lnTo>
                    <a:pt x="1097927" y="183095"/>
                  </a:lnTo>
                  <a:lnTo>
                    <a:pt x="1049185" y="174459"/>
                  </a:lnTo>
                  <a:lnTo>
                    <a:pt x="999540" y="172669"/>
                  </a:lnTo>
                  <a:lnTo>
                    <a:pt x="949286" y="177812"/>
                  </a:lnTo>
                  <a:lnTo>
                    <a:pt x="892886" y="191833"/>
                  </a:lnTo>
                  <a:lnTo>
                    <a:pt x="841006" y="212458"/>
                  </a:lnTo>
                  <a:lnTo>
                    <a:pt x="794994" y="237350"/>
                  </a:lnTo>
                  <a:lnTo>
                    <a:pt x="756246" y="264198"/>
                  </a:lnTo>
                  <a:lnTo>
                    <a:pt x="726122" y="290677"/>
                  </a:lnTo>
                  <a:lnTo>
                    <a:pt x="721626" y="295986"/>
                  </a:lnTo>
                  <a:lnTo>
                    <a:pt x="674319" y="263118"/>
                  </a:lnTo>
                  <a:lnTo>
                    <a:pt x="656348" y="288988"/>
                  </a:lnTo>
                  <a:lnTo>
                    <a:pt x="276936" y="30124"/>
                  </a:lnTo>
                  <a:lnTo>
                    <a:pt x="236169" y="9436"/>
                  </a:lnTo>
                  <a:lnTo>
                    <a:pt x="192887" y="0"/>
                  </a:lnTo>
                  <a:lnTo>
                    <a:pt x="149161" y="1473"/>
                  </a:lnTo>
                  <a:lnTo>
                    <a:pt x="107124" y="13550"/>
                  </a:lnTo>
                  <a:lnTo>
                    <a:pt x="68846" y="35877"/>
                  </a:lnTo>
                  <a:lnTo>
                    <a:pt x="36449" y="68135"/>
                  </a:lnTo>
                  <a:lnTo>
                    <a:pt x="13284" y="107543"/>
                  </a:lnTo>
                  <a:lnTo>
                    <a:pt x="1206" y="150177"/>
                  </a:lnTo>
                  <a:lnTo>
                    <a:pt x="0" y="193903"/>
                  </a:lnTo>
                  <a:lnTo>
                    <a:pt x="9461" y="236613"/>
                  </a:lnTo>
                  <a:lnTo>
                    <a:pt x="29400" y="276174"/>
                  </a:lnTo>
                  <a:lnTo>
                    <a:pt x="59613" y="310502"/>
                  </a:lnTo>
                  <a:lnTo>
                    <a:pt x="608533" y="792810"/>
                  </a:lnTo>
                  <a:lnTo>
                    <a:pt x="625894" y="770305"/>
                  </a:lnTo>
                  <a:lnTo>
                    <a:pt x="651611" y="790143"/>
                  </a:lnTo>
                  <a:lnTo>
                    <a:pt x="705167" y="720725"/>
                  </a:lnTo>
                  <a:lnTo>
                    <a:pt x="1087653" y="1014818"/>
                  </a:lnTo>
                  <a:lnTo>
                    <a:pt x="1125270" y="1033259"/>
                  </a:lnTo>
                  <a:lnTo>
                    <a:pt x="1165631" y="1035748"/>
                  </a:lnTo>
                  <a:lnTo>
                    <a:pt x="1203972" y="1022934"/>
                  </a:lnTo>
                  <a:lnTo>
                    <a:pt x="1235570" y="995426"/>
                  </a:lnTo>
                  <a:lnTo>
                    <a:pt x="1254010" y="957821"/>
                  </a:lnTo>
                  <a:lnTo>
                    <a:pt x="1256512" y="917448"/>
                  </a:lnTo>
                  <a:lnTo>
                    <a:pt x="1243698" y="879094"/>
                  </a:lnTo>
                  <a:lnTo>
                    <a:pt x="1216177" y="847509"/>
                  </a:lnTo>
                  <a:lnTo>
                    <a:pt x="834021" y="553681"/>
                  </a:lnTo>
                  <a:lnTo>
                    <a:pt x="888022" y="483692"/>
                  </a:lnTo>
                  <a:lnTo>
                    <a:pt x="862291" y="463854"/>
                  </a:lnTo>
                  <a:lnTo>
                    <a:pt x="879652" y="441337"/>
                  </a:lnTo>
                  <a:lnTo>
                    <a:pt x="798995" y="386308"/>
                  </a:lnTo>
                  <a:lnTo>
                    <a:pt x="816140" y="361619"/>
                  </a:lnTo>
                  <a:lnTo>
                    <a:pt x="773150" y="331774"/>
                  </a:lnTo>
                  <a:lnTo>
                    <a:pt x="776274" y="328307"/>
                  </a:lnTo>
                  <a:lnTo>
                    <a:pt x="808024" y="302895"/>
                  </a:lnTo>
                  <a:lnTo>
                    <a:pt x="850569" y="276898"/>
                  </a:lnTo>
                  <a:lnTo>
                    <a:pt x="901839" y="254279"/>
                  </a:lnTo>
                  <a:lnTo>
                    <a:pt x="959751" y="238963"/>
                  </a:lnTo>
                  <a:lnTo>
                    <a:pt x="1010183" y="234416"/>
                  </a:lnTo>
                  <a:lnTo>
                    <a:pt x="1059434" y="238188"/>
                  </a:lnTo>
                  <a:lnTo>
                    <a:pt x="1107363" y="250278"/>
                  </a:lnTo>
                  <a:lnTo>
                    <a:pt x="1153871" y="270637"/>
                  </a:lnTo>
                  <a:lnTo>
                    <a:pt x="1198854" y="299237"/>
                  </a:lnTo>
                  <a:lnTo>
                    <a:pt x="1237869" y="332968"/>
                  </a:lnTo>
                  <a:lnTo>
                    <a:pt x="1269377" y="370776"/>
                  </a:lnTo>
                  <a:lnTo>
                    <a:pt x="1293342" y="412597"/>
                  </a:lnTo>
                  <a:lnTo>
                    <a:pt x="1309751" y="458406"/>
                  </a:lnTo>
                  <a:lnTo>
                    <a:pt x="1318590" y="508127"/>
                  </a:lnTo>
                  <a:lnTo>
                    <a:pt x="1319847" y="561708"/>
                  </a:lnTo>
                  <a:lnTo>
                    <a:pt x="1313497" y="619112"/>
                  </a:lnTo>
                  <a:lnTo>
                    <a:pt x="1295184" y="694080"/>
                  </a:lnTo>
                  <a:lnTo>
                    <a:pt x="1272692" y="754951"/>
                  </a:lnTo>
                  <a:lnTo>
                    <a:pt x="1253540" y="795959"/>
                  </a:lnTo>
                  <a:lnTo>
                    <a:pt x="1245247" y="811339"/>
                  </a:lnTo>
                  <a:lnTo>
                    <a:pt x="1298663" y="842886"/>
                  </a:lnTo>
                  <a:lnTo>
                    <a:pt x="1320571" y="800112"/>
                  </a:lnTo>
                  <a:lnTo>
                    <a:pt x="1339824" y="754507"/>
                  </a:lnTo>
                  <a:lnTo>
                    <a:pt x="1359192" y="696683"/>
                  </a:lnTo>
                  <a:lnTo>
                    <a:pt x="1374648" y="629589"/>
                  </a:lnTo>
                  <a:lnTo>
                    <a:pt x="1381048" y="577037"/>
                  </a:lnTo>
                  <a:lnTo>
                    <a:pt x="1381899" y="526783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4661" y="4615781"/>
              <a:ext cx="226110" cy="226117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3560292" y="5229104"/>
              <a:ext cx="1619885" cy="1593850"/>
            </a:xfrm>
            <a:custGeom>
              <a:avLst/>
              <a:gdLst/>
              <a:ahLst/>
              <a:cxnLst/>
              <a:rect l="l" t="t" r="r" b="b"/>
              <a:pathLst>
                <a:path w="1619885" h="1593850">
                  <a:moveTo>
                    <a:pt x="1619707" y="361391"/>
                  </a:moveTo>
                  <a:lnTo>
                    <a:pt x="1619389" y="317588"/>
                  </a:lnTo>
                  <a:lnTo>
                    <a:pt x="1613509" y="274167"/>
                  </a:lnTo>
                  <a:lnTo>
                    <a:pt x="1602105" y="231724"/>
                  </a:lnTo>
                  <a:lnTo>
                    <a:pt x="1585226" y="190830"/>
                  </a:lnTo>
                  <a:lnTo>
                    <a:pt x="1562925" y="152057"/>
                  </a:lnTo>
                  <a:lnTo>
                    <a:pt x="1535226" y="115989"/>
                  </a:lnTo>
                  <a:lnTo>
                    <a:pt x="1502168" y="83185"/>
                  </a:lnTo>
                  <a:lnTo>
                    <a:pt x="1465008" y="55105"/>
                  </a:lnTo>
                  <a:lnTo>
                    <a:pt x="1425384" y="32791"/>
                  </a:lnTo>
                  <a:lnTo>
                    <a:pt x="1383842" y="16192"/>
                  </a:lnTo>
                  <a:lnTo>
                    <a:pt x="1340967" y="5283"/>
                  </a:lnTo>
                  <a:lnTo>
                    <a:pt x="1297343" y="0"/>
                  </a:lnTo>
                  <a:lnTo>
                    <a:pt x="1253528" y="330"/>
                  </a:lnTo>
                  <a:lnTo>
                    <a:pt x="1210119" y="6210"/>
                  </a:lnTo>
                  <a:lnTo>
                    <a:pt x="1167676" y="17602"/>
                  </a:lnTo>
                  <a:lnTo>
                    <a:pt x="1126782" y="34480"/>
                  </a:lnTo>
                  <a:lnTo>
                    <a:pt x="1087996" y="56794"/>
                  </a:lnTo>
                  <a:lnTo>
                    <a:pt x="1051928" y="84493"/>
                  </a:lnTo>
                  <a:lnTo>
                    <a:pt x="1019124" y="117551"/>
                  </a:lnTo>
                  <a:lnTo>
                    <a:pt x="468528" y="752500"/>
                  </a:lnTo>
                  <a:lnTo>
                    <a:pt x="455510" y="757986"/>
                  </a:lnTo>
                  <a:lnTo>
                    <a:pt x="419620" y="785723"/>
                  </a:lnTo>
                  <a:lnTo>
                    <a:pt x="391883" y="821613"/>
                  </a:lnTo>
                  <a:lnTo>
                    <a:pt x="374015" y="863968"/>
                  </a:lnTo>
                  <a:lnTo>
                    <a:pt x="367677" y="911110"/>
                  </a:lnTo>
                  <a:lnTo>
                    <a:pt x="367677" y="1280464"/>
                  </a:lnTo>
                  <a:lnTo>
                    <a:pt x="265125" y="1280464"/>
                  </a:lnTo>
                  <a:lnTo>
                    <a:pt x="265125" y="1403273"/>
                  </a:lnTo>
                  <a:lnTo>
                    <a:pt x="244525" y="1409509"/>
                  </a:lnTo>
                  <a:lnTo>
                    <a:pt x="193738" y="1428508"/>
                  </a:lnTo>
                  <a:lnTo>
                    <a:pt x="147345" y="1449933"/>
                  </a:lnTo>
                  <a:lnTo>
                    <a:pt x="105892" y="1473809"/>
                  </a:lnTo>
                  <a:lnTo>
                    <a:pt x="69888" y="1500111"/>
                  </a:lnTo>
                  <a:lnTo>
                    <a:pt x="39890" y="1528864"/>
                  </a:lnTo>
                  <a:lnTo>
                    <a:pt x="16421" y="1560055"/>
                  </a:lnTo>
                  <a:lnTo>
                    <a:pt x="0" y="1593672"/>
                  </a:lnTo>
                  <a:lnTo>
                    <a:pt x="1395463" y="1593672"/>
                  </a:lnTo>
                  <a:lnTo>
                    <a:pt x="1355559" y="1528864"/>
                  </a:lnTo>
                  <a:lnTo>
                    <a:pt x="1325562" y="1500111"/>
                  </a:lnTo>
                  <a:lnTo>
                    <a:pt x="1289570" y="1473809"/>
                  </a:lnTo>
                  <a:lnTo>
                    <a:pt x="1248105" y="1449933"/>
                  </a:lnTo>
                  <a:lnTo>
                    <a:pt x="1201712" y="1428508"/>
                  </a:lnTo>
                  <a:lnTo>
                    <a:pt x="1150924" y="1409509"/>
                  </a:lnTo>
                  <a:lnTo>
                    <a:pt x="1096264" y="1392961"/>
                  </a:lnTo>
                  <a:lnTo>
                    <a:pt x="1060665" y="1392961"/>
                  </a:lnTo>
                  <a:lnTo>
                    <a:pt x="1060665" y="1280464"/>
                  </a:lnTo>
                  <a:lnTo>
                    <a:pt x="989926" y="1280464"/>
                  </a:lnTo>
                  <a:lnTo>
                    <a:pt x="989926" y="1196555"/>
                  </a:lnTo>
                  <a:lnTo>
                    <a:pt x="1536534" y="566216"/>
                  </a:lnTo>
                  <a:lnTo>
                    <a:pt x="1564614" y="529069"/>
                  </a:lnTo>
                  <a:lnTo>
                    <a:pt x="1586928" y="489432"/>
                  </a:lnTo>
                  <a:lnTo>
                    <a:pt x="1603514" y="447890"/>
                  </a:lnTo>
                  <a:lnTo>
                    <a:pt x="1614436" y="405015"/>
                  </a:lnTo>
                  <a:lnTo>
                    <a:pt x="1619707" y="361391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5910" y="6666969"/>
              <a:ext cx="348252" cy="77673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7001827" y="3738771"/>
              <a:ext cx="1114425" cy="1506220"/>
            </a:xfrm>
            <a:custGeom>
              <a:avLst/>
              <a:gdLst/>
              <a:ahLst/>
              <a:cxnLst/>
              <a:rect l="l" t="t" r="r" b="b"/>
              <a:pathLst>
                <a:path w="1114425" h="1506220">
                  <a:moveTo>
                    <a:pt x="968743" y="0"/>
                  </a:moveTo>
                  <a:lnTo>
                    <a:pt x="0" y="0"/>
                  </a:lnTo>
                  <a:lnTo>
                    <a:pt x="0" y="216230"/>
                  </a:lnTo>
                  <a:lnTo>
                    <a:pt x="111645" y="216230"/>
                  </a:lnTo>
                  <a:lnTo>
                    <a:pt x="111645" y="261264"/>
                  </a:lnTo>
                  <a:lnTo>
                    <a:pt x="117589" y="290703"/>
                  </a:lnTo>
                  <a:lnTo>
                    <a:pt x="133794" y="314744"/>
                  </a:lnTo>
                  <a:lnTo>
                    <a:pt x="157835" y="330949"/>
                  </a:lnTo>
                  <a:lnTo>
                    <a:pt x="187261" y="336892"/>
                  </a:lnTo>
                  <a:lnTo>
                    <a:pt x="351624" y="336892"/>
                  </a:lnTo>
                  <a:lnTo>
                    <a:pt x="351624" y="411937"/>
                  </a:lnTo>
                  <a:lnTo>
                    <a:pt x="296227" y="427710"/>
                  </a:lnTo>
                  <a:lnTo>
                    <a:pt x="235419" y="456819"/>
                  </a:lnTo>
                  <a:lnTo>
                    <a:pt x="179006" y="503072"/>
                  </a:lnTo>
                  <a:lnTo>
                    <a:pt x="149898" y="542848"/>
                  </a:lnTo>
                  <a:lnTo>
                    <a:pt x="130060" y="587997"/>
                  </a:lnTo>
                  <a:lnTo>
                    <a:pt x="119532" y="638340"/>
                  </a:lnTo>
                  <a:lnTo>
                    <a:pt x="118389" y="693724"/>
                  </a:lnTo>
                  <a:lnTo>
                    <a:pt x="124841" y="739825"/>
                  </a:lnTo>
                  <a:lnTo>
                    <a:pt x="138226" y="783043"/>
                  </a:lnTo>
                  <a:lnTo>
                    <a:pt x="158369" y="822998"/>
                  </a:lnTo>
                  <a:lnTo>
                    <a:pt x="185102" y="859358"/>
                  </a:lnTo>
                  <a:lnTo>
                    <a:pt x="218236" y="891743"/>
                  </a:lnTo>
                  <a:lnTo>
                    <a:pt x="269494" y="926693"/>
                  </a:lnTo>
                  <a:lnTo>
                    <a:pt x="320294" y="949464"/>
                  </a:lnTo>
                  <a:lnTo>
                    <a:pt x="364947" y="961148"/>
                  </a:lnTo>
                  <a:lnTo>
                    <a:pt x="397751" y="962837"/>
                  </a:lnTo>
                  <a:lnTo>
                    <a:pt x="392607" y="919429"/>
                  </a:lnTo>
                  <a:lnTo>
                    <a:pt x="370065" y="917702"/>
                  </a:lnTo>
                  <a:lnTo>
                    <a:pt x="334391" y="908024"/>
                  </a:lnTo>
                  <a:lnTo>
                    <a:pt x="291249" y="888758"/>
                  </a:lnTo>
                  <a:lnTo>
                    <a:pt x="246253" y="858202"/>
                  </a:lnTo>
                  <a:lnTo>
                    <a:pt x="211848" y="823379"/>
                  </a:lnTo>
                  <a:lnTo>
                    <a:pt x="186296" y="783818"/>
                  </a:lnTo>
                  <a:lnTo>
                    <a:pt x="169659" y="739660"/>
                  </a:lnTo>
                  <a:lnTo>
                    <a:pt x="162013" y="691045"/>
                  </a:lnTo>
                  <a:lnTo>
                    <a:pt x="162864" y="644626"/>
                  </a:lnTo>
                  <a:lnTo>
                    <a:pt x="171373" y="602678"/>
                  </a:lnTo>
                  <a:lnTo>
                    <a:pt x="187477" y="565315"/>
                  </a:lnTo>
                  <a:lnTo>
                    <a:pt x="211150" y="532676"/>
                  </a:lnTo>
                  <a:lnTo>
                    <a:pt x="259969" y="493128"/>
                  </a:lnTo>
                  <a:lnTo>
                    <a:pt x="313461" y="468134"/>
                  </a:lnTo>
                  <a:lnTo>
                    <a:pt x="351624" y="457504"/>
                  </a:lnTo>
                  <a:lnTo>
                    <a:pt x="351624" y="517982"/>
                  </a:lnTo>
                  <a:lnTo>
                    <a:pt x="358648" y="561530"/>
                  </a:lnTo>
                  <a:lnTo>
                    <a:pt x="378206" y="599351"/>
                  </a:lnTo>
                  <a:lnTo>
                    <a:pt x="408038" y="629183"/>
                  </a:lnTo>
                  <a:lnTo>
                    <a:pt x="420446" y="635609"/>
                  </a:lnTo>
                  <a:lnTo>
                    <a:pt x="420446" y="965555"/>
                  </a:lnTo>
                  <a:lnTo>
                    <a:pt x="558368" y="965555"/>
                  </a:lnTo>
                  <a:lnTo>
                    <a:pt x="558368" y="635609"/>
                  </a:lnTo>
                  <a:lnTo>
                    <a:pt x="570788" y="629183"/>
                  </a:lnTo>
                  <a:lnTo>
                    <a:pt x="600608" y="599351"/>
                  </a:lnTo>
                  <a:lnTo>
                    <a:pt x="620179" y="561530"/>
                  </a:lnTo>
                  <a:lnTo>
                    <a:pt x="627202" y="517982"/>
                  </a:lnTo>
                  <a:lnTo>
                    <a:pt x="627202" y="336892"/>
                  </a:lnTo>
                  <a:lnTo>
                    <a:pt x="779348" y="336892"/>
                  </a:lnTo>
                  <a:lnTo>
                    <a:pt x="808786" y="330949"/>
                  </a:lnTo>
                  <a:lnTo>
                    <a:pt x="832827" y="314744"/>
                  </a:lnTo>
                  <a:lnTo>
                    <a:pt x="849033" y="290703"/>
                  </a:lnTo>
                  <a:lnTo>
                    <a:pt x="854976" y="261264"/>
                  </a:lnTo>
                  <a:lnTo>
                    <a:pt x="854976" y="216230"/>
                  </a:lnTo>
                  <a:lnTo>
                    <a:pt x="968743" y="216230"/>
                  </a:lnTo>
                  <a:lnTo>
                    <a:pt x="968743" y="0"/>
                  </a:lnTo>
                  <a:close/>
                </a:path>
                <a:path w="1114425" h="1506220">
                  <a:moveTo>
                    <a:pt x="1114285" y="1459877"/>
                  </a:moveTo>
                  <a:lnTo>
                    <a:pt x="1111275" y="1414119"/>
                  </a:lnTo>
                  <a:lnTo>
                    <a:pt x="1100277" y="1370139"/>
                  </a:lnTo>
                  <a:lnTo>
                    <a:pt x="1081836" y="1329512"/>
                  </a:lnTo>
                  <a:lnTo>
                    <a:pt x="1056474" y="1293787"/>
                  </a:lnTo>
                  <a:lnTo>
                    <a:pt x="1024763" y="1264551"/>
                  </a:lnTo>
                  <a:lnTo>
                    <a:pt x="983830" y="1241780"/>
                  </a:lnTo>
                  <a:lnTo>
                    <a:pt x="939342" y="1230591"/>
                  </a:lnTo>
                  <a:lnTo>
                    <a:pt x="892048" y="1230985"/>
                  </a:lnTo>
                  <a:lnTo>
                    <a:pt x="842657" y="1242961"/>
                  </a:lnTo>
                  <a:lnTo>
                    <a:pt x="791908" y="1266494"/>
                  </a:lnTo>
                  <a:lnTo>
                    <a:pt x="734695" y="1288707"/>
                  </a:lnTo>
                  <a:lnTo>
                    <a:pt x="685355" y="1290205"/>
                  </a:lnTo>
                  <a:lnTo>
                    <a:pt x="644664" y="1277962"/>
                  </a:lnTo>
                  <a:lnTo>
                    <a:pt x="592315" y="1240142"/>
                  </a:lnTo>
                  <a:lnTo>
                    <a:pt x="558622" y="1193584"/>
                  </a:lnTo>
                  <a:lnTo>
                    <a:pt x="539419" y="1142276"/>
                  </a:lnTo>
                  <a:lnTo>
                    <a:pt x="536041" y="1092377"/>
                  </a:lnTo>
                  <a:lnTo>
                    <a:pt x="549897" y="1050048"/>
                  </a:lnTo>
                  <a:lnTo>
                    <a:pt x="536816" y="1041844"/>
                  </a:lnTo>
                  <a:lnTo>
                    <a:pt x="522401" y="1078814"/>
                  </a:lnTo>
                  <a:lnTo>
                    <a:pt x="520306" y="1121397"/>
                  </a:lnTo>
                  <a:lnTo>
                    <a:pt x="529856" y="1166380"/>
                  </a:lnTo>
                  <a:lnTo>
                    <a:pt x="550367" y="1210589"/>
                  </a:lnTo>
                  <a:lnTo>
                    <a:pt x="581164" y="1250848"/>
                  </a:lnTo>
                  <a:lnTo>
                    <a:pt x="625894" y="1285798"/>
                  </a:lnTo>
                  <a:lnTo>
                    <a:pt x="676325" y="1304315"/>
                  </a:lnTo>
                  <a:lnTo>
                    <a:pt x="706780" y="1307020"/>
                  </a:lnTo>
                  <a:lnTo>
                    <a:pt x="737552" y="1303832"/>
                  </a:lnTo>
                  <a:lnTo>
                    <a:pt x="768527" y="1294790"/>
                  </a:lnTo>
                  <a:lnTo>
                    <a:pt x="799592" y="1279893"/>
                  </a:lnTo>
                  <a:lnTo>
                    <a:pt x="846924" y="1257871"/>
                  </a:lnTo>
                  <a:lnTo>
                    <a:pt x="892873" y="1246555"/>
                  </a:lnTo>
                  <a:lnTo>
                    <a:pt x="936764" y="1245958"/>
                  </a:lnTo>
                  <a:lnTo>
                    <a:pt x="977900" y="1256106"/>
                  </a:lnTo>
                  <a:lnTo>
                    <a:pt x="1015619" y="1276997"/>
                  </a:lnTo>
                  <a:lnTo>
                    <a:pt x="1050353" y="1310487"/>
                  </a:lnTo>
                  <a:lnTo>
                    <a:pt x="1076413" y="1352321"/>
                  </a:lnTo>
                  <a:lnTo>
                    <a:pt x="1092885" y="1399959"/>
                  </a:lnTo>
                  <a:lnTo>
                    <a:pt x="1098931" y="1450873"/>
                  </a:lnTo>
                  <a:lnTo>
                    <a:pt x="1093660" y="1502537"/>
                  </a:lnTo>
                  <a:lnTo>
                    <a:pt x="1108748" y="1505851"/>
                  </a:lnTo>
                  <a:lnTo>
                    <a:pt x="1114285" y="1459877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10575" y="4175609"/>
              <a:ext cx="160911" cy="16090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56528" y="3872399"/>
              <a:ext cx="135705" cy="13570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78321" y="3875738"/>
              <a:ext cx="135700" cy="13570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7336539" y="4477518"/>
              <a:ext cx="965835" cy="361950"/>
            </a:xfrm>
            <a:custGeom>
              <a:avLst/>
              <a:gdLst/>
              <a:ahLst/>
              <a:cxnLst/>
              <a:rect l="l" t="t" r="r" b="b"/>
              <a:pathLst>
                <a:path w="965834" h="361950">
                  <a:moveTo>
                    <a:pt x="177031" y="0"/>
                  </a:moveTo>
                  <a:lnTo>
                    <a:pt x="131053" y="4900"/>
                  </a:lnTo>
                  <a:lnTo>
                    <a:pt x="89415" y="21143"/>
                  </a:lnTo>
                  <a:lnTo>
                    <a:pt x="53804" y="47130"/>
                  </a:lnTo>
                  <a:lnTo>
                    <a:pt x="25906" y="81265"/>
                  </a:lnTo>
                  <a:lnTo>
                    <a:pt x="7409" y="121950"/>
                  </a:lnTo>
                  <a:lnTo>
                    <a:pt x="0" y="167586"/>
                  </a:lnTo>
                  <a:lnTo>
                    <a:pt x="4899" y="213570"/>
                  </a:lnTo>
                  <a:lnTo>
                    <a:pt x="21140" y="255207"/>
                  </a:lnTo>
                  <a:lnTo>
                    <a:pt x="47126" y="290819"/>
                  </a:lnTo>
                  <a:lnTo>
                    <a:pt x="81261" y="318719"/>
                  </a:lnTo>
                  <a:lnTo>
                    <a:pt x="121946" y="337217"/>
                  </a:lnTo>
                  <a:lnTo>
                    <a:pt x="167586" y="344628"/>
                  </a:lnTo>
                  <a:lnTo>
                    <a:pt x="788342" y="361632"/>
                  </a:lnTo>
                  <a:lnTo>
                    <a:pt x="834319" y="356733"/>
                  </a:lnTo>
                  <a:lnTo>
                    <a:pt x="875957" y="340492"/>
                  </a:lnTo>
                  <a:lnTo>
                    <a:pt x="911569" y="314506"/>
                  </a:lnTo>
                  <a:lnTo>
                    <a:pt x="939466" y="280371"/>
                  </a:lnTo>
                  <a:lnTo>
                    <a:pt x="957964" y="239686"/>
                  </a:lnTo>
                  <a:lnTo>
                    <a:pt x="965373" y="194046"/>
                  </a:lnTo>
                  <a:lnTo>
                    <a:pt x="960473" y="148072"/>
                  </a:lnTo>
                  <a:lnTo>
                    <a:pt x="944230" y="106435"/>
                  </a:lnTo>
                  <a:lnTo>
                    <a:pt x="918242" y="70823"/>
                  </a:lnTo>
                  <a:lnTo>
                    <a:pt x="884108" y="42924"/>
                  </a:lnTo>
                  <a:lnTo>
                    <a:pt x="843423" y="24425"/>
                  </a:lnTo>
                  <a:lnTo>
                    <a:pt x="797787" y="17015"/>
                  </a:lnTo>
                  <a:lnTo>
                    <a:pt x="177031" y="0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20303" y="4565229"/>
              <a:ext cx="176253" cy="17625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090441" y="3211305"/>
              <a:ext cx="1770117" cy="356073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41508" y="4577942"/>
              <a:ext cx="176194" cy="176203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7701674" y="4651241"/>
              <a:ext cx="527050" cy="601345"/>
            </a:xfrm>
            <a:custGeom>
              <a:avLst/>
              <a:gdLst/>
              <a:ahLst/>
              <a:cxnLst/>
              <a:rect l="l" t="t" r="r" b="b"/>
              <a:pathLst>
                <a:path w="527050" h="601345">
                  <a:moveTo>
                    <a:pt x="526973" y="56515"/>
                  </a:moveTo>
                  <a:lnTo>
                    <a:pt x="458165" y="0"/>
                  </a:lnTo>
                  <a:lnTo>
                    <a:pt x="326326" y="160451"/>
                  </a:lnTo>
                  <a:lnTo>
                    <a:pt x="297713" y="157619"/>
                  </a:lnTo>
                  <a:lnTo>
                    <a:pt x="234772" y="190893"/>
                  </a:lnTo>
                  <a:lnTo>
                    <a:pt x="20980" y="449021"/>
                  </a:lnTo>
                  <a:lnTo>
                    <a:pt x="0" y="517080"/>
                  </a:lnTo>
                  <a:lnTo>
                    <a:pt x="10058" y="551294"/>
                  </a:lnTo>
                  <a:lnTo>
                    <a:pt x="33286" y="580021"/>
                  </a:lnTo>
                  <a:lnTo>
                    <a:pt x="65836" y="597496"/>
                  </a:lnTo>
                  <a:lnTo>
                    <a:pt x="101333" y="601002"/>
                  </a:lnTo>
                  <a:lnTo>
                    <a:pt x="135547" y="590943"/>
                  </a:lnTo>
                  <a:lnTo>
                    <a:pt x="164287" y="567715"/>
                  </a:lnTo>
                  <a:lnTo>
                    <a:pt x="378079" y="309587"/>
                  </a:lnTo>
                  <a:lnTo>
                    <a:pt x="395541" y="277037"/>
                  </a:lnTo>
                  <a:lnTo>
                    <a:pt x="399046" y="241541"/>
                  </a:lnTo>
                  <a:lnTo>
                    <a:pt x="392684" y="219938"/>
                  </a:lnTo>
                  <a:lnTo>
                    <a:pt x="526973" y="56515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57543" y="5122831"/>
              <a:ext cx="76258" cy="76258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72447" y="4856744"/>
              <a:ext cx="76258" cy="76258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7741739" y="5096159"/>
              <a:ext cx="278130" cy="264795"/>
            </a:xfrm>
            <a:custGeom>
              <a:avLst/>
              <a:gdLst/>
              <a:ahLst/>
              <a:cxnLst/>
              <a:rect l="l" t="t" r="r" b="b"/>
              <a:pathLst>
                <a:path w="278129" h="264795">
                  <a:moveTo>
                    <a:pt x="64563" y="0"/>
                  </a:moveTo>
                  <a:lnTo>
                    <a:pt x="0" y="71233"/>
                  </a:lnTo>
                  <a:lnTo>
                    <a:pt x="213543" y="264777"/>
                  </a:lnTo>
                  <a:lnTo>
                    <a:pt x="278106" y="193543"/>
                  </a:lnTo>
                  <a:lnTo>
                    <a:pt x="64563" y="0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85801" y="5209467"/>
              <a:ext cx="429729" cy="405578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7874180" y="5197946"/>
              <a:ext cx="288925" cy="298450"/>
            </a:xfrm>
            <a:custGeom>
              <a:avLst/>
              <a:gdLst/>
              <a:ahLst/>
              <a:cxnLst/>
              <a:rect l="l" t="t" r="r" b="b"/>
              <a:pathLst>
                <a:path w="288925" h="298450">
                  <a:moveTo>
                    <a:pt x="175565" y="0"/>
                  </a:moveTo>
                  <a:lnTo>
                    <a:pt x="0" y="197983"/>
                  </a:lnTo>
                  <a:lnTo>
                    <a:pt x="113253" y="298420"/>
                  </a:lnTo>
                  <a:lnTo>
                    <a:pt x="288818" y="100436"/>
                  </a:lnTo>
                  <a:lnTo>
                    <a:pt x="175565" y="0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31753" y="5633143"/>
              <a:ext cx="187112" cy="181726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600862" y="3738771"/>
              <a:ext cx="1114425" cy="1506220"/>
            </a:xfrm>
            <a:custGeom>
              <a:avLst/>
              <a:gdLst/>
              <a:ahLst/>
              <a:cxnLst/>
              <a:rect l="l" t="t" r="r" b="b"/>
              <a:pathLst>
                <a:path w="1114425" h="1506220">
                  <a:moveTo>
                    <a:pt x="593979" y="1121397"/>
                  </a:moveTo>
                  <a:lnTo>
                    <a:pt x="591883" y="1078814"/>
                  </a:lnTo>
                  <a:lnTo>
                    <a:pt x="577469" y="1041844"/>
                  </a:lnTo>
                  <a:lnTo>
                    <a:pt x="564388" y="1050048"/>
                  </a:lnTo>
                  <a:lnTo>
                    <a:pt x="578231" y="1092377"/>
                  </a:lnTo>
                  <a:lnTo>
                    <a:pt x="574865" y="1142276"/>
                  </a:lnTo>
                  <a:lnTo>
                    <a:pt x="555650" y="1193584"/>
                  </a:lnTo>
                  <a:lnTo>
                    <a:pt x="521970" y="1240142"/>
                  </a:lnTo>
                  <a:lnTo>
                    <a:pt x="469620" y="1277962"/>
                  </a:lnTo>
                  <a:lnTo>
                    <a:pt x="428929" y="1290205"/>
                  </a:lnTo>
                  <a:lnTo>
                    <a:pt x="379590" y="1288707"/>
                  </a:lnTo>
                  <a:lnTo>
                    <a:pt x="322376" y="1266494"/>
                  </a:lnTo>
                  <a:lnTo>
                    <a:pt x="271627" y="1242961"/>
                  </a:lnTo>
                  <a:lnTo>
                    <a:pt x="222237" y="1230985"/>
                  </a:lnTo>
                  <a:lnTo>
                    <a:pt x="174942" y="1230591"/>
                  </a:lnTo>
                  <a:lnTo>
                    <a:pt x="130454" y="1241780"/>
                  </a:lnTo>
                  <a:lnTo>
                    <a:pt x="89522" y="1264551"/>
                  </a:lnTo>
                  <a:lnTo>
                    <a:pt x="57810" y="1293787"/>
                  </a:lnTo>
                  <a:lnTo>
                    <a:pt x="32448" y="1329512"/>
                  </a:lnTo>
                  <a:lnTo>
                    <a:pt x="13995" y="1370139"/>
                  </a:lnTo>
                  <a:lnTo>
                    <a:pt x="2997" y="1414119"/>
                  </a:lnTo>
                  <a:lnTo>
                    <a:pt x="0" y="1459877"/>
                  </a:lnTo>
                  <a:lnTo>
                    <a:pt x="5537" y="1505851"/>
                  </a:lnTo>
                  <a:lnTo>
                    <a:pt x="20624" y="1502537"/>
                  </a:lnTo>
                  <a:lnTo>
                    <a:pt x="15341" y="1450873"/>
                  </a:lnTo>
                  <a:lnTo>
                    <a:pt x="21386" y="1399959"/>
                  </a:lnTo>
                  <a:lnTo>
                    <a:pt x="37871" y="1352321"/>
                  </a:lnTo>
                  <a:lnTo>
                    <a:pt x="63919" y="1310487"/>
                  </a:lnTo>
                  <a:lnTo>
                    <a:pt x="98666" y="1276997"/>
                  </a:lnTo>
                  <a:lnTo>
                    <a:pt x="136385" y="1256106"/>
                  </a:lnTo>
                  <a:lnTo>
                    <a:pt x="177520" y="1245958"/>
                  </a:lnTo>
                  <a:lnTo>
                    <a:pt x="221399" y="1246555"/>
                  </a:lnTo>
                  <a:lnTo>
                    <a:pt x="267347" y="1257871"/>
                  </a:lnTo>
                  <a:lnTo>
                    <a:pt x="314693" y="1279893"/>
                  </a:lnTo>
                  <a:lnTo>
                    <a:pt x="345757" y="1294790"/>
                  </a:lnTo>
                  <a:lnTo>
                    <a:pt x="376732" y="1303832"/>
                  </a:lnTo>
                  <a:lnTo>
                    <a:pt x="407492" y="1307020"/>
                  </a:lnTo>
                  <a:lnTo>
                    <a:pt x="437946" y="1304315"/>
                  </a:lnTo>
                  <a:lnTo>
                    <a:pt x="463715" y="1297203"/>
                  </a:lnTo>
                  <a:lnTo>
                    <a:pt x="511632" y="1270279"/>
                  </a:lnTo>
                  <a:lnTo>
                    <a:pt x="563918" y="1210589"/>
                  </a:lnTo>
                  <a:lnTo>
                    <a:pt x="584428" y="1166380"/>
                  </a:lnTo>
                  <a:lnTo>
                    <a:pt x="593979" y="1121397"/>
                  </a:lnTo>
                  <a:close/>
                </a:path>
                <a:path w="1114425" h="1506220">
                  <a:moveTo>
                    <a:pt x="1114285" y="0"/>
                  </a:moveTo>
                  <a:lnTo>
                    <a:pt x="145542" y="0"/>
                  </a:lnTo>
                  <a:lnTo>
                    <a:pt x="145542" y="216230"/>
                  </a:lnTo>
                  <a:lnTo>
                    <a:pt x="259308" y="216230"/>
                  </a:lnTo>
                  <a:lnTo>
                    <a:pt x="259308" y="261264"/>
                  </a:lnTo>
                  <a:lnTo>
                    <a:pt x="265252" y="290703"/>
                  </a:lnTo>
                  <a:lnTo>
                    <a:pt x="281457" y="314744"/>
                  </a:lnTo>
                  <a:lnTo>
                    <a:pt x="305485" y="330949"/>
                  </a:lnTo>
                  <a:lnTo>
                    <a:pt x="334924" y="336892"/>
                  </a:lnTo>
                  <a:lnTo>
                    <a:pt x="487083" y="336892"/>
                  </a:lnTo>
                  <a:lnTo>
                    <a:pt x="487083" y="517982"/>
                  </a:lnTo>
                  <a:lnTo>
                    <a:pt x="494106" y="561530"/>
                  </a:lnTo>
                  <a:lnTo>
                    <a:pt x="513664" y="599351"/>
                  </a:lnTo>
                  <a:lnTo>
                    <a:pt x="543496" y="629183"/>
                  </a:lnTo>
                  <a:lnTo>
                    <a:pt x="555917" y="635609"/>
                  </a:lnTo>
                  <a:lnTo>
                    <a:pt x="555917" y="965555"/>
                  </a:lnTo>
                  <a:lnTo>
                    <a:pt x="693839" y="965555"/>
                  </a:lnTo>
                  <a:lnTo>
                    <a:pt x="693839" y="635609"/>
                  </a:lnTo>
                  <a:lnTo>
                    <a:pt x="706247" y="629183"/>
                  </a:lnTo>
                  <a:lnTo>
                    <a:pt x="736066" y="599351"/>
                  </a:lnTo>
                  <a:lnTo>
                    <a:pt x="755624" y="561530"/>
                  </a:lnTo>
                  <a:lnTo>
                    <a:pt x="762647" y="517982"/>
                  </a:lnTo>
                  <a:lnTo>
                    <a:pt x="762647" y="457504"/>
                  </a:lnTo>
                  <a:lnTo>
                    <a:pt x="800811" y="468134"/>
                  </a:lnTo>
                  <a:lnTo>
                    <a:pt x="854303" y="493128"/>
                  </a:lnTo>
                  <a:lnTo>
                    <a:pt x="903122" y="532676"/>
                  </a:lnTo>
                  <a:lnTo>
                    <a:pt x="926795" y="565315"/>
                  </a:lnTo>
                  <a:lnTo>
                    <a:pt x="942911" y="602678"/>
                  </a:lnTo>
                  <a:lnTo>
                    <a:pt x="951420" y="644626"/>
                  </a:lnTo>
                  <a:lnTo>
                    <a:pt x="952271" y="691045"/>
                  </a:lnTo>
                  <a:lnTo>
                    <a:pt x="944626" y="739660"/>
                  </a:lnTo>
                  <a:lnTo>
                    <a:pt x="927989" y="783818"/>
                  </a:lnTo>
                  <a:lnTo>
                    <a:pt x="902436" y="823379"/>
                  </a:lnTo>
                  <a:lnTo>
                    <a:pt x="868032" y="858202"/>
                  </a:lnTo>
                  <a:lnTo>
                    <a:pt x="823036" y="888758"/>
                  </a:lnTo>
                  <a:lnTo>
                    <a:pt x="779881" y="908024"/>
                  </a:lnTo>
                  <a:lnTo>
                    <a:pt x="721677" y="919429"/>
                  </a:lnTo>
                  <a:lnTo>
                    <a:pt x="716521" y="962837"/>
                  </a:lnTo>
                  <a:lnTo>
                    <a:pt x="793991" y="949464"/>
                  </a:lnTo>
                  <a:lnTo>
                    <a:pt x="844791" y="926693"/>
                  </a:lnTo>
                  <a:lnTo>
                    <a:pt x="896035" y="891743"/>
                  </a:lnTo>
                  <a:lnTo>
                    <a:pt x="929170" y="859358"/>
                  </a:lnTo>
                  <a:lnTo>
                    <a:pt x="955903" y="822998"/>
                  </a:lnTo>
                  <a:lnTo>
                    <a:pt x="976058" y="783043"/>
                  </a:lnTo>
                  <a:lnTo>
                    <a:pt x="989444" y="739825"/>
                  </a:lnTo>
                  <a:lnTo>
                    <a:pt x="995883" y="693724"/>
                  </a:lnTo>
                  <a:lnTo>
                    <a:pt x="994740" y="638340"/>
                  </a:lnTo>
                  <a:lnTo>
                    <a:pt x="984224" y="587997"/>
                  </a:lnTo>
                  <a:lnTo>
                    <a:pt x="964387" y="542848"/>
                  </a:lnTo>
                  <a:lnTo>
                    <a:pt x="935266" y="503072"/>
                  </a:lnTo>
                  <a:lnTo>
                    <a:pt x="878865" y="456819"/>
                  </a:lnTo>
                  <a:lnTo>
                    <a:pt x="818057" y="427710"/>
                  </a:lnTo>
                  <a:lnTo>
                    <a:pt x="762647" y="411937"/>
                  </a:lnTo>
                  <a:lnTo>
                    <a:pt x="762647" y="336892"/>
                  </a:lnTo>
                  <a:lnTo>
                    <a:pt x="927011" y="336892"/>
                  </a:lnTo>
                  <a:lnTo>
                    <a:pt x="956449" y="330949"/>
                  </a:lnTo>
                  <a:lnTo>
                    <a:pt x="980490" y="314744"/>
                  </a:lnTo>
                  <a:lnTo>
                    <a:pt x="996696" y="290703"/>
                  </a:lnTo>
                  <a:lnTo>
                    <a:pt x="1002639" y="261264"/>
                  </a:lnTo>
                  <a:lnTo>
                    <a:pt x="1002639" y="216230"/>
                  </a:lnTo>
                  <a:lnTo>
                    <a:pt x="1114285" y="216230"/>
                  </a:lnTo>
                  <a:lnTo>
                    <a:pt x="1114285" y="0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45495" y="4175608"/>
              <a:ext cx="160915" cy="160915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24753" y="3872402"/>
              <a:ext cx="135705" cy="135705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02960" y="3875739"/>
              <a:ext cx="135700" cy="135700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415070" y="4477518"/>
              <a:ext cx="965835" cy="361950"/>
            </a:xfrm>
            <a:custGeom>
              <a:avLst/>
              <a:gdLst/>
              <a:ahLst/>
              <a:cxnLst/>
              <a:rect l="l" t="t" r="r" b="b"/>
              <a:pathLst>
                <a:path w="965835" h="361950">
                  <a:moveTo>
                    <a:pt x="788342" y="0"/>
                  </a:moveTo>
                  <a:lnTo>
                    <a:pt x="167586" y="17015"/>
                  </a:lnTo>
                  <a:lnTo>
                    <a:pt x="121950" y="24425"/>
                  </a:lnTo>
                  <a:lnTo>
                    <a:pt x="81265" y="42924"/>
                  </a:lnTo>
                  <a:lnTo>
                    <a:pt x="47130" y="70823"/>
                  </a:lnTo>
                  <a:lnTo>
                    <a:pt x="21143" y="106435"/>
                  </a:lnTo>
                  <a:lnTo>
                    <a:pt x="4900" y="148072"/>
                  </a:lnTo>
                  <a:lnTo>
                    <a:pt x="0" y="194046"/>
                  </a:lnTo>
                  <a:lnTo>
                    <a:pt x="7409" y="239686"/>
                  </a:lnTo>
                  <a:lnTo>
                    <a:pt x="25906" y="280371"/>
                  </a:lnTo>
                  <a:lnTo>
                    <a:pt x="53804" y="314506"/>
                  </a:lnTo>
                  <a:lnTo>
                    <a:pt x="89415" y="340492"/>
                  </a:lnTo>
                  <a:lnTo>
                    <a:pt x="131053" y="356733"/>
                  </a:lnTo>
                  <a:lnTo>
                    <a:pt x="177031" y="361632"/>
                  </a:lnTo>
                  <a:lnTo>
                    <a:pt x="797787" y="344628"/>
                  </a:lnTo>
                  <a:lnTo>
                    <a:pt x="843427" y="337217"/>
                  </a:lnTo>
                  <a:lnTo>
                    <a:pt x="884112" y="318719"/>
                  </a:lnTo>
                  <a:lnTo>
                    <a:pt x="918246" y="290819"/>
                  </a:lnTo>
                  <a:lnTo>
                    <a:pt x="944233" y="255207"/>
                  </a:lnTo>
                  <a:lnTo>
                    <a:pt x="960474" y="213570"/>
                  </a:lnTo>
                  <a:lnTo>
                    <a:pt x="965373" y="167586"/>
                  </a:lnTo>
                  <a:lnTo>
                    <a:pt x="957964" y="121950"/>
                  </a:lnTo>
                  <a:lnTo>
                    <a:pt x="939466" y="81265"/>
                  </a:lnTo>
                  <a:lnTo>
                    <a:pt x="911569" y="47130"/>
                  </a:lnTo>
                  <a:lnTo>
                    <a:pt x="875957" y="21143"/>
                  </a:lnTo>
                  <a:lnTo>
                    <a:pt x="834319" y="4900"/>
                  </a:lnTo>
                  <a:lnTo>
                    <a:pt x="788342" y="0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20422" y="4565231"/>
              <a:ext cx="176254" cy="176253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99276" y="4577948"/>
              <a:ext cx="176203" cy="176194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488327" y="4651241"/>
              <a:ext cx="527050" cy="601345"/>
            </a:xfrm>
            <a:custGeom>
              <a:avLst/>
              <a:gdLst/>
              <a:ahLst/>
              <a:cxnLst/>
              <a:rect l="l" t="t" r="r" b="b"/>
              <a:pathLst>
                <a:path w="527050" h="601345">
                  <a:moveTo>
                    <a:pt x="526961" y="517080"/>
                  </a:moveTo>
                  <a:lnTo>
                    <a:pt x="505993" y="449021"/>
                  </a:lnTo>
                  <a:lnTo>
                    <a:pt x="292201" y="190893"/>
                  </a:lnTo>
                  <a:lnTo>
                    <a:pt x="229247" y="157619"/>
                  </a:lnTo>
                  <a:lnTo>
                    <a:pt x="200634" y="160451"/>
                  </a:lnTo>
                  <a:lnTo>
                    <a:pt x="68808" y="0"/>
                  </a:lnTo>
                  <a:lnTo>
                    <a:pt x="0" y="56515"/>
                  </a:lnTo>
                  <a:lnTo>
                    <a:pt x="134264" y="219925"/>
                  </a:lnTo>
                  <a:lnTo>
                    <a:pt x="127914" y="241541"/>
                  </a:lnTo>
                  <a:lnTo>
                    <a:pt x="148894" y="309587"/>
                  </a:lnTo>
                  <a:lnTo>
                    <a:pt x="362686" y="567715"/>
                  </a:lnTo>
                  <a:lnTo>
                    <a:pt x="425640" y="601002"/>
                  </a:lnTo>
                  <a:lnTo>
                    <a:pt x="461124" y="597496"/>
                  </a:lnTo>
                  <a:lnTo>
                    <a:pt x="493674" y="580021"/>
                  </a:lnTo>
                  <a:lnTo>
                    <a:pt x="516902" y="551294"/>
                  </a:lnTo>
                  <a:lnTo>
                    <a:pt x="526961" y="517080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83180" y="5122827"/>
              <a:ext cx="76256" cy="76258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8276" y="4856739"/>
              <a:ext cx="76258" cy="76258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697136" y="5096159"/>
              <a:ext cx="278130" cy="264795"/>
            </a:xfrm>
            <a:custGeom>
              <a:avLst/>
              <a:gdLst/>
              <a:ahLst/>
              <a:cxnLst/>
              <a:rect l="l" t="t" r="r" b="b"/>
              <a:pathLst>
                <a:path w="278130" h="264795">
                  <a:moveTo>
                    <a:pt x="213543" y="0"/>
                  </a:moveTo>
                  <a:lnTo>
                    <a:pt x="0" y="193543"/>
                  </a:lnTo>
                  <a:lnTo>
                    <a:pt x="64563" y="264777"/>
                  </a:lnTo>
                  <a:lnTo>
                    <a:pt x="278106" y="71233"/>
                  </a:lnTo>
                  <a:lnTo>
                    <a:pt x="213543" y="0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01451" y="5209467"/>
              <a:ext cx="429729" cy="405578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553984" y="5197946"/>
              <a:ext cx="288925" cy="298450"/>
            </a:xfrm>
            <a:custGeom>
              <a:avLst/>
              <a:gdLst/>
              <a:ahLst/>
              <a:cxnLst/>
              <a:rect l="l" t="t" r="r" b="b"/>
              <a:pathLst>
                <a:path w="288925" h="298450">
                  <a:moveTo>
                    <a:pt x="113253" y="0"/>
                  </a:moveTo>
                  <a:lnTo>
                    <a:pt x="0" y="100436"/>
                  </a:lnTo>
                  <a:lnTo>
                    <a:pt x="175565" y="298420"/>
                  </a:lnTo>
                  <a:lnTo>
                    <a:pt x="288818" y="197983"/>
                  </a:lnTo>
                  <a:lnTo>
                    <a:pt x="113253" y="0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98116" y="5633143"/>
              <a:ext cx="187112" cy="181726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27038" y="3789609"/>
              <a:ext cx="6127750" cy="34925"/>
            </a:xfrm>
            <a:custGeom>
              <a:avLst/>
              <a:gdLst/>
              <a:ahLst/>
              <a:cxnLst/>
              <a:rect l="l" t="t" r="r" b="b"/>
              <a:pathLst>
                <a:path w="6127750" h="34925">
                  <a:moveTo>
                    <a:pt x="1854" y="0"/>
                  </a:moveTo>
                  <a:lnTo>
                    <a:pt x="0" y="0"/>
                  </a:lnTo>
                  <a:lnTo>
                    <a:pt x="38" y="34429"/>
                  </a:lnTo>
                  <a:lnTo>
                    <a:pt x="1854" y="34429"/>
                  </a:lnTo>
                  <a:lnTo>
                    <a:pt x="1854" y="0"/>
                  </a:lnTo>
                  <a:close/>
                </a:path>
                <a:path w="6127750" h="34925">
                  <a:moveTo>
                    <a:pt x="89357" y="0"/>
                  </a:moveTo>
                  <a:lnTo>
                    <a:pt x="45605" y="0"/>
                  </a:lnTo>
                  <a:lnTo>
                    <a:pt x="45605" y="34429"/>
                  </a:lnTo>
                  <a:lnTo>
                    <a:pt x="89357" y="34429"/>
                  </a:lnTo>
                  <a:lnTo>
                    <a:pt x="89357" y="0"/>
                  </a:lnTo>
                  <a:close/>
                </a:path>
                <a:path w="6127750" h="34925">
                  <a:moveTo>
                    <a:pt x="176872" y="0"/>
                  </a:moveTo>
                  <a:lnTo>
                    <a:pt x="133121" y="0"/>
                  </a:lnTo>
                  <a:lnTo>
                    <a:pt x="133121" y="34429"/>
                  </a:lnTo>
                  <a:lnTo>
                    <a:pt x="176872" y="34429"/>
                  </a:lnTo>
                  <a:lnTo>
                    <a:pt x="176872" y="0"/>
                  </a:lnTo>
                  <a:close/>
                </a:path>
                <a:path w="6127750" h="34925">
                  <a:moveTo>
                    <a:pt x="264375" y="0"/>
                  </a:moveTo>
                  <a:lnTo>
                    <a:pt x="220624" y="0"/>
                  </a:lnTo>
                  <a:lnTo>
                    <a:pt x="220624" y="34429"/>
                  </a:lnTo>
                  <a:lnTo>
                    <a:pt x="264375" y="34429"/>
                  </a:lnTo>
                  <a:lnTo>
                    <a:pt x="264375" y="0"/>
                  </a:lnTo>
                  <a:close/>
                </a:path>
                <a:path w="6127750" h="34925">
                  <a:moveTo>
                    <a:pt x="351891" y="0"/>
                  </a:moveTo>
                  <a:lnTo>
                    <a:pt x="308140" y="0"/>
                  </a:lnTo>
                  <a:lnTo>
                    <a:pt x="308140" y="34429"/>
                  </a:lnTo>
                  <a:lnTo>
                    <a:pt x="351891" y="34429"/>
                  </a:lnTo>
                  <a:lnTo>
                    <a:pt x="351891" y="0"/>
                  </a:lnTo>
                  <a:close/>
                </a:path>
                <a:path w="6127750" h="34925">
                  <a:moveTo>
                    <a:pt x="439407" y="0"/>
                  </a:moveTo>
                  <a:lnTo>
                    <a:pt x="395643" y="0"/>
                  </a:lnTo>
                  <a:lnTo>
                    <a:pt x="395643" y="34429"/>
                  </a:lnTo>
                  <a:lnTo>
                    <a:pt x="439407" y="34429"/>
                  </a:lnTo>
                  <a:lnTo>
                    <a:pt x="439407" y="0"/>
                  </a:lnTo>
                  <a:close/>
                </a:path>
                <a:path w="6127750" h="34925">
                  <a:moveTo>
                    <a:pt x="526923" y="0"/>
                  </a:moveTo>
                  <a:lnTo>
                    <a:pt x="483158" y="0"/>
                  </a:lnTo>
                  <a:lnTo>
                    <a:pt x="483158" y="34429"/>
                  </a:lnTo>
                  <a:lnTo>
                    <a:pt x="526923" y="34429"/>
                  </a:lnTo>
                  <a:lnTo>
                    <a:pt x="526923" y="0"/>
                  </a:lnTo>
                  <a:close/>
                </a:path>
                <a:path w="6127750" h="34925">
                  <a:moveTo>
                    <a:pt x="614426" y="0"/>
                  </a:moveTo>
                  <a:lnTo>
                    <a:pt x="570661" y="0"/>
                  </a:lnTo>
                  <a:lnTo>
                    <a:pt x="570661" y="34429"/>
                  </a:lnTo>
                  <a:lnTo>
                    <a:pt x="614426" y="34429"/>
                  </a:lnTo>
                  <a:lnTo>
                    <a:pt x="614426" y="0"/>
                  </a:lnTo>
                  <a:close/>
                </a:path>
                <a:path w="6127750" h="34925">
                  <a:moveTo>
                    <a:pt x="701929" y="0"/>
                  </a:moveTo>
                  <a:lnTo>
                    <a:pt x="658164" y="0"/>
                  </a:lnTo>
                  <a:lnTo>
                    <a:pt x="658164" y="34429"/>
                  </a:lnTo>
                  <a:lnTo>
                    <a:pt x="701929" y="34429"/>
                  </a:lnTo>
                  <a:lnTo>
                    <a:pt x="701929" y="0"/>
                  </a:lnTo>
                  <a:close/>
                </a:path>
                <a:path w="6127750" h="34925">
                  <a:moveTo>
                    <a:pt x="789444" y="0"/>
                  </a:moveTo>
                  <a:lnTo>
                    <a:pt x="745680" y="0"/>
                  </a:lnTo>
                  <a:lnTo>
                    <a:pt x="745680" y="34429"/>
                  </a:lnTo>
                  <a:lnTo>
                    <a:pt x="789444" y="34429"/>
                  </a:lnTo>
                  <a:lnTo>
                    <a:pt x="789444" y="0"/>
                  </a:lnTo>
                  <a:close/>
                </a:path>
                <a:path w="6127750" h="34925">
                  <a:moveTo>
                    <a:pt x="876947" y="0"/>
                  </a:moveTo>
                  <a:lnTo>
                    <a:pt x="833196" y="0"/>
                  </a:lnTo>
                  <a:lnTo>
                    <a:pt x="833196" y="34429"/>
                  </a:lnTo>
                  <a:lnTo>
                    <a:pt x="876947" y="34429"/>
                  </a:lnTo>
                  <a:lnTo>
                    <a:pt x="876947" y="0"/>
                  </a:lnTo>
                  <a:close/>
                </a:path>
                <a:path w="6127750" h="34925">
                  <a:moveTo>
                    <a:pt x="964463" y="0"/>
                  </a:moveTo>
                  <a:lnTo>
                    <a:pt x="920711" y="0"/>
                  </a:lnTo>
                  <a:lnTo>
                    <a:pt x="920711" y="34429"/>
                  </a:lnTo>
                  <a:lnTo>
                    <a:pt x="964463" y="34429"/>
                  </a:lnTo>
                  <a:lnTo>
                    <a:pt x="964463" y="0"/>
                  </a:lnTo>
                  <a:close/>
                </a:path>
                <a:path w="6127750" h="34925">
                  <a:moveTo>
                    <a:pt x="1051966" y="0"/>
                  </a:moveTo>
                  <a:lnTo>
                    <a:pt x="1008214" y="0"/>
                  </a:lnTo>
                  <a:lnTo>
                    <a:pt x="1008214" y="34429"/>
                  </a:lnTo>
                  <a:lnTo>
                    <a:pt x="1051966" y="34429"/>
                  </a:lnTo>
                  <a:lnTo>
                    <a:pt x="1051966" y="0"/>
                  </a:lnTo>
                  <a:close/>
                </a:path>
                <a:path w="6127750" h="34925">
                  <a:moveTo>
                    <a:pt x="1139482" y="0"/>
                  </a:moveTo>
                  <a:lnTo>
                    <a:pt x="1095730" y="0"/>
                  </a:lnTo>
                  <a:lnTo>
                    <a:pt x="1095730" y="34429"/>
                  </a:lnTo>
                  <a:lnTo>
                    <a:pt x="1139482" y="34429"/>
                  </a:lnTo>
                  <a:lnTo>
                    <a:pt x="1139482" y="0"/>
                  </a:lnTo>
                  <a:close/>
                </a:path>
                <a:path w="6127750" h="34925">
                  <a:moveTo>
                    <a:pt x="1226985" y="0"/>
                  </a:moveTo>
                  <a:lnTo>
                    <a:pt x="1183233" y="0"/>
                  </a:lnTo>
                  <a:lnTo>
                    <a:pt x="1183233" y="34429"/>
                  </a:lnTo>
                  <a:lnTo>
                    <a:pt x="1226985" y="34429"/>
                  </a:lnTo>
                  <a:lnTo>
                    <a:pt x="1226985" y="0"/>
                  </a:lnTo>
                  <a:close/>
                </a:path>
                <a:path w="6127750" h="34925">
                  <a:moveTo>
                    <a:pt x="1314500" y="0"/>
                  </a:moveTo>
                  <a:lnTo>
                    <a:pt x="1270749" y="0"/>
                  </a:lnTo>
                  <a:lnTo>
                    <a:pt x="1270749" y="34429"/>
                  </a:lnTo>
                  <a:lnTo>
                    <a:pt x="1314500" y="34429"/>
                  </a:lnTo>
                  <a:lnTo>
                    <a:pt x="1314500" y="0"/>
                  </a:lnTo>
                  <a:close/>
                </a:path>
                <a:path w="6127750" h="34925">
                  <a:moveTo>
                    <a:pt x="1402016" y="0"/>
                  </a:moveTo>
                  <a:lnTo>
                    <a:pt x="1358252" y="0"/>
                  </a:lnTo>
                  <a:lnTo>
                    <a:pt x="1358252" y="34429"/>
                  </a:lnTo>
                  <a:lnTo>
                    <a:pt x="1402016" y="34429"/>
                  </a:lnTo>
                  <a:lnTo>
                    <a:pt x="1402016" y="0"/>
                  </a:lnTo>
                  <a:close/>
                </a:path>
                <a:path w="6127750" h="34925">
                  <a:moveTo>
                    <a:pt x="1489519" y="0"/>
                  </a:moveTo>
                  <a:lnTo>
                    <a:pt x="1445755" y="0"/>
                  </a:lnTo>
                  <a:lnTo>
                    <a:pt x="1445755" y="34429"/>
                  </a:lnTo>
                  <a:lnTo>
                    <a:pt x="1489519" y="34429"/>
                  </a:lnTo>
                  <a:lnTo>
                    <a:pt x="1489519" y="0"/>
                  </a:lnTo>
                  <a:close/>
                </a:path>
                <a:path w="6127750" h="34925">
                  <a:moveTo>
                    <a:pt x="1577035" y="0"/>
                  </a:moveTo>
                  <a:lnTo>
                    <a:pt x="1533271" y="0"/>
                  </a:lnTo>
                  <a:lnTo>
                    <a:pt x="1533271" y="34429"/>
                  </a:lnTo>
                  <a:lnTo>
                    <a:pt x="1577035" y="34429"/>
                  </a:lnTo>
                  <a:lnTo>
                    <a:pt x="1577035" y="0"/>
                  </a:lnTo>
                  <a:close/>
                </a:path>
                <a:path w="6127750" h="34925">
                  <a:moveTo>
                    <a:pt x="1664538" y="0"/>
                  </a:moveTo>
                  <a:lnTo>
                    <a:pt x="1620774" y="0"/>
                  </a:lnTo>
                  <a:lnTo>
                    <a:pt x="1620774" y="34429"/>
                  </a:lnTo>
                  <a:lnTo>
                    <a:pt x="1664538" y="34429"/>
                  </a:lnTo>
                  <a:lnTo>
                    <a:pt x="1664538" y="0"/>
                  </a:lnTo>
                  <a:close/>
                </a:path>
                <a:path w="6127750" h="34925">
                  <a:moveTo>
                    <a:pt x="1752053" y="0"/>
                  </a:moveTo>
                  <a:lnTo>
                    <a:pt x="1708289" y="0"/>
                  </a:lnTo>
                  <a:lnTo>
                    <a:pt x="1708289" y="34429"/>
                  </a:lnTo>
                  <a:lnTo>
                    <a:pt x="1752053" y="34429"/>
                  </a:lnTo>
                  <a:lnTo>
                    <a:pt x="1752053" y="0"/>
                  </a:lnTo>
                  <a:close/>
                </a:path>
                <a:path w="6127750" h="34925">
                  <a:moveTo>
                    <a:pt x="1839556" y="0"/>
                  </a:moveTo>
                  <a:lnTo>
                    <a:pt x="1795805" y="0"/>
                  </a:lnTo>
                  <a:lnTo>
                    <a:pt x="1795805" y="34429"/>
                  </a:lnTo>
                  <a:lnTo>
                    <a:pt x="1839556" y="34429"/>
                  </a:lnTo>
                  <a:lnTo>
                    <a:pt x="1839556" y="0"/>
                  </a:lnTo>
                  <a:close/>
                </a:path>
                <a:path w="6127750" h="34925">
                  <a:moveTo>
                    <a:pt x="1927072" y="0"/>
                  </a:moveTo>
                  <a:lnTo>
                    <a:pt x="1883321" y="0"/>
                  </a:lnTo>
                  <a:lnTo>
                    <a:pt x="1883321" y="34429"/>
                  </a:lnTo>
                  <a:lnTo>
                    <a:pt x="1927072" y="34429"/>
                  </a:lnTo>
                  <a:lnTo>
                    <a:pt x="1927072" y="0"/>
                  </a:lnTo>
                  <a:close/>
                </a:path>
                <a:path w="6127750" h="34925">
                  <a:moveTo>
                    <a:pt x="2014575" y="0"/>
                  </a:moveTo>
                  <a:lnTo>
                    <a:pt x="1970824" y="0"/>
                  </a:lnTo>
                  <a:lnTo>
                    <a:pt x="1970824" y="34429"/>
                  </a:lnTo>
                  <a:lnTo>
                    <a:pt x="2014575" y="34429"/>
                  </a:lnTo>
                  <a:lnTo>
                    <a:pt x="2014575" y="0"/>
                  </a:lnTo>
                  <a:close/>
                </a:path>
                <a:path w="6127750" h="34925">
                  <a:moveTo>
                    <a:pt x="2102091" y="0"/>
                  </a:moveTo>
                  <a:lnTo>
                    <a:pt x="2058339" y="0"/>
                  </a:lnTo>
                  <a:lnTo>
                    <a:pt x="2058339" y="34429"/>
                  </a:lnTo>
                  <a:lnTo>
                    <a:pt x="2102091" y="34429"/>
                  </a:lnTo>
                  <a:lnTo>
                    <a:pt x="2102091" y="0"/>
                  </a:lnTo>
                  <a:close/>
                </a:path>
                <a:path w="6127750" h="34925">
                  <a:moveTo>
                    <a:pt x="2189594" y="0"/>
                  </a:moveTo>
                  <a:lnTo>
                    <a:pt x="2145842" y="0"/>
                  </a:lnTo>
                  <a:lnTo>
                    <a:pt x="2145842" y="34429"/>
                  </a:lnTo>
                  <a:lnTo>
                    <a:pt x="2189594" y="34429"/>
                  </a:lnTo>
                  <a:lnTo>
                    <a:pt x="2189594" y="0"/>
                  </a:lnTo>
                  <a:close/>
                </a:path>
                <a:path w="6127750" h="34925">
                  <a:moveTo>
                    <a:pt x="2277110" y="0"/>
                  </a:moveTo>
                  <a:lnTo>
                    <a:pt x="2233345" y="0"/>
                  </a:lnTo>
                  <a:lnTo>
                    <a:pt x="2233345" y="34429"/>
                  </a:lnTo>
                  <a:lnTo>
                    <a:pt x="2277110" y="34429"/>
                  </a:lnTo>
                  <a:lnTo>
                    <a:pt x="2277110" y="0"/>
                  </a:lnTo>
                  <a:close/>
                </a:path>
                <a:path w="6127750" h="34925">
                  <a:moveTo>
                    <a:pt x="2364625" y="0"/>
                  </a:moveTo>
                  <a:lnTo>
                    <a:pt x="2320861" y="0"/>
                  </a:lnTo>
                  <a:lnTo>
                    <a:pt x="2320861" y="34429"/>
                  </a:lnTo>
                  <a:lnTo>
                    <a:pt x="2364625" y="34429"/>
                  </a:lnTo>
                  <a:lnTo>
                    <a:pt x="2364625" y="0"/>
                  </a:lnTo>
                  <a:close/>
                </a:path>
                <a:path w="6127750" h="34925">
                  <a:moveTo>
                    <a:pt x="2452128" y="0"/>
                  </a:moveTo>
                  <a:lnTo>
                    <a:pt x="2408364" y="0"/>
                  </a:lnTo>
                  <a:lnTo>
                    <a:pt x="2408364" y="34429"/>
                  </a:lnTo>
                  <a:lnTo>
                    <a:pt x="2452128" y="34429"/>
                  </a:lnTo>
                  <a:lnTo>
                    <a:pt x="2452128" y="0"/>
                  </a:lnTo>
                  <a:close/>
                </a:path>
                <a:path w="6127750" h="34925">
                  <a:moveTo>
                    <a:pt x="2539644" y="0"/>
                  </a:moveTo>
                  <a:lnTo>
                    <a:pt x="2495880" y="0"/>
                  </a:lnTo>
                  <a:lnTo>
                    <a:pt x="2495880" y="34429"/>
                  </a:lnTo>
                  <a:lnTo>
                    <a:pt x="2539644" y="34429"/>
                  </a:lnTo>
                  <a:lnTo>
                    <a:pt x="2539644" y="0"/>
                  </a:lnTo>
                  <a:close/>
                </a:path>
                <a:path w="6127750" h="34925">
                  <a:moveTo>
                    <a:pt x="2627147" y="0"/>
                  </a:moveTo>
                  <a:lnTo>
                    <a:pt x="2583383" y="0"/>
                  </a:lnTo>
                  <a:lnTo>
                    <a:pt x="2583383" y="34429"/>
                  </a:lnTo>
                  <a:lnTo>
                    <a:pt x="2627147" y="34429"/>
                  </a:lnTo>
                  <a:lnTo>
                    <a:pt x="2627147" y="0"/>
                  </a:lnTo>
                  <a:close/>
                </a:path>
                <a:path w="6127750" h="34925">
                  <a:moveTo>
                    <a:pt x="2714663" y="0"/>
                  </a:moveTo>
                  <a:lnTo>
                    <a:pt x="2670899" y="0"/>
                  </a:lnTo>
                  <a:lnTo>
                    <a:pt x="2670899" y="34429"/>
                  </a:lnTo>
                  <a:lnTo>
                    <a:pt x="2714663" y="34429"/>
                  </a:lnTo>
                  <a:lnTo>
                    <a:pt x="2714663" y="0"/>
                  </a:lnTo>
                  <a:close/>
                </a:path>
                <a:path w="6127750" h="34925">
                  <a:moveTo>
                    <a:pt x="2802166" y="0"/>
                  </a:moveTo>
                  <a:lnTo>
                    <a:pt x="2758414" y="0"/>
                  </a:lnTo>
                  <a:lnTo>
                    <a:pt x="2758414" y="34429"/>
                  </a:lnTo>
                  <a:lnTo>
                    <a:pt x="2802166" y="34429"/>
                  </a:lnTo>
                  <a:lnTo>
                    <a:pt x="2802166" y="0"/>
                  </a:lnTo>
                  <a:close/>
                </a:path>
                <a:path w="6127750" h="34925">
                  <a:moveTo>
                    <a:pt x="2889681" y="0"/>
                  </a:moveTo>
                  <a:lnTo>
                    <a:pt x="2845930" y="0"/>
                  </a:lnTo>
                  <a:lnTo>
                    <a:pt x="2845930" y="34429"/>
                  </a:lnTo>
                  <a:lnTo>
                    <a:pt x="2889681" y="34429"/>
                  </a:lnTo>
                  <a:lnTo>
                    <a:pt x="2889681" y="0"/>
                  </a:lnTo>
                  <a:close/>
                </a:path>
                <a:path w="6127750" h="34925">
                  <a:moveTo>
                    <a:pt x="2977184" y="0"/>
                  </a:moveTo>
                  <a:lnTo>
                    <a:pt x="2933433" y="0"/>
                  </a:lnTo>
                  <a:lnTo>
                    <a:pt x="2933433" y="34429"/>
                  </a:lnTo>
                  <a:lnTo>
                    <a:pt x="2977184" y="34429"/>
                  </a:lnTo>
                  <a:lnTo>
                    <a:pt x="2977184" y="0"/>
                  </a:lnTo>
                  <a:close/>
                </a:path>
                <a:path w="6127750" h="34925">
                  <a:moveTo>
                    <a:pt x="3064700" y="0"/>
                  </a:moveTo>
                  <a:lnTo>
                    <a:pt x="3020949" y="0"/>
                  </a:lnTo>
                  <a:lnTo>
                    <a:pt x="3020949" y="34429"/>
                  </a:lnTo>
                  <a:lnTo>
                    <a:pt x="3064700" y="34429"/>
                  </a:lnTo>
                  <a:lnTo>
                    <a:pt x="3064700" y="0"/>
                  </a:lnTo>
                  <a:close/>
                </a:path>
                <a:path w="6127750" h="34925">
                  <a:moveTo>
                    <a:pt x="3152203" y="0"/>
                  </a:moveTo>
                  <a:lnTo>
                    <a:pt x="3108452" y="0"/>
                  </a:lnTo>
                  <a:lnTo>
                    <a:pt x="3108452" y="34429"/>
                  </a:lnTo>
                  <a:lnTo>
                    <a:pt x="3152203" y="34429"/>
                  </a:lnTo>
                  <a:lnTo>
                    <a:pt x="3152203" y="0"/>
                  </a:lnTo>
                  <a:close/>
                </a:path>
                <a:path w="6127750" h="34925">
                  <a:moveTo>
                    <a:pt x="3239719" y="0"/>
                  </a:moveTo>
                  <a:lnTo>
                    <a:pt x="3195955" y="0"/>
                  </a:lnTo>
                  <a:lnTo>
                    <a:pt x="3195955" y="34429"/>
                  </a:lnTo>
                  <a:lnTo>
                    <a:pt x="3239719" y="34429"/>
                  </a:lnTo>
                  <a:lnTo>
                    <a:pt x="3239719" y="0"/>
                  </a:lnTo>
                  <a:close/>
                </a:path>
                <a:path w="6127750" h="34925">
                  <a:moveTo>
                    <a:pt x="3327235" y="0"/>
                  </a:moveTo>
                  <a:lnTo>
                    <a:pt x="3283470" y="0"/>
                  </a:lnTo>
                  <a:lnTo>
                    <a:pt x="3283470" y="34429"/>
                  </a:lnTo>
                  <a:lnTo>
                    <a:pt x="3327235" y="34429"/>
                  </a:lnTo>
                  <a:lnTo>
                    <a:pt x="3327235" y="0"/>
                  </a:lnTo>
                  <a:close/>
                </a:path>
                <a:path w="6127750" h="34925">
                  <a:moveTo>
                    <a:pt x="3414738" y="0"/>
                  </a:moveTo>
                  <a:lnTo>
                    <a:pt x="3370973" y="0"/>
                  </a:lnTo>
                  <a:lnTo>
                    <a:pt x="3370973" y="34429"/>
                  </a:lnTo>
                  <a:lnTo>
                    <a:pt x="3414738" y="34429"/>
                  </a:lnTo>
                  <a:lnTo>
                    <a:pt x="3414738" y="0"/>
                  </a:lnTo>
                  <a:close/>
                </a:path>
                <a:path w="6127750" h="34925">
                  <a:moveTo>
                    <a:pt x="3502253" y="0"/>
                  </a:moveTo>
                  <a:lnTo>
                    <a:pt x="3458489" y="0"/>
                  </a:lnTo>
                  <a:lnTo>
                    <a:pt x="3458489" y="34429"/>
                  </a:lnTo>
                  <a:lnTo>
                    <a:pt x="3502253" y="34429"/>
                  </a:lnTo>
                  <a:lnTo>
                    <a:pt x="3502253" y="0"/>
                  </a:lnTo>
                  <a:close/>
                </a:path>
                <a:path w="6127750" h="34925">
                  <a:moveTo>
                    <a:pt x="3589756" y="0"/>
                  </a:moveTo>
                  <a:lnTo>
                    <a:pt x="3545992" y="0"/>
                  </a:lnTo>
                  <a:lnTo>
                    <a:pt x="3545992" y="34429"/>
                  </a:lnTo>
                  <a:lnTo>
                    <a:pt x="3589756" y="34429"/>
                  </a:lnTo>
                  <a:lnTo>
                    <a:pt x="3589756" y="0"/>
                  </a:lnTo>
                  <a:close/>
                </a:path>
                <a:path w="6127750" h="34925">
                  <a:moveTo>
                    <a:pt x="3677272" y="0"/>
                  </a:moveTo>
                  <a:lnTo>
                    <a:pt x="3633508" y="0"/>
                  </a:lnTo>
                  <a:lnTo>
                    <a:pt x="3633508" y="34429"/>
                  </a:lnTo>
                  <a:lnTo>
                    <a:pt x="3677272" y="34429"/>
                  </a:lnTo>
                  <a:lnTo>
                    <a:pt x="3677272" y="0"/>
                  </a:lnTo>
                  <a:close/>
                </a:path>
                <a:path w="6127750" h="34925">
                  <a:moveTo>
                    <a:pt x="3764775" y="0"/>
                  </a:moveTo>
                  <a:lnTo>
                    <a:pt x="3721023" y="0"/>
                  </a:lnTo>
                  <a:lnTo>
                    <a:pt x="3721023" y="34429"/>
                  </a:lnTo>
                  <a:lnTo>
                    <a:pt x="3764775" y="34429"/>
                  </a:lnTo>
                  <a:lnTo>
                    <a:pt x="3764775" y="0"/>
                  </a:lnTo>
                  <a:close/>
                </a:path>
                <a:path w="6127750" h="34925">
                  <a:moveTo>
                    <a:pt x="3852291" y="0"/>
                  </a:moveTo>
                  <a:lnTo>
                    <a:pt x="3808539" y="0"/>
                  </a:lnTo>
                  <a:lnTo>
                    <a:pt x="3808539" y="34429"/>
                  </a:lnTo>
                  <a:lnTo>
                    <a:pt x="3852291" y="34429"/>
                  </a:lnTo>
                  <a:lnTo>
                    <a:pt x="3852291" y="0"/>
                  </a:lnTo>
                  <a:close/>
                </a:path>
                <a:path w="6127750" h="34925">
                  <a:moveTo>
                    <a:pt x="3939794" y="0"/>
                  </a:moveTo>
                  <a:lnTo>
                    <a:pt x="3896042" y="0"/>
                  </a:lnTo>
                  <a:lnTo>
                    <a:pt x="3896042" y="34429"/>
                  </a:lnTo>
                  <a:lnTo>
                    <a:pt x="3939794" y="34429"/>
                  </a:lnTo>
                  <a:lnTo>
                    <a:pt x="3939794" y="0"/>
                  </a:lnTo>
                  <a:close/>
                </a:path>
                <a:path w="6127750" h="34925">
                  <a:moveTo>
                    <a:pt x="4027309" y="0"/>
                  </a:moveTo>
                  <a:lnTo>
                    <a:pt x="3983558" y="0"/>
                  </a:lnTo>
                  <a:lnTo>
                    <a:pt x="3983558" y="34429"/>
                  </a:lnTo>
                  <a:lnTo>
                    <a:pt x="4027309" y="34429"/>
                  </a:lnTo>
                  <a:lnTo>
                    <a:pt x="4027309" y="0"/>
                  </a:lnTo>
                  <a:close/>
                </a:path>
                <a:path w="6127750" h="34925">
                  <a:moveTo>
                    <a:pt x="4114812" y="0"/>
                  </a:moveTo>
                  <a:lnTo>
                    <a:pt x="4071061" y="0"/>
                  </a:lnTo>
                  <a:lnTo>
                    <a:pt x="4071061" y="34429"/>
                  </a:lnTo>
                  <a:lnTo>
                    <a:pt x="4114812" y="34429"/>
                  </a:lnTo>
                  <a:lnTo>
                    <a:pt x="4114812" y="0"/>
                  </a:lnTo>
                  <a:close/>
                </a:path>
                <a:path w="6127750" h="34925">
                  <a:moveTo>
                    <a:pt x="4202328" y="0"/>
                  </a:moveTo>
                  <a:lnTo>
                    <a:pt x="4158577" y="0"/>
                  </a:lnTo>
                  <a:lnTo>
                    <a:pt x="4158577" y="34429"/>
                  </a:lnTo>
                  <a:lnTo>
                    <a:pt x="4202328" y="34429"/>
                  </a:lnTo>
                  <a:lnTo>
                    <a:pt x="4202328" y="0"/>
                  </a:lnTo>
                  <a:close/>
                </a:path>
                <a:path w="6127750" h="34925">
                  <a:moveTo>
                    <a:pt x="4289844" y="0"/>
                  </a:moveTo>
                  <a:lnTo>
                    <a:pt x="4246080" y="0"/>
                  </a:lnTo>
                  <a:lnTo>
                    <a:pt x="4246080" y="34429"/>
                  </a:lnTo>
                  <a:lnTo>
                    <a:pt x="4289844" y="34429"/>
                  </a:lnTo>
                  <a:lnTo>
                    <a:pt x="4289844" y="0"/>
                  </a:lnTo>
                  <a:close/>
                </a:path>
                <a:path w="6127750" h="34925">
                  <a:moveTo>
                    <a:pt x="4377347" y="0"/>
                  </a:moveTo>
                  <a:lnTo>
                    <a:pt x="4333583" y="0"/>
                  </a:lnTo>
                  <a:lnTo>
                    <a:pt x="4333583" y="34429"/>
                  </a:lnTo>
                  <a:lnTo>
                    <a:pt x="4377347" y="34429"/>
                  </a:lnTo>
                  <a:lnTo>
                    <a:pt x="4377347" y="0"/>
                  </a:lnTo>
                  <a:close/>
                </a:path>
                <a:path w="6127750" h="34925">
                  <a:moveTo>
                    <a:pt x="4464863" y="0"/>
                  </a:moveTo>
                  <a:lnTo>
                    <a:pt x="4421098" y="0"/>
                  </a:lnTo>
                  <a:lnTo>
                    <a:pt x="4421098" y="34429"/>
                  </a:lnTo>
                  <a:lnTo>
                    <a:pt x="4464863" y="34429"/>
                  </a:lnTo>
                  <a:lnTo>
                    <a:pt x="4464863" y="0"/>
                  </a:lnTo>
                  <a:close/>
                </a:path>
                <a:path w="6127750" h="34925">
                  <a:moveTo>
                    <a:pt x="4552366" y="0"/>
                  </a:moveTo>
                  <a:lnTo>
                    <a:pt x="4508614" y="0"/>
                  </a:lnTo>
                  <a:lnTo>
                    <a:pt x="4508614" y="34429"/>
                  </a:lnTo>
                  <a:lnTo>
                    <a:pt x="4552366" y="34429"/>
                  </a:lnTo>
                  <a:lnTo>
                    <a:pt x="4552366" y="0"/>
                  </a:lnTo>
                  <a:close/>
                </a:path>
                <a:path w="6127750" h="34925">
                  <a:moveTo>
                    <a:pt x="4639881" y="0"/>
                  </a:moveTo>
                  <a:lnTo>
                    <a:pt x="4596117" y="0"/>
                  </a:lnTo>
                  <a:lnTo>
                    <a:pt x="4596117" y="34429"/>
                  </a:lnTo>
                  <a:lnTo>
                    <a:pt x="4639881" y="34429"/>
                  </a:lnTo>
                  <a:lnTo>
                    <a:pt x="4639881" y="0"/>
                  </a:lnTo>
                  <a:close/>
                </a:path>
                <a:path w="6127750" h="34925">
                  <a:moveTo>
                    <a:pt x="4727384" y="0"/>
                  </a:moveTo>
                  <a:lnTo>
                    <a:pt x="4683633" y="0"/>
                  </a:lnTo>
                  <a:lnTo>
                    <a:pt x="4683633" y="34429"/>
                  </a:lnTo>
                  <a:lnTo>
                    <a:pt x="4727384" y="34429"/>
                  </a:lnTo>
                  <a:lnTo>
                    <a:pt x="4727384" y="0"/>
                  </a:lnTo>
                  <a:close/>
                </a:path>
                <a:path w="6127750" h="34925">
                  <a:moveTo>
                    <a:pt x="4814900" y="0"/>
                  </a:moveTo>
                  <a:lnTo>
                    <a:pt x="4771148" y="0"/>
                  </a:lnTo>
                  <a:lnTo>
                    <a:pt x="4771148" y="34429"/>
                  </a:lnTo>
                  <a:lnTo>
                    <a:pt x="4814900" y="34429"/>
                  </a:lnTo>
                  <a:lnTo>
                    <a:pt x="4814900" y="0"/>
                  </a:lnTo>
                  <a:close/>
                </a:path>
                <a:path w="6127750" h="34925">
                  <a:moveTo>
                    <a:pt x="4902403" y="0"/>
                  </a:moveTo>
                  <a:lnTo>
                    <a:pt x="4858651" y="0"/>
                  </a:lnTo>
                  <a:lnTo>
                    <a:pt x="4858651" y="34429"/>
                  </a:lnTo>
                  <a:lnTo>
                    <a:pt x="4902403" y="34429"/>
                  </a:lnTo>
                  <a:lnTo>
                    <a:pt x="4902403" y="0"/>
                  </a:lnTo>
                  <a:close/>
                </a:path>
                <a:path w="6127750" h="34925">
                  <a:moveTo>
                    <a:pt x="4989919" y="0"/>
                  </a:moveTo>
                  <a:lnTo>
                    <a:pt x="4946167" y="0"/>
                  </a:lnTo>
                  <a:lnTo>
                    <a:pt x="4946167" y="34429"/>
                  </a:lnTo>
                  <a:lnTo>
                    <a:pt x="4989919" y="34429"/>
                  </a:lnTo>
                  <a:lnTo>
                    <a:pt x="4989919" y="0"/>
                  </a:lnTo>
                  <a:close/>
                </a:path>
                <a:path w="6127750" h="34925">
                  <a:moveTo>
                    <a:pt x="5077434" y="0"/>
                  </a:moveTo>
                  <a:lnTo>
                    <a:pt x="5033670" y="0"/>
                  </a:lnTo>
                  <a:lnTo>
                    <a:pt x="5033670" y="34429"/>
                  </a:lnTo>
                  <a:lnTo>
                    <a:pt x="5077434" y="34429"/>
                  </a:lnTo>
                  <a:lnTo>
                    <a:pt x="5077434" y="0"/>
                  </a:lnTo>
                  <a:close/>
                </a:path>
                <a:path w="6127750" h="34925">
                  <a:moveTo>
                    <a:pt x="5164950" y="0"/>
                  </a:moveTo>
                  <a:lnTo>
                    <a:pt x="5121186" y="0"/>
                  </a:lnTo>
                  <a:lnTo>
                    <a:pt x="5121186" y="34429"/>
                  </a:lnTo>
                  <a:lnTo>
                    <a:pt x="5164950" y="34429"/>
                  </a:lnTo>
                  <a:lnTo>
                    <a:pt x="5164950" y="0"/>
                  </a:lnTo>
                  <a:close/>
                </a:path>
                <a:path w="6127750" h="34925">
                  <a:moveTo>
                    <a:pt x="5252453" y="0"/>
                  </a:moveTo>
                  <a:lnTo>
                    <a:pt x="5208689" y="0"/>
                  </a:lnTo>
                  <a:lnTo>
                    <a:pt x="5208689" y="34429"/>
                  </a:lnTo>
                  <a:lnTo>
                    <a:pt x="5252453" y="34429"/>
                  </a:lnTo>
                  <a:lnTo>
                    <a:pt x="5252453" y="0"/>
                  </a:lnTo>
                  <a:close/>
                </a:path>
                <a:path w="6127750" h="34925">
                  <a:moveTo>
                    <a:pt x="5339969" y="0"/>
                  </a:moveTo>
                  <a:lnTo>
                    <a:pt x="5296205" y="0"/>
                  </a:lnTo>
                  <a:lnTo>
                    <a:pt x="5296205" y="34429"/>
                  </a:lnTo>
                  <a:lnTo>
                    <a:pt x="5339969" y="34429"/>
                  </a:lnTo>
                  <a:lnTo>
                    <a:pt x="5339969" y="0"/>
                  </a:lnTo>
                  <a:close/>
                </a:path>
                <a:path w="6127750" h="34925">
                  <a:moveTo>
                    <a:pt x="5427472" y="0"/>
                  </a:moveTo>
                  <a:lnTo>
                    <a:pt x="5383708" y="0"/>
                  </a:lnTo>
                  <a:lnTo>
                    <a:pt x="5383708" y="34429"/>
                  </a:lnTo>
                  <a:lnTo>
                    <a:pt x="5427472" y="34429"/>
                  </a:lnTo>
                  <a:lnTo>
                    <a:pt x="5427472" y="0"/>
                  </a:lnTo>
                  <a:close/>
                </a:path>
                <a:path w="6127750" h="34925">
                  <a:moveTo>
                    <a:pt x="5514975" y="0"/>
                  </a:moveTo>
                  <a:lnTo>
                    <a:pt x="5471223" y="0"/>
                  </a:lnTo>
                  <a:lnTo>
                    <a:pt x="5471223" y="34429"/>
                  </a:lnTo>
                  <a:lnTo>
                    <a:pt x="5514975" y="34429"/>
                  </a:lnTo>
                  <a:lnTo>
                    <a:pt x="5514975" y="0"/>
                  </a:lnTo>
                  <a:close/>
                </a:path>
                <a:path w="6127750" h="34925">
                  <a:moveTo>
                    <a:pt x="5602490" y="0"/>
                  </a:moveTo>
                  <a:lnTo>
                    <a:pt x="5558739" y="0"/>
                  </a:lnTo>
                  <a:lnTo>
                    <a:pt x="5558739" y="34429"/>
                  </a:lnTo>
                  <a:lnTo>
                    <a:pt x="5602490" y="34429"/>
                  </a:lnTo>
                  <a:lnTo>
                    <a:pt x="5602490" y="0"/>
                  </a:lnTo>
                  <a:close/>
                </a:path>
                <a:path w="6127750" h="34925">
                  <a:moveTo>
                    <a:pt x="5689993" y="0"/>
                  </a:moveTo>
                  <a:lnTo>
                    <a:pt x="5646242" y="0"/>
                  </a:lnTo>
                  <a:lnTo>
                    <a:pt x="5646242" y="34429"/>
                  </a:lnTo>
                  <a:lnTo>
                    <a:pt x="5689993" y="34429"/>
                  </a:lnTo>
                  <a:lnTo>
                    <a:pt x="5689993" y="0"/>
                  </a:lnTo>
                  <a:close/>
                </a:path>
                <a:path w="6127750" h="34925">
                  <a:moveTo>
                    <a:pt x="5777509" y="0"/>
                  </a:moveTo>
                  <a:lnTo>
                    <a:pt x="5733758" y="0"/>
                  </a:lnTo>
                  <a:lnTo>
                    <a:pt x="5733758" y="34429"/>
                  </a:lnTo>
                  <a:lnTo>
                    <a:pt x="5777509" y="34429"/>
                  </a:lnTo>
                  <a:lnTo>
                    <a:pt x="5777509" y="0"/>
                  </a:lnTo>
                  <a:close/>
                </a:path>
                <a:path w="6127750" h="34925">
                  <a:moveTo>
                    <a:pt x="5865012" y="0"/>
                  </a:moveTo>
                  <a:lnTo>
                    <a:pt x="5821261" y="0"/>
                  </a:lnTo>
                  <a:lnTo>
                    <a:pt x="5821261" y="34429"/>
                  </a:lnTo>
                  <a:lnTo>
                    <a:pt x="5865012" y="34429"/>
                  </a:lnTo>
                  <a:lnTo>
                    <a:pt x="5865012" y="0"/>
                  </a:lnTo>
                  <a:close/>
                </a:path>
                <a:path w="6127750" h="34925">
                  <a:moveTo>
                    <a:pt x="5952528" y="0"/>
                  </a:moveTo>
                  <a:lnTo>
                    <a:pt x="5908776" y="0"/>
                  </a:lnTo>
                  <a:lnTo>
                    <a:pt x="5908776" y="34429"/>
                  </a:lnTo>
                  <a:lnTo>
                    <a:pt x="5952528" y="34429"/>
                  </a:lnTo>
                  <a:lnTo>
                    <a:pt x="5952528" y="0"/>
                  </a:lnTo>
                  <a:close/>
                </a:path>
                <a:path w="6127750" h="34925">
                  <a:moveTo>
                    <a:pt x="6040044" y="0"/>
                  </a:moveTo>
                  <a:lnTo>
                    <a:pt x="5996279" y="0"/>
                  </a:lnTo>
                  <a:lnTo>
                    <a:pt x="5996279" y="34429"/>
                  </a:lnTo>
                  <a:lnTo>
                    <a:pt x="6040044" y="34429"/>
                  </a:lnTo>
                  <a:lnTo>
                    <a:pt x="6040044" y="0"/>
                  </a:lnTo>
                  <a:close/>
                </a:path>
                <a:path w="6127750" h="34925">
                  <a:moveTo>
                    <a:pt x="6127559" y="0"/>
                  </a:moveTo>
                  <a:lnTo>
                    <a:pt x="6083795" y="0"/>
                  </a:lnTo>
                  <a:lnTo>
                    <a:pt x="6083795" y="34429"/>
                  </a:lnTo>
                  <a:lnTo>
                    <a:pt x="6127559" y="34429"/>
                  </a:lnTo>
                  <a:lnTo>
                    <a:pt x="6127559" y="0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6974" y="3740130"/>
              <a:ext cx="12140565" cy="84455"/>
            </a:xfrm>
            <a:custGeom>
              <a:avLst/>
              <a:gdLst/>
              <a:ahLst/>
              <a:cxnLst/>
              <a:rect l="l" t="t" r="r" b="b"/>
              <a:pathLst>
                <a:path w="12140565" h="84454">
                  <a:moveTo>
                    <a:pt x="9967633" y="32270"/>
                  </a:moveTo>
                  <a:lnTo>
                    <a:pt x="9965055" y="19710"/>
                  </a:lnTo>
                  <a:lnTo>
                    <a:pt x="9958019" y="9448"/>
                  </a:lnTo>
                  <a:lnTo>
                    <a:pt x="9947580" y="2540"/>
                  </a:lnTo>
                  <a:lnTo>
                    <a:pt x="9934804" y="0"/>
                  </a:lnTo>
                  <a:lnTo>
                    <a:pt x="0" y="0"/>
                  </a:lnTo>
                  <a:lnTo>
                    <a:pt x="76" y="64541"/>
                  </a:lnTo>
                  <a:lnTo>
                    <a:pt x="6083859" y="64541"/>
                  </a:lnTo>
                  <a:lnTo>
                    <a:pt x="6083859" y="83908"/>
                  </a:lnTo>
                  <a:lnTo>
                    <a:pt x="6127623" y="83908"/>
                  </a:lnTo>
                  <a:lnTo>
                    <a:pt x="6127623" y="64541"/>
                  </a:lnTo>
                  <a:lnTo>
                    <a:pt x="6171362" y="64541"/>
                  </a:lnTo>
                  <a:lnTo>
                    <a:pt x="6171362" y="83908"/>
                  </a:lnTo>
                  <a:lnTo>
                    <a:pt x="6215126" y="83908"/>
                  </a:lnTo>
                  <a:lnTo>
                    <a:pt x="6215126" y="64541"/>
                  </a:lnTo>
                  <a:lnTo>
                    <a:pt x="6258877" y="64541"/>
                  </a:lnTo>
                  <a:lnTo>
                    <a:pt x="6258877" y="83908"/>
                  </a:lnTo>
                  <a:lnTo>
                    <a:pt x="6302641" y="83908"/>
                  </a:lnTo>
                  <a:lnTo>
                    <a:pt x="6302641" y="64541"/>
                  </a:lnTo>
                  <a:lnTo>
                    <a:pt x="6346380" y="64541"/>
                  </a:lnTo>
                  <a:lnTo>
                    <a:pt x="6346380" y="83908"/>
                  </a:lnTo>
                  <a:lnTo>
                    <a:pt x="6390145" y="83908"/>
                  </a:lnTo>
                  <a:lnTo>
                    <a:pt x="6390145" y="64541"/>
                  </a:lnTo>
                  <a:lnTo>
                    <a:pt x="6433896" y="64541"/>
                  </a:lnTo>
                  <a:lnTo>
                    <a:pt x="6433896" y="83908"/>
                  </a:lnTo>
                  <a:lnTo>
                    <a:pt x="6477648" y="83908"/>
                  </a:lnTo>
                  <a:lnTo>
                    <a:pt x="6477648" y="64541"/>
                  </a:lnTo>
                  <a:lnTo>
                    <a:pt x="6521412" y="64541"/>
                  </a:lnTo>
                  <a:lnTo>
                    <a:pt x="6521412" y="83908"/>
                  </a:lnTo>
                  <a:lnTo>
                    <a:pt x="6565163" y="83908"/>
                  </a:lnTo>
                  <a:lnTo>
                    <a:pt x="6565163" y="64541"/>
                  </a:lnTo>
                  <a:lnTo>
                    <a:pt x="6608915" y="64541"/>
                  </a:lnTo>
                  <a:lnTo>
                    <a:pt x="6608915" y="83908"/>
                  </a:lnTo>
                  <a:lnTo>
                    <a:pt x="6652666" y="83908"/>
                  </a:lnTo>
                  <a:lnTo>
                    <a:pt x="6652666" y="64541"/>
                  </a:lnTo>
                  <a:lnTo>
                    <a:pt x="6696430" y="64541"/>
                  </a:lnTo>
                  <a:lnTo>
                    <a:pt x="6696430" y="83908"/>
                  </a:lnTo>
                  <a:lnTo>
                    <a:pt x="6740182" y="83908"/>
                  </a:lnTo>
                  <a:lnTo>
                    <a:pt x="6740182" y="64541"/>
                  </a:lnTo>
                  <a:lnTo>
                    <a:pt x="6783933" y="64541"/>
                  </a:lnTo>
                  <a:lnTo>
                    <a:pt x="6783933" y="83908"/>
                  </a:lnTo>
                  <a:lnTo>
                    <a:pt x="6827685" y="83908"/>
                  </a:lnTo>
                  <a:lnTo>
                    <a:pt x="6827685" y="64541"/>
                  </a:lnTo>
                  <a:lnTo>
                    <a:pt x="6871449" y="64541"/>
                  </a:lnTo>
                  <a:lnTo>
                    <a:pt x="6871449" y="83908"/>
                  </a:lnTo>
                  <a:lnTo>
                    <a:pt x="6915201" y="83908"/>
                  </a:lnTo>
                  <a:lnTo>
                    <a:pt x="6915201" y="64541"/>
                  </a:lnTo>
                  <a:lnTo>
                    <a:pt x="6958952" y="64541"/>
                  </a:lnTo>
                  <a:lnTo>
                    <a:pt x="6958952" y="83908"/>
                  </a:lnTo>
                  <a:lnTo>
                    <a:pt x="7002716" y="83908"/>
                  </a:lnTo>
                  <a:lnTo>
                    <a:pt x="7002716" y="64541"/>
                  </a:lnTo>
                  <a:lnTo>
                    <a:pt x="7046468" y="64541"/>
                  </a:lnTo>
                  <a:lnTo>
                    <a:pt x="7046468" y="83908"/>
                  </a:lnTo>
                  <a:lnTo>
                    <a:pt x="7090232" y="83908"/>
                  </a:lnTo>
                  <a:lnTo>
                    <a:pt x="7090232" y="64541"/>
                  </a:lnTo>
                  <a:lnTo>
                    <a:pt x="7133971" y="64541"/>
                  </a:lnTo>
                  <a:lnTo>
                    <a:pt x="7133971" y="83908"/>
                  </a:lnTo>
                  <a:lnTo>
                    <a:pt x="7177735" y="83908"/>
                  </a:lnTo>
                  <a:lnTo>
                    <a:pt x="7177735" y="64541"/>
                  </a:lnTo>
                  <a:lnTo>
                    <a:pt x="7221487" y="64541"/>
                  </a:lnTo>
                  <a:lnTo>
                    <a:pt x="7221487" y="83908"/>
                  </a:lnTo>
                  <a:lnTo>
                    <a:pt x="7265251" y="83908"/>
                  </a:lnTo>
                  <a:lnTo>
                    <a:pt x="7265251" y="64541"/>
                  </a:lnTo>
                  <a:lnTo>
                    <a:pt x="7308990" y="64541"/>
                  </a:lnTo>
                  <a:lnTo>
                    <a:pt x="7308990" y="83908"/>
                  </a:lnTo>
                  <a:lnTo>
                    <a:pt x="7352754" y="83908"/>
                  </a:lnTo>
                  <a:lnTo>
                    <a:pt x="7352754" y="64541"/>
                  </a:lnTo>
                  <a:lnTo>
                    <a:pt x="7396505" y="64541"/>
                  </a:lnTo>
                  <a:lnTo>
                    <a:pt x="7396505" y="83908"/>
                  </a:lnTo>
                  <a:lnTo>
                    <a:pt x="7440257" y="83908"/>
                  </a:lnTo>
                  <a:lnTo>
                    <a:pt x="7440257" y="64541"/>
                  </a:lnTo>
                  <a:lnTo>
                    <a:pt x="7484021" y="64541"/>
                  </a:lnTo>
                  <a:lnTo>
                    <a:pt x="7484021" y="83908"/>
                  </a:lnTo>
                  <a:lnTo>
                    <a:pt x="7527772" y="83908"/>
                  </a:lnTo>
                  <a:lnTo>
                    <a:pt x="7527772" y="64541"/>
                  </a:lnTo>
                  <a:lnTo>
                    <a:pt x="7571524" y="64541"/>
                  </a:lnTo>
                  <a:lnTo>
                    <a:pt x="7571524" y="83908"/>
                  </a:lnTo>
                  <a:lnTo>
                    <a:pt x="7615275" y="83908"/>
                  </a:lnTo>
                  <a:lnTo>
                    <a:pt x="7615275" y="64541"/>
                  </a:lnTo>
                  <a:lnTo>
                    <a:pt x="7659040" y="64541"/>
                  </a:lnTo>
                  <a:lnTo>
                    <a:pt x="7659040" y="83908"/>
                  </a:lnTo>
                  <a:lnTo>
                    <a:pt x="7702791" y="83908"/>
                  </a:lnTo>
                  <a:lnTo>
                    <a:pt x="7702791" y="64541"/>
                  </a:lnTo>
                  <a:lnTo>
                    <a:pt x="7746543" y="64541"/>
                  </a:lnTo>
                  <a:lnTo>
                    <a:pt x="7746543" y="83908"/>
                  </a:lnTo>
                  <a:lnTo>
                    <a:pt x="7790294" y="83908"/>
                  </a:lnTo>
                  <a:lnTo>
                    <a:pt x="7790294" y="64541"/>
                  </a:lnTo>
                  <a:lnTo>
                    <a:pt x="7834058" y="64541"/>
                  </a:lnTo>
                  <a:lnTo>
                    <a:pt x="7834058" y="83908"/>
                  </a:lnTo>
                  <a:lnTo>
                    <a:pt x="7877810" y="83908"/>
                  </a:lnTo>
                  <a:lnTo>
                    <a:pt x="7877810" y="64541"/>
                  </a:lnTo>
                  <a:lnTo>
                    <a:pt x="7921561" y="64541"/>
                  </a:lnTo>
                  <a:lnTo>
                    <a:pt x="7921561" y="83908"/>
                  </a:lnTo>
                  <a:lnTo>
                    <a:pt x="7965326" y="83908"/>
                  </a:lnTo>
                  <a:lnTo>
                    <a:pt x="7965326" y="64541"/>
                  </a:lnTo>
                  <a:lnTo>
                    <a:pt x="8009077" y="64541"/>
                  </a:lnTo>
                  <a:lnTo>
                    <a:pt x="8009077" y="83908"/>
                  </a:lnTo>
                  <a:lnTo>
                    <a:pt x="8052841" y="83908"/>
                  </a:lnTo>
                  <a:lnTo>
                    <a:pt x="8052841" y="64541"/>
                  </a:lnTo>
                  <a:lnTo>
                    <a:pt x="8096580" y="64541"/>
                  </a:lnTo>
                  <a:lnTo>
                    <a:pt x="8096580" y="83908"/>
                  </a:lnTo>
                  <a:lnTo>
                    <a:pt x="8140344" y="83908"/>
                  </a:lnTo>
                  <a:lnTo>
                    <a:pt x="8140344" y="64541"/>
                  </a:lnTo>
                  <a:lnTo>
                    <a:pt x="8184083" y="64541"/>
                  </a:lnTo>
                  <a:lnTo>
                    <a:pt x="8184083" y="83908"/>
                  </a:lnTo>
                  <a:lnTo>
                    <a:pt x="8227847" y="83908"/>
                  </a:lnTo>
                  <a:lnTo>
                    <a:pt x="8227847" y="64541"/>
                  </a:lnTo>
                  <a:lnTo>
                    <a:pt x="8271599" y="64541"/>
                  </a:lnTo>
                  <a:lnTo>
                    <a:pt x="8271599" y="83908"/>
                  </a:lnTo>
                  <a:lnTo>
                    <a:pt x="8315363" y="83908"/>
                  </a:lnTo>
                  <a:lnTo>
                    <a:pt x="8315363" y="64541"/>
                  </a:lnTo>
                  <a:lnTo>
                    <a:pt x="8359114" y="64541"/>
                  </a:lnTo>
                  <a:lnTo>
                    <a:pt x="8359114" y="83908"/>
                  </a:lnTo>
                  <a:lnTo>
                    <a:pt x="8402866" y="83908"/>
                  </a:lnTo>
                  <a:lnTo>
                    <a:pt x="8402866" y="64541"/>
                  </a:lnTo>
                  <a:lnTo>
                    <a:pt x="8446630" y="64541"/>
                  </a:lnTo>
                  <a:lnTo>
                    <a:pt x="8446630" y="83908"/>
                  </a:lnTo>
                  <a:lnTo>
                    <a:pt x="8490382" y="83908"/>
                  </a:lnTo>
                  <a:lnTo>
                    <a:pt x="8490382" y="64541"/>
                  </a:lnTo>
                  <a:lnTo>
                    <a:pt x="8534133" y="64541"/>
                  </a:lnTo>
                  <a:lnTo>
                    <a:pt x="8534133" y="83908"/>
                  </a:lnTo>
                  <a:lnTo>
                    <a:pt x="8577885" y="83908"/>
                  </a:lnTo>
                  <a:lnTo>
                    <a:pt x="8577885" y="64541"/>
                  </a:lnTo>
                  <a:lnTo>
                    <a:pt x="8621649" y="64541"/>
                  </a:lnTo>
                  <a:lnTo>
                    <a:pt x="8621649" y="83908"/>
                  </a:lnTo>
                  <a:lnTo>
                    <a:pt x="8665400" y="83908"/>
                  </a:lnTo>
                  <a:lnTo>
                    <a:pt x="8665400" y="64541"/>
                  </a:lnTo>
                  <a:lnTo>
                    <a:pt x="8709152" y="64541"/>
                  </a:lnTo>
                  <a:lnTo>
                    <a:pt x="8709152" y="83908"/>
                  </a:lnTo>
                  <a:lnTo>
                    <a:pt x="8752903" y="83908"/>
                  </a:lnTo>
                  <a:lnTo>
                    <a:pt x="8752903" y="64541"/>
                  </a:lnTo>
                  <a:lnTo>
                    <a:pt x="8796668" y="64541"/>
                  </a:lnTo>
                  <a:lnTo>
                    <a:pt x="8796668" y="83908"/>
                  </a:lnTo>
                  <a:lnTo>
                    <a:pt x="8840419" y="83908"/>
                  </a:lnTo>
                  <a:lnTo>
                    <a:pt x="8840419" y="64541"/>
                  </a:lnTo>
                  <a:lnTo>
                    <a:pt x="8884171" y="64541"/>
                  </a:lnTo>
                  <a:lnTo>
                    <a:pt x="8884171" y="83908"/>
                  </a:lnTo>
                  <a:lnTo>
                    <a:pt x="8927935" y="83908"/>
                  </a:lnTo>
                  <a:lnTo>
                    <a:pt x="8927935" y="64541"/>
                  </a:lnTo>
                  <a:lnTo>
                    <a:pt x="8971674" y="64541"/>
                  </a:lnTo>
                  <a:lnTo>
                    <a:pt x="8971674" y="83908"/>
                  </a:lnTo>
                  <a:lnTo>
                    <a:pt x="9015438" y="83908"/>
                  </a:lnTo>
                  <a:lnTo>
                    <a:pt x="9015438" y="64541"/>
                  </a:lnTo>
                  <a:lnTo>
                    <a:pt x="9059189" y="64541"/>
                  </a:lnTo>
                  <a:lnTo>
                    <a:pt x="9059189" y="83908"/>
                  </a:lnTo>
                  <a:lnTo>
                    <a:pt x="9102954" y="83908"/>
                  </a:lnTo>
                  <a:lnTo>
                    <a:pt x="9102954" y="64541"/>
                  </a:lnTo>
                  <a:lnTo>
                    <a:pt x="9146692" y="64541"/>
                  </a:lnTo>
                  <a:lnTo>
                    <a:pt x="9146692" y="83908"/>
                  </a:lnTo>
                  <a:lnTo>
                    <a:pt x="9190457" y="83908"/>
                  </a:lnTo>
                  <a:lnTo>
                    <a:pt x="9190457" y="64541"/>
                  </a:lnTo>
                  <a:lnTo>
                    <a:pt x="9234208" y="64541"/>
                  </a:lnTo>
                  <a:lnTo>
                    <a:pt x="9234208" y="83908"/>
                  </a:lnTo>
                  <a:lnTo>
                    <a:pt x="9277972" y="83908"/>
                  </a:lnTo>
                  <a:lnTo>
                    <a:pt x="9277972" y="64541"/>
                  </a:lnTo>
                  <a:lnTo>
                    <a:pt x="9321724" y="64541"/>
                  </a:lnTo>
                  <a:lnTo>
                    <a:pt x="9321724" y="83908"/>
                  </a:lnTo>
                  <a:lnTo>
                    <a:pt x="9365475" y="83908"/>
                  </a:lnTo>
                  <a:lnTo>
                    <a:pt x="9365475" y="64541"/>
                  </a:lnTo>
                  <a:lnTo>
                    <a:pt x="9409239" y="64541"/>
                  </a:lnTo>
                  <a:lnTo>
                    <a:pt x="9409239" y="83908"/>
                  </a:lnTo>
                  <a:lnTo>
                    <a:pt x="9452991" y="83908"/>
                  </a:lnTo>
                  <a:lnTo>
                    <a:pt x="9452991" y="64541"/>
                  </a:lnTo>
                  <a:lnTo>
                    <a:pt x="9496742" y="64541"/>
                  </a:lnTo>
                  <a:lnTo>
                    <a:pt x="9496742" y="83908"/>
                  </a:lnTo>
                  <a:lnTo>
                    <a:pt x="9540494" y="83908"/>
                  </a:lnTo>
                  <a:lnTo>
                    <a:pt x="9540494" y="64541"/>
                  </a:lnTo>
                  <a:lnTo>
                    <a:pt x="9584258" y="64541"/>
                  </a:lnTo>
                  <a:lnTo>
                    <a:pt x="9584258" y="83908"/>
                  </a:lnTo>
                  <a:lnTo>
                    <a:pt x="9628010" y="83908"/>
                  </a:lnTo>
                  <a:lnTo>
                    <a:pt x="9628010" y="64541"/>
                  </a:lnTo>
                  <a:lnTo>
                    <a:pt x="9671761" y="64541"/>
                  </a:lnTo>
                  <a:lnTo>
                    <a:pt x="9671761" y="83908"/>
                  </a:lnTo>
                  <a:lnTo>
                    <a:pt x="9715513" y="83908"/>
                  </a:lnTo>
                  <a:lnTo>
                    <a:pt x="9715513" y="64541"/>
                  </a:lnTo>
                  <a:lnTo>
                    <a:pt x="9759264" y="64541"/>
                  </a:lnTo>
                  <a:lnTo>
                    <a:pt x="9759264" y="83908"/>
                  </a:lnTo>
                  <a:lnTo>
                    <a:pt x="9803028" y="83908"/>
                  </a:lnTo>
                  <a:lnTo>
                    <a:pt x="9803028" y="64541"/>
                  </a:lnTo>
                  <a:lnTo>
                    <a:pt x="9846780" y="64541"/>
                  </a:lnTo>
                  <a:lnTo>
                    <a:pt x="9846780" y="83908"/>
                  </a:lnTo>
                  <a:lnTo>
                    <a:pt x="9868662" y="83908"/>
                  </a:lnTo>
                  <a:lnTo>
                    <a:pt x="9868662" y="64541"/>
                  </a:lnTo>
                  <a:lnTo>
                    <a:pt x="9930930" y="64541"/>
                  </a:lnTo>
                  <a:lnTo>
                    <a:pt x="9930930" y="83908"/>
                  </a:lnTo>
                  <a:lnTo>
                    <a:pt x="9952812" y="83908"/>
                  </a:lnTo>
                  <a:lnTo>
                    <a:pt x="9952812" y="58547"/>
                  </a:lnTo>
                  <a:lnTo>
                    <a:pt x="9958019" y="55092"/>
                  </a:lnTo>
                  <a:lnTo>
                    <a:pt x="9965055" y="44831"/>
                  </a:lnTo>
                  <a:lnTo>
                    <a:pt x="9967633" y="32270"/>
                  </a:lnTo>
                  <a:close/>
                </a:path>
                <a:path w="12140565" h="84454">
                  <a:moveTo>
                    <a:pt x="10040315" y="49479"/>
                  </a:moveTo>
                  <a:lnTo>
                    <a:pt x="9996551" y="49479"/>
                  </a:lnTo>
                  <a:lnTo>
                    <a:pt x="9996551" y="83908"/>
                  </a:lnTo>
                  <a:lnTo>
                    <a:pt x="10040315" y="83908"/>
                  </a:lnTo>
                  <a:lnTo>
                    <a:pt x="10040315" y="49479"/>
                  </a:lnTo>
                  <a:close/>
                </a:path>
                <a:path w="12140565" h="84454">
                  <a:moveTo>
                    <a:pt x="10127818" y="49479"/>
                  </a:moveTo>
                  <a:lnTo>
                    <a:pt x="10084067" y="49479"/>
                  </a:lnTo>
                  <a:lnTo>
                    <a:pt x="10084067" y="83908"/>
                  </a:lnTo>
                  <a:lnTo>
                    <a:pt x="10127818" y="83908"/>
                  </a:lnTo>
                  <a:lnTo>
                    <a:pt x="10127818" y="49479"/>
                  </a:lnTo>
                  <a:close/>
                </a:path>
                <a:path w="12140565" h="84454">
                  <a:moveTo>
                    <a:pt x="10215334" y="49479"/>
                  </a:moveTo>
                  <a:lnTo>
                    <a:pt x="10171582" y="49479"/>
                  </a:lnTo>
                  <a:lnTo>
                    <a:pt x="10171582" y="83908"/>
                  </a:lnTo>
                  <a:lnTo>
                    <a:pt x="10215334" y="83908"/>
                  </a:lnTo>
                  <a:lnTo>
                    <a:pt x="10215334" y="49479"/>
                  </a:lnTo>
                  <a:close/>
                </a:path>
                <a:path w="12140565" h="84454">
                  <a:moveTo>
                    <a:pt x="10302837" y="49479"/>
                  </a:moveTo>
                  <a:lnTo>
                    <a:pt x="10259085" y="49479"/>
                  </a:lnTo>
                  <a:lnTo>
                    <a:pt x="10259085" y="83908"/>
                  </a:lnTo>
                  <a:lnTo>
                    <a:pt x="10302837" y="83908"/>
                  </a:lnTo>
                  <a:lnTo>
                    <a:pt x="10302837" y="49479"/>
                  </a:lnTo>
                  <a:close/>
                </a:path>
                <a:path w="12140565" h="84454">
                  <a:moveTo>
                    <a:pt x="10390353" y="49479"/>
                  </a:moveTo>
                  <a:lnTo>
                    <a:pt x="10346601" y="49479"/>
                  </a:lnTo>
                  <a:lnTo>
                    <a:pt x="10346601" y="83908"/>
                  </a:lnTo>
                  <a:lnTo>
                    <a:pt x="10390353" y="83908"/>
                  </a:lnTo>
                  <a:lnTo>
                    <a:pt x="10390353" y="49479"/>
                  </a:lnTo>
                  <a:close/>
                </a:path>
                <a:path w="12140565" h="84454">
                  <a:moveTo>
                    <a:pt x="10477856" y="49479"/>
                  </a:moveTo>
                  <a:lnTo>
                    <a:pt x="10434104" y="49479"/>
                  </a:lnTo>
                  <a:lnTo>
                    <a:pt x="10434104" y="83908"/>
                  </a:lnTo>
                  <a:lnTo>
                    <a:pt x="10477856" y="83908"/>
                  </a:lnTo>
                  <a:lnTo>
                    <a:pt x="10477856" y="49479"/>
                  </a:lnTo>
                  <a:close/>
                </a:path>
                <a:path w="12140565" h="84454">
                  <a:moveTo>
                    <a:pt x="10565371" y="49479"/>
                  </a:moveTo>
                  <a:lnTo>
                    <a:pt x="10521620" y="49479"/>
                  </a:lnTo>
                  <a:lnTo>
                    <a:pt x="10521620" y="83908"/>
                  </a:lnTo>
                  <a:lnTo>
                    <a:pt x="10565371" y="83908"/>
                  </a:lnTo>
                  <a:lnTo>
                    <a:pt x="10565371" y="49479"/>
                  </a:lnTo>
                  <a:close/>
                </a:path>
                <a:path w="12140565" h="84454">
                  <a:moveTo>
                    <a:pt x="10652887" y="49479"/>
                  </a:moveTo>
                  <a:lnTo>
                    <a:pt x="10609123" y="49479"/>
                  </a:lnTo>
                  <a:lnTo>
                    <a:pt x="10609123" y="83908"/>
                  </a:lnTo>
                  <a:lnTo>
                    <a:pt x="10652887" y="83908"/>
                  </a:lnTo>
                  <a:lnTo>
                    <a:pt x="10652887" y="49479"/>
                  </a:lnTo>
                  <a:close/>
                </a:path>
                <a:path w="12140565" h="84454">
                  <a:moveTo>
                    <a:pt x="10740403" y="49479"/>
                  </a:moveTo>
                  <a:lnTo>
                    <a:pt x="10696639" y="49479"/>
                  </a:lnTo>
                  <a:lnTo>
                    <a:pt x="10696639" y="83908"/>
                  </a:lnTo>
                  <a:lnTo>
                    <a:pt x="10740403" y="83908"/>
                  </a:lnTo>
                  <a:lnTo>
                    <a:pt x="10740403" y="49479"/>
                  </a:lnTo>
                  <a:close/>
                </a:path>
                <a:path w="12140565" h="84454">
                  <a:moveTo>
                    <a:pt x="10827906" y="49479"/>
                  </a:moveTo>
                  <a:lnTo>
                    <a:pt x="10784142" y="49479"/>
                  </a:lnTo>
                  <a:lnTo>
                    <a:pt x="10784142" y="83908"/>
                  </a:lnTo>
                  <a:lnTo>
                    <a:pt x="10827906" y="83908"/>
                  </a:lnTo>
                  <a:lnTo>
                    <a:pt x="10827906" y="49479"/>
                  </a:lnTo>
                  <a:close/>
                </a:path>
                <a:path w="12140565" h="84454">
                  <a:moveTo>
                    <a:pt x="10915409" y="49479"/>
                  </a:moveTo>
                  <a:lnTo>
                    <a:pt x="10871645" y="49479"/>
                  </a:lnTo>
                  <a:lnTo>
                    <a:pt x="10871645" y="83908"/>
                  </a:lnTo>
                  <a:lnTo>
                    <a:pt x="10915409" y="83908"/>
                  </a:lnTo>
                  <a:lnTo>
                    <a:pt x="10915409" y="49479"/>
                  </a:lnTo>
                  <a:close/>
                </a:path>
                <a:path w="12140565" h="84454">
                  <a:moveTo>
                    <a:pt x="11002924" y="49479"/>
                  </a:moveTo>
                  <a:lnTo>
                    <a:pt x="10959160" y="49479"/>
                  </a:lnTo>
                  <a:lnTo>
                    <a:pt x="10959160" y="83908"/>
                  </a:lnTo>
                  <a:lnTo>
                    <a:pt x="11002924" y="83908"/>
                  </a:lnTo>
                  <a:lnTo>
                    <a:pt x="11002924" y="49479"/>
                  </a:lnTo>
                  <a:close/>
                </a:path>
                <a:path w="12140565" h="84454">
                  <a:moveTo>
                    <a:pt x="11090427" y="49479"/>
                  </a:moveTo>
                  <a:lnTo>
                    <a:pt x="11046676" y="49479"/>
                  </a:lnTo>
                  <a:lnTo>
                    <a:pt x="11046676" y="83908"/>
                  </a:lnTo>
                  <a:lnTo>
                    <a:pt x="11090427" y="83908"/>
                  </a:lnTo>
                  <a:lnTo>
                    <a:pt x="11090427" y="49479"/>
                  </a:lnTo>
                  <a:close/>
                </a:path>
                <a:path w="12140565" h="84454">
                  <a:moveTo>
                    <a:pt x="11177943" y="49479"/>
                  </a:moveTo>
                  <a:lnTo>
                    <a:pt x="11134192" y="49479"/>
                  </a:lnTo>
                  <a:lnTo>
                    <a:pt x="11134192" y="83908"/>
                  </a:lnTo>
                  <a:lnTo>
                    <a:pt x="11177943" y="83908"/>
                  </a:lnTo>
                  <a:lnTo>
                    <a:pt x="11177943" y="49479"/>
                  </a:lnTo>
                  <a:close/>
                </a:path>
                <a:path w="12140565" h="84454">
                  <a:moveTo>
                    <a:pt x="11265446" y="49479"/>
                  </a:moveTo>
                  <a:lnTo>
                    <a:pt x="11221695" y="49479"/>
                  </a:lnTo>
                  <a:lnTo>
                    <a:pt x="11221695" y="83908"/>
                  </a:lnTo>
                  <a:lnTo>
                    <a:pt x="11265446" y="83908"/>
                  </a:lnTo>
                  <a:lnTo>
                    <a:pt x="11265446" y="49479"/>
                  </a:lnTo>
                  <a:close/>
                </a:path>
                <a:path w="12140565" h="84454">
                  <a:moveTo>
                    <a:pt x="11352962" y="49479"/>
                  </a:moveTo>
                  <a:lnTo>
                    <a:pt x="11309210" y="49479"/>
                  </a:lnTo>
                  <a:lnTo>
                    <a:pt x="11309210" y="83908"/>
                  </a:lnTo>
                  <a:lnTo>
                    <a:pt x="11352962" y="83908"/>
                  </a:lnTo>
                  <a:lnTo>
                    <a:pt x="11352962" y="49479"/>
                  </a:lnTo>
                  <a:close/>
                </a:path>
                <a:path w="12140565" h="84454">
                  <a:moveTo>
                    <a:pt x="11440465" y="49479"/>
                  </a:moveTo>
                  <a:lnTo>
                    <a:pt x="11396713" y="49479"/>
                  </a:lnTo>
                  <a:lnTo>
                    <a:pt x="11396713" y="83908"/>
                  </a:lnTo>
                  <a:lnTo>
                    <a:pt x="11440465" y="83908"/>
                  </a:lnTo>
                  <a:lnTo>
                    <a:pt x="11440465" y="49479"/>
                  </a:lnTo>
                  <a:close/>
                </a:path>
                <a:path w="12140565" h="84454">
                  <a:moveTo>
                    <a:pt x="11527981" y="49479"/>
                  </a:moveTo>
                  <a:lnTo>
                    <a:pt x="11484229" y="49479"/>
                  </a:lnTo>
                  <a:lnTo>
                    <a:pt x="11484229" y="83908"/>
                  </a:lnTo>
                  <a:lnTo>
                    <a:pt x="11527981" y="83908"/>
                  </a:lnTo>
                  <a:lnTo>
                    <a:pt x="11527981" y="49479"/>
                  </a:lnTo>
                  <a:close/>
                </a:path>
                <a:path w="12140565" h="84454">
                  <a:moveTo>
                    <a:pt x="11615496" y="49479"/>
                  </a:moveTo>
                  <a:lnTo>
                    <a:pt x="11571732" y="49479"/>
                  </a:lnTo>
                  <a:lnTo>
                    <a:pt x="11571732" y="83908"/>
                  </a:lnTo>
                  <a:lnTo>
                    <a:pt x="11615496" y="83908"/>
                  </a:lnTo>
                  <a:lnTo>
                    <a:pt x="11615496" y="49479"/>
                  </a:lnTo>
                  <a:close/>
                </a:path>
                <a:path w="12140565" h="84454">
                  <a:moveTo>
                    <a:pt x="11702999" y="49479"/>
                  </a:moveTo>
                  <a:lnTo>
                    <a:pt x="11659235" y="49479"/>
                  </a:lnTo>
                  <a:lnTo>
                    <a:pt x="11659235" y="83908"/>
                  </a:lnTo>
                  <a:lnTo>
                    <a:pt x="11702999" y="83908"/>
                  </a:lnTo>
                  <a:lnTo>
                    <a:pt x="11702999" y="49479"/>
                  </a:lnTo>
                  <a:close/>
                </a:path>
                <a:path w="12140565" h="84454">
                  <a:moveTo>
                    <a:pt x="11790515" y="49479"/>
                  </a:moveTo>
                  <a:lnTo>
                    <a:pt x="11746751" y="49479"/>
                  </a:lnTo>
                  <a:lnTo>
                    <a:pt x="11746751" y="83908"/>
                  </a:lnTo>
                  <a:lnTo>
                    <a:pt x="11790515" y="83908"/>
                  </a:lnTo>
                  <a:lnTo>
                    <a:pt x="11790515" y="49479"/>
                  </a:lnTo>
                  <a:close/>
                </a:path>
                <a:path w="12140565" h="84454">
                  <a:moveTo>
                    <a:pt x="11878018" y="49479"/>
                  </a:moveTo>
                  <a:lnTo>
                    <a:pt x="11834266" y="49479"/>
                  </a:lnTo>
                  <a:lnTo>
                    <a:pt x="11834266" y="83908"/>
                  </a:lnTo>
                  <a:lnTo>
                    <a:pt x="11878018" y="83908"/>
                  </a:lnTo>
                  <a:lnTo>
                    <a:pt x="11878018" y="49479"/>
                  </a:lnTo>
                  <a:close/>
                </a:path>
                <a:path w="12140565" h="84454">
                  <a:moveTo>
                    <a:pt x="11965534" y="49479"/>
                  </a:moveTo>
                  <a:lnTo>
                    <a:pt x="11921782" y="49479"/>
                  </a:lnTo>
                  <a:lnTo>
                    <a:pt x="11921782" y="83908"/>
                  </a:lnTo>
                  <a:lnTo>
                    <a:pt x="11965534" y="83908"/>
                  </a:lnTo>
                  <a:lnTo>
                    <a:pt x="11965534" y="49479"/>
                  </a:lnTo>
                  <a:close/>
                </a:path>
                <a:path w="12140565" h="84454">
                  <a:moveTo>
                    <a:pt x="12053037" y="49479"/>
                  </a:moveTo>
                  <a:lnTo>
                    <a:pt x="12009285" y="49479"/>
                  </a:lnTo>
                  <a:lnTo>
                    <a:pt x="12009285" y="83908"/>
                  </a:lnTo>
                  <a:lnTo>
                    <a:pt x="12053037" y="83908"/>
                  </a:lnTo>
                  <a:lnTo>
                    <a:pt x="12053037" y="49479"/>
                  </a:lnTo>
                  <a:close/>
                </a:path>
                <a:path w="12140565" h="84454">
                  <a:moveTo>
                    <a:pt x="12140552" y="49479"/>
                  </a:moveTo>
                  <a:lnTo>
                    <a:pt x="12096801" y="49479"/>
                  </a:lnTo>
                  <a:lnTo>
                    <a:pt x="12096801" y="83908"/>
                  </a:lnTo>
                  <a:lnTo>
                    <a:pt x="12140552" y="83908"/>
                  </a:lnTo>
                  <a:lnTo>
                    <a:pt x="12140552" y="49479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2123776" y="3789609"/>
              <a:ext cx="6169660" cy="34925"/>
            </a:xfrm>
            <a:custGeom>
              <a:avLst/>
              <a:gdLst/>
              <a:ahLst/>
              <a:cxnLst/>
              <a:rect l="l" t="t" r="r" b="b"/>
              <a:pathLst>
                <a:path w="6169659" h="34925">
                  <a:moveTo>
                    <a:pt x="43751" y="0"/>
                  </a:moveTo>
                  <a:lnTo>
                    <a:pt x="0" y="0"/>
                  </a:lnTo>
                  <a:lnTo>
                    <a:pt x="0" y="34429"/>
                  </a:lnTo>
                  <a:lnTo>
                    <a:pt x="43751" y="34429"/>
                  </a:lnTo>
                  <a:lnTo>
                    <a:pt x="43751" y="0"/>
                  </a:lnTo>
                  <a:close/>
                </a:path>
                <a:path w="6169659" h="34925">
                  <a:moveTo>
                    <a:pt x="131254" y="0"/>
                  </a:moveTo>
                  <a:lnTo>
                    <a:pt x="87503" y="0"/>
                  </a:lnTo>
                  <a:lnTo>
                    <a:pt x="87503" y="34429"/>
                  </a:lnTo>
                  <a:lnTo>
                    <a:pt x="131254" y="34429"/>
                  </a:lnTo>
                  <a:lnTo>
                    <a:pt x="131254" y="0"/>
                  </a:lnTo>
                  <a:close/>
                </a:path>
                <a:path w="6169659" h="34925">
                  <a:moveTo>
                    <a:pt x="218770" y="0"/>
                  </a:moveTo>
                  <a:lnTo>
                    <a:pt x="175018" y="0"/>
                  </a:lnTo>
                  <a:lnTo>
                    <a:pt x="175018" y="34429"/>
                  </a:lnTo>
                  <a:lnTo>
                    <a:pt x="218770" y="34429"/>
                  </a:lnTo>
                  <a:lnTo>
                    <a:pt x="218770" y="0"/>
                  </a:lnTo>
                  <a:close/>
                </a:path>
                <a:path w="6169659" h="34925">
                  <a:moveTo>
                    <a:pt x="306285" y="0"/>
                  </a:moveTo>
                  <a:lnTo>
                    <a:pt x="262521" y="0"/>
                  </a:lnTo>
                  <a:lnTo>
                    <a:pt x="262521" y="34429"/>
                  </a:lnTo>
                  <a:lnTo>
                    <a:pt x="306285" y="34429"/>
                  </a:lnTo>
                  <a:lnTo>
                    <a:pt x="306285" y="0"/>
                  </a:lnTo>
                  <a:close/>
                </a:path>
                <a:path w="6169659" h="34925">
                  <a:moveTo>
                    <a:pt x="393801" y="0"/>
                  </a:moveTo>
                  <a:lnTo>
                    <a:pt x="350037" y="0"/>
                  </a:lnTo>
                  <a:lnTo>
                    <a:pt x="350037" y="34429"/>
                  </a:lnTo>
                  <a:lnTo>
                    <a:pt x="393801" y="34429"/>
                  </a:lnTo>
                  <a:lnTo>
                    <a:pt x="393801" y="0"/>
                  </a:lnTo>
                  <a:close/>
                </a:path>
                <a:path w="6169659" h="34925">
                  <a:moveTo>
                    <a:pt x="481304" y="0"/>
                  </a:moveTo>
                  <a:lnTo>
                    <a:pt x="437540" y="0"/>
                  </a:lnTo>
                  <a:lnTo>
                    <a:pt x="437540" y="34429"/>
                  </a:lnTo>
                  <a:lnTo>
                    <a:pt x="481304" y="34429"/>
                  </a:lnTo>
                  <a:lnTo>
                    <a:pt x="481304" y="0"/>
                  </a:lnTo>
                  <a:close/>
                </a:path>
                <a:path w="6169659" h="34925">
                  <a:moveTo>
                    <a:pt x="568820" y="0"/>
                  </a:moveTo>
                  <a:lnTo>
                    <a:pt x="525056" y="0"/>
                  </a:lnTo>
                  <a:lnTo>
                    <a:pt x="525056" y="34429"/>
                  </a:lnTo>
                  <a:lnTo>
                    <a:pt x="568820" y="34429"/>
                  </a:lnTo>
                  <a:lnTo>
                    <a:pt x="568820" y="0"/>
                  </a:lnTo>
                  <a:close/>
                </a:path>
                <a:path w="6169659" h="34925">
                  <a:moveTo>
                    <a:pt x="656323" y="0"/>
                  </a:moveTo>
                  <a:lnTo>
                    <a:pt x="612559" y="0"/>
                  </a:lnTo>
                  <a:lnTo>
                    <a:pt x="612559" y="34429"/>
                  </a:lnTo>
                  <a:lnTo>
                    <a:pt x="656323" y="34429"/>
                  </a:lnTo>
                  <a:lnTo>
                    <a:pt x="656323" y="0"/>
                  </a:lnTo>
                  <a:close/>
                </a:path>
                <a:path w="6169659" h="34925">
                  <a:moveTo>
                    <a:pt x="743839" y="0"/>
                  </a:moveTo>
                  <a:lnTo>
                    <a:pt x="700074" y="0"/>
                  </a:lnTo>
                  <a:lnTo>
                    <a:pt x="700074" y="34429"/>
                  </a:lnTo>
                  <a:lnTo>
                    <a:pt x="743839" y="34429"/>
                  </a:lnTo>
                  <a:lnTo>
                    <a:pt x="743839" y="0"/>
                  </a:lnTo>
                  <a:close/>
                </a:path>
                <a:path w="6169659" h="34925">
                  <a:moveTo>
                    <a:pt x="831342" y="0"/>
                  </a:moveTo>
                  <a:lnTo>
                    <a:pt x="787590" y="0"/>
                  </a:lnTo>
                  <a:lnTo>
                    <a:pt x="787590" y="34429"/>
                  </a:lnTo>
                  <a:lnTo>
                    <a:pt x="831342" y="34429"/>
                  </a:lnTo>
                  <a:lnTo>
                    <a:pt x="831342" y="0"/>
                  </a:lnTo>
                  <a:close/>
                </a:path>
                <a:path w="6169659" h="34925">
                  <a:moveTo>
                    <a:pt x="918845" y="0"/>
                  </a:moveTo>
                  <a:lnTo>
                    <a:pt x="875093" y="0"/>
                  </a:lnTo>
                  <a:lnTo>
                    <a:pt x="875093" y="34429"/>
                  </a:lnTo>
                  <a:lnTo>
                    <a:pt x="918845" y="34429"/>
                  </a:lnTo>
                  <a:lnTo>
                    <a:pt x="918845" y="0"/>
                  </a:lnTo>
                  <a:close/>
                </a:path>
                <a:path w="6169659" h="34925">
                  <a:moveTo>
                    <a:pt x="1006360" y="0"/>
                  </a:moveTo>
                  <a:lnTo>
                    <a:pt x="962609" y="0"/>
                  </a:lnTo>
                  <a:lnTo>
                    <a:pt x="962609" y="34429"/>
                  </a:lnTo>
                  <a:lnTo>
                    <a:pt x="1006360" y="34429"/>
                  </a:lnTo>
                  <a:lnTo>
                    <a:pt x="1006360" y="0"/>
                  </a:lnTo>
                  <a:close/>
                </a:path>
                <a:path w="6169659" h="34925">
                  <a:moveTo>
                    <a:pt x="1093863" y="0"/>
                  </a:moveTo>
                  <a:lnTo>
                    <a:pt x="1050112" y="0"/>
                  </a:lnTo>
                  <a:lnTo>
                    <a:pt x="1050112" y="34429"/>
                  </a:lnTo>
                  <a:lnTo>
                    <a:pt x="1093863" y="34429"/>
                  </a:lnTo>
                  <a:lnTo>
                    <a:pt x="1093863" y="0"/>
                  </a:lnTo>
                  <a:close/>
                </a:path>
                <a:path w="6169659" h="34925">
                  <a:moveTo>
                    <a:pt x="1181379" y="0"/>
                  </a:moveTo>
                  <a:lnTo>
                    <a:pt x="1137627" y="0"/>
                  </a:lnTo>
                  <a:lnTo>
                    <a:pt x="1137627" y="34429"/>
                  </a:lnTo>
                  <a:lnTo>
                    <a:pt x="1181379" y="34429"/>
                  </a:lnTo>
                  <a:lnTo>
                    <a:pt x="1181379" y="0"/>
                  </a:lnTo>
                  <a:close/>
                </a:path>
                <a:path w="6169659" h="34925">
                  <a:moveTo>
                    <a:pt x="1268895" y="0"/>
                  </a:moveTo>
                  <a:lnTo>
                    <a:pt x="1225130" y="0"/>
                  </a:lnTo>
                  <a:lnTo>
                    <a:pt x="1225130" y="34429"/>
                  </a:lnTo>
                  <a:lnTo>
                    <a:pt x="1268895" y="34429"/>
                  </a:lnTo>
                  <a:lnTo>
                    <a:pt x="1268895" y="0"/>
                  </a:lnTo>
                  <a:close/>
                </a:path>
                <a:path w="6169659" h="34925">
                  <a:moveTo>
                    <a:pt x="1356410" y="0"/>
                  </a:moveTo>
                  <a:lnTo>
                    <a:pt x="1312646" y="0"/>
                  </a:lnTo>
                  <a:lnTo>
                    <a:pt x="1312646" y="34429"/>
                  </a:lnTo>
                  <a:lnTo>
                    <a:pt x="1356410" y="34429"/>
                  </a:lnTo>
                  <a:lnTo>
                    <a:pt x="1356410" y="0"/>
                  </a:lnTo>
                  <a:close/>
                </a:path>
                <a:path w="6169659" h="34925">
                  <a:moveTo>
                    <a:pt x="1443913" y="0"/>
                  </a:moveTo>
                  <a:lnTo>
                    <a:pt x="1400149" y="0"/>
                  </a:lnTo>
                  <a:lnTo>
                    <a:pt x="1400149" y="34429"/>
                  </a:lnTo>
                  <a:lnTo>
                    <a:pt x="1443913" y="34429"/>
                  </a:lnTo>
                  <a:lnTo>
                    <a:pt x="1443913" y="0"/>
                  </a:lnTo>
                  <a:close/>
                </a:path>
                <a:path w="6169659" h="34925">
                  <a:moveTo>
                    <a:pt x="1531429" y="0"/>
                  </a:moveTo>
                  <a:lnTo>
                    <a:pt x="1487665" y="0"/>
                  </a:lnTo>
                  <a:lnTo>
                    <a:pt x="1487665" y="34429"/>
                  </a:lnTo>
                  <a:lnTo>
                    <a:pt x="1531429" y="34429"/>
                  </a:lnTo>
                  <a:lnTo>
                    <a:pt x="1531429" y="0"/>
                  </a:lnTo>
                  <a:close/>
                </a:path>
                <a:path w="6169659" h="34925">
                  <a:moveTo>
                    <a:pt x="1618932" y="0"/>
                  </a:moveTo>
                  <a:lnTo>
                    <a:pt x="1575168" y="0"/>
                  </a:lnTo>
                  <a:lnTo>
                    <a:pt x="1575168" y="34429"/>
                  </a:lnTo>
                  <a:lnTo>
                    <a:pt x="1618932" y="34429"/>
                  </a:lnTo>
                  <a:lnTo>
                    <a:pt x="1618932" y="0"/>
                  </a:lnTo>
                  <a:close/>
                </a:path>
                <a:path w="6169659" h="34925">
                  <a:moveTo>
                    <a:pt x="1706448" y="0"/>
                  </a:moveTo>
                  <a:lnTo>
                    <a:pt x="1662684" y="0"/>
                  </a:lnTo>
                  <a:lnTo>
                    <a:pt x="1662684" y="34429"/>
                  </a:lnTo>
                  <a:lnTo>
                    <a:pt x="1706448" y="34429"/>
                  </a:lnTo>
                  <a:lnTo>
                    <a:pt x="1706448" y="0"/>
                  </a:lnTo>
                  <a:close/>
                </a:path>
                <a:path w="6169659" h="34925">
                  <a:moveTo>
                    <a:pt x="1793951" y="0"/>
                  </a:moveTo>
                  <a:lnTo>
                    <a:pt x="1750199" y="0"/>
                  </a:lnTo>
                  <a:lnTo>
                    <a:pt x="1750199" y="34429"/>
                  </a:lnTo>
                  <a:lnTo>
                    <a:pt x="1793951" y="34429"/>
                  </a:lnTo>
                  <a:lnTo>
                    <a:pt x="1793951" y="0"/>
                  </a:lnTo>
                  <a:close/>
                </a:path>
                <a:path w="6169659" h="34925">
                  <a:moveTo>
                    <a:pt x="1881454" y="0"/>
                  </a:moveTo>
                  <a:lnTo>
                    <a:pt x="1837702" y="0"/>
                  </a:lnTo>
                  <a:lnTo>
                    <a:pt x="1837702" y="34429"/>
                  </a:lnTo>
                  <a:lnTo>
                    <a:pt x="1881454" y="34429"/>
                  </a:lnTo>
                  <a:lnTo>
                    <a:pt x="1881454" y="0"/>
                  </a:lnTo>
                  <a:close/>
                </a:path>
                <a:path w="6169659" h="34925">
                  <a:moveTo>
                    <a:pt x="1968969" y="0"/>
                  </a:moveTo>
                  <a:lnTo>
                    <a:pt x="1925218" y="0"/>
                  </a:lnTo>
                  <a:lnTo>
                    <a:pt x="1925218" y="34429"/>
                  </a:lnTo>
                  <a:lnTo>
                    <a:pt x="1968969" y="34429"/>
                  </a:lnTo>
                  <a:lnTo>
                    <a:pt x="1968969" y="0"/>
                  </a:lnTo>
                  <a:close/>
                </a:path>
                <a:path w="6169659" h="34925">
                  <a:moveTo>
                    <a:pt x="2056472" y="0"/>
                  </a:moveTo>
                  <a:lnTo>
                    <a:pt x="2012721" y="0"/>
                  </a:lnTo>
                  <a:lnTo>
                    <a:pt x="2012721" y="34429"/>
                  </a:lnTo>
                  <a:lnTo>
                    <a:pt x="2056472" y="34429"/>
                  </a:lnTo>
                  <a:lnTo>
                    <a:pt x="2056472" y="0"/>
                  </a:lnTo>
                  <a:close/>
                </a:path>
                <a:path w="6169659" h="34925">
                  <a:moveTo>
                    <a:pt x="2143988" y="0"/>
                  </a:moveTo>
                  <a:lnTo>
                    <a:pt x="2100237" y="0"/>
                  </a:lnTo>
                  <a:lnTo>
                    <a:pt x="2100237" y="34429"/>
                  </a:lnTo>
                  <a:lnTo>
                    <a:pt x="2143988" y="34429"/>
                  </a:lnTo>
                  <a:lnTo>
                    <a:pt x="2143988" y="0"/>
                  </a:lnTo>
                  <a:close/>
                </a:path>
                <a:path w="6169659" h="34925">
                  <a:moveTo>
                    <a:pt x="2231504" y="0"/>
                  </a:moveTo>
                  <a:lnTo>
                    <a:pt x="2187740" y="0"/>
                  </a:lnTo>
                  <a:lnTo>
                    <a:pt x="2187740" y="34429"/>
                  </a:lnTo>
                  <a:lnTo>
                    <a:pt x="2231504" y="34429"/>
                  </a:lnTo>
                  <a:lnTo>
                    <a:pt x="2231504" y="0"/>
                  </a:lnTo>
                  <a:close/>
                </a:path>
                <a:path w="6169659" h="34925">
                  <a:moveTo>
                    <a:pt x="2319020" y="0"/>
                  </a:moveTo>
                  <a:lnTo>
                    <a:pt x="2275255" y="0"/>
                  </a:lnTo>
                  <a:lnTo>
                    <a:pt x="2275255" y="34429"/>
                  </a:lnTo>
                  <a:lnTo>
                    <a:pt x="2319020" y="34429"/>
                  </a:lnTo>
                  <a:lnTo>
                    <a:pt x="2319020" y="0"/>
                  </a:lnTo>
                  <a:close/>
                </a:path>
                <a:path w="6169659" h="34925">
                  <a:moveTo>
                    <a:pt x="2406523" y="0"/>
                  </a:moveTo>
                  <a:lnTo>
                    <a:pt x="2362758" y="0"/>
                  </a:lnTo>
                  <a:lnTo>
                    <a:pt x="2362758" y="34429"/>
                  </a:lnTo>
                  <a:lnTo>
                    <a:pt x="2406523" y="34429"/>
                  </a:lnTo>
                  <a:lnTo>
                    <a:pt x="2406523" y="0"/>
                  </a:lnTo>
                  <a:close/>
                </a:path>
                <a:path w="6169659" h="34925">
                  <a:moveTo>
                    <a:pt x="2494038" y="0"/>
                  </a:moveTo>
                  <a:lnTo>
                    <a:pt x="2450274" y="0"/>
                  </a:lnTo>
                  <a:lnTo>
                    <a:pt x="2450274" y="34429"/>
                  </a:lnTo>
                  <a:lnTo>
                    <a:pt x="2494038" y="34429"/>
                  </a:lnTo>
                  <a:lnTo>
                    <a:pt x="2494038" y="0"/>
                  </a:lnTo>
                  <a:close/>
                </a:path>
                <a:path w="6169659" h="34925">
                  <a:moveTo>
                    <a:pt x="2581541" y="0"/>
                  </a:moveTo>
                  <a:lnTo>
                    <a:pt x="2537777" y="0"/>
                  </a:lnTo>
                  <a:lnTo>
                    <a:pt x="2537777" y="34429"/>
                  </a:lnTo>
                  <a:lnTo>
                    <a:pt x="2581541" y="34429"/>
                  </a:lnTo>
                  <a:lnTo>
                    <a:pt x="2581541" y="0"/>
                  </a:lnTo>
                  <a:close/>
                </a:path>
                <a:path w="6169659" h="34925">
                  <a:moveTo>
                    <a:pt x="2669044" y="0"/>
                  </a:moveTo>
                  <a:lnTo>
                    <a:pt x="2625293" y="0"/>
                  </a:lnTo>
                  <a:lnTo>
                    <a:pt x="2625293" y="34429"/>
                  </a:lnTo>
                  <a:lnTo>
                    <a:pt x="2669044" y="34429"/>
                  </a:lnTo>
                  <a:lnTo>
                    <a:pt x="2669044" y="0"/>
                  </a:lnTo>
                  <a:close/>
                </a:path>
                <a:path w="6169659" h="34925">
                  <a:moveTo>
                    <a:pt x="2756560" y="0"/>
                  </a:moveTo>
                  <a:lnTo>
                    <a:pt x="2712809" y="0"/>
                  </a:lnTo>
                  <a:lnTo>
                    <a:pt x="2712809" y="34429"/>
                  </a:lnTo>
                  <a:lnTo>
                    <a:pt x="2756560" y="34429"/>
                  </a:lnTo>
                  <a:lnTo>
                    <a:pt x="2756560" y="0"/>
                  </a:lnTo>
                  <a:close/>
                </a:path>
                <a:path w="6169659" h="34925">
                  <a:moveTo>
                    <a:pt x="2844063" y="0"/>
                  </a:moveTo>
                  <a:lnTo>
                    <a:pt x="2800312" y="0"/>
                  </a:lnTo>
                  <a:lnTo>
                    <a:pt x="2800312" y="34429"/>
                  </a:lnTo>
                  <a:lnTo>
                    <a:pt x="2844063" y="34429"/>
                  </a:lnTo>
                  <a:lnTo>
                    <a:pt x="2844063" y="0"/>
                  </a:lnTo>
                  <a:close/>
                </a:path>
                <a:path w="6169659" h="34925">
                  <a:moveTo>
                    <a:pt x="2931579" y="0"/>
                  </a:moveTo>
                  <a:lnTo>
                    <a:pt x="2887827" y="0"/>
                  </a:lnTo>
                  <a:lnTo>
                    <a:pt x="2887827" y="34429"/>
                  </a:lnTo>
                  <a:lnTo>
                    <a:pt x="2931579" y="34429"/>
                  </a:lnTo>
                  <a:lnTo>
                    <a:pt x="2931579" y="0"/>
                  </a:lnTo>
                  <a:close/>
                </a:path>
                <a:path w="6169659" h="34925">
                  <a:moveTo>
                    <a:pt x="3019082" y="0"/>
                  </a:moveTo>
                  <a:lnTo>
                    <a:pt x="2975330" y="0"/>
                  </a:lnTo>
                  <a:lnTo>
                    <a:pt x="2975330" y="34429"/>
                  </a:lnTo>
                  <a:lnTo>
                    <a:pt x="3019082" y="34429"/>
                  </a:lnTo>
                  <a:lnTo>
                    <a:pt x="3019082" y="0"/>
                  </a:lnTo>
                  <a:close/>
                </a:path>
                <a:path w="6169659" h="34925">
                  <a:moveTo>
                    <a:pt x="3106597" y="0"/>
                  </a:moveTo>
                  <a:lnTo>
                    <a:pt x="3062833" y="0"/>
                  </a:lnTo>
                  <a:lnTo>
                    <a:pt x="3062833" y="34429"/>
                  </a:lnTo>
                  <a:lnTo>
                    <a:pt x="3106597" y="34429"/>
                  </a:lnTo>
                  <a:lnTo>
                    <a:pt x="3106597" y="0"/>
                  </a:lnTo>
                  <a:close/>
                </a:path>
                <a:path w="6169659" h="34925">
                  <a:moveTo>
                    <a:pt x="3194113" y="0"/>
                  </a:moveTo>
                  <a:lnTo>
                    <a:pt x="3150349" y="0"/>
                  </a:lnTo>
                  <a:lnTo>
                    <a:pt x="3150349" y="34429"/>
                  </a:lnTo>
                  <a:lnTo>
                    <a:pt x="3194113" y="34429"/>
                  </a:lnTo>
                  <a:lnTo>
                    <a:pt x="3194113" y="0"/>
                  </a:lnTo>
                  <a:close/>
                </a:path>
                <a:path w="6169659" h="34925">
                  <a:moveTo>
                    <a:pt x="3281616" y="0"/>
                  </a:moveTo>
                  <a:lnTo>
                    <a:pt x="3237852" y="0"/>
                  </a:lnTo>
                  <a:lnTo>
                    <a:pt x="3237852" y="34429"/>
                  </a:lnTo>
                  <a:lnTo>
                    <a:pt x="3281616" y="34429"/>
                  </a:lnTo>
                  <a:lnTo>
                    <a:pt x="3281616" y="0"/>
                  </a:lnTo>
                  <a:close/>
                </a:path>
                <a:path w="6169659" h="34925">
                  <a:moveTo>
                    <a:pt x="3369132" y="0"/>
                  </a:moveTo>
                  <a:lnTo>
                    <a:pt x="3325368" y="0"/>
                  </a:lnTo>
                  <a:lnTo>
                    <a:pt x="3325368" y="34429"/>
                  </a:lnTo>
                  <a:lnTo>
                    <a:pt x="3369132" y="34429"/>
                  </a:lnTo>
                  <a:lnTo>
                    <a:pt x="3369132" y="0"/>
                  </a:lnTo>
                  <a:close/>
                </a:path>
                <a:path w="6169659" h="34925">
                  <a:moveTo>
                    <a:pt x="3456635" y="0"/>
                  </a:moveTo>
                  <a:lnTo>
                    <a:pt x="3412871" y="0"/>
                  </a:lnTo>
                  <a:lnTo>
                    <a:pt x="3412871" y="34429"/>
                  </a:lnTo>
                  <a:lnTo>
                    <a:pt x="3456635" y="34429"/>
                  </a:lnTo>
                  <a:lnTo>
                    <a:pt x="3456635" y="0"/>
                  </a:lnTo>
                  <a:close/>
                </a:path>
                <a:path w="6169659" h="34925">
                  <a:moveTo>
                    <a:pt x="3544151" y="0"/>
                  </a:moveTo>
                  <a:lnTo>
                    <a:pt x="3500386" y="0"/>
                  </a:lnTo>
                  <a:lnTo>
                    <a:pt x="3500386" y="34429"/>
                  </a:lnTo>
                  <a:lnTo>
                    <a:pt x="3544151" y="34429"/>
                  </a:lnTo>
                  <a:lnTo>
                    <a:pt x="3544151" y="0"/>
                  </a:lnTo>
                  <a:close/>
                </a:path>
                <a:path w="6169659" h="34925">
                  <a:moveTo>
                    <a:pt x="3631654" y="0"/>
                  </a:moveTo>
                  <a:lnTo>
                    <a:pt x="3587902" y="0"/>
                  </a:lnTo>
                  <a:lnTo>
                    <a:pt x="3587902" y="34429"/>
                  </a:lnTo>
                  <a:lnTo>
                    <a:pt x="3631654" y="34429"/>
                  </a:lnTo>
                  <a:lnTo>
                    <a:pt x="3631654" y="0"/>
                  </a:lnTo>
                  <a:close/>
                </a:path>
                <a:path w="6169659" h="34925">
                  <a:moveTo>
                    <a:pt x="3719169" y="0"/>
                  </a:moveTo>
                  <a:lnTo>
                    <a:pt x="3675418" y="0"/>
                  </a:lnTo>
                  <a:lnTo>
                    <a:pt x="3675418" y="34429"/>
                  </a:lnTo>
                  <a:lnTo>
                    <a:pt x="3719169" y="34429"/>
                  </a:lnTo>
                  <a:lnTo>
                    <a:pt x="3719169" y="0"/>
                  </a:lnTo>
                  <a:close/>
                </a:path>
                <a:path w="6169659" h="34925">
                  <a:moveTo>
                    <a:pt x="3806672" y="0"/>
                  </a:moveTo>
                  <a:lnTo>
                    <a:pt x="3762921" y="0"/>
                  </a:lnTo>
                  <a:lnTo>
                    <a:pt x="3762921" y="34429"/>
                  </a:lnTo>
                  <a:lnTo>
                    <a:pt x="3806672" y="34429"/>
                  </a:lnTo>
                  <a:lnTo>
                    <a:pt x="3806672" y="0"/>
                  </a:lnTo>
                  <a:close/>
                </a:path>
                <a:path w="6169659" h="34925">
                  <a:moveTo>
                    <a:pt x="3894175" y="0"/>
                  </a:moveTo>
                  <a:lnTo>
                    <a:pt x="3850424" y="0"/>
                  </a:lnTo>
                  <a:lnTo>
                    <a:pt x="3850424" y="34429"/>
                  </a:lnTo>
                  <a:lnTo>
                    <a:pt x="3894175" y="34429"/>
                  </a:lnTo>
                  <a:lnTo>
                    <a:pt x="3894175" y="0"/>
                  </a:lnTo>
                  <a:close/>
                </a:path>
                <a:path w="6169659" h="34925">
                  <a:moveTo>
                    <a:pt x="3981691" y="0"/>
                  </a:moveTo>
                  <a:lnTo>
                    <a:pt x="3937939" y="0"/>
                  </a:lnTo>
                  <a:lnTo>
                    <a:pt x="3937939" y="34429"/>
                  </a:lnTo>
                  <a:lnTo>
                    <a:pt x="3981691" y="34429"/>
                  </a:lnTo>
                  <a:lnTo>
                    <a:pt x="3981691" y="0"/>
                  </a:lnTo>
                  <a:close/>
                </a:path>
                <a:path w="6169659" h="34925">
                  <a:moveTo>
                    <a:pt x="4069207" y="0"/>
                  </a:moveTo>
                  <a:lnTo>
                    <a:pt x="4025442" y="0"/>
                  </a:lnTo>
                  <a:lnTo>
                    <a:pt x="4025442" y="34429"/>
                  </a:lnTo>
                  <a:lnTo>
                    <a:pt x="4069207" y="34429"/>
                  </a:lnTo>
                  <a:lnTo>
                    <a:pt x="4069207" y="0"/>
                  </a:lnTo>
                  <a:close/>
                </a:path>
                <a:path w="6169659" h="34925">
                  <a:moveTo>
                    <a:pt x="4156722" y="0"/>
                  </a:moveTo>
                  <a:lnTo>
                    <a:pt x="4112958" y="0"/>
                  </a:lnTo>
                  <a:lnTo>
                    <a:pt x="4112958" y="34429"/>
                  </a:lnTo>
                  <a:lnTo>
                    <a:pt x="4156722" y="34429"/>
                  </a:lnTo>
                  <a:lnTo>
                    <a:pt x="4156722" y="0"/>
                  </a:lnTo>
                  <a:close/>
                </a:path>
                <a:path w="6169659" h="34925">
                  <a:moveTo>
                    <a:pt x="4244225" y="0"/>
                  </a:moveTo>
                  <a:lnTo>
                    <a:pt x="4200461" y="0"/>
                  </a:lnTo>
                  <a:lnTo>
                    <a:pt x="4200461" y="34429"/>
                  </a:lnTo>
                  <a:lnTo>
                    <a:pt x="4244225" y="34429"/>
                  </a:lnTo>
                  <a:lnTo>
                    <a:pt x="4244225" y="0"/>
                  </a:lnTo>
                  <a:close/>
                </a:path>
                <a:path w="6169659" h="34925">
                  <a:moveTo>
                    <a:pt x="4331741" y="0"/>
                  </a:moveTo>
                  <a:lnTo>
                    <a:pt x="4287977" y="0"/>
                  </a:lnTo>
                  <a:lnTo>
                    <a:pt x="4287977" y="34429"/>
                  </a:lnTo>
                  <a:lnTo>
                    <a:pt x="4331741" y="34429"/>
                  </a:lnTo>
                  <a:lnTo>
                    <a:pt x="4331741" y="0"/>
                  </a:lnTo>
                  <a:close/>
                </a:path>
                <a:path w="6169659" h="34925">
                  <a:moveTo>
                    <a:pt x="4419244" y="0"/>
                  </a:moveTo>
                  <a:lnTo>
                    <a:pt x="4375480" y="0"/>
                  </a:lnTo>
                  <a:lnTo>
                    <a:pt x="4375480" y="34429"/>
                  </a:lnTo>
                  <a:lnTo>
                    <a:pt x="4419244" y="34429"/>
                  </a:lnTo>
                  <a:lnTo>
                    <a:pt x="4419244" y="0"/>
                  </a:lnTo>
                  <a:close/>
                </a:path>
                <a:path w="6169659" h="34925">
                  <a:moveTo>
                    <a:pt x="4506760" y="0"/>
                  </a:moveTo>
                  <a:lnTo>
                    <a:pt x="4462996" y="0"/>
                  </a:lnTo>
                  <a:lnTo>
                    <a:pt x="4462996" y="34429"/>
                  </a:lnTo>
                  <a:lnTo>
                    <a:pt x="4506760" y="34429"/>
                  </a:lnTo>
                  <a:lnTo>
                    <a:pt x="4506760" y="0"/>
                  </a:lnTo>
                  <a:close/>
                </a:path>
                <a:path w="6169659" h="34925">
                  <a:moveTo>
                    <a:pt x="4594263" y="0"/>
                  </a:moveTo>
                  <a:lnTo>
                    <a:pt x="4550511" y="0"/>
                  </a:lnTo>
                  <a:lnTo>
                    <a:pt x="4550511" y="34429"/>
                  </a:lnTo>
                  <a:lnTo>
                    <a:pt x="4594263" y="34429"/>
                  </a:lnTo>
                  <a:lnTo>
                    <a:pt x="4594263" y="0"/>
                  </a:lnTo>
                  <a:close/>
                </a:path>
                <a:path w="6169659" h="34925">
                  <a:moveTo>
                    <a:pt x="4681779" y="0"/>
                  </a:moveTo>
                  <a:lnTo>
                    <a:pt x="4638027" y="0"/>
                  </a:lnTo>
                  <a:lnTo>
                    <a:pt x="4638027" y="34429"/>
                  </a:lnTo>
                  <a:lnTo>
                    <a:pt x="4681779" y="34429"/>
                  </a:lnTo>
                  <a:lnTo>
                    <a:pt x="4681779" y="0"/>
                  </a:lnTo>
                  <a:close/>
                </a:path>
                <a:path w="6169659" h="34925">
                  <a:moveTo>
                    <a:pt x="4769282" y="0"/>
                  </a:moveTo>
                  <a:lnTo>
                    <a:pt x="4725530" y="0"/>
                  </a:lnTo>
                  <a:lnTo>
                    <a:pt x="4725530" y="34429"/>
                  </a:lnTo>
                  <a:lnTo>
                    <a:pt x="4769282" y="34429"/>
                  </a:lnTo>
                  <a:lnTo>
                    <a:pt x="4769282" y="0"/>
                  </a:lnTo>
                  <a:close/>
                </a:path>
                <a:path w="6169659" h="34925">
                  <a:moveTo>
                    <a:pt x="4856797" y="0"/>
                  </a:moveTo>
                  <a:lnTo>
                    <a:pt x="4813046" y="0"/>
                  </a:lnTo>
                  <a:lnTo>
                    <a:pt x="4813046" y="34429"/>
                  </a:lnTo>
                  <a:lnTo>
                    <a:pt x="4856797" y="34429"/>
                  </a:lnTo>
                  <a:lnTo>
                    <a:pt x="4856797" y="0"/>
                  </a:lnTo>
                  <a:close/>
                </a:path>
                <a:path w="6169659" h="34925">
                  <a:moveTo>
                    <a:pt x="4944300" y="0"/>
                  </a:moveTo>
                  <a:lnTo>
                    <a:pt x="4900549" y="0"/>
                  </a:lnTo>
                  <a:lnTo>
                    <a:pt x="4900549" y="34429"/>
                  </a:lnTo>
                  <a:lnTo>
                    <a:pt x="4944300" y="34429"/>
                  </a:lnTo>
                  <a:lnTo>
                    <a:pt x="4944300" y="0"/>
                  </a:lnTo>
                  <a:close/>
                </a:path>
                <a:path w="6169659" h="34925">
                  <a:moveTo>
                    <a:pt x="5031816" y="0"/>
                  </a:moveTo>
                  <a:lnTo>
                    <a:pt x="4988064" y="0"/>
                  </a:lnTo>
                  <a:lnTo>
                    <a:pt x="4988064" y="34429"/>
                  </a:lnTo>
                  <a:lnTo>
                    <a:pt x="5031816" y="34429"/>
                  </a:lnTo>
                  <a:lnTo>
                    <a:pt x="5031816" y="0"/>
                  </a:lnTo>
                  <a:close/>
                </a:path>
                <a:path w="6169659" h="34925">
                  <a:moveTo>
                    <a:pt x="5119332" y="0"/>
                  </a:moveTo>
                  <a:lnTo>
                    <a:pt x="5075567" y="0"/>
                  </a:lnTo>
                  <a:lnTo>
                    <a:pt x="5075567" y="34429"/>
                  </a:lnTo>
                  <a:lnTo>
                    <a:pt x="5119332" y="34429"/>
                  </a:lnTo>
                  <a:lnTo>
                    <a:pt x="5119332" y="0"/>
                  </a:lnTo>
                  <a:close/>
                </a:path>
                <a:path w="6169659" h="34925">
                  <a:moveTo>
                    <a:pt x="5206847" y="0"/>
                  </a:moveTo>
                  <a:lnTo>
                    <a:pt x="5163083" y="0"/>
                  </a:lnTo>
                  <a:lnTo>
                    <a:pt x="5163083" y="34429"/>
                  </a:lnTo>
                  <a:lnTo>
                    <a:pt x="5206847" y="34429"/>
                  </a:lnTo>
                  <a:lnTo>
                    <a:pt x="5206847" y="0"/>
                  </a:lnTo>
                  <a:close/>
                </a:path>
                <a:path w="6169659" h="34925">
                  <a:moveTo>
                    <a:pt x="5294350" y="0"/>
                  </a:moveTo>
                  <a:lnTo>
                    <a:pt x="5250586" y="0"/>
                  </a:lnTo>
                  <a:lnTo>
                    <a:pt x="5250586" y="34429"/>
                  </a:lnTo>
                  <a:lnTo>
                    <a:pt x="5294350" y="34429"/>
                  </a:lnTo>
                  <a:lnTo>
                    <a:pt x="5294350" y="0"/>
                  </a:lnTo>
                  <a:close/>
                </a:path>
                <a:path w="6169659" h="34925">
                  <a:moveTo>
                    <a:pt x="5381853" y="0"/>
                  </a:moveTo>
                  <a:lnTo>
                    <a:pt x="5338089" y="0"/>
                  </a:lnTo>
                  <a:lnTo>
                    <a:pt x="5338089" y="34429"/>
                  </a:lnTo>
                  <a:lnTo>
                    <a:pt x="5381853" y="34429"/>
                  </a:lnTo>
                  <a:lnTo>
                    <a:pt x="5381853" y="0"/>
                  </a:lnTo>
                  <a:close/>
                </a:path>
                <a:path w="6169659" h="34925">
                  <a:moveTo>
                    <a:pt x="5469369" y="0"/>
                  </a:moveTo>
                  <a:lnTo>
                    <a:pt x="5425605" y="0"/>
                  </a:lnTo>
                  <a:lnTo>
                    <a:pt x="5425605" y="34429"/>
                  </a:lnTo>
                  <a:lnTo>
                    <a:pt x="5469369" y="34429"/>
                  </a:lnTo>
                  <a:lnTo>
                    <a:pt x="5469369" y="0"/>
                  </a:lnTo>
                  <a:close/>
                </a:path>
                <a:path w="6169659" h="34925">
                  <a:moveTo>
                    <a:pt x="5556872" y="0"/>
                  </a:moveTo>
                  <a:lnTo>
                    <a:pt x="5513121" y="0"/>
                  </a:lnTo>
                  <a:lnTo>
                    <a:pt x="5513121" y="34429"/>
                  </a:lnTo>
                  <a:lnTo>
                    <a:pt x="5556872" y="34429"/>
                  </a:lnTo>
                  <a:lnTo>
                    <a:pt x="5556872" y="0"/>
                  </a:lnTo>
                  <a:close/>
                </a:path>
                <a:path w="6169659" h="34925">
                  <a:moveTo>
                    <a:pt x="5644388" y="0"/>
                  </a:moveTo>
                  <a:lnTo>
                    <a:pt x="5600636" y="0"/>
                  </a:lnTo>
                  <a:lnTo>
                    <a:pt x="5600636" y="34429"/>
                  </a:lnTo>
                  <a:lnTo>
                    <a:pt x="5644388" y="34429"/>
                  </a:lnTo>
                  <a:lnTo>
                    <a:pt x="5644388" y="0"/>
                  </a:lnTo>
                  <a:close/>
                </a:path>
                <a:path w="6169659" h="34925">
                  <a:moveTo>
                    <a:pt x="5731891" y="0"/>
                  </a:moveTo>
                  <a:lnTo>
                    <a:pt x="5688139" y="0"/>
                  </a:lnTo>
                  <a:lnTo>
                    <a:pt x="5688139" y="34429"/>
                  </a:lnTo>
                  <a:lnTo>
                    <a:pt x="5731891" y="34429"/>
                  </a:lnTo>
                  <a:lnTo>
                    <a:pt x="5731891" y="0"/>
                  </a:lnTo>
                  <a:close/>
                </a:path>
                <a:path w="6169659" h="34925">
                  <a:moveTo>
                    <a:pt x="5819406" y="0"/>
                  </a:moveTo>
                  <a:lnTo>
                    <a:pt x="5775655" y="0"/>
                  </a:lnTo>
                  <a:lnTo>
                    <a:pt x="5775655" y="34429"/>
                  </a:lnTo>
                  <a:lnTo>
                    <a:pt x="5819406" y="34429"/>
                  </a:lnTo>
                  <a:lnTo>
                    <a:pt x="5819406" y="0"/>
                  </a:lnTo>
                  <a:close/>
                </a:path>
                <a:path w="6169659" h="34925">
                  <a:moveTo>
                    <a:pt x="5906909" y="0"/>
                  </a:moveTo>
                  <a:lnTo>
                    <a:pt x="5863158" y="0"/>
                  </a:lnTo>
                  <a:lnTo>
                    <a:pt x="5863158" y="34429"/>
                  </a:lnTo>
                  <a:lnTo>
                    <a:pt x="5906909" y="34429"/>
                  </a:lnTo>
                  <a:lnTo>
                    <a:pt x="5906909" y="0"/>
                  </a:lnTo>
                  <a:close/>
                </a:path>
                <a:path w="6169659" h="34925">
                  <a:moveTo>
                    <a:pt x="5994425" y="0"/>
                  </a:moveTo>
                  <a:lnTo>
                    <a:pt x="5950674" y="0"/>
                  </a:lnTo>
                  <a:lnTo>
                    <a:pt x="5950674" y="34429"/>
                  </a:lnTo>
                  <a:lnTo>
                    <a:pt x="5994425" y="34429"/>
                  </a:lnTo>
                  <a:lnTo>
                    <a:pt x="5994425" y="0"/>
                  </a:lnTo>
                  <a:close/>
                </a:path>
                <a:path w="6169659" h="34925">
                  <a:moveTo>
                    <a:pt x="6081941" y="0"/>
                  </a:moveTo>
                  <a:lnTo>
                    <a:pt x="6038177" y="0"/>
                  </a:lnTo>
                  <a:lnTo>
                    <a:pt x="6038177" y="34429"/>
                  </a:lnTo>
                  <a:lnTo>
                    <a:pt x="6081941" y="34429"/>
                  </a:lnTo>
                  <a:lnTo>
                    <a:pt x="6081941" y="0"/>
                  </a:lnTo>
                  <a:close/>
                </a:path>
                <a:path w="6169659" h="34925">
                  <a:moveTo>
                    <a:pt x="6169457" y="0"/>
                  </a:moveTo>
                  <a:lnTo>
                    <a:pt x="6125692" y="0"/>
                  </a:lnTo>
                  <a:lnTo>
                    <a:pt x="6125692" y="34429"/>
                  </a:lnTo>
                  <a:lnTo>
                    <a:pt x="6169457" y="34429"/>
                  </a:lnTo>
                  <a:lnTo>
                    <a:pt x="6169457" y="0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9898850" y="3740130"/>
              <a:ext cx="10187305" cy="3240405"/>
            </a:xfrm>
            <a:custGeom>
              <a:avLst/>
              <a:gdLst/>
              <a:ahLst/>
              <a:cxnLst/>
              <a:rect l="l" t="t" r="r" b="b"/>
              <a:pathLst>
                <a:path w="10187305" h="3240404">
                  <a:moveTo>
                    <a:pt x="9221241" y="2953931"/>
                  </a:moveTo>
                  <a:lnTo>
                    <a:pt x="9176753" y="2910332"/>
                  </a:lnTo>
                  <a:lnTo>
                    <a:pt x="9103817" y="2886062"/>
                  </a:lnTo>
                  <a:lnTo>
                    <a:pt x="9056586" y="2875864"/>
                  </a:lnTo>
                  <a:lnTo>
                    <a:pt x="9003182" y="2867152"/>
                  </a:lnTo>
                  <a:lnTo>
                    <a:pt x="8944331" y="2860103"/>
                  </a:lnTo>
                  <a:lnTo>
                    <a:pt x="8880767" y="2854858"/>
                  </a:lnTo>
                  <a:lnTo>
                    <a:pt x="8855405" y="2853639"/>
                  </a:lnTo>
                  <a:lnTo>
                    <a:pt x="8855405" y="2740101"/>
                  </a:lnTo>
                  <a:lnTo>
                    <a:pt x="8973896" y="2593771"/>
                  </a:lnTo>
                  <a:lnTo>
                    <a:pt x="9040165" y="2445283"/>
                  </a:lnTo>
                  <a:lnTo>
                    <a:pt x="9043073" y="2248420"/>
                  </a:lnTo>
                  <a:lnTo>
                    <a:pt x="8998572" y="1923478"/>
                  </a:lnTo>
                  <a:lnTo>
                    <a:pt x="8987104" y="1877529"/>
                  </a:lnTo>
                  <a:lnTo>
                    <a:pt x="8968791" y="1841423"/>
                  </a:lnTo>
                  <a:lnTo>
                    <a:pt x="8959786" y="1831365"/>
                  </a:lnTo>
                  <a:lnTo>
                    <a:pt x="8955722" y="1819376"/>
                  </a:lnTo>
                  <a:lnTo>
                    <a:pt x="8932405" y="1762417"/>
                  </a:lnTo>
                  <a:lnTo>
                    <a:pt x="8900795" y="1699348"/>
                  </a:lnTo>
                  <a:lnTo>
                    <a:pt x="8873071" y="1653540"/>
                  </a:lnTo>
                  <a:lnTo>
                    <a:pt x="8843226" y="1611858"/>
                  </a:lnTo>
                  <a:lnTo>
                    <a:pt x="8811362" y="1574444"/>
                  </a:lnTo>
                  <a:lnTo>
                    <a:pt x="8777605" y="1541424"/>
                  </a:lnTo>
                  <a:lnTo>
                    <a:pt x="8732317" y="1506169"/>
                  </a:lnTo>
                  <a:lnTo>
                    <a:pt x="8684298" y="1478267"/>
                  </a:lnTo>
                  <a:lnTo>
                    <a:pt x="8633714" y="1457820"/>
                  </a:lnTo>
                  <a:lnTo>
                    <a:pt x="8580755" y="1444891"/>
                  </a:lnTo>
                  <a:lnTo>
                    <a:pt x="8530120" y="1438351"/>
                  </a:lnTo>
                  <a:lnTo>
                    <a:pt x="8480882" y="1436052"/>
                  </a:lnTo>
                  <a:lnTo>
                    <a:pt x="8433117" y="1438008"/>
                  </a:lnTo>
                  <a:lnTo>
                    <a:pt x="8386902" y="1444205"/>
                  </a:lnTo>
                  <a:lnTo>
                    <a:pt x="8342300" y="1454632"/>
                  </a:lnTo>
                  <a:lnTo>
                    <a:pt x="8299399" y="1469288"/>
                  </a:lnTo>
                  <a:lnTo>
                    <a:pt x="8250199" y="1492440"/>
                  </a:lnTo>
                  <a:lnTo>
                    <a:pt x="8203717" y="1521536"/>
                  </a:lnTo>
                  <a:lnTo>
                    <a:pt x="8160131" y="1556461"/>
                  </a:lnTo>
                  <a:lnTo>
                    <a:pt x="8119592" y="1597101"/>
                  </a:lnTo>
                  <a:lnTo>
                    <a:pt x="8073301" y="1656003"/>
                  </a:lnTo>
                  <a:lnTo>
                    <a:pt x="8039113" y="1711540"/>
                  </a:lnTo>
                  <a:lnTo>
                    <a:pt x="8015884" y="1758467"/>
                  </a:lnTo>
                  <a:lnTo>
                    <a:pt x="7997711" y="1805520"/>
                  </a:lnTo>
                  <a:lnTo>
                    <a:pt x="8034274" y="1816569"/>
                  </a:lnTo>
                  <a:lnTo>
                    <a:pt x="8038516" y="1804365"/>
                  </a:lnTo>
                  <a:lnTo>
                    <a:pt x="8051165" y="1773466"/>
                  </a:lnTo>
                  <a:lnTo>
                    <a:pt x="8073174" y="1729168"/>
                  </a:lnTo>
                  <a:lnTo>
                    <a:pt x="8105445" y="1676781"/>
                  </a:lnTo>
                  <a:lnTo>
                    <a:pt x="8148929" y="1621599"/>
                  </a:lnTo>
                  <a:lnTo>
                    <a:pt x="8182775" y="1587398"/>
                  </a:lnTo>
                  <a:lnTo>
                    <a:pt x="8218627" y="1557693"/>
                  </a:lnTo>
                  <a:lnTo>
                    <a:pt x="8256435" y="1532483"/>
                  </a:lnTo>
                  <a:lnTo>
                    <a:pt x="8296199" y="1511769"/>
                  </a:lnTo>
                  <a:lnTo>
                    <a:pt x="8337893" y="1495577"/>
                  </a:lnTo>
                  <a:lnTo>
                    <a:pt x="8381492" y="1483906"/>
                  </a:lnTo>
                  <a:lnTo>
                    <a:pt x="8426958" y="1476756"/>
                  </a:lnTo>
                  <a:lnTo>
                    <a:pt x="8474278" y="1474139"/>
                  </a:lnTo>
                  <a:lnTo>
                    <a:pt x="8523427" y="1476070"/>
                  </a:lnTo>
                  <a:lnTo>
                    <a:pt x="8574392" y="1482547"/>
                  </a:lnTo>
                  <a:lnTo>
                    <a:pt x="8617941" y="1492821"/>
                  </a:lnTo>
                  <a:lnTo>
                    <a:pt x="8659571" y="1508633"/>
                  </a:lnTo>
                  <a:lnTo>
                    <a:pt x="8699259" y="1529930"/>
                  </a:lnTo>
                  <a:lnTo>
                    <a:pt x="8736978" y="1556689"/>
                  </a:lnTo>
                  <a:lnTo>
                    <a:pt x="8772677" y="1588897"/>
                  </a:lnTo>
                  <a:lnTo>
                    <a:pt x="8806345" y="1626527"/>
                  </a:lnTo>
                  <a:lnTo>
                    <a:pt x="8837930" y="1669542"/>
                  </a:lnTo>
                  <a:lnTo>
                    <a:pt x="8867432" y="1717929"/>
                  </a:lnTo>
                  <a:lnTo>
                    <a:pt x="8903437" y="1791690"/>
                  </a:lnTo>
                  <a:lnTo>
                    <a:pt x="8882634" y="1784705"/>
                  </a:lnTo>
                  <a:lnTo>
                    <a:pt x="8846756" y="1780527"/>
                  </a:lnTo>
                  <a:lnTo>
                    <a:pt x="8770099" y="1789772"/>
                  </a:lnTo>
                  <a:lnTo>
                    <a:pt x="8731275" y="1801710"/>
                  </a:lnTo>
                  <a:lnTo>
                    <a:pt x="8693417" y="1817535"/>
                  </a:lnTo>
                  <a:lnTo>
                    <a:pt x="8657514" y="1836496"/>
                  </a:lnTo>
                  <a:lnTo>
                    <a:pt x="8624519" y="1857857"/>
                  </a:lnTo>
                  <a:lnTo>
                    <a:pt x="8571205" y="1904796"/>
                  </a:lnTo>
                  <a:lnTo>
                    <a:pt x="8541271" y="1952383"/>
                  </a:lnTo>
                  <a:lnTo>
                    <a:pt x="8537511" y="1974557"/>
                  </a:lnTo>
                  <a:lnTo>
                    <a:pt x="8549830" y="2209965"/>
                  </a:lnTo>
                  <a:lnTo>
                    <a:pt x="8537842" y="2354745"/>
                  </a:lnTo>
                  <a:lnTo>
                    <a:pt x="8487981" y="2466479"/>
                  </a:lnTo>
                  <a:lnTo>
                    <a:pt x="8449589" y="2472664"/>
                  </a:lnTo>
                  <a:lnTo>
                    <a:pt x="8410156" y="2493048"/>
                  </a:lnTo>
                  <a:lnTo>
                    <a:pt x="8379066" y="2524150"/>
                  </a:lnTo>
                  <a:lnTo>
                    <a:pt x="8358670" y="2563584"/>
                  </a:lnTo>
                  <a:lnTo>
                    <a:pt x="8351355" y="2608986"/>
                  </a:lnTo>
                  <a:lnTo>
                    <a:pt x="8351355" y="2894609"/>
                  </a:lnTo>
                  <a:lnTo>
                    <a:pt x="8340877" y="2897606"/>
                  </a:lnTo>
                  <a:lnTo>
                    <a:pt x="8308251" y="2910332"/>
                  </a:lnTo>
                  <a:lnTo>
                    <a:pt x="8284019" y="2924060"/>
                  </a:lnTo>
                  <a:lnTo>
                    <a:pt x="8268944" y="2938653"/>
                  </a:lnTo>
                  <a:lnTo>
                    <a:pt x="8263750" y="2953931"/>
                  </a:lnTo>
                  <a:lnTo>
                    <a:pt x="8263750" y="3107740"/>
                  </a:lnTo>
                  <a:lnTo>
                    <a:pt x="8263750" y="3136773"/>
                  </a:lnTo>
                  <a:lnTo>
                    <a:pt x="8308251" y="3180384"/>
                  </a:lnTo>
                  <a:lnTo>
                    <a:pt x="8381174" y="3204641"/>
                  </a:lnTo>
                  <a:lnTo>
                    <a:pt x="8428406" y="3214852"/>
                  </a:lnTo>
                  <a:lnTo>
                    <a:pt x="8481822" y="3223564"/>
                  </a:lnTo>
                  <a:lnTo>
                    <a:pt x="8540674" y="3230613"/>
                  </a:lnTo>
                  <a:lnTo>
                    <a:pt x="8604237" y="3235845"/>
                  </a:lnTo>
                  <a:lnTo>
                    <a:pt x="8671750" y="3239109"/>
                  </a:lnTo>
                  <a:lnTo>
                    <a:pt x="8742502" y="3240227"/>
                  </a:lnTo>
                  <a:lnTo>
                    <a:pt x="8813241" y="3239109"/>
                  </a:lnTo>
                  <a:lnTo>
                    <a:pt x="8880767" y="3235845"/>
                  </a:lnTo>
                  <a:lnTo>
                    <a:pt x="8944331" y="3230613"/>
                  </a:lnTo>
                  <a:lnTo>
                    <a:pt x="9003182" y="3223564"/>
                  </a:lnTo>
                  <a:lnTo>
                    <a:pt x="9056586" y="3214852"/>
                  </a:lnTo>
                  <a:lnTo>
                    <a:pt x="9103817" y="3204641"/>
                  </a:lnTo>
                  <a:lnTo>
                    <a:pt x="9144114" y="3193097"/>
                  </a:lnTo>
                  <a:lnTo>
                    <a:pt x="9200972" y="3166656"/>
                  </a:lnTo>
                  <a:lnTo>
                    <a:pt x="9221241" y="3136773"/>
                  </a:lnTo>
                  <a:lnTo>
                    <a:pt x="9221241" y="3107740"/>
                  </a:lnTo>
                  <a:lnTo>
                    <a:pt x="9221241" y="2953931"/>
                  </a:lnTo>
                  <a:close/>
                </a:path>
                <a:path w="10187305" h="3240404">
                  <a:moveTo>
                    <a:pt x="10186759" y="0"/>
                  </a:moveTo>
                  <a:lnTo>
                    <a:pt x="32829" y="0"/>
                  </a:lnTo>
                  <a:lnTo>
                    <a:pt x="20053" y="2540"/>
                  </a:lnTo>
                  <a:lnTo>
                    <a:pt x="9613" y="9448"/>
                  </a:lnTo>
                  <a:lnTo>
                    <a:pt x="2578" y="19710"/>
                  </a:lnTo>
                  <a:lnTo>
                    <a:pt x="0" y="32270"/>
                  </a:lnTo>
                  <a:lnTo>
                    <a:pt x="2578" y="44831"/>
                  </a:lnTo>
                  <a:lnTo>
                    <a:pt x="9613" y="55092"/>
                  </a:lnTo>
                  <a:lnTo>
                    <a:pt x="20053" y="62014"/>
                  </a:lnTo>
                  <a:lnTo>
                    <a:pt x="32829" y="64541"/>
                  </a:lnTo>
                  <a:lnTo>
                    <a:pt x="8350618" y="64541"/>
                  </a:lnTo>
                  <a:lnTo>
                    <a:pt x="8350618" y="83908"/>
                  </a:lnTo>
                  <a:lnTo>
                    <a:pt x="8394382" y="83908"/>
                  </a:lnTo>
                  <a:lnTo>
                    <a:pt x="8394382" y="64541"/>
                  </a:lnTo>
                  <a:lnTo>
                    <a:pt x="8438121" y="64541"/>
                  </a:lnTo>
                  <a:lnTo>
                    <a:pt x="8438121" y="83908"/>
                  </a:lnTo>
                  <a:lnTo>
                    <a:pt x="8481885" y="83908"/>
                  </a:lnTo>
                  <a:lnTo>
                    <a:pt x="8481885" y="64541"/>
                  </a:lnTo>
                  <a:lnTo>
                    <a:pt x="8525624" y="64541"/>
                  </a:lnTo>
                  <a:lnTo>
                    <a:pt x="8525624" y="83908"/>
                  </a:lnTo>
                  <a:lnTo>
                    <a:pt x="8569388" y="83908"/>
                  </a:lnTo>
                  <a:lnTo>
                    <a:pt x="8569388" y="64541"/>
                  </a:lnTo>
                  <a:lnTo>
                    <a:pt x="8613140" y="64541"/>
                  </a:lnTo>
                  <a:lnTo>
                    <a:pt x="8613140" y="83908"/>
                  </a:lnTo>
                  <a:lnTo>
                    <a:pt x="8656904" y="83908"/>
                  </a:lnTo>
                  <a:lnTo>
                    <a:pt x="8656904" y="64541"/>
                  </a:lnTo>
                  <a:lnTo>
                    <a:pt x="8700656" y="64541"/>
                  </a:lnTo>
                  <a:lnTo>
                    <a:pt x="8700656" y="83908"/>
                  </a:lnTo>
                  <a:lnTo>
                    <a:pt x="8744407" y="83908"/>
                  </a:lnTo>
                  <a:lnTo>
                    <a:pt x="8744407" y="64541"/>
                  </a:lnTo>
                  <a:lnTo>
                    <a:pt x="8788171" y="64541"/>
                  </a:lnTo>
                  <a:lnTo>
                    <a:pt x="8788171" y="83908"/>
                  </a:lnTo>
                  <a:lnTo>
                    <a:pt x="8831923" y="83908"/>
                  </a:lnTo>
                  <a:lnTo>
                    <a:pt x="8831923" y="64541"/>
                  </a:lnTo>
                  <a:lnTo>
                    <a:pt x="8875674" y="64541"/>
                  </a:lnTo>
                  <a:lnTo>
                    <a:pt x="8875674" y="83908"/>
                  </a:lnTo>
                  <a:lnTo>
                    <a:pt x="8919426" y="83908"/>
                  </a:lnTo>
                  <a:lnTo>
                    <a:pt x="8919426" y="64541"/>
                  </a:lnTo>
                  <a:lnTo>
                    <a:pt x="8963190" y="64541"/>
                  </a:lnTo>
                  <a:lnTo>
                    <a:pt x="8963190" y="83908"/>
                  </a:lnTo>
                  <a:lnTo>
                    <a:pt x="9006942" y="83908"/>
                  </a:lnTo>
                  <a:lnTo>
                    <a:pt x="9006942" y="64541"/>
                  </a:lnTo>
                  <a:lnTo>
                    <a:pt x="9050693" y="64541"/>
                  </a:lnTo>
                  <a:lnTo>
                    <a:pt x="9050693" y="83908"/>
                  </a:lnTo>
                  <a:lnTo>
                    <a:pt x="9094445" y="83908"/>
                  </a:lnTo>
                  <a:lnTo>
                    <a:pt x="9094445" y="64541"/>
                  </a:lnTo>
                  <a:lnTo>
                    <a:pt x="9138209" y="64541"/>
                  </a:lnTo>
                  <a:lnTo>
                    <a:pt x="9138209" y="83908"/>
                  </a:lnTo>
                  <a:lnTo>
                    <a:pt x="9181960" y="83908"/>
                  </a:lnTo>
                  <a:lnTo>
                    <a:pt x="9181960" y="64541"/>
                  </a:lnTo>
                  <a:lnTo>
                    <a:pt x="9225712" y="64541"/>
                  </a:lnTo>
                  <a:lnTo>
                    <a:pt x="9225712" y="83908"/>
                  </a:lnTo>
                  <a:lnTo>
                    <a:pt x="9269476" y="83908"/>
                  </a:lnTo>
                  <a:lnTo>
                    <a:pt x="9269476" y="64541"/>
                  </a:lnTo>
                  <a:lnTo>
                    <a:pt x="9313227" y="64541"/>
                  </a:lnTo>
                  <a:lnTo>
                    <a:pt x="9313227" y="83908"/>
                  </a:lnTo>
                  <a:lnTo>
                    <a:pt x="9356992" y="83908"/>
                  </a:lnTo>
                  <a:lnTo>
                    <a:pt x="9356992" y="64541"/>
                  </a:lnTo>
                  <a:lnTo>
                    <a:pt x="9400730" y="64541"/>
                  </a:lnTo>
                  <a:lnTo>
                    <a:pt x="9400730" y="83908"/>
                  </a:lnTo>
                  <a:lnTo>
                    <a:pt x="9444495" y="83908"/>
                  </a:lnTo>
                  <a:lnTo>
                    <a:pt x="9444495" y="64541"/>
                  </a:lnTo>
                  <a:lnTo>
                    <a:pt x="9488246" y="64541"/>
                  </a:lnTo>
                  <a:lnTo>
                    <a:pt x="9488246" y="83908"/>
                  </a:lnTo>
                  <a:lnTo>
                    <a:pt x="9531998" y="83908"/>
                  </a:lnTo>
                  <a:lnTo>
                    <a:pt x="9531998" y="64541"/>
                  </a:lnTo>
                  <a:lnTo>
                    <a:pt x="9575749" y="64541"/>
                  </a:lnTo>
                  <a:lnTo>
                    <a:pt x="9575749" y="83908"/>
                  </a:lnTo>
                  <a:lnTo>
                    <a:pt x="9619513" y="83908"/>
                  </a:lnTo>
                  <a:lnTo>
                    <a:pt x="9619513" y="64541"/>
                  </a:lnTo>
                  <a:lnTo>
                    <a:pt x="9663265" y="64541"/>
                  </a:lnTo>
                  <a:lnTo>
                    <a:pt x="9663265" y="83908"/>
                  </a:lnTo>
                  <a:lnTo>
                    <a:pt x="9707016" y="83908"/>
                  </a:lnTo>
                  <a:lnTo>
                    <a:pt x="9707016" y="64541"/>
                  </a:lnTo>
                  <a:lnTo>
                    <a:pt x="9750781" y="64541"/>
                  </a:lnTo>
                  <a:lnTo>
                    <a:pt x="9750781" y="83908"/>
                  </a:lnTo>
                  <a:lnTo>
                    <a:pt x="9794532" y="83908"/>
                  </a:lnTo>
                  <a:lnTo>
                    <a:pt x="9794532" y="64541"/>
                  </a:lnTo>
                  <a:lnTo>
                    <a:pt x="9838284" y="64541"/>
                  </a:lnTo>
                  <a:lnTo>
                    <a:pt x="9838284" y="83908"/>
                  </a:lnTo>
                  <a:lnTo>
                    <a:pt x="9882035" y="83908"/>
                  </a:lnTo>
                  <a:lnTo>
                    <a:pt x="9882035" y="64541"/>
                  </a:lnTo>
                  <a:lnTo>
                    <a:pt x="9925799" y="64541"/>
                  </a:lnTo>
                  <a:lnTo>
                    <a:pt x="9925799" y="83908"/>
                  </a:lnTo>
                  <a:lnTo>
                    <a:pt x="9969551" y="83908"/>
                  </a:lnTo>
                  <a:lnTo>
                    <a:pt x="9969551" y="64541"/>
                  </a:lnTo>
                  <a:lnTo>
                    <a:pt x="10013302" y="64541"/>
                  </a:lnTo>
                  <a:lnTo>
                    <a:pt x="10013302" y="83908"/>
                  </a:lnTo>
                  <a:lnTo>
                    <a:pt x="10057066" y="83908"/>
                  </a:lnTo>
                  <a:lnTo>
                    <a:pt x="10057066" y="64541"/>
                  </a:lnTo>
                  <a:lnTo>
                    <a:pt x="10100818" y="64541"/>
                  </a:lnTo>
                  <a:lnTo>
                    <a:pt x="10100818" y="83908"/>
                  </a:lnTo>
                  <a:lnTo>
                    <a:pt x="10122700" y="83908"/>
                  </a:lnTo>
                  <a:lnTo>
                    <a:pt x="10122700" y="64541"/>
                  </a:lnTo>
                  <a:lnTo>
                    <a:pt x="10186759" y="64541"/>
                  </a:lnTo>
                  <a:lnTo>
                    <a:pt x="10186759" y="0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8385077" y="6339471"/>
              <a:ext cx="228676" cy="228677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17252926" y="5577617"/>
              <a:ext cx="503555" cy="1052195"/>
            </a:xfrm>
            <a:custGeom>
              <a:avLst/>
              <a:gdLst/>
              <a:ahLst/>
              <a:cxnLst/>
              <a:rect l="l" t="t" r="r" b="b"/>
              <a:pathLst>
                <a:path w="503555" h="1052195">
                  <a:moveTo>
                    <a:pt x="503123" y="94132"/>
                  </a:moveTo>
                  <a:lnTo>
                    <a:pt x="490626" y="54940"/>
                  </a:lnTo>
                  <a:lnTo>
                    <a:pt x="463092" y="22415"/>
                  </a:lnTo>
                  <a:lnTo>
                    <a:pt x="425094" y="3124"/>
                  </a:lnTo>
                  <a:lnTo>
                    <a:pt x="384073" y="0"/>
                  </a:lnTo>
                  <a:lnTo>
                    <a:pt x="344881" y="12496"/>
                  </a:lnTo>
                  <a:lnTo>
                    <a:pt x="312356" y="40030"/>
                  </a:lnTo>
                  <a:lnTo>
                    <a:pt x="189903" y="194868"/>
                  </a:lnTo>
                  <a:lnTo>
                    <a:pt x="235623" y="231038"/>
                  </a:lnTo>
                  <a:lnTo>
                    <a:pt x="163296" y="322491"/>
                  </a:lnTo>
                  <a:lnTo>
                    <a:pt x="117576" y="286321"/>
                  </a:lnTo>
                  <a:lnTo>
                    <a:pt x="31305" y="395439"/>
                  </a:lnTo>
                  <a:lnTo>
                    <a:pt x="12001" y="433438"/>
                  </a:lnTo>
                  <a:lnTo>
                    <a:pt x="8890" y="474459"/>
                  </a:lnTo>
                  <a:lnTo>
                    <a:pt x="21374" y="513651"/>
                  </a:lnTo>
                  <a:lnTo>
                    <a:pt x="48907" y="546176"/>
                  </a:lnTo>
                  <a:lnTo>
                    <a:pt x="69278" y="556526"/>
                  </a:lnTo>
                  <a:lnTo>
                    <a:pt x="67932" y="630339"/>
                  </a:lnTo>
                  <a:lnTo>
                    <a:pt x="59626" y="630275"/>
                  </a:lnTo>
                  <a:lnTo>
                    <a:pt x="17741" y="658685"/>
                  </a:lnTo>
                  <a:lnTo>
                    <a:pt x="914" y="658558"/>
                  </a:lnTo>
                  <a:lnTo>
                    <a:pt x="0" y="783767"/>
                  </a:lnTo>
                  <a:lnTo>
                    <a:pt x="16141" y="783894"/>
                  </a:lnTo>
                  <a:lnTo>
                    <a:pt x="61607" y="834110"/>
                  </a:lnTo>
                  <a:lnTo>
                    <a:pt x="69761" y="834174"/>
                  </a:lnTo>
                  <a:lnTo>
                    <a:pt x="69646" y="850836"/>
                  </a:lnTo>
                  <a:lnTo>
                    <a:pt x="85318" y="850950"/>
                  </a:lnTo>
                  <a:lnTo>
                    <a:pt x="85077" y="883285"/>
                  </a:lnTo>
                  <a:lnTo>
                    <a:pt x="80606" y="885583"/>
                  </a:lnTo>
                  <a:lnTo>
                    <a:pt x="73393" y="891260"/>
                  </a:lnTo>
                  <a:lnTo>
                    <a:pt x="67462" y="896937"/>
                  </a:lnTo>
                  <a:lnTo>
                    <a:pt x="67157" y="936015"/>
                  </a:lnTo>
                  <a:lnTo>
                    <a:pt x="73088" y="941755"/>
                  </a:lnTo>
                  <a:lnTo>
                    <a:pt x="80187" y="947432"/>
                  </a:lnTo>
                  <a:lnTo>
                    <a:pt x="83553" y="949210"/>
                  </a:lnTo>
                  <a:lnTo>
                    <a:pt x="83464" y="961898"/>
                  </a:lnTo>
                  <a:lnTo>
                    <a:pt x="96723" y="961999"/>
                  </a:lnTo>
                  <a:lnTo>
                    <a:pt x="96723" y="1043051"/>
                  </a:lnTo>
                  <a:lnTo>
                    <a:pt x="100901" y="1043051"/>
                  </a:lnTo>
                  <a:lnTo>
                    <a:pt x="100901" y="1051941"/>
                  </a:lnTo>
                  <a:lnTo>
                    <a:pt x="110159" y="1051941"/>
                  </a:lnTo>
                  <a:lnTo>
                    <a:pt x="110159" y="1043051"/>
                  </a:lnTo>
                  <a:lnTo>
                    <a:pt x="115049" y="1043051"/>
                  </a:lnTo>
                  <a:lnTo>
                    <a:pt x="115049" y="962139"/>
                  </a:lnTo>
                  <a:lnTo>
                    <a:pt x="128435" y="962240"/>
                  </a:lnTo>
                  <a:lnTo>
                    <a:pt x="128524" y="949540"/>
                  </a:lnTo>
                  <a:lnTo>
                    <a:pt x="131927" y="947813"/>
                  </a:lnTo>
                  <a:lnTo>
                    <a:pt x="139103" y="942251"/>
                  </a:lnTo>
                  <a:lnTo>
                    <a:pt x="145097" y="936586"/>
                  </a:lnTo>
                  <a:lnTo>
                    <a:pt x="145440" y="897521"/>
                  </a:lnTo>
                  <a:lnTo>
                    <a:pt x="139547" y="891755"/>
                  </a:lnTo>
                  <a:lnTo>
                    <a:pt x="132422" y="885964"/>
                  </a:lnTo>
                  <a:lnTo>
                    <a:pt x="132575" y="851306"/>
                  </a:lnTo>
                  <a:lnTo>
                    <a:pt x="148247" y="851408"/>
                  </a:lnTo>
                  <a:lnTo>
                    <a:pt x="148361" y="834758"/>
                  </a:lnTo>
                  <a:lnTo>
                    <a:pt x="156540" y="834809"/>
                  </a:lnTo>
                  <a:lnTo>
                    <a:pt x="202704" y="785253"/>
                  </a:lnTo>
                  <a:lnTo>
                    <a:pt x="218871" y="785368"/>
                  </a:lnTo>
                  <a:lnTo>
                    <a:pt x="219798" y="660158"/>
                  </a:lnTo>
                  <a:lnTo>
                    <a:pt x="202933" y="660044"/>
                  </a:lnTo>
                  <a:lnTo>
                    <a:pt x="161505" y="631012"/>
                  </a:lnTo>
                  <a:lnTo>
                    <a:pt x="147472" y="630923"/>
                  </a:lnTo>
                  <a:lnTo>
                    <a:pt x="148717" y="561975"/>
                  </a:lnTo>
                  <a:lnTo>
                    <a:pt x="167132" y="556107"/>
                  </a:lnTo>
                  <a:lnTo>
                    <a:pt x="199656" y="528574"/>
                  </a:lnTo>
                  <a:lnTo>
                    <a:pt x="285940" y="419455"/>
                  </a:lnTo>
                  <a:lnTo>
                    <a:pt x="240207" y="383298"/>
                  </a:lnTo>
                  <a:lnTo>
                    <a:pt x="312521" y="291846"/>
                  </a:lnTo>
                  <a:lnTo>
                    <a:pt x="358254" y="328002"/>
                  </a:lnTo>
                  <a:lnTo>
                    <a:pt x="480707" y="173151"/>
                  </a:lnTo>
                  <a:lnTo>
                    <a:pt x="499999" y="135153"/>
                  </a:lnTo>
                  <a:lnTo>
                    <a:pt x="503123" y="94132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309291" y="5985502"/>
              <a:ext cx="112483" cy="112478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17542751" y="5493683"/>
              <a:ext cx="1227455" cy="359410"/>
            </a:xfrm>
            <a:custGeom>
              <a:avLst/>
              <a:gdLst/>
              <a:ahLst/>
              <a:cxnLst/>
              <a:rect l="l" t="t" r="r" b="b"/>
              <a:pathLst>
                <a:path w="1227455" h="359410">
                  <a:moveTo>
                    <a:pt x="1226947" y="198323"/>
                  </a:moveTo>
                  <a:lnTo>
                    <a:pt x="1204112" y="137033"/>
                  </a:lnTo>
                  <a:lnTo>
                    <a:pt x="1144638" y="109842"/>
                  </a:lnTo>
                  <a:lnTo>
                    <a:pt x="754405" y="95567"/>
                  </a:lnTo>
                  <a:lnTo>
                    <a:pt x="757148" y="24015"/>
                  </a:lnTo>
                  <a:lnTo>
                    <a:pt x="730846" y="23012"/>
                  </a:lnTo>
                  <a:lnTo>
                    <a:pt x="731735" y="0"/>
                  </a:lnTo>
                  <a:lnTo>
                    <a:pt x="140817" y="11938"/>
                  </a:lnTo>
                  <a:lnTo>
                    <a:pt x="97269" y="19608"/>
                  </a:lnTo>
                  <a:lnTo>
                    <a:pt x="59283" y="39344"/>
                  </a:lnTo>
                  <a:lnTo>
                    <a:pt x="28994" y="69037"/>
                  </a:lnTo>
                  <a:lnTo>
                    <a:pt x="8534" y="106629"/>
                  </a:lnTo>
                  <a:lnTo>
                    <a:pt x="0" y="150025"/>
                  </a:lnTo>
                  <a:lnTo>
                    <a:pt x="4991" y="193967"/>
                  </a:lnTo>
                  <a:lnTo>
                    <a:pt x="22352" y="233095"/>
                  </a:lnTo>
                  <a:lnTo>
                    <a:pt x="50139" y="265150"/>
                  </a:lnTo>
                  <a:lnTo>
                    <a:pt x="86398" y="287883"/>
                  </a:lnTo>
                  <a:lnTo>
                    <a:pt x="129184" y="299059"/>
                  </a:lnTo>
                  <a:lnTo>
                    <a:pt x="718019" y="359308"/>
                  </a:lnTo>
                  <a:lnTo>
                    <a:pt x="718896" y="336308"/>
                  </a:lnTo>
                  <a:lnTo>
                    <a:pt x="745185" y="337299"/>
                  </a:lnTo>
                  <a:lnTo>
                    <a:pt x="747890" y="266344"/>
                  </a:lnTo>
                  <a:lnTo>
                    <a:pt x="1138466" y="280619"/>
                  </a:lnTo>
                  <a:lnTo>
                    <a:pt x="1171943" y="275107"/>
                  </a:lnTo>
                  <a:lnTo>
                    <a:pt x="1199743" y="257797"/>
                  </a:lnTo>
                  <a:lnTo>
                    <a:pt x="1219034" y="231317"/>
                  </a:lnTo>
                  <a:lnTo>
                    <a:pt x="1226947" y="198323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7594939" y="5557283"/>
              <a:ext cx="184559" cy="184559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18438801" y="5461285"/>
              <a:ext cx="465455" cy="465455"/>
            </a:xfrm>
            <a:custGeom>
              <a:avLst/>
              <a:gdLst/>
              <a:ahLst/>
              <a:cxnLst/>
              <a:rect l="l" t="t" r="r" b="b"/>
              <a:pathLst>
                <a:path w="465455" h="465454">
                  <a:moveTo>
                    <a:pt x="464883" y="250913"/>
                  </a:moveTo>
                  <a:lnTo>
                    <a:pt x="464134" y="205854"/>
                  </a:lnTo>
                  <a:lnTo>
                    <a:pt x="454444" y="161074"/>
                  </a:lnTo>
                  <a:lnTo>
                    <a:pt x="435470" y="117817"/>
                  </a:lnTo>
                  <a:lnTo>
                    <a:pt x="408241" y="79235"/>
                  </a:lnTo>
                  <a:lnTo>
                    <a:pt x="374904" y="47802"/>
                  </a:lnTo>
                  <a:lnTo>
                    <a:pt x="336715" y="23876"/>
                  </a:lnTo>
                  <a:lnTo>
                    <a:pt x="294957" y="7823"/>
                  </a:lnTo>
                  <a:lnTo>
                    <a:pt x="250913" y="0"/>
                  </a:lnTo>
                  <a:lnTo>
                    <a:pt x="205854" y="749"/>
                  </a:lnTo>
                  <a:lnTo>
                    <a:pt x="161074" y="10426"/>
                  </a:lnTo>
                  <a:lnTo>
                    <a:pt x="117817" y="29400"/>
                  </a:lnTo>
                  <a:lnTo>
                    <a:pt x="79235" y="56629"/>
                  </a:lnTo>
                  <a:lnTo>
                    <a:pt x="47802" y="89979"/>
                  </a:lnTo>
                  <a:lnTo>
                    <a:pt x="23876" y="128168"/>
                  </a:lnTo>
                  <a:lnTo>
                    <a:pt x="7823" y="169926"/>
                  </a:lnTo>
                  <a:lnTo>
                    <a:pt x="0" y="213969"/>
                  </a:lnTo>
                  <a:lnTo>
                    <a:pt x="749" y="259029"/>
                  </a:lnTo>
                  <a:lnTo>
                    <a:pt x="10426" y="303809"/>
                  </a:lnTo>
                  <a:lnTo>
                    <a:pt x="29413" y="347065"/>
                  </a:lnTo>
                  <a:lnTo>
                    <a:pt x="56629" y="385648"/>
                  </a:lnTo>
                  <a:lnTo>
                    <a:pt x="89979" y="417080"/>
                  </a:lnTo>
                  <a:lnTo>
                    <a:pt x="128168" y="441007"/>
                  </a:lnTo>
                  <a:lnTo>
                    <a:pt x="169926" y="457060"/>
                  </a:lnTo>
                  <a:lnTo>
                    <a:pt x="213969" y="464883"/>
                  </a:lnTo>
                  <a:lnTo>
                    <a:pt x="259029" y="464134"/>
                  </a:lnTo>
                  <a:lnTo>
                    <a:pt x="303822" y="454444"/>
                  </a:lnTo>
                  <a:lnTo>
                    <a:pt x="347065" y="435470"/>
                  </a:lnTo>
                  <a:lnTo>
                    <a:pt x="385648" y="408254"/>
                  </a:lnTo>
                  <a:lnTo>
                    <a:pt x="417080" y="374904"/>
                  </a:lnTo>
                  <a:lnTo>
                    <a:pt x="441007" y="336715"/>
                  </a:lnTo>
                  <a:lnTo>
                    <a:pt x="457060" y="294957"/>
                  </a:lnTo>
                  <a:lnTo>
                    <a:pt x="464883" y="250913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1212665" y="6028530"/>
              <a:ext cx="382270" cy="1110615"/>
            </a:xfrm>
            <a:custGeom>
              <a:avLst/>
              <a:gdLst/>
              <a:ahLst/>
              <a:cxnLst/>
              <a:rect l="l" t="t" r="r" b="b"/>
              <a:pathLst>
                <a:path w="382270" h="1110615">
                  <a:moveTo>
                    <a:pt x="367220" y="611492"/>
                  </a:moveTo>
                  <a:lnTo>
                    <a:pt x="11455" y="608863"/>
                  </a:lnTo>
                  <a:lnTo>
                    <a:pt x="100799" y="707605"/>
                  </a:lnTo>
                  <a:lnTo>
                    <a:pt x="115887" y="707720"/>
                  </a:lnTo>
                  <a:lnTo>
                    <a:pt x="115671" y="738555"/>
                  </a:lnTo>
                  <a:lnTo>
                    <a:pt x="144665" y="738771"/>
                  </a:lnTo>
                  <a:lnTo>
                    <a:pt x="144233" y="798601"/>
                  </a:lnTo>
                  <a:lnTo>
                    <a:pt x="135928" y="802855"/>
                  </a:lnTo>
                  <a:lnTo>
                    <a:pt x="122593" y="813358"/>
                  </a:lnTo>
                  <a:lnTo>
                    <a:pt x="111633" y="823874"/>
                  </a:lnTo>
                  <a:lnTo>
                    <a:pt x="111074" y="896150"/>
                  </a:lnTo>
                  <a:lnTo>
                    <a:pt x="122047" y="906805"/>
                  </a:lnTo>
                  <a:lnTo>
                    <a:pt x="135166" y="917295"/>
                  </a:lnTo>
                  <a:lnTo>
                    <a:pt x="141414" y="920584"/>
                  </a:lnTo>
                  <a:lnTo>
                    <a:pt x="141249" y="944054"/>
                  </a:lnTo>
                  <a:lnTo>
                    <a:pt x="165963" y="944245"/>
                  </a:lnTo>
                  <a:lnTo>
                    <a:pt x="164858" y="1094333"/>
                  </a:lnTo>
                  <a:lnTo>
                    <a:pt x="182206" y="1110589"/>
                  </a:lnTo>
                  <a:lnTo>
                    <a:pt x="198755" y="1094587"/>
                  </a:lnTo>
                  <a:lnTo>
                    <a:pt x="199847" y="944486"/>
                  </a:lnTo>
                  <a:lnTo>
                    <a:pt x="224434" y="944664"/>
                  </a:lnTo>
                  <a:lnTo>
                    <a:pt x="224599" y="921194"/>
                  </a:lnTo>
                  <a:lnTo>
                    <a:pt x="230911" y="917994"/>
                  </a:lnTo>
                  <a:lnTo>
                    <a:pt x="244182" y="907694"/>
                  </a:lnTo>
                  <a:lnTo>
                    <a:pt x="255282" y="897204"/>
                  </a:lnTo>
                  <a:lnTo>
                    <a:pt x="255917" y="824928"/>
                  </a:lnTo>
                  <a:lnTo>
                    <a:pt x="245008" y="814247"/>
                  </a:lnTo>
                  <a:lnTo>
                    <a:pt x="231825" y="803554"/>
                  </a:lnTo>
                  <a:lnTo>
                    <a:pt x="231622" y="803452"/>
                  </a:lnTo>
                  <a:lnTo>
                    <a:pt x="232092" y="739432"/>
                  </a:lnTo>
                  <a:lnTo>
                    <a:pt x="261112" y="739635"/>
                  </a:lnTo>
                  <a:lnTo>
                    <a:pt x="261327" y="708799"/>
                  </a:lnTo>
                  <a:lnTo>
                    <a:pt x="276440" y="708901"/>
                  </a:lnTo>
                  <a:lnTo>
                    <a:pt x="367220" y="611492"/>
                  </a:lnTo>
                  <a:close/>
                </a:path>
                <a:path w="382270" h="1110615">
                  <a:moveTo>
                    <a:pt x="381800" y="399173"/>
                  </a:moveTo>
                  <a:lnTo>
                    <a:pt x="285635" y="331838"/>
                  </a:lnTo>
                  <a:lnTo>
                    <a:pt x="259676" y="331647"/>
                  </a:lnTo>
                  <a:lnTo>
                    <a:pt x="265671" y="2679"/>
                  </a:lnTo>
                  <a:lnTo>
                    <a:pt x="118541" y="0"/>
                  </a:lnTo>
                  <a:lnTo>
                    <a:pt x="112522" y="330568"/>
                  </a:lnTo>
                  <a:lnTo>
                    <a:pt x="97142" y="330454"/>
                  </a:lnTo>
                  <a:lnTo>
                    <a:pt x="0" y="396367"/>
                  </a:lnTo>
                  <a:lnTo>
                    <a:pt x="111302" y="397192"/>
                  </a:lnTo>
                  <a:lnTo>
                    <a:pt x="110515" y="441032"/>
                  </a:lnTo>
                  <a:lnTo>
                    <a:pt x="257644" y="443712"/>
                  </a:lnTo>
                  <a:lnTo>
                    <a:pt x="258470" y="398272"/>
                  </a:lnTo>
                  <a:lnTo>
                    <a:pt x="381800" y="399173"/>
                  </a:lnTo>
                  <a:close/>
                </a:path>
              </a:pathLst>
            </a:custGeom>
            <a:solidFill>
              <a:srgbClr val="B4E3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1199472" y="6411321"/>
              <a:ext cx="407034" cy="234950"/>
            </a:xfrm>
            <a:custGeom>
              <a:avLst/>
              <a:gdLst/>
              <a:ahLst/>
              <a:cxnLst/>
              <a:rect l="l" t="t" r="r" b="b"/>
              <a:pathLst>
                <a:path w="407034" h="234950">
                  <a:moveTo>
                    <a:pt x="1696" y="0"/>
                  </a:moveTo>
                  <a:lnTo>
                    <a:pt x="0" y="231678"/>
                  </a:lnTo>
                  <a:lnTo>
                    <a:pt x="404992" y="234652"/>
                  </a:lnTo>
                  <a:lnTo>
                    <a:pt x="406689" y="2973"/>
                  </a:lnTo>
                  <a:lnTo>
                    <a:pt x="1696" y="0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0578432" y="2964129"/>
              <a:ext cx="1482725" cy="331470"/>
            </a:xfrm>
            <a:custGeom>
              <a:avLst/>
              <a:gdLst/>
              <a:ahLst/>
              <a:cxnLst/>
              <a:rect l="l" t="t" r="r" b="b"/>
              <a:pathLst>
                <a:path w="1482725" h="331470">
                  <a:moveTo>
                    <a:pt x="1482719" y="0"/>
                  </a:moveTo>
                  <a:lnTo>
                    <a:pt x="0" y="0"/>
                  </a:lnTo>
                  <a:lnTo>
                    <a:pt x="0" y="330963"/>
                  </a:lnTo>
                  <a:lnTo>
                    <a:pt x="1482719" y="330963"/>
                  </a:lnTo>
                  <a:lnTo>
                    <a:pt x="1482719" y="0"/>
                  </a:lnTo>
                  <a:close/>
                </a:path>
              </a:pathLst>
            </a:custGeom>
            <a:solidFill>
              <a:srgbClr val="A7DF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0749306" y="3073634"/>
              <a:ext cx="1226185" cy="2688590"/>
            </a:xfrm>
            <a:custGeom>
              <a:avLst/>
              <a:gdLst/>
              <a:ahLst/>
              <a:cxnLst/>
              <a:rect l="l" t="t" r="r" b="b"/>
              <a:pathLst>
                <a:path w="1226184" h="2688590">
                  <a:moveTo>
                    <a:pt x="903808" y="2310460"/>
                  </a:moveTo>
                  <a:lnTo>
                    <a:pt x="902436" y="2266492"/>
                  </a:lnTo>
                  <a:lnTo>
                    <a:pt x="894130" y="2222004"/>
                  </a:lnTo>
                  <a:lnTo>
                    <a:pt x="879170" y="2180488"/>
                  </a:lnTo>
                  <a:lnTo>
                    <a:pt x="857732" y="2142172"/>
                  </a:lnTo>
                  <a:lnTo>
                    <a:pt x="830021" y="2107222"/>
                  </a:lnTo>
                  <a:lnTo>
                    <a:pt x="796188" y="2075865"/>
                  </a:lnTo>
                  <a:lnTo>
                    <a:pt x="756450" y="2048281"/>
                  </a:lnTo>
                  <a:lnTo>
                    <a:pt x="710984" y="2024684"/>
                  </a:lnTo>
                  <a:lnTo>
                    <a:pt x="659980" y="2005279"/>
                  </a:lnTo>
                  <a:lnTo>
                    <a:pt x="596353" y="1977072"/>
                  </a:lnTo>
                  <a:lnTo>
                    <a:pt x="549846" y="1941322"/>
                  </a:lnTo>
                  <a:lnTo>
                    <a:pt x="517893" y="1900974"/>
                  </a:lnTo>
                  <a:lnTo>
                    <a:pt x="497890" y="1858975"/>
                  </a:lnTo>
                  <a:lnTo>
                    <a:pt x="487260" y="1818259"/>
                  </a:lnTo>
                  <a:lnTo>
                    <a:pt x="483438" y="1781759"/>
                  </a:lnTo>
                  <a:lnTo>
                    <a:pt x="483831" y="1752434"/>
                  </a:lnTo>
                  <a:lnTo>
                    <a:pt x="491236" y="1702282"/>
                  </a:lnTo>
                  <a:lnTo>
                    <a:pt x="506056" y="1654771"/>
                  </a:lnTo>
                  <a:lnTo>
                    <a:pt x="527240" y="1611363"/>
                  </a:lnTo>
                  <a:lnTo>
                    <a:pt x="553758" y="1573542"/>
                  </a:lnTo>
                  <a:lnTo>
                    <a:pt x="584581" y="1542796"/>
                  </a:lnTo>
                  <a:lnTo>
                    <a:pt x="618655" y="1520571"/>
                  </a:lnTo>
                  <a:lnTo>
                    <a:pt x="654964" y="1508366"/>
                  </a:lnTo>
                  <a:lnTo>
                    <a:pt x="650748" y="1485099"/>
                  </a:lnTo>
                  <a:lnTo>
                    <a:pt x="609739" y="1498523"/>
                  </a:lnTo>
                  <a:lnTo>
                    <a:pt x="571576" y="1522590"/>
                  </a:lnTo>
                  <a:lnTo>
                    <a:pt x="537286" y="1555826"/>
                  </a:lnTo>
                  <a:lnTo>
                    <a:pt x="507949" y="1596745"/>
                  </a:lnTo>
                  <a:lnTo>
                    <a:pt x="484619" y="1643888"/>
                  </a:lnTo>
                  <a:lnTo>
                    <a:pt x="468363" y="1695754"/>
                  </a:lnTo>
                  <a:lnTo>
                    <a:pt x="460235" y="1750872"/>
                  </a:lnTo>
                  <a:lnTo>
                    <a:pt x="460425" y="1795221"/>
                  </a:lnTo>
                  <a:lnTo>
                    <a:pt x="466864" y="1837499"/>
                  </a:lnTo>
                  <a:lnTo>
                    <a:pt x="479425" y="1877161"/>
                  </a:lnTo>
                  <a:lnTo>
                    <a:pt x="497967" y="1913636"/>
                  </a:lnTo>
                  <a:lnTo>
                    <a:pt x="526338" y="1950847"/>
                  </a:lnTo>
                  <a:lnTo>
                    <a:pt x="561682" y="1982355"/>
                  </a:lnTo>
                  <a:lnTo>
                    <a:pt x="603872" y="2008035"/>
                  </a:lnTo>
                  <a:lnTo>
                    <a:pt x="652754" y="2027783"/>
                  </a:lnTo>
                  <a:lnTo>
                    <a:pt x="706780" y="2048776"/>
                  </a:lnTo>
                  <a:lnTo>
                    <a:pt x="753999" y="2074710"/>
                  </a:lnTo>
                  <a:lnTo>
                    <a:pt x="794156" y="2105329"/>
                  </a:lnTo>
                  <a:lnTo>
                    <a:pt x="826985" y="2140343"/>
                  </a:lnTo>
                  <a:lnTo>
                    <a:pt x="852220" y="2179472"/>
                  </a:lnTo>
                  <a:lnTo>
                    <a:pt x="869619" y="2222462"/>
                  </a:lnTo>
                  <a:lnTo>
                    <a:pt x="878928" y="2269020"/>
                  </a:lnTo>
                  <a:lnTo>
                    <a:pt x="879919" y="2315108"/>
                  </a:lnTo>
                  <a:lnTo>
                    <a:pt x="873455" y="2361247"/>
                  </a:lnTo>
                  <a:lnTo>
                    <a:pt x="859993" y="2406573"/>
                  </a:lnTo>
                  <a:lnTo>
                    <a:pt x="840003" y="2450173"/>
                  </a:lnTo>
                  <a:lnTo>
                    <a:pt x="813993" y="2491194"/>
                  </a:lnTo>
                  <a:lnTo>
                    <a:pt x="782408" y="2528747"/>
                  </a:lnTo>
                  <a:lnTo>
                    <a:pt x="745744" y="2561958"/>
                  </a:lnTo>
                  <a:lnTo>
                    <a:pt x="704469" y="2589949"/>
                  </a:lnTo>
                  <a:lnTo>
                    <a:pt x="716305" y="2610421"/>
                  </a:lnTo>
                  <a:lnTo>
                    <a:pt x="755700" y="2584132"/>
                  </a:lnTo>
                  <a:lnTo>
                    <a:pt x="791260" y="2553322"/>
                  </a:lnTo>
                  <a:lnTo>
                    <a:pt x="822604" y="2518638"/>
                  </a:lnTo>
                  <a:lnTo>
                    <a:pt x="849401" y="2480767"/>
                  </a:lnTo>
                  <a:lnTo>
                    <a:pt x="871270" y="2440343"/>
                  </a:lnTo>
                  <a:lnTo>
                    <a:pt x="887869" y="2398052"/>
                  </a:lnTo>
                  <a:lnTo>
                    <a:pt x="898842" y="2354529"/>
                  </a:lnTo>
                  <a:lnTo>
                    <a:pt x="903808" y="2310460"/>
                  </a:lnTo>
                  <a:close/>
                </a:path>
                <a:path w="1226184" h="2688590">
                  <a:moveTo>
                    <a:pt x="1137716" y="203060"/>
                  </a:moveTo>
                  <a:lnTo>
                    <a:pt x="1132344" y="156502"/>
                  </a:lnTo>
                  <a:lnTo>
                    <a:pt x="1117066" y="113753"/>
                  </a:lnTo>
                  <a:lnTo>
                    <a:pt x="1093101" y="76047"/>
                  </a:lnTo>
                  <a:lnTo>
                    <a:pt x="1061656" y="44602"/>
                  </a:lnTo>
                  <a:lnTo>
                    <a:pt x="1023950" y="20637"/>
                  </a:lnTo>
                  <a:lnTo>
                    <a:pt x="981202" y="5359"/>
                  </a:lnTo>
                  <a:lnTo>
                    <a:pt x="934643" y="0"/>
                  </a:lnTo>
                  <a:lnTo>
                    <a:pt x="203073" y="0"/>
                  </a:lnTo>
                  <a:lnTo>
                    <a:pt x="156514" y="5359"/>
                  </a:lnTo>
                  <a:lnTo>
                    <a:pt x="113766" y="20637"/>
                  </a:lnTo>
                  <a:lnTo>
                    <a:pt x="76060" y="44602"/>
                  </a:lnTo>
                  <a:lnTo>
                    <a:pt x="44615" y="76047"/>
                  </a:lnTo>
                  <a:lnTo>
                    <a:pt x="20637" y="113753"/>
                  </a:lnTo>
                  <a:lnTo>
                    <a:pt x="5359" y="156502"/>
                  </a:lnTo>
                  <a:lnTo>
                    <a:pt x="0" y="203060"/>
                  </a:lnTo>
                  <a:lnTo>
                    <a:pt x="5359" y="249618"/>
                  </a:lnTo>
                  <a:lnTo>
                    <a:pt x="20637" y="292366"/>
                  </a:lnTo>
                  <a:lnTo>
                    <a:pt x="44615" y="330073"/>
                  </a:lnTo>
                  <a:lnTo>
                    <a:pt x="76060" y="361518"/>
                  </a:lnTo>
                  <a:lnTo>
                    <a:pt x="113766" y="385495"/>
                  </a:lnTo>
                  <a:lnTo>
                    <a:pt x="156514" y="400773"/>
                  </a:lnTo>
                  <a:lnTo>
                    <a:pt x="203073" y="406133"/>
                  </a:lnTo>
                  <a:lnTo>
                    <a:pt x="367309" y="406133"/>
                  </a:lnTo>
                  <a:lnTo>
                    <a:pt x="367309" y="521284"/>
                  </a:lnTo>
                  <a:lnTo>
                    <a:pt x="327139" y="530809"/>
                  </a:lnTo>
                  <a:lnTo>
                    <a:pt x="270992" y="549478"/>
                  </a:lnTo>
                  <a:lnTo>
                    <a:pt x="212623" y="576326"/>
                  </a:lnTo>
                  <a:lnTo>
                    <a:pt x="155511" y="612838"/>
                  </a:lnTo>
                  <a:lnTo>
                    <a:pt x="103098" y="660488"/>
                  </a:lnTo>
                  <a:lnTo>
                    <a:pt x="71831" y="700151"/>
                  </a:lnTo>
                  <a:lnTo>
                    <a:pt x="46850" y="743508"/>
                  </a:lnTo>
                  <a:lnTo>
                    <a:pt x="28181" y="790473"/>
                  </a:lnTo>
                  <a:lnTo>
                    <a:pt x="15849" y="840968"/>
                  </a:lnTo>
                  <a:lnTo>
                    <a:pt x="9893" y="894943"/>
                  </a:lnTo>
                  <a:lnTo>
                    <a:pt x="10325" y="952296"/>
                  </a:lnTo>
                  <a:lnTo>
                    <a:pt x="16268" y="1003122"/>
                  </a:lnTo>
                  <a:lnTo>
                    <a:pt x="27686" y="1051775"/>
                  </a:lnTo>
                  <a:lnTo>
                    <a:pt x="44462" y="1098054"/>
                  </a:lnTo>
                  <a:lnTo>
                    <a:pt x="66497" y="1141742"/>
                  </a:lnTo>
                  <a:lnTo>
                    <a:pt x="93687" y="1182662"/>
                  </a:lnTo>
                  <a:lnTo>
                    <a:pt x="125933" y="1220609"/>
                  </a:lnTo>
                  <a:lnTo>
                    <a:pt x="163156" y="1255369"/>
                  </a:lnTo>
                  <a:lnTo>
                    <a:pt x="215087" y="1293177"/>
                  </a:lnTo>
                  <a:lnTo>
                    <a:pt x="268020" y="1322463"/>
                  </a:lnTo>
                  <a:lnTo>
                    <a:pt x="319341" y="1343710"/>
                  </a:lnTo>
                  <a:lnTo>
                    <a:pt x="366496" y="1357426"/>
                  </a:lnTo>
                  <a:lnTo>
                    <a:pt x="406882" y="1364081"/>
                  </a:lnTo>
                  <a:lnTo>
                    <a:pt x="437908" y="1364170"/>
                  </a:lnTo>
                  <a:lnTo>
                    <a:pt x="430034" y="1297749"/>
                  </a:lnTo>
                  <a:lnTo>
                    <a:pt x="404304" y="1296517"/>
                  </a:lnTo>
                  <a:lnTo>
                    <a:pt x="364629" y="1287830"/>
                  </a:lnTo>
                  <a:lnTo>
                    <a:pt x="315404" y="1270406"/>
                  </a:lnTo>
                  <a:lnTo>
                    <a:pt x="261061" y="1242910"/>
                  </a:lnTo>
                  <a:lnTo>
                    <a:pt x="206019" y="1204023"/>
                  </a:lnTo>
                  <a:lnTo>
                    <a:pt x="169418" y="1169314"/>
                  </a:lnTo>
                  <a:lnTo>
                    <a:pt x="138823" y="1131341"/>
                  </a:lnTo>
                  <a:lnTo>
                    <a:pt x="114249" y="1090180"/>
                  </a:lnTo>
                  <a:lnTo>
                    <a:pt x="95758" y="1045883"/>
                  </a:lnTo>
                  <a:lnTo>
                    <a:pt x="83362" y="998537"/>
                  </a:lnTo>
                  <a:lnTo>
                    <a:pt x="77089" y="948182"/>
                  </a:lnTo>
                  <a:lnTo>
                    <a:pt x="77203" y="890816"/>
                  </a:lnTo>
                  <a:lnTo>
                    <a:pt x="84810" y="837793"/>
                  </a:lnTo>
                  <a:lnTo>
                    <a:pt x="99885" y="789203"/>
                  </a:lnTo>
                  <a:lnTo>
                    <a:pt x="122389" y="745172"/>
                  </a:lnTo>
                  <a:lnTo>
                    <a:pt x="152311" y="705802"/>
                  </a:lnTo>
                  <a:lnTo>
                    <a:pt x="204355" y="660069"/>
                  </a:lnTo>
                  <a:lnTo>
                    <a:pt x="262013" y="626440"/>
                  </a:lnTo>
                  <a:lnTo>
                    <a:pt x="320382" y="603072"/>
                  </a:lnTo>
                  <a:lnTo>
                    <a:pt x="367309" y="590118"/>
                  </a:lnTo>
                  <a:lnTo>
                    <a:pt x="367309" y="683298"/>
                  </a:lnTo>
                  <a:lnTo>
                    <a:pt x="372872" y="731659"/>
                  </a:lnTo>
                  <a:lnTo>
                    <a:pt x="388747" y="776046"/>
                  </a:lnTo>
                  <a:lnTo>
                    <a:pt x="413639" y="815200"/>
                  </a:lnTo>
                  <a:lnTo>
                    <a:pt x="446290" y="847864"/>
                  </a:lnTo>
                  <a:lnTo>
                    <a:pt x="472643" y="864628"/>
                  </a:lnTo>
                  <a:lnTo>
                    <a:pt x="472643" y="1368323"/>
                  </a:lnTo>
                  <a:lnTo>
                    <a:pt x="683742" y="1368323"/>
                  </a:lnTo>
                  <a:lnTo>
                    <a:pt x="683742" y="864628"/>
                  </a:lnTo>
                  <a:lnTo>
                    <a:pt x="710095" y="847864"/>
                  </a:lnTo>
                  <a:lnTo>
                    <a:pt x="742759" y="815200"/>
                  </a:lnTo>
                  <a:lnTo>
                    <a:pt x="767651" y="776046"/>
                  </a:lnTo>
                  <a:lnTo>
                    <a:pt x="783513" y="731659"/>
                  </a:lnTo>
                  <a:lnTo>
                    <a:pt x="789089" y="683298"/>
                  </a:lnTo>
                  <a:lnTo>
                    <a:pt x="789089" y="406133"/>
                  </a:lnTo>
                  <a:lnTo>
                    <a:pt x="934643" y="406133"/>
                  </a:lnTo>
                  <a:lnTo>
                    <a:pt x="981202" y="400773"/>
                  </a:lnTo>
                  <a:lnTo>
                    <a:pt x="1023950" y="385495"/>
                  </a:lnTo>
                  <a:lnTo>
                    <a:pt x="1061656" y="361518"/>
                  </a:lnTo>
                  <a:lnTo>
                    <a:pt x="1093101" y="330073"/>
                  </a:lnTo>
                  <a:lnTo>
                    <a:pt x="1117066" y="292366"/>
                  </a:lnTo>
                  <a:lnTo>
                    <a:pt x="1132344" y="249618"/>
                  </a:lnTo>
                  <a:lnTo>
                    <a:pt x="1137716" y="203060"/>
                  </a:lnTo>
                  <a:close/>
                </a:path>
                <a:path w="1226184" h="2688590">
                  <a:moveTo>
                    <a:pt x="1225638" y="2169464"/>
                  </a:moveTo>
                  <a:lnTo>
                    <a:pt x="1109370" y="2098344"/>
                  </a:lnTo>
                  <a:lnTo>
                    <a:pt x="791959" y="2617241"/>
                  </a:lnTo>
                  <a:lnTo>
                    <a:pt x="908215" y="2688361"/>
                  </a:lnTo>
                  <a:lnTo>
                    <a:pt x="1225638" y="2169464"/>
                  </a:lnTo>
                  <a:close/>
                </a:path>
              </a:pathLst>
            </a:custGeom>
            <a:solidFill>
              <a:srgbClr val="B4E3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204035" y="3632742"/>
              <a:ext cx="246284" cy="246289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580478" y="3168670"/>
              <a:ext cx="207700" cy="207705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848557" y="3173780"/>
              <a:ext cx="207698" cy="207698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11105271" y="4097741"/>
              <a:ext cx="1101090" cy="1285240"/>
            </a:xfrm>
            <a:custGeom>
              <a:avLst/>
              <a:gdLst/>
              <a:ahLst/>
              <a:cxnLst/>
              <a:rect l="l" t="t" r="r" b="b"/>
              <a:pathLst>
                <a:path w="1101090" h="1285239">
                  <a:moveTo>
                    <a:pt x="277249" y="0"/>
                  </a:moveTo>
                  <a:lnTo>
                    <a:pt x="232180" y="1466"/>
                  </a:lnTo>
                  <a:lnTo>
                    <a:pt x="187630" y="10708"/>
                  </a:lnTo>
                  <a:lnTo>
                    <a:pt x="144643" y="27870"/>
                  </a:lnTo>
                  <a:lnTo>
                    <a:pt x="104263" y="53098"/>
                  </a:lnTo>
                  <a:lnTo>
                    <a:pt x="69013" y="85107"/>
                  </a:lnTo>
                  <a:lnTo>
                    <a:pt x="40818" y="121815"/>
                  </a:lnTo>
                  <a:lnTo>
                    <a:pt x="19820" y="162179"/>
                  </a:lnTo>
                  <a:lnTo>
                    <a:pt x="6166" y="205154"/>
                  </a:lnTo>
                  <a:lnTo>
                    <a:pt x="0" y="249698"/>
                  </a:lnTo>
                  <a:lnTo>
                    <a:pt x="1465" y="294767"/>
                  </a:lnTo>
                  <a:lnTo>
                    <a:pt x="10708" y="339318"/>
                  </a:lnTo>
                  <a:lnTo>
                    <a:pt x="27872" y="382306"/>
                  </a:lnTo>
                  <a:lnTo>
                    <a:pt x="53102" y="422689"/>
                  </a:lnTo>
                  <a:lnTo>
                    <a:pt x="626666" y="1180571"/>
                  </a:lnTo>
                  <a:lnTo>
                    <a:pt x="658675" y="1215821"/>
                  </a:lnTo>
                  <a:lnTo>
                    <a:pt x="695383" y="1244017"/>
                  </a:lnTo>
                  <a:lnTo>
                    <a:pt x="735747" y="1265014"/>
                  </a:lnTo>
                  <a:lnTo>
                    <a:pt x="778722" y="1278668"/>
                  </a:lnTo>
                  <a:lnTo>
                    <a:pt x="823266" y="1284835"/>
                  </a:lnTo>
                  <a:lnTo>
                    <a:pt x="868335" y="1283369"/>
                  </a:lnTo>
                  <a:lnTo>
                    <a:pt x="912886" y="1274127"/>
                  </a:lnTo>
                  <a:lnTo>
                    <a:pt x="955874" y="1256962"/>
                  </a:lnTo>
                  <a:lnTo>
                    <a:pt x="996257" y="1231732"/>
                  </a:lnTo>
                  <a:lnTo>
                    <a:pt x="1031506" y="1199726"/>
                  </a:lnTo>
                  <a:lnTo>
                    <a:pt x="1059701" y="1163020"/>
                  </a:lnTo>
                  <a:lnTo>
                    <a:pt x="1080697" y="1122657"/>
                  </a:lnTo>
                  <a:lnTo>
                    <a:pt x="1094350" y="1079681"/>
                  </a:lnTo>
                  <a:lnTo>
                    <a:pt x="1100516" y="1035137"/>
                  </a:lnTo>
                  <a:lnTo>
                    <a:pt x="1099050" y="990068"/>
                  </a:lnTo>
                  <a:lnTo>
                    <a:pt x="1089808" y="945518"/>
                  </a:lnTo>
                  <a:lnTo>
                    <a:pt x="1072645" y="902532"/>
                  </a:lnTo>
                  <a:lnTo>
                    <a:pt x="1047417" y="862152"/>
                  </a:lnTo>
                  <a:lnTo>
                    <a:pt x="473854" y="104259"/>
                  </a:lnTo>
                  <a:lnTo>
                    <a:pt x="441845" y="69009"/>
                  </a:lnTo>
                  <a:lnTo>
                    <a:pt x="405136" y="40814"/>
                  </a:lnTo>
                  <a:lnTo>
                    <a:pt x="364771" y="19818"/>
                  </a:lnTo>
                  <a:lnTo>
                    <a:pt x="321794" y="6165"/>
                  </a:lnTo>
                  <a:lnTo>
                    <a:pt x="277249" y="0"/>
                  </a:lnTo>
                  <a:close/>
                </a:path>
              </a:pathLst>
            </a:custGeom>
            <a:solidFill>
              <a:srgbClr val="B4E3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1229518" y="4229499"/>
              <a:ext cx="848360" cy="1023619"/>
            </a:xfrm>
            <a:custGeom>
              <a:avLst/>
              <a:gdLst/>
              <a:ahLst/>
              <a:cxnLst/>
              <a:rect l="l" t="t" r="r" b="b"/>
              <a:pathLst>
                <a:path w="848359" h="1023620">
                  <a:moveTo>
                    <a:pt x="269214" y="144081"/>
                  </a:moveTo>
                  <a:lnTo>
                    <a:pt x="265315" y="101092"/>
                  </a:lnTo>
                  <a:lnTo>
                    <a:pt x="248056" y="61544"/>
                  </a:lnTo>
                  <a:lnTo>
                    <a:pt x="220294" y="30429"/>
                  </a:lnTo>
                  <a:lnTo>
                    <a:pt x="184721" y="9372"/>
                  </a:lnTo>
                  <a:lnTo>
                    <a:pt x="144094" y="0"/>
                  </a:lnTo>
                  <a:lnTo>
                    <a:pt x="101104" y="3898"/>
                  </a:lnTo>
                  <a:lnTo>
                    <a:pt x="61556" y="21145"/>
                  </a:lnTo>
                  <a:lnTo>
                    <a:pt x="30441" y="48920"/>
                  </a:lnTo>
                  <a:lnTo>
                    <a:pt x="9385" y="84480"/>
                  </a:lnTo>
                  <a:lnTo>
                    <a:pt x="0" y="125120"/>
                  </a:lnTo>
                  <a:lnTo>
                    <a:pt x="3911" y="168097"/>
                  </a:lnTo>
                  <a:lnTo>
                    <a:pt x="21158" y="207657"/>
                  </a:lnTo>
                  <a:lnTo>
                    <a:pt x="48933" y="238772"/>
                  </a:lnTo>
                  <a:lnTo>
                    <a:pt x="84493" y="259816"/>
                  </a:lnTo>
                  <a:lnTo>
                    <a:pt x="125133" y="269201"/>
                  </a:lnTo>
                  <a:lnTo>
                    <a:pt x="168109" y="265303"/>
                  </a:lnTo>
                  <a:lnTo>
                    <a:pt x="207670" y="248056"/>
                  </a:lnTo>
                  <a:lnTo>
                    <a:pt x="238785" y="220281"/>
                  </a:lnTo>
                  <a:lnTo>
                    <a:pt x="259829" y="184708"/>
                  </a:lnTo>
                  <a:lnTo>
                    <a:pt x="269214" y="144081"/>
                  </a:lnTo>
                  <a:close/>
                </a:path>
                <a:path w="848359" h="1023620">
                  <a:moveTo>
                    <a:pt x="848245" y="899756"/>
                  </a:moveTo>
                  <a:lnTo>
                    <a:pt x="844791" y="856742"/>
                  </a:lnTo>
                  <a:lnTo>
                    <a:pt x="827963" y="817003"/>
                  </a:lnTo>
                  <a:lnTo>
                    <a:pt x="800519" y="785596"/>
                  </a:lnTo>
                  <a:lnTo>
                    <a:pt x="765187" y="764171"/>
                  </a:lnTo>
                  <a:lnTo>
                    <a:pt x="724649" y="754354"/>
                  </a:lnTo>
                  <a:lnTo>
                    <a:pt x="681634" y="757796"/>
                  </a:lnTo>
                  <a:lnTo>
                    <a:pt x="641896" y="774623"/>
                  </a:lnTo>
                  <a:lnTo>
                    <a:pt x="610489" y="802068"/>
                  </a:lnTo>
                  <a:lnTo>
                    <a:pt x="589064" y="837412"/>
                  </a:lnTo>
                  <a:lnTo>
                    <a:pt x="579247" y="877938"/>
                  </a:lnTo>
                  <a:lnTo>
                    <a:pt x="582701" y="920953"/>
                  </a:lnTo>
                  <a:lnTo>
                    <a:pt x="599528" y="960691"/>
                  </a:lnTo>
                  <a:lnTo>
                    <a:pt x="626960" y="992098"/>
                  </a:lnTo>
                  <a:lnTo>
                    <a:pt x="662305" y="1013523"/>
                  </a:lnTo>
                  <a:lnTo>
                    <a:pt x="702843" y="1023340"/>
                  </a:lnTo>
                  <a:lnTo>
                    <a:pt x="745858" y="1019898"/>
                  </a:lnTo>
                  <a:lnTo>
                    <a:pt x="785596" y="1003071"/>
                  </a:lnTo>
                  <a:lnTo>
                    <a:pt x="816991" y="975626"/>
                  </a:lnTo>
                  <a:lnTo>
                    <a:pt x="838428" y="940282"/>
                  </a:lnTo>
                  <a:lnTo>
                    <a:pt x="848245" y="899756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1270324" y="5441484"/>
              <a:ext cx="553720" cy="720725"/>
            </a:xfrm>
            <a:custGeom>
              <a:avLst/>
              <a:gdLst/>
              <a:ahLst/>
              <a:cxnLst/>
              <a:rect l="l" t="t" r="r" b="b"/>
              <a:pathLst>
                <a:path w="553720" h="720725">
                  <a:moveTo>
                    <a:pt x="400134" y="0"/>
                  </a:moveTo>
                  <a:lnTo>
                    <a:pt x="357714" y="10045"/>
                  </a:lnTo>
                  <a:lnTo>
                    <a:pt x="319983" y="32695"/>
                  </a:lnTo>
                  <a:lnTo>
                    <a:pt x="290170" y="67187"/>
                  </a:lnTo>
                  <a:lnTo>
                    <a:pt x="20786" y="503760"/>
                  </a:lnTo>
                  <a:lnTo>
                    <a:pt x="3324" y="545872"/>
                  </a:lnTo>
                  <a:lnTo>
                    <a:pt x="0" y="589751"/>
                  </a:lnTo>
                  <a:lnTo>
                    <a:pt x="10045" y="632170"/>
                  </a:lnTo>
                  <a:lnTo>
                    <a:pt x="32694" y="669900"/>
                  </a:lnTo>
                  <a:lnTo>
                    <a:pt x="67182" y="699713"/>
                  </a:lnTo>
                  <a:lnTo>
                    <a:pt x="109299" y="717170"/>
                  </a:lnTo>
                  <a:lnTo>
                    <a:pt x="153181" y="720494"/>
                  </a:lnTo>
                  <a:lnTo>
                    <a:pt x="195601" y="710448"/>
                  </a:lnTo>
                  <a:lnTo>
                    <a:pt x="233332" y="687798"/>
                  </a:lnTo>
                  <a:lnTo>
                    <a:pt x="263145" y="653306"/>
                  </a:lnTo>
                  <a:lnTo>
                    <a:pt x="532540" y="216743"/>
                  </a:lnTo>
                  <a:lnTo>
                    <a:pt x="549996" y="174626"/>
                  </a:lnTo>
                  <a:lnTo>
                    <a:pt x="553318" y="130744"/>
                  </a:lnTo>
                  <a:lnTo>
                    <a:pt x="543271" y="88324"/>
                  </a:lnTo>
                  <a:lnTo>
                    <a:pt x="520621" y="50593"/>
                  </a:lnTo>
                  <a:lnTo>
                    <a:pt x="486133" y="20780"/>
                  </a:lnTo>
                  <a:lnTo>
                    <a:pt x="444016" y="3323"/>
                  </a:lnTo>
                  <a:lnTo>
                    <a:pt x="400134" y="0"/>
                  </a:lnTo>
                  <a:close/>
                </a:path>
              </a:pathLst>
            </a:custGeom>
            <a:solidFill>
              <a:srgbClr val="B4E3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626290" y="5515170"/>
              <a:ext cx="115483" cy="115482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356895" y="5964033"/>
              <a:ext cx="115483" cy="115482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1991614" y="2914478"/>
              <a:ext cx="1435100" cy="3630295"/>
            </a:xfrm>
            <a:custGeom>
              <a:avLst/>
              <a:gdLst/>
              <a:ahLst/>
              <a:cxnLst/>
              <a:rect l="l" t="t" r="r" b="b"/>
              <a:pathLst>
                <a:path w="1435100" h="3630295">
                  <a:moveTo>
                    <a:pt x="478243" y="2356662"/>
                  </a:moveTo>
                  <a:lnTo>
                    <a:pt x="95173" y="1931860"/>
                  </a:lnTo>
                  <a:lnTo>
                    <a:pt x="0" y="2017687"/>
                  </a:lnTo>
                  <a:lnTo>
                    <a:pt x="383057" y="2442489"/>
                  </a:lnTo>
                  <a:lnTo>
                    <a:pt x="478243" y="2356662"/>
                  </a:lnTo>
                  <a:close/>
                </a:path>
                <a:path w="1435100" h="3630295">
                  <a:moveTo>
                    <a:pt x="1035405" y="3531463"/>
                  </a:moveTo>
                  <a:lnTo>
                    <a:pt x="1033119" y="3524021"/>
                  </a:lnTo>
                  <a:lnTo>
                    <a:pt x="838301" y="3143313"/>
                  </a:lnTo>
                  <a:lnTo>
                    <a:pt x="840168" y="3143250"/>
                  </a:lnTo>
                  <a:lnTo>
                    <a:pt x="834504" y="2944520"/>
                  </a:lnTo>
                  <a:lnTo>
                    <a:pt x="811949" y="2945168"/>
                  </a:lnTo>
                  <a:lnTo>
                    <a:pt x="733590" y="2893911"/>
                  </a:lnTo>
                  <a:lnTo>
                    <a:pt x="710996" y="2894469"/>
                  </a:lnTo>
                  <a:lnTo>
                    <a:pt x="707199" y="2611043"/>
                  </a:lnTo>
                  <a:lnTo>
                    <a:pt x="730415" y="2589974"/>
                  </a:lnTo>
                  <a:lnTo>
                    <a:pt x="762114" y="2552166"/>
                  </a:lnTo>
                  <a:lnTo>
                    <a:pt x="788225" y="2510840"/>
                  </a:lnTo>
                  <a:lnTo>
                    <a:pt x="808266" y="2466886"/>
                  </a:lnTo>
                  <a:lnTo>
                    <a:pt x="821766" y="2421191"/>
                  </a:lnTo>
                  <a:lnTo>
                    <a:pt x="828243" y="2374633"/>
                  </a:lnTo>
                  <a:lnTo>
                    <a:pt x="827201" y="2328100"/>
                  </a:lnTo>
                  <a:lnTo>
                    <a:pt x="817765" y="2280501"/>
                  </a:lnTo>
                  <a:lnTo>
                    <a:pt x="800176" y="2236609"/>
                  </a:lnTo>
                  <a:lnTo>
                    <a:pt x="774712" y="2196693"/>
                  </a:lnTo>
                  <a:lnTo>
                    <a:pt x="741616" y="2161044"/>
                  </a:lnTo>
                  <a:lnTo>
                    <a:pt x="701154" y="2129929"/>
                  </a:lnTo>
                  <a:lnTo>
                    <a:pt x="653605" y="2103640"/>
                  </a:lnTo>
                  <a:lnTo>
                    <a:pt x="599198" y="2082457"/>
                  </a:lnTo>
                  <a:lnTo>
                    <a:pt x="539369" y="2055926"/>
                  </a:lnTo>
                  <a:lnTo>
                    <a:pt x="495642" y="2022309"/>
                  </a:lnTo>
                  <a:lnTo>
                    <a:pt x="465582" y="1984362"/>
                  </a:lnTo>
                  <a:lnTo>
                    <a:pt x="446773" y="1944865"/>
                  </a:lnTo>
                  <a:lnTo>
                    <a:pt x="436791" y="1906574"/>
                  </a:lnTo>
                  <a:lnTo>
                    <a:pt x="433184" y="1872259"/>
                  </a:lnTo>
                  <a:lnTo>
                    <a:pt x="433552" y="1844675"/>
                  </a:lnTo>
                  <a:lnTo>
                    <a:pt x="442391" y="1789861"/>
                  </a:lnTo>
                  <a:lnTo>
                    <a:pt x="460476" y="1738744"/>
                  </a:lnTo>
                  <a:lnTo>
                    <a:pt x="486270" y="1693494"/>
                  </a:lnTo>
                  <a:lnTo>
                    <a:pt x="518236" y="1656359"/>
                  </a:lnTo>
                  <a:lnTo>
                    <a:pt x="554824" y="1629511"/>
                  </a:lnTo>
                  <a:lnTo>
                    <a:pt x="594487" y="1615160"/>
                  </a:lnTo>
                  <a:lnTo>
                    <a:pt x="590524" y="1593278"/>
                  </a:lnTo>
                  <a:lnTo>
                    <a:pt x="551954" y="1605902"/>
                  </a:lnTo>
                  <a:lnTo>
                    <a:pt x="516064" y="1628546"/>
                  </a:lnTo>
                  <a:lnTo>
                    <a:pt x="483819" y="1659788"/>
                  </a:lnTo>
                  <a:lnTo>
                    <a:pt x="456234" y="1698282"/>
                  </a:lnTo>
                  <a:lnTo>
                    <a:pt x="434301" y="1742605"/>
                  </a:lnTo>
                  <a:lnTo>
                    <a:pt x="419011" y="1791385"/>
                  </a:lnTo>
                  <a:lnTo>
                    <a:pt x="411365" y="1843227"/>
                  </a:lnTo>
                  <a:lnTo>
                    <a:pt x="411543" y="1884921"/>
                  </a:lnTo>
                  <a:lnTo>
                    <a:pt x="417601" y="1924685"/>
                  </a:lnTo>
                  <a:lnTo>
                    <a:pt x="429412" y="1961972"/>
                  </a:lnTo>
                  <a:lnTo>
                    <a:pt x="446849" y="1996262"/>
                  </a:lnTo>
                  <a:lnTo>
                    <a:pt x="473532" y="2031263"/>
                  </a:lnTo>
                  <a:lnTo>
                    <a:pt x="506768" y="2060892"/>
                  </a:lnTo>
                  <a:lnTo>
                    <a:pt x="546430" y="2085035"/>
                  </a:lnTo>
                  <a:lnTo>
                    <a:pt x="592404" y="2103628"/>
                  </a:lnTo>
                  <a:lnTo>
                    <a:pt x="643216" y="2123351"/>
                  </a:lnTo>
                  <a:lnTo>
                    <a:pt x="687616" y="2147747"/>
                  </a:lnTo>
                  <a:lnTo>
                    <a:pt x="725373" y="2176538"/>
                  </a:lnTo>
                  <a:lnTo>
                    <a:pt x="756246" y="2209457"/>
                  </a:lnTo>
                  <a:lnTo>
                    <a:pt x="779983" y="2246261"/>
                  </a:lnTo>
                  <a:lnTo>
                    <a:pt x="796353" y="2286685"/>
                  </a:lnTo>
                  <a:lnTo>
                    <a:pt x="805091" y="2330462"/>
                  </a:lnTo>
                  <a:lnTo>
                    <a:pt x="806030" y="2373807"/>
                  </a:lnTo>
                  <a:lnTo>
                    <a:pt x="799947" y="2417203"/>
                  </a:lnTo>
                  <a:lnTo>
                    <a:pt x="787285" y="2459812"/>
                  </a:lnTo>
                  <a:lnTo>
                    <a:pt x="768502" y="2500820"/>
                  </a:lnTo>
                  <a:lnTo>
                    <a:pt x="744029" y="2539390"/>
                  </a:lnTo>
                  <a:lnTo>
                    <a:pt x="714336" y="2574709"/>
                  </a:lnTo>
                  <a:lnTo>
                    <a:pt x="679856" y="2605951"/>
                  </a:lnTo>
                  <a:lnTo>
                    <a:pt x="579005" y="2609646"/>
                  </a:lnTo>
                  <a:lnTo>
                    <a:pt x="582853" y="2897568"/>
                  </a:lnTo>
                  <a:lnTo>
                    <a:pt x="569468" y="2897886"/>
                  </a:lnTo>
                  <a:lnTo>
                    <a:pt x="491769" y="2954286"/>
                  </a:lnTo>
                  <a:lnTo>
                    <a:pt x="447662" y="2955531"/>
                  </a:lnTo>
                  <a:lnTo>
                    <a:pt x="453326" y="3154286"/>
                  </a:lnTo>
                  <a:lnTo>
                    <a:pt x="455815" y="3154222"/>
                  </a:lnTo>
                  <a:lnTo>
                    <a:pt x="302996" y="3538994"/>
                  </a:lnTo>
                  <a:lnTo>
                    <a:pt x="301459" y="3546017"/>
                  </a:lnTo>
                  <a:lnTo>
                    <a:pt x="302183" y="3552990"/>
                  </a:lnTo>
                  <a:lnTo>
                    <a:pt x="305054" y="3559378"/>
                  </a:lnTo>
                  <a:lnTo>
                    <a:pt x="309905" y="3564674"/>
                  </a:lnTo>
                  <a:lnTo>
                    <a:pt x="390804" y="3628364"/>
                  </a:lnTo>
                  <a:lnTo>
                    <a:pt x="395655" y="3629914"/>
                  </a:lnTo>
                  <a:lnTo>
                    <a:pt x="400469" y="3629914"/>
                  </a:lnTo>
                  <a:lnTo>
                    <a:pt x="407047" y="3629914"/>
                  </a:lnTo>
                  <a:lnTo>
                    <a:pt x="413562" y="3627005"/>
                  </a:lnTo>
                  <a:lnTo>
                    <a:pt x="417957" y="3621443"/>
                  </a:lnTo>
                  <a:lnTo>
                    <a:pt x="421932" y="3613556"/>
                  </a:lnTo>
                  <a:lnTo>
                    <a:pt x="422554" y="3605060"/>
                  </a:lnTo>
                  <a:lnTo>
                    <a:pt x="419950" y="3596944"/>
                  </a:lnTo>
                  <a:lnTo>
                    <a:pt x="414235" y="3590213"/>
                  </a:lnTo>
                  <a:lnTo>
                    <a:pt x="350443" y="3539998"/>
                  </a:lnTo>
                  <a:lnTo>
                    <a:pt x="504190" y="3152838"/>
                  </a:lnTo>
                  <a:lnTo>
                    <a:pt x="622846" y="3149460"/>
                  </a:lnTo>
                  <a:lnTo>
                    <a:pt x="635406" y="3520541"/>
                  </a:lnTo>
                  <a:lnTo>
                    <a:pt x="635774" y="3522662"/>
                  </a:lnTo>
                  <a:lnTo>
                    <a:pt x="666000" y="3613340"/>
                  </a:lnTo>
                  <a:lnTo>
                    <a:pt x="687082" y="3628542"/>
                  </a:lnTo>
                  <a:lnTo>
                    <a:pt x="689419" y="3628542"/>
                  </a:lnTo>
                  <a:lnTo>
                    <a:pt x="709256" y="3608032"/>
                  </a:lnTo>
                  <a:lnTo>
                    <a:pt x="708190" y="3599269"/>
                  </a:lnTo>
                  <a:lnTo>
                    <a:pt x="679653" y="3513683"/>
                  </a:lnTo>
                  <a:lnTo>
                    <a:pt x="667308" y="3148190"/>
                  </a:lnTo>
                  <a:lnTo>
                    <a:pt x="789076" y="3144710"/>
                  </a:lnTo>
                  <a:lnTo>
                    <a:pt x="985100" y="3527780"/>
                  </a:lnTo>
                  <a:lnTo>
                    <a:pt x="936536" y="3565017"/>
                  </a:lnTo>
                  <a:lnTo>
                    <a:pt x="930732" y="3571671"/>
                  </a:lnTo>
                  <a:lnTo>
                    <a:pt x="928014" y="3579749"/>
                  </a:lnTo>
                  <a:lnTo>
                    <a:pt x="928535" y="3588258"/>
                  </a:lnTo>
                  <a:lnTo>
                    <a:pt x="932421" y="3596195"/>
                  </a:lnTo>
                  <a:lnTo>
                    <a:pt x="939076" y="3601999"/>
                  </a:lnTo>
                  <a:lnTo>
                    <a:pt x="947153" y="3604704"/>
                  </a:lnTo>
                  <a:lnTo>
                    <a:pt x="955662" y="3604183"/>
                  </a:lnTo>
                  <a:lnTo>
                    <a:pt x="963587" y="3600310"/>
                  </a:lnTo>
                  <a:lnTo>
                    <a:pt x="1026858" y="3551771"/>
                  </a:lnTo>
                  <a:lnTo>
                    <a:pt x="1032116" y="3546030"/>
                  </a:lnTo>
                  <a:lnTo>
                    <a:pt x="1035011" y="3539032"/>
                  </a:lnTo>
                  <a:lnTo>
                    <a:pt x="1035405" y="3531463"/>
                  </a:lnTo>
                  <a:close/>
                </a:path>
                <a:path w="1435100" h="3630295">
                  <a:moveTo>
                    <a:pt x="1434884" y="0"/>
                  </a:moveTo>
                  <a:lnTo>
                    <a:pt x="40563" y="0"/>
                  </a:lnTo>
                  <a:lnTo>
                    <a:pt x="40563" y="311226"/>
                  </a:lnTo>
                  <a:lnTo>
                    <a:pt x="203250" y="311226"/>
                  </a:lnTo>
                  <a:lnTo>
                    <a:pt x="206311" y="337705"/>
                  </a:lnTo>
                  <a:lnTo>
                    <a:pt x="220675" y="377901"/>
                  </a:lnTo>
                  <a:lnTo>
                    <a:pt x="243217" y="413359"/>
                  </a:lnTo>
                  <a:lnTo>
                    <a:pt x="272796" y="442925"/>
                  </a:lnTo>
                  <a:lnTo>
                    <a:pt x="308254" y="465467"/>
                  </a:lnTo>
                  <a:lnTo>
                    <a:pt x="348449" y="479831"/>
                  </a:lnTo>
                  <a:lnTo>
                    <a:pt x="392226" y="484886"/>
                  </a:lnTo>
                  <a:lnTo>
                    <a:pt x="546671" y="484886"/>
                  </a:lnTo>
                  <a:lnTo>
                    <a:pt x="546671" y="581761"/>
                  </a:lnTo>
                  <a:lnTo>
                    <a:pt x="456615" y="592150"/>
                  </a:lnTo>
                  <a:lnTo>
                    <a:pt x="398221" y="607631"/>
                  </a:lnTo>
                  <a:lnTo>
                    <a:pt x="339420" y="632256"/>
                  </a:lnTo>
                  <a:lnTo>
                    <a:pt x="283197" y="667956"/>
                  </a:lnTo>
                  <a:lnTo>
                    <a:pt x="247827" y="699681"/>
                  </a:lnTo>
                  <a:lnTo>
                    <a:pt x="217703" y="735825"/>
                  </a:lnTo>
                  <a:lnTo>
                    <a:pt x="192849" y="776325"/>
                  </a:lnTo>
                  <a:lnTo>
                    <a:pt x="173304" y="821131"/>
                  </a:lnTo>
                  <a:lnTo>
                    <a:pt x="159092" y="870178"/>
                  </a:lnTo>
                  <a:lnTo>
                    <a:pt x="150253" y="923378"/>
                  </a:lnTo>
                  <a:lnTo>
                    <a:pt x="147586" y="971435"/>
                  </a:lnTo>
                  <a:lnTo>
                    <a:pt x="150329" y="1018349"/>
                  </a:lnTo>
                  <a:lnTo>
                    <a:pt x="158407" y="1063929"/>
                  </a:lnTo>
                  <a:lnTo>
                    <a:pt x="171792" y="1107948"/>
                  </a:lnTo>
                  <a:lnTo>
                    <a:pt x="190398" y="1150239"/>
                  </a:lnTo>
                  <a:lnTo>
                    <a:pt x="214172" y="1190586"/>
                  </a:lnTo>
                  <a:lnTo>
                    <a:pt x="243052" y="1228788"/>
                  </a:lnTo>
                  <a:lnTo>
                    <a:pt x="285089" y="1272171"/>
                  </a:lnTo>
                  <a:lnTo>
                    <a:pt x="329412" y="1307820"/>
                  </a:lnTo>
                  <a:lnTo>
                    <a:pt x="373545" y="1335773"/>
                  </a:lnTo>
                  <a:lnTo>
                    <a:pt x="415023" y="1356067"/>
                  </a:lnTo>
                  <a:lnTo>
                    <a:pt x="451358" y="1368742"/>
                  </a:lnTo>
                  <a:lnTo>
                    <a:pt x="480098" y="1373822"/>
                  </a:lnTo>
                  <a:lnTo>
                    <a:pt x="483489" y="1311008"/>
                  </a:lnTo>
                  <a:lnTo>
                    <a:pt x="459854" y="1305725"/>
                  </a:lnTo>
                  <a:lnTo>
                    <a:pt x="424484" y="1291297"/>
                  </a:lnTo>
                  <a:lnTo>
                    <a:pt x="381698" y="1267231"/>
                  </a:lnTo>
                  <a:lnTo>
                    <a:pt x="335775" y="1232992"/>
                  </a:lnTo>
                  <a:lnTo>
                    <a:pt x="291045" y="1188097"/>
                  </a:lnTo>
                  <a:lnTo>
                    <a:pt x="262724" y="1150048"/>
                  </a:lnTo>
                  <a:lnTo>
                    <a:pt x="240474" y="1109954"/>
                  </a:lnTo>
                  <a:lnTo>
                    <a:pt x="224345" y="1067854"/>
                  </a:lnTo>
                  <a:lnTo>
                    <a:pt x="214337" y="1023848"/>
                  </a:lnTo>
                  <a:lnTo>
                    <a:pt x="210477" y="977976"/>
                  </a:lnTo>
                  <a:lnTo>
                    <a:pt x="212775" y="930325"/>
                  </a:lnTo>
                  <a:lnTo>
                    <a:pt x="222110" y="877189"/>
                  </a:lnTo>
                  <a:lnTo>
                    <a:pt x="237693" y="829284"/>
                  </a:lnTo>
                  <a:lnTo>
                    <a:pt x="259486" y="786701"/>
                  </a:lnTo>
                  <a:lnTo>
                    <a:pt x="287439" y="749528"/>
                  </a:lnTo>
                  <a:lnTo>
                    <a:pt x="321487" y="717867"/>
                  </a:lnTo>
                  <a:lnTo>
                    <a:pt x="377075" y="683869"/>
                  </a:lnTo>
                  <a:lnTo>
                    <a:pt x="435914" y="662000"/>
                  </a:lnTo>
                  <a:lnTo>
                    <a:pt x="493763" y="649744"/>
                  </a:lnTo>
                  <a:lnTo>
                    <a:pt x="546341" y="644613"/>
                  </a:lnTo>
                  <a:lnTo>
                    <a:pt x="546671" y="644613"/>
                  </a:lnTo>
                  <a:lnTo>
                    <a:pt x="546671" y="745528"/>
                  </a:lnTo>
                  <a:lnTo>
                    <a:pt x="551903" y="790994"/>
                  </a:lnTo>
                  <a:lnTo>
                    <a:pt x="566826" y="832739"/>
                  </a:lnTo>
                  <a:lnTo>
                    <a:pt x="590232" y="869556"/>
                  </a:lnTo>
                  <a:lnTo>
                    <a:pt x="620953" y="900277"/>
                  </a:lnTo>
                  <a:lnTo>
                    <a:pt x="645718" y="916025"/>
                  </a:lnTo>
                  <a:lnTo>
                    <a:pt x="645718" y="1389710"/>
                  </a:lnTo>
                  <a:lnTo>
                    <a:pt x="844245" y="1389710"/>
                  </a:lnTo>
                  <a:lnTo>
                    <a:pt x="844245" y="916038"/>
                  </a:lnTo>
                  <a:lnTo>
                    <a:pt x="869022" y="900277"/>
                  </a:lnTo>
                  <a:lnTo>
                    <a:pt x="899731" y="869556"/>
                  </a:lnTo>
                  <a:lnTo>
                    <a:pt x="923150" y="832739"/>
                  </a:lnTo>
                  <a:lnTo>
                    <a:pt x="938072" y="790994"/>
                  </a:lnTo>
                  <a:lnTo>
                    <a:pt x="943305" y="745528"/>
                  </a:lnTo>
                  <a:lnTo>
                    <a:pt x="943305" y="484886"/>
                  </a:lnTo>
                  <a:lnTo>
                    <a:pt x="1080185" y="484886"/>
                  </a:lnTo>
                  <a:lnTo>
                    <a:pt x="1123975" y="479831"/>
                  </a:lnTo>
                  <a:lnTo>
                    <a:pt x="1164170" y="465467"/>
                  </a:lnTo>
                  <a:lnTo>
                    <a:pt x="1199616" y="442925"/>
                  </a:lnTo>
                  <a:lnTo>
                    <a:pt x="1229194" y="413359"/>
                  </a:lnTo>
                  <a:lnTo>
                    <a:pt x="1251737" y="377901"/>
                  </a:lnTo>
                  <a:lnTo>
                    <a:pt x="1266101" y="337705"/>
                  </a:lnTo>
                  <a:lnTo>
                    <a:pt x="1269149" y="311226"/>
                  </a:lnTo>
                  <a:lnTo>
                    <a:pt x="1434884" y="311226"/>
                  </a:lnTo>
                  <a:lnTo>
                    <a:pt x="1434884" y="0"/>
                  </a:lnTo>
                  <a:close/>
                </a:path>
              </a:pathLst>
            </a:custGeom>
            <a:solidFill>
              <a:srgbClr val="B4E3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620498" y="3543218"/>
              <a:ext cx="231604" cy="231603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974497" y="3106812"/>
              <a:ext cx="195318" cy="195318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286217" y="3111615"/>
              <a:ext cx="195311" cy="195316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1760786" y="3984600"/>
              <a:ext cx="1155700" cy="1099185"/>
            </a:xfrm>
            <a:custGeom>
              <a:avLst/>
              <a:gdLst/>
              <a:ahLst/>
              <a:cxnLst/>
              <a:rect l="l" t="t" r="r" b="b"/>
              <a:pathLst>
                <a:path w="1155700" h="1099185">
                  <a:moveTo>
                    <a:pt x="918290" y="0"/>
                  </a:moveTo>
                  <a:lnTo>
                    <a:pt x="870748" y="2434"/>
                  </a:lnTo>
                  <a:lnTo>
                    <a:pt x="824213" y="14006"/>
                  </a:lnTo>
                  <a:lnTo>
                    <a:pt x="780094" y="34778"/>
                  </a:lnTo>
                  <a:lnTo>
                    <a:pt x="739800" y="64813"/>
                  </a:lnTo>
                  <a:lnTo>
                    <a:pt x="80375" y="668156"/>
                  </a:lnTo>
                  <a:lnTo>
                    <a:pt x="46890" y="705625"/>
                  </a:lnTo>
                  <a:lnTo>
                    <a:pt x="22291" y="747727"/>
                  </a:lnTo>
                  <a:lnTo>
                    <a:pt x="6639" y="793052"/>
                  </a:lnTo>
                  <a:lnTo>
                    <a:pt x="0" y="840189"/>
                  </a:lnTo>
                  <a:lnTo>
                    <a:pt x="2433" y="887729"/>
                  </a:lnTo>
                  <a:lnTo>
                    <a:pt x="14004" y="934262"/>
                  </a:lnTo>
                  <a:lnTo>
                    <a:pt x="34773" y="978378"/>
                  </a:lnTo>
                  <a:lnTo>
                    <a:pt x="64805" y="1018669"/>
                  </a:lnTo>
                  <a:lnTo>
                    <a:pt x="102278" y="1052157"/>
                  </a:lnTo>
                  <a:lnTo>
                    <a:pt x="144381" y="1076758"/>
                  </a:lnTo>
                  <a:lnTo>
                    <a:pt x="189706" y="1092409"/>
                  </a:lnTo>
                  <a:lnTo>
                    <a:pt x="236843" y="1099048"/>
                  </a:lnTo>
                  <a:lnTo>
                    <a:pt x="284383" y="1096613"/>
                  </a:lnTo>
                  <a:lnTo>
                    <a:pt x="330917" y="1085042"/>
                  </a:lnTo>
                  <a:lnTo>
                    <a:pt x="375035" y="1064271"/>
                  </a:lnTo>
                  <a:lnTo>
                    <a:pt x="415328" y="1034239"/>
                  </a:lnTo>
                  <a:lnTo>
                    <a:pt x="1074753" y="430896"/>
                  </a:lnTo>
                  <a:lnTo>
                    <a:pt x="1108242" y="393427"/>
                  </a:lnTo>
                  <a:lnTo>
                    <a:pt x="1132844" y="351325"/>
                  </a:lnTo>
                  <a:lnTo>
                    <a:pt x="1148497" y="306000"/>
                  </a:lnTo>
                  <a:lnTo>
                    <a:pt x="1155137" y="258863"/>
                  </a:lnTo>
                  <a:lnTo>
                    <a:pt x="1152703" y="211323"/>
                  </a:lnTo>
                  <a:lnTo>
                    <a:pt x="1141131" y="164790"/>
                  </a:lnTo>
                  <a:lnTo>
                    <a:pt x="1120359" y="120673"/>
                  </a:lnTo>
                  <a:lnTo>
                    <a:pt x="1090324" y="80383"/>
                  </a:lnTo>
                  <a:lnTo>
                    <a:pt x="1052854" y="46894"/>
                  </a:lnTo>
                  <a:lnTo>
                    <a:pt x="1010752" y="22293"/>
                  </a:lnTo>
                  <a:lnTo>
                    <a:pt x="965427" y="6640"/>
                  </a:lnTo>
                  <a:lnTo>
                    <a:pt x="918290" y="0"/>
                  </a:lnTo>
                  <a:close/>
                </a:path>
              </a:pathLst>
            </a:custGeom>
            <a:solidFill>
              <a:srgbClr val="B4E3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538282" y="4101701"/>
              <a:ext cx="253373" cy="253373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882831" y="4710020"/>
              <a:ext cx="253210" cy="253210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2182060" y="5068406"/>
              <a:ext cx="588645" cy="626110"/>
            </a:xfrm>
            <a:custGeom>
              <a:avLst/>
              <a:gdLst/>
              <a:ahLst/>
              <a:cxnLst/>
              <a:rect l="l" t="t" r="r" b="b"/>
              <a:pathLst>
                <a:path w="588644" h="626110">
                  <a:moveTo>
                    <a:pt x="120145" y="0"/>
                  </a:moveTo>
                  <a:lnTo>
                    <a:pt x="80074" y="10342"/>
                  </a:lnTo>
                  <a:lnTo>
                    <a:pt x="43977" y="33475"/>
                  </a:lnTo>
                  <a:lnTo>
                    <a:pt x="16990" y="66786"/>
                  </a:lnTo>
                  <a:lnTo>
                    <a:pt x="2273" y="105463"/>
                  </a:lnTo>
                  <a:lnTo>
                    <a:pt x="0" y="146393"/>
                  </a:lnTo>
                  <a:lnTo>
                    <a:pt x="10342" y="186462"/>
                  </a:lnTo>
                  <a:lnTo>
                    <a:pt x="33475" y="222558"/>
                  </a:lnTo>
                  <a:lnTo>
                    <a:pt x="355140" y="582065"/>
                  </a:lnTo>
                  <a:lnTo>
                    <a:pt x="388448" y="609058"/>
                  </a:lnTo>
                  <a:lnTo>
                    <a:pt x="427124" y="623778"/>
                  </a:lnTo>
                  <a:lnTo>
                    <a:pt x="468055" y="626053"/>
                  </a:lnTo>
                  <a:lnTo>
                    <a:pt x="508127" y="615710"/>
                  </a:lnTo>
                  <a:lnTo>
                    <a:pt x="544224" y="592578"/>
                  </a:lnTo>
                  <a:lnTo>
                    <a:pt x="571212" y="559267"/>
                  </a:lnTo>
                  <a:lnTo>
                    <a:pt x="585931" y="520590"/>
                  </a:lnTo>
                  <a:lnTo>
                    <a:pt x="588206" y="479660"/>
                  </a:lnTo>
                  <a:lnTo>
                    <a:pt x="577862" y="439591"/>
                  </a:lnTo>
                  <a:lnTo>
                    <a:pt x="554726" y="403495"/>
                  </a:lnTo>
                  <a:lnTo>
                    <a:pt x="233060" y="43977"/>
                  </a:lnTo>
                  <a:lnTo>
                    <a:pt x="199753" y="16990"/>
                  </a:lnTo>
                  <a:lnTo>
                    <a:pt x="161076" y="2273"/>
                  </a:lnTo>
                  <a:lnTo>
                    <a:pt x="120145" y="0"/>
                  </a:lnTo>
                  <a:close/>
                </a:path>
              </a:pathLst>
            </a:custGeom>
            <a:solidFill>
              <a:srgbClr val="B4E3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584263" y="5504595"/>
              <a:ext cx="109888" cy="109888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251513" y="5141794"/>
              <a:ext cx="109888" cy="109888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940080" y="4767270"/>
              <a:ext cx="138712" cy="138712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34899" y="6847871"/>
              <a:ext cx="20050760" cy="1125220"/>
            </a:xfrm>
            <a:custGeom>
              <a:avLst/>
              <a:gdLst/>
              <a:ahLst/>
              <a:cxnLst/>
              <a:rect l="l" t="t" r="r" b="b"/>
              <a:pathLst>
                <a:path w="20050760" h="1125220">
                  <a:moveTo>
                    <a:pt x="20050710" y="702233"/>
                  </a:moveTo>
                  <a:lnTo>
                    <a:pt x="20043928" y="700862"/>
                  </a:lnTo>
                  <a:lnTo>
                    <a:pt x="19139878" y="700862"/>
                  </a:lnTo>
                  <a:lnTo>
                    <a:pt x="19139878" y="0"/>
                  </a:lnTo>
                  <a:lnTo>
                    <a:pt x="18324221" y="0"/>
                  </a:lnTo>
                  <a:lnTo>
                    <a:pt x="18324221" y="700862"/>
                  </a:lnTo>
                  <a:lnTo>
                    <a:pt x="16540226" y="700862"/>
                  </a:lnTo>
                  <a:lnTo>
                    <a:pt x="16540226" y="0"/>
                  </a:lnTo>
                  <a:lnTo>
                    <a:pt x="15724569" y="0"/>
                  </a:lnTo>
                  <a:lnTo>
                    <a:pt x="15724569" y="700862"/>
                  </a:lnTo>
                  <a:lnTo>
                    <a:pt x="13525907" y="700862"/>
                  </a:lnTo>
                  <a:lnTo>
                    <a:pt x="13525907" y="0"/>
                  </a:lnTo>
                  <a:lnTo>
                    <a:pt x="12710249" y="0"/>
                  </a:lnTo>
                  <a:lnTo>
                    <a:pt x="12710249" y="700862"/>
                  </a:lnTo>
                  <a:lnTo>
                    <a:pt x="10336149" y="700862"/>
                  </a:lnTo>
                  <a:lnTo>
                    <a:pt x="10336149" y="0"/>
                  </a:lnTo>
                  <a:lnTo>
                    <a:pt x="9520491" y="0"/>
                  </a:lnTo>
                  <a:lnTo>
                    <a:pt x="9520491" y="700862"/>
                  </a:lnTo>
                  <a:lnTo>
                    <a:pt x="7583843" y="700862"/>
                  </a:lnTo>
                  <a:lnTo>
                    <a:pt x="7583843" y="0"/>
                  </a:lnTo>
                  <a:lnTo>
                    <a:pt x="6768185" y="0"/>
                  </a:lnTo>
                  <a:lnTo>
                    <a:pt x="6768185" y="700862"/>
                  </a:lnTo>
                  <a:lnTo>
                    <a:pt x="5068494" y="700862"/>
                  </a:lnTo>
                  <a:lnTo>
                    <a:pt x="5068494" y="0"/>
                  </a:lnTo>
                  <a:lnTo>
                    <a:pt x="4252836" y="0"/>
                  </a:lnTo>
                  <a:lnTo>
                    <a:pt x="4252836" y="700862"/>
                  </a:lnTo>
                  <a:lnTo>
                    <a:pt x="2225052" y="700862"/>
                  </a:lnTo>
                  <a:lnTo>
                    <a:pt x="2225052" y="0"/>
                  </a:lnTo>
                  <a:lnTo>
                    <a:pt x="1409395" y="0"/>
                  </a:lnTo>
                  <a:lnTo>
                    <a:pt x="1409395" y="700862"/>
                  </a:lnTo>
                  <a:lnTo>
                    <a:pt x="34378" y="700862"/>
                  </a:lnTo>
                  <a:lnTo>
                    <a:pt x="21031" y="703567"/>
                  </a:lnTo>
                  <a:lnTo>
                    <a:pt x="10096" y="710958"/>
                  </a:lnTo>
                  <a:lnTo>
                    <a:pt x="2705" y="721893"/>
                  </a:lnTo>
                  <a:lnTo>
                    <a:pt x="0" y="735241"/>
                  </a:lnTo>
                  <a:lnTo>
                    <a:pt x="0" y="1090244"/>
                  </a:lnTo>
                  <a:lnTo>
                    <a:pt x="2705" y="1103591"/>
                  </a:lnTo>
                  <a:lnTo>
                    <a:pt x="10096" y="1114539"/>
                  </a:lnTo>
                  <a:lnTo>
                    <a:pt x="21031" y="1121918"/>
                  </a:lnTo>
                  <a:lnTo>
                    <a:pt x="34378" y="1124635"/>
                  </a:lnTo>
                  <a:lnTo>
                    <a:pt x="20043928" y="1124635"/>
                  </a:lnTo>
                  <a:lnTo>
                    <a:pt x="20050710" y="1123264"/>
                  </a:lnTo>
                  <a:lnTo>
                    <a:pt x="20050710" y="702233"/>
                  </a:lnTo>
                  <a:close/>
                </a:path>
              </a:pathLst>
            </a:custGeom>
            <a:solidFill>
              <a:srgbClr val="A7DF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25984" y="2978308"/>
              <a:ext cx="7119620" cy="40640"/>
            </a:xfrm>
            <a:custGeom>
              <a:avLst/>
              <a:gdLst/>
              <a:ahLst/>
              <a:cxnLst/>
              <a:rect l="l" t="t" r="r" b="b"/>
              <a:pathLst>
                <a:path w="7119620" h="40639">
                  <a:moveTo>
                    <a:pt x="17551" y="0"/>
                  </a:moveTo>
                  <a:lnTo>
                    <a:pt x="0" y="0"/>
                  </a:lnTo>
                  <a:lnTo>
                    <a:pt x="63" y="40589"/>
                  </a:lnTo>
                  <a:lnTo>
                    <a:pt x="17551" y="40589"/>
                  </a:lnTo>
                  <a:lnTo>
                    <a:pt x="17551" y="0"/>
                  </a:lnTo>
                  <a:close/>
                </a:path>
                <a:path w="7119620" h="40639">
                  <a:moveTo>
                    <a:pt x="118999" y="0"/>
                  </a:moveTo>
                  <a:lnTo>
                    <a:pt x="68275" y="0"/>
                  </a:lnTo>
                  <a:lnTo>
                    <a:pt x="68275" y="40589"/>
                  </a:lnTo>
                  <a:lnTo>
                    <a:pt x="118999" y="40589"/>
                  </a:lnTo>
                  <a:lnTo>
                    <a:pt x="118999" y="0"/>
                  </a:lnTo>
                  <a:close/>
                </a:path>
                <a:path w="7119620" h="40639">
                  <a:moveTo>
                    <a:pt x="220446" y="0"/>
                  </a:moveTo>
                  <a:lnTo>
                    <a:pt x="169735" y="0"/>
                  </a:lnTo>
                  <a:lnTo>
                    <a:pt x="169735" y="40589"/>
                  </a:lnTo>
                  <a:lnTo>
                    <a:pt x="220446" y="40589"/>
                  </a:lnTo>
                  <a:lnTo>
                    <a:pt x="220446" y="0"/>
                  </a:lnTo>
                  <a:close/>
                </a:path>
                <a:path w="7119620" h="40639">
                  <a:moveTo>
                    <a:pt x="321906" y="0"/>
                  </a:moveTo>
                  <a:lnTo>
                    <a:pt x="271170" y="0"/>
                  </a:lnTo>
                  <a:lnTo>
                    <a:pt x="271170" y="40589"/>
                  </a:lnTo>
                  <a:lnTo>
                    <a:pt x="321906" y="40589"/>
                  </a:lnTo>
                  <a:lnTo>
                    <a:pt x="321906" y="0"/>
                  </a:lnTo>
                  <a:close/>
                </a:path>
                <a:path w="7119620" h="40639">
                  <a:moveTo>
                    <a:pt x="423354" y="0"/>
                  </a:moveTo>
                  <a:lnTo>
                    <a:pt x="372630" y="0"/>
                  </a:lnTo>
                  <a:lnTo>
                    <a:pt x="372630" y="40589"/>
                  </a:lnTo>
                  <a:lnTo>
                    <a:pt x="423354" y="40589"/>
                  </a:lnTo>
                  <a:lnTo>
                    <a:pt x="423354" y="0"/>
                  </a:lnTo>
                  <a:close/>
                </a:path>
                <a:path w="7119620" h="40639">
                  <a:moveTo>
                    <a:pt x="524814" y="0"/>
                  </a:moveTo>
                  <a:lnTo>
                    <a:pt x="474091" y="0"/>
                  </a:lnTo>
                  <a:lnTo>
                    <a:pt x="474091" y="40589"/>
                  </a:lnTo>
                  <a:lnTo>
                    <a:pt x="524814" y="40589"/>
                  </a:lnTo>
                  <a:lnTo>
                    <a:pt x="524814" y="0"/>
                  </a:lnTo>
                  <a:close/>
                </a:path>
                <a:path w="7119620" h="40639">
                  <a:moveTo>
                    <a:pt x="626275" y="0"/>
                  </a:moveTo>
                  <a:lnTo>
                    <a:pt x="575538" y="0"/>
                  </a:lnTo>
                  <a:lnTo>
                    <a:pt x="575538" y="40589"/>
                  </a:lnTo>
                  <a:lnTo>
                    <a:pt x="626275" y="40589"/>
                  </a:lnTo>
                  <a:lnTo>
                    <a:pt x="626275" y="0"/>
                  </a:lnTo>
                  <a:close/>
                </a:path>
                <a:path w="7119620" h="40639">
                  <a:moveTo>
                    <a:pt x="727710" y="0"/>
                  </a:moveTo>
                  <a:lnTo>
                    <a:pt x="676998" y="0"/>
                  </a:lnTo>
                  <a:lnTo>
                    <a:pt x="676998" y="40589"/>
                  </a:lnTo>
                  <a:lnTo>
                    <a:pt x="727710" y="40589"/>
                  </a:lnTo>
                  <a:lnTo>
                    <a:pt x="727710" y="0"/>
                  </a:lnTo>
                  <a:close/>
                </a:path>
                <a:path w="7119620" h="40639">
                  <a:moveTo>
                    <a:pt x="829183" y="0"/>
                  </a:moveTo>
                  <a:lnTo>
                    <a:pt x="778459" y="0"/>
                  </a:lnTo>
                  <a:lnTo>
                    <a:pt x="778459" y="40589"/>
                  </a:lnTo>
                  <a:lnTo>
                    <a:pt x="829183" y="40589"/>
                  </a:lnTo>
                  <a:lnTo>
                    <a:pt x="829183" y="0"/>
                  </a:lnTo>
                  <a:close/>
                </a:path>
                <a:path w="7119620" h="40639">
                  <a:moveTo>
                    <a:pt x="930630" y="0"/>
                  </a:moveTo>
                  <a:lnTo>
                    <a:pt x="879906" y="0"/>
                  </a:lnTo>
                  <a:lnTo>
                    <a:pt x="879906" y="40589"/>
                  </a:lnTo>
                  <a:lnTo>
                    <a:pt x="930630" y="40589"/>
                  </a:lnTo>
                  <a:lnTo>
                    <a:pt x="930630" y="0"/>
                  </a:lnTo>
                  <a:close/>
                </a:path>
                <a:path w="7119620" h="40639">
                  <a:moveTo>
                    <a:pt x="1032078" y="0"/>
                  </a:moveTo>
                  <a:lnTo>
                    <a:pt x="981367" y="0"/>
                  </a:lnTo>
                  <a:lnTo>
                    <a:pt x="981367" y="40589"/>
                  </a:lnTo>
                  <a:lnTo>
                    <a:pt x="1032078" y="40589"/>
                  </a:lnTo>
                  <a:lnTo>
                    <a:pt x="1032078" y="0"/>
                  </a:lnTo>
                  <a:close/>
                </a:path>
                <a:path w="7119620" h="40639">
                  <a:moveTo>
                    <a:pt x="1133538" y="0"/>
                  </a:moveTo>
                  <a:lnTo>
                    <a:pt x="1082814" y="0"/>
                  </a:lnTo>
                  <a:lnTo>
                    <a:pt x="1082814" y="40589"/>
                  </a:lnTo>
                  <a:lnTo>
                    <a:pt x="1133538" y="40589"/>
                  </a:lnTo>
                  <a:lnTo>
                    <a:pt x="1133538" y="0"/>
                  </a:lnTo>
                  <a:close/>
                </a:path>
                <a:path w="7119620" h="40639">
                  <a:moveTo>
                    <a:pt x="1234986" y="0"/>
                  </a:moveTo>
                  <a:lnTo>
                    <a:pt x="1184249" y="0"/>
                  </a:lnTo>
                  <a:lnTo>
                    <a:pt x="1184249" y="40589"/>
                  </a:lnTo>
                  <a:lnTo>
                    <a:pt x="1234986" y="40589"/>
                  </a:lnTo>
                  <a:lnTo>
                    <a:pt x="1234986" y="0"/>
                  </a:lnTo>
                  <a:close/>
                </a:path>
                <a:path w="7119620" h="40639">
                  <a:moveTo>
                    <a:pt x="1336433" y="0"/>
                  </a:moveTo>
                  <a:lnTo>
                    <a:pt x="1285709" y="0"/>
                  </a:lnTo>
                  <a:lnTo>
                    <a:pt x="1285709" y="40589"/>
                  </a:lnTo>
                  <a:lnTo>
                    <a:pt x="1336433" y="40589"/>
                  </a:lnTo>
                  <a:lnTo>
                    <a:pt x="1336433" y="0"/>
                  </a:lnTo>
                  <a:close/>
                </a:path>
                <a:path w="7119620" h="40639">
                  <a:moveTo>
                    <a:pt x="1437894" y="0"/>
                  </a:moveTo>
                  <a:lnTo>
                    <a:pt x="1387157" y="0"/>
                  </a:lnTo>
                  <a:lnTo>
                    <a:pt x="1387157" y="40589"/>
                  </a:lnTo>
                  <a:lnTo>
                    <a:pt x="1437894" y="40589"/>
                  </a:lnTo>
                  <a:lnTo>
                    <a:pt x="1437894" y="0"/>
                  </a:lnTo>
                  <a:close/>
                </a:path>
                <a:path w="7119620" h="40639">
                  <a:moveTo>
                    <a:pt x="1539341" y="0"/>
                  </a:moveTo>
                  <a:lnTo>
                    <a:pt x="1488617" y="0"/>
                  </a:lnTo>
                  <a:lnTo>
                    <a:pt x="1488617" y="40589"/>
                  </a:lnTo>
                  <a:lnTo>
                    <a:pt x="1539341" y="40589"/>
                  </a:lnTo>
                  <a:lnTo>
                    <a:pt x="1539341" y="0"/>
                  </a:lnTo>
                  <a:close/>
                </a:path>
                <a:path w="7119620" h="40639">
                  <a:moveTo>
                    <a:pt x="1640801" y="0"/>
                  </a:moveTo>
                  <a:lnTo>
                    <a:pt x="1590078" y="0"/>
                  </a:lnTo>
                  <a:lnTo>
                    <a:pt x="1590078" y="40589"/>
                  </a:lnTo>
                  <a:lnTo>
                    <a:pt x="1640801" y="40589"/>
                  </a:lnTo>
                  <a:lnTo>
                    <a:pt x="1640801" y="0"/>
                  </a:lnTo>
                  <a:close/>
                </a:path>
                <a:path w="7119620" h="40639">
                  <a:moveTo>
                    <a:pt x="1742249" y="0"/>
                  </a:moveTo>
                  <a:lnTo>
                    <a:pt x="1691525" y="0"/>
                  </a:lnTo>
                  <a:lnTo>
                    <a:pt x="1691525" y="40589"/>
                  </a:lnTo>
                  <a:lnTo>
                    <a:pt x="1742249" y="40589"/>
                  </a:lnTo>
                  <a:lnTo>
                    <a:pt x="1742249" y="0"/>
                  </a:lnTo>
                  <a:close/>
                </a:path>
                <a:path w="7119620" h="40639">
                  <a:moveTo>
                    <a:pt x="1843697" y="0"/>
                  </a:moveTo>
                  <a:lnTo>
                    <a:pt x="1792986" y="0"/>
                  </a:lnTo>
                  <a:lnTo>
                    <a:pt x="1792986" y="40589"/>
                  </a:lnTo>
                  <a:lnTo>
                    <a:pt x="1843697" y="40589"/>
                  </a:lnTo>
                  <a:lnTo>
                    <a:pt x="1843697" y="0"/>
                  </a:lnTo>
                  <a:close/>
                </a:path>
                <a:path w="7119620" h="40639">
                  <a:moveTo>
                    <a:pt x="1945157" y="0"/>
                  </a:moveTo>
                  <a:lnTo>
                    <a:pt x="1894433" y="0"/>
                  </a:lnTo>
                  <a:lnTo>
                    <a:pt x="1894433" y="40589"/>
                  </a:lnTo>
                  <a:lnTo>
                    <a:pt x="1945157" y="40589"/>
                  </a:lnTo>
                  <a:lnTo>
                    <a:pt x="1945157" y="0"/>
                  </a:lnTo>
                  <a:close/>
                </a:path>
                <a:path w="7119620" h="40639">
                  <a:moveTo>
                    <a:pt x="2046605" y="0"/>
                  </a:moveTo>
                  <a:lnTo>
                    <a:pt x="1995881" y="0"/>
                  </a:lnTo>
                  <a:lnTo>
                    <a:pt x="1995881" y="40589"/>
                  </a:lnTo>
                  <a:lnTo>
                    <a:pt x="2046605" y="40589"/>
                  </a:lnTo>
                  <a:lnTo>
                    <a:pt x="2046605" y="0"/>
                  </a:lnTo>
                  <a:close/>
                </a:path>
                <a:path w="7119620" h="40639">
                  <a:moveTo>
                    <a:pt x="2148052" y="0"/>
                  </a:moveTo>
                  <a:lnTo>
                    <a:pt x="2097328" y="0"/>
                  </a:lnTo>
                  <a:lnTo>
                    <a:pt x="2097328" y="40589"/>
                  </a:lnTo>
                  <a:lnTo>
                    <a:pt x="2148052" y="40589"/>
                  </a:lnTo>
                  <a:lnTo>
                    <a:pt x="2148052" y="0"/>
                  </a:lnTo>
                  <a:close/>
                </a:path>
                <a:path w="7119620" h="40639">
                  <a:moveTo>
                    <a:pt x="2249513" y="0"/>
                  </a:moveTo>
                  <a:lnTo>
                    <a:pt x="2198776" y="0"/>
                  </a:lnTo>
                  <a:lnTo>
                    <a:pt x="2198776" y="40589"/>
                  </a:lnTo>
                  <a:lnTo>
                    <a:pt x="2249513" y="40589"/>
                  </a:lnTo>
                  <a:lnTo>
                    <a:pt x="2249513" y="0"/>
                  </a:lnTo>
                  <a:close/>
                </a:path>
                <a:path w="7119620" h="40639">
                  <a:moveTo>
                    <a:pt x="2350960" y="0"/>
                  </a:moveTo>
                  <a:lnTo>
                    <a:pt x="2300236" y="0"/>
                  </a:lnTo>
                  <a:lnTo>
                    <a:pt x="2300236" y="40589"/>
                  </a:lnTo>
                  <a:lnTo>
                    <a:pt x="2350960" y="40589"/>
                  </a:lnTo>
                  <a:lnTo>
                    <a:pt x="2350960" y="0"/>
                  </a:lnTo>
                  <a:close/>
                </a:path>
                <a:path w="7119620" h="40639">
                  <a:moveTo>
                    <a:pt x="2452420" y="0"/>
                  </a:moveTo>
                  <a:lnTo>
                    <a:pt x="2401697" y="0"/>
                  </a:lnTo>
                  <a:lnTo>
                    <a:pt x="2401697" y="40589"/>
                  </a:lnTo>
                  <a:lnTo>
                    <a:pt x="2452420" y="40589"/>
                  </a:lnTo>
                  <a:lnTo>
                    <a:pt x="2452420" y="0"/>
                  </a:lnTo>
                  <a:close/>
                </a:path>
                <a:path w="7119620" h="40639">
                  <a:moveTo>
                    <a:pt x="2553868" y="0"/>
                  </a:moveTo>
                  <a:lnTo>
                    <a:pt x="2503144" y="0"/>
                  </a:lnTo>
                  <a:lnTo>
                    <a:pt x="2503144" y="40589"/>
                  </a:lnTo>
                  <a:lnTo>
                    <a:pt x="2553868" y="40589"/>
                  </a:lnTo>
                  <a:lnTo>
                    <a:pt x="2553868" y="0"/>
                  </a:lnTo>
                  <a:close/>
                </a:path>
                <a:path w="7119620" h="40639">
                  <a:moveTo>
                    <a:pt x="2655316" y="0"/>
                  </a:moveTo>
                  <a:lnTo>
                    <a:pt x="2604605" y="0"/>
                  </a:lnTo>
                  <a:lnTo>
                    <a:pt x="2604605" y="40589"/>
                  </a:lnTo>
                  <a:lnTo>
                    <a:pt x="2655316" y="40589"/>
                  </a:lnTo>
                  <a:lnTo>
                    <a:pt x="2655316" y="0"/>
                  </a:lnTo>
                  <a:close/>
                </a:path>
                <a:path w="7119620" h="40639">
                  <a:moveTo>
                    <a:pt x="2756776" y="0"/>
                  </a:moveTo>
                  <a:lnTo>
                    <a:pt x="2706052" y="0"/>
                  </a:lnTo>
                  <a:lnTo>
                    <a:pt x="2706052" y="40589"/>
                  </a:lnTo>
                  <a:lnTo>
                    <a:pt x="2756776" y="40589"/>
                  </a:lnTo>
                  <a:lnTo>
                    <a:pt x="2756776" y="0"/>
                  </a:lnTo>
                  <a:close/>
                </a:path>
                <a:path w="7119620" h="40639">
                  <a:moveTo>
                    <a:pt x="2858236" y="0"/>
                  </a:moveTo>
                  <a:lnTo>
                    <a:pt x="2807512" y="0"/>
                  </a:lnTo>
                  <a:lnTo>
                    <a:pt x="2807512" y="40589"/>
                  </a:lnTo>
                  <a:lnTo>
                    <a:pt x="2858236" y="40589"/>
                  </a:lnTo>
                  <a:lnTo>
                    <a:pt x="2858236" y="0"/>
                  </a:lnTo>
                  <a:close/>
                </a:path>
                <a:path w="7119620" h="40639">
                  <a:moveTo>
                    <a:pt x="2959684" y="0"/>
                  </a:moveTo>
                  <a:lnTo>
                    <a:pt x="2908973" y="0"/>
                  </a:lnTo>
                  <a:lnTo>
                    <a:pt x="2908973" y="40589"/>
                  </a:lnTo>
                  <a:lnTo>
                    <a:pt x="2959684" y="40589"/>
                  </a:lnTo>
                  <a:lnTo>
                    <a:pt x="2959684" y="0"/>
                  </a:lnTo>
                  <a:close/>
                </a:path>
                <a:path w="7119620" h="40639">
                  <a:moveTo>
                    <a:pt x="3061144" y="0"/>
                  </a:moveTo>
                  <a:lnTo>
                    <a:pt x="3010408" y="0"/>
                  </a:lnTo>
                  <a:lnTo>
                    <a:pt x="3010408" y="40589"/>
                  </a:lnTo>
                  <a:lnTo>
                    <a:pt x="3061144" y="40589"/>
                  </a:lnTo>
                  <a:lnTo>
                    <a:pt x="3061144" y="0"/>
                  </a:lnTo>
                  <a:close/>
                </a:path>
                <a:path w="7119620" h="40639">
                  <a:moveTo>
                    <a:pt x="3162592" y="0"/>
                  </a:moveTo>
                  <a:lnTo>
                    <a:pt x="3111855" y="0"/>
                  </a:lnTo>
                  <a:lnTo>
                    <a:pt x="3111855" y="40589"/>
                  </a:lnTo>
                  <a:lnTo>
                    <a:pt x="3162592" y="40589"/>
                  </a:lnTo>
                  <a:lnTo>
                    <a:pt x="3162592" y="0"/>
                  </a:lnTo>
                  <a:close/>
                </a:path>
                <a:path w="7119620" h="40639">
                  <a:moveTo>
                    <a:pt x="3264039" y="0"/>
                  </a:moveTo>
                  <a:lnTo>
                    <a:pt x="3213316" y="0"/>
                  </a:lnTo>
                  <a:lnTo>
                    <a:pt x="3213316" y="40589"/>
                  </a:lnTo>
                  <a:lnTo>
                    <a:pt x="3264039" y="40589"/>
                  </a:lnTo>
                  <a:lnTo>
                    <a:pt x="3264039" y="0"/>
                  </a:lnTo>
                  <a:close/>
                </a:path>
                <a:path w="7119620" h="40639">
                  <a:moveTo>
                    <a:pt x="3365500" y="0"/>
                  </a:moveTo>
                  <a:lnTo>
                    <a:pt x="3314763" y="0"/>
                  </a:lnTo>
                  <a:lnTo>
                    <a:pt x="3314763" y="40589"/>
                  </a:lnTo>
                  <a:lnTo>
                    <a:pt x="3365500" y="40589"/>
                  </a:lnTo>
                  <a:lnTo>
                    <a:pt x="3365500" y="0"/>
                  </a:lnTo>
                  <a:close/>
                </a:path>
                <a:path w="7119620" h="40639">
                  <a:moveTo>
                    <a:pt x="3466947" y="0"/>
                  </a:moveTo>
                  <a:lnTo>
                    <a:pt x="3416223" y="0"/>
                  </a:lnTo>
                  <a:lnTo>
                    <a:pt x="3416223" y="40589"/>
                  </a:lnTo>
                  <a:lnTo>
                    <a:pt x="3466947" y="40589"/>
                  </a:lnTo>
                  <a:lnTo>
                    <a:pt x="3466947" y="0"/>
                  </a:lnTo>
                  <a:close/>
                </a:path>
                <a:path w="7119620" h="40639">
                  <a:moveTo>
                    <a:pt x="3568408" y="0"/>
                  </a:moveTo>
                  <a:lnTo>
                    <a:pt x="3517684" y="0"/>
                  </a:lnTo>
                  <a:lnTo>
                    <a:pt x="3517684" y="40589"/>
                  </a:lnTo>
                  <a:lnTo>
                    <a:pt x="3568408" y="40589"/>
                  </a:lnTo>
                  <a:lnTo>
                    <a:pt x="3568408" y="0"/>
                  </a:lnTo>
                  <a:close/>
                </a:path>
                <a:path w="7119620" h="40639">
                  <a:moveTo>
                    <a:pt x="3669855" y="0"/>
                  </a:moveTo>
                  <a:lnTo>
                    <a:pt x="3619131" y="0"/>
                  </a:lnTo>
                  <a:lnTo>
                    <a:pt x="3619131" y="40589"/>
                  </a:lnTo>
                  <a:lnTo>
                    <a:pt x="3669855" y="40589"/>
                  </a:lnTo>
                  <a:lnTo>
                    <a:pt x="3669855" y="0"/>
                  </a:lnTo>
                  <a:close/>
                </a:path>
                <a:path w="7119620" h="40639">
                  <a:moveTo>
                    <a:pt x="3771303" y="0"/>
                  </a:moveTo>
                  <a:lnTo>
                    <a:pt x="3720592" y="0"/>
                  </a:lnTo>
                  <a:lnTo>
                    <a:pt x="3720592" y="40589"/>
                  </a:lnTo>
                  <a:lnTo>
                    <a:pt x="3771303" y="40589"/>
                  </a:lnTo>
                  <a:lnTo>
                    <a:pt x="3771303" y="0"/>
                  </a:lnTo>
                  <a:close/>
                </a:path>
                <a:path w="7119620" h="40639">
                  <a:moveTo>
                    <a:pt x="3872763" y="0"/>
                  </a:moveTo>
                  <a:lnTo>
                    <a:pt x="3822039" y="0"/>
                  </a:lnTo>
                  <a:lnTo>
                    <a:pt x="3822039" y="40589"/>
                  </a:lnTo>
                  <a:lnTo>
                    <a:pt x="3872763" y="40589"/>
                  </a:lnTo>
                  <a:lnTo>
                    <a:pt x="3872763" y="0"/>
                  </a:lnTo>
                  <a:close/>
                </a:path>
                <a:path w="7119620" h="40639">
                  <a:moveTo>
                    <a:pt x="3974211" y="0"/>
                  </a:moveTo>
                  <a:lnTo>
                    <a:pt x="3923487" y="0"/>
                  </a:lnTo>
                  <a:lnTo>
                    <a:pt x="3923487" y="40589"/>
                  </a:lnTo>
                  <a:lnTo>
                    <a:pt x="3974211" y="40589"/>
                  </a:lnTo>
                  <a:lnTo>
                    <a:pt x="3974211" y="0"/>
                  </a:lnTo>
                  <a:close/>
                </a:path>
                <a:path w="7119620" h="40639">
                  <a:moveTo>
                    <a:pt x="4075658" y="0"/>
                  </a:moveTo>
                  <a:lnTo>
                    <a:pt x="4024934" y="0"/>
                  </a:lnTo>
                  <a:lnTo>
                    <a:pt x="4024934" y="40589"/>
                  </a:lnTo>
                  <a:lnTo>
                    <a:pt x="4075658" y="40589"/>
                  </a:lnTo>
                  <a:lnTo>
                    <a:pt x="4075658" y="0"/>
                  </a:lnTo>
                  <a:close/>
                </a:path>
                <a:path w="7119620" h="40639">
                  <a:moveTo>
                    <a:pt x="4177119" y="0"/>
                  </a:moveTo>
                  <a:lnTo>
                    <a:pt x="4126382" y="0"/>
                  </a:lnTo>
                  <a:lnTo>
                    <a:pt x="4126382" y="40589"/>
                  </a:lnTo>
                  <a:lnTo>
                    <a:pt x="4177119" y="40589"/>
                  </a:lnTo>
                  <a:lnTo>
                    <a:pt x="4177119" y="0"/>
                  </a:lnTo>
                  <a:close/>
                </a:path>
                <a:path w="7119620" h="40639">
                  <a:moveTo>
                    <a:pt x="4278566" y="0"/>
                  </a:moveTo>
                  <a:lnTo>
                    <a:pt x="4227842" y="0"/>
                  </a:lnTo>
                  <a:lnTo>
                    <a:pt x="4227842" y="40589"/>
                  </a:lnTo>
                  <a:lnTo>
                    <a:pt x="4278566" y="40589"/>
                  </a:lnTo>
                  <a:lnTo>
                    <a:pt x="4278566" y="0"/>
                  </a:lnTo>
                  <a:close/>
                </a:path>
                <a:path w="7119620" h="40639">
                  <a:moveTo>
                    <a:pt x="4380027" y="0"/>
                  </a:moveTo>
                  <a:lnTo>
                    <a:pt x="4329303" y="0"/>
                  </a:lnTo>
                  <a:lnTo>
                    <a:pt x="4329303" y="40589"/>
                  </a:lnTo>
                  <a:lnTo>
                    <a:pt x="4380027" y="40589"/>
                  </a:lnTo>
                  <a:lnTo>
                    <a:pt x="4380027" y="0"/>
                  </a:lnTo>
                  <a:close/>
                </a:path>
                <a:path w="7119620" h="40639">
                  <a:moveTo>
                    <a:pt x="4481474" y="0"/>
                  </a:moveTo>
                  <a:lnTo>
                    <a:pt x="4430750" y="0"/>
                  </a:lnTo>
                  <a:lnTo>
                    <a:pt x="4430750" y="40589"/>
                  </a:lnTo>
                  <a:lnTo>
                    <a:pt x="4481474" y="40589"/>
                  </a:lnTo>
                  <a:lnTo>
                    <a:pt x="4481474" y="0"/>
                  </a:lnTo>
                  <a:close/>
                </a:path>
                <a:path w="7119620" h="40639">
                  <a:moveTo>
                    <a:pt x="4582922" y="0"/>
                  </a:moveTo>
                  <a:lnTo>
                    <a:pt x="4532211" y="0"/>
                  </a:lnTo>
                  <a:lnTo>
                    <a:pt x="4532211" y="40589"/>
                  </a:lnTo>
                  <a:lnTo>
                    <a:pt x="4582922" y="40589"/>
                  </a:lnTo>
                  <a:lnTo>
                    <a:pt x="4582922" y="0"/>
                  </a:lnTo>
                  <a:close/>
                </a:path>
                <a:path w="7119620" h="40639">
                  <a:moveTo>
                    <a:pt x="4684382" y="0"/>
                  </a:moveTo>
                  <a:lnTo>
                    <a:pt x="4633658" y="0"/>
                  </a:lnTo>
                  <a:lnTo>
                    <a:pt x="4633658" y="40589"/>
                  </a:lnTo>
                  <a:lnTo>
                    <a:pt x="4684382" y="40589"/>
                  </a:lnTo>
                  <a:lnTo>
                    <a:pt x="4684382" y="0"/>
                  </a:lnTo>
                  <a:close/>
                </a:path>
                <a:path w="7119620" h="40639">
                  <a:moveTo>
                    <a:pt x="4785830" y="0"/>
                  </a:moveTo>
                  <a:lnTo>
                    <a:pt x="4735106" y="0"/>
                  </a:lnTo>
                  <a:lnTo>
                    <a:pt x="4735106" y="40589"/>
                  </a:lnTo>
                  <a:lnTo>
                    <a:pt x="4785830" y="40589"/>
                  </a:lnTo>
                  <a:lnTo>
                    <a:pt x="4785830" y="0"/>
                  </a:lnTo>
                  <a:close/>
                </a:path>
                <a:path w="7119620" h="40639">
                  <a:moveTo>
                    <a:pt x="4887290" y="0"/>
                  </a:moveTo>
                  <a:lnTo>
                    <a:pt x="4836566" y="0"/>
                  </a:lnTo>
                  <a:lnTo>
                    <a:pt x="4836566" y="40589"/>
                  </a:lnTo>
                  <a:lnTo>
                    <a:pt x="4887290" y="40589"/>
                  </a:lnTo>
                  <a:lnTo>
                    <a:pt x="4887290" y="0"/>
                  </a:lnTo>
                  <a:close/>
                </a:path>
                <a:path w="7119620" h="40639">
                  <a:moveTo>
                    <a:pt x="4988750" y="0"/>
                  </a:moveTo>
                  <a:lnTo>
                    <a:pt x="4938014" y="0"/>
                  </a:lnTo>
                  <a:lnTo>
                    <a:pt x="4938014" y="40589"/>
                  </a:lnTo>
                  <a:lnTo>
                    <a:pt x="4988750" y="40589"/>
                  </a:lnTo>
                  <a:lnTo>
                    <a:pt x="4988750" y="0"/>
                  </a:lnTo>
                  <a:close/>
                </a:path>
                <a:path w="7119620" h="40639">
                  <a:moveTo>
                    <a:pt x="5090198" y="0"/>
                  </a:moveTo>
                  <a:lnTo>
                    <a:pt x="5039461" y="0"/>
                  </a:lnTo>
                  <a:lnTo>
                    <a:pt x="5039461" y="40589"/>
                  </a:lnTo>
                  <a:lnTo>
                    <a:pt x="5090198" y="40589"/>
                  </a:lnTo>
                  <a:lnTo>
                    <a:pt x="5090198" y="0"/>
                  </a:lnTo>
                  <a:close/>
                </a:path>
                <a:path w="7119620" h="40639">
                  <a:moveTo>
                    <a:pt x="5191645" y="0"/>
                  </a:moveTo>
                  <a:lnTo>
                    <a:pt x="5140922" y="0"/>
                  </a:lnTo>
                  <a:lnTo>
                    <a:pt x="5140922" y="40589"/>
                  </a:lnTo>
                  <a:lnTo>
                    <a:pt x="5191645" y="40589"/>
                  </a:lnTo>
                  <a:lnTo>
                    <a:pt x="5191645" y="0"/>
                  </a:lnTo>
                  <a:close/>
                </a:path>
                <a:path w="7119620" h="40639">
                  <a:moveTo>
                    <a:pt x="5293106" y="0"/>
                  </a:moveTo>
                  <a:lnTo>
                    <a:pt x="5242382" y="0"/>
                  </a:lnTo>
                  <a:lnTo>
                    <a:pt x="5242382" y="40589"/>
                  </a:lnTo>
                  <a:lnTo>
                    <a:pt x="5293106" y="40589"/>
                  </a:lnTo>
                  <a:lnTo>
                    <a:pt x="5293106" y="0"/>
                  </a:lnTo>
                  <a:close/>
                </a:path>
                <a:path w="7119620" h="40639">
                  <a:moveTo>
                    <a:pt x="5394553" y="0"/>
                  </a:moveTo>
                  <a:lnTo>
                    <a:pt x="5343830" y="0"/>
                  </a:lnTo>
                  <a:lnTo>
                    <a:pt x="5343830" y="40589"/>
                  </a:lnTo>
                  <a:lnTo>
                    <a:pt x="5394553" y="40589"/>
                  </a:lnTo>
                  <a:lnTo>
                    <a:pt x="5394553" y="0"/>
                  </a:lnTo>
                  <a:close/>
                </a:path>
                <a:path w="7119620" h="40639">
                  <a:moveTo>
                    <a:pt x="5496014" y="0"/>
                  </a:moveTo>
                  <a:lnTo>
                    <a:pt x="5445290" y="0"/>
                  </a:lnTo>
                  <a:lnTo>
                    <a:pt x="5445290" y="40589"/>
                  </a:lnTo>
                  <a:lnTo>
                    <a:pt x="5496014" y="40589"/>
                  </a:lnTo>
                  <a:lnTo>
                    <a:pt x="5496014" y="0"/>
                  </a:lnTo>
                  <a:close/>
                </a:path>
                <a:path w="7119620" h="40639">
                  <a:moveTo>
                    <a:pt x="5597461" y="0"/>
                  </a:moveTo>
                  <a:lnTo>
                    <a:pt x="5546725" y="0"/>
                  </a:lnTo>
                  <a:lnTo>
                    <a:pt x="5546725" y="40589"/>
                  </a:lnTo>
                  <a:lnTo>
                    <a:pt x="5597461" y="40589"/>
                  </a:lnTo>
                  <a:lnTo>
                    <a:pt x="5597461" y="0"/>
                  </a:lnTo>
                  <a:close/>
                </a:path>
                <a:path w="7119620" h="40639">
                  <a:moveTo>
                    <a:pt x="5698909" y="0"/>
                  </a:moveTo>
                  <a:lnTo>
                    <a:pt x="5648198" y="0"/>
                  </a:lnTo>
                  <a:lnTo>
                    <a:pt x="5648198" y="40589"/>
                  </a:lnTo>
                  <a:lnTo>
                    <a:pt x="5698909" y="40589"/>
                  </a:lnTo>
                  <a:lnTo>
                    <a:pt x="5698909" y="0"/>
                  </a:lnTo>
                  <a:close/>
                </a:path>
                <a:path w="7119620" h="40639">
                  <a:moveTo>
                    <a:pt x="5800369" y="0"/>
                  </a:moveTo>
                  <a:lnTo>
                    <a:pt x="5749645" y="0"/>
                  </a:lnTo>
                  <a:lnTo>
                    <a:pt x="5749645" y="40589"/>
                  </a:lnTo>
                  <a:lnTo>
                    <a:pt x="5800369" y="40589"/>
                  </a:lnTo>
                  <a:lnTo>
                    <a:pt x="5800369" y="0"/>
                  </a:lnTo>
                  <a:close/>
                </a:path>
                <a:path w="7119620" h="40639">
                  <a:moveTo>
                    <a:pt x="5901817" y="0"/>
                  </a:moveTo>
                  <a:lnTo>
                    <a:pt x="5851093" y="0"/>
                  </a:lnTo>
                  <a:lnTo>
                    <a:pt x="5851093" y="40589"/>
                  </a:lnTo>
                  <a:lnTo>
                    <a:pt x="5901817" y="40589"/>
                  </a:lnTo>
                  <a:lnTo>
                    <a:pt x="5901817" y="0"/>
                  </a:lnTo>
                  <a:close/>
                </a:path>
                <a:path w="7119620" h="40639">
                  <a:moveTo>
                    <a:pt x="6003277" y="0"/>
                  </a:moveTo>
                  <a:lnTo>
                    <a:pt x="5952553" y="0"/>
                  </a:lnTo>
                  <a:lnTo>
                    <a:pt x="5952553" y="40589"/>
                  </a:lnTo>
                  <a:lnTo>
                    <a:pt x="6003277" y="40589"/>
                  </a:lnTo>
                  <a:lnTo>
                    <a:pt x="6003277" y="0"/>
                  </a:lnTo>
                  <a:close/>
                </a:path>
                <a:path w="7119620" h="40639">
                  <a:moveTo>
                    <a:pt x="6104725" y="0"/>
                  </a:moveTo>
                  <a:lnTo>
                    <a:pt x="6054001" y="0"/>
                  </a:lnTo>
                  <a:lnTo>
                    <a:pt x="6054001" y="40589"/>
                  </a:lnTo>
                  <a:lnTo>
                    <a:pt x="6104725" y="40589"/>
                  </a:lnTo>
                  <a:lnTo>
                    <a:pt x="6104725" y="0"/>
                  </a:lnTo>
                  <a:close/>
                </a:path>
                <a:path w="7119620" h="40639">
                  <a:moveTo>
                    <a:pt x="6206172" y="0"/>
                  </a:moveTo>
                  <a:lnTo>
                    <a:pt x="6155448" y="0"/>
                  </a:lnTo>
                  <a:lnTo>
                    <a:pt x="6155448" y="40589"/>
                  </a:lnTo>
                  <a:lnTo>
                    <a:pt x="6206172" y="40589"/>
                  </a:lnTo>
                  <a:lnTo>
                    <a:pt x="6206172" y="0"/>
                  </a:lnTo>
                  <a:close/>
                </a:path>
                <a:path w="7119620" h="40639">
                  <a:moveTo>
                    <a:pt x="6307633" y="0"/>
                  </a:moveTo>
                  <a:lnTo>
                    <a:pt x="6256909" y="0"/>
                  </a:lnTo>
                  <a:lnTo>
                    <a:pt x="6256909" y="40589"/>
                  </a:lnTo>
                  <a:lnTo>
                    <a:pt x="6307633" y="40589"/>
                  </a:lnTo>
                  <a:lnTo>
                    <a:pt x="6307633" y="0"/>
                  </a:lnTo>
                  <a:close/>
                </a:path>
                <a:path w="7119620" h="40639">
                  <a:moveTo>
                    <a:pt x="6409080" y="0"/>
                  </a:moveTo>
                  <a:lnTo>
                    <a:pt x="6358356" y="0"/>
                  </a:lnTo>
                  <a:lnTo>
                    <a:pt x="6358356" y="40589"/>
                  </a:lnTo>
                  <a:lnTo>
                    <a:pt x="6409080" y="40589"/>
                  </a:lnTo>
                  <a:lnTo>
                    <a:pt x="6409080" y="0"/>
                  </a:lnTo>
                  <a:close/>
                </a:path>
                <a:path w="7119620" h="40639">
                  <a:moveTo>
                    <a:pt x="6510541" y="0"/>
                  </a:moveTo>
                  <a:lnTo>
                    <a:pt x="6459817" y="0"/>
                  </a:lnTo>
                  <a:lnTo>
                    <a:pt x="6459817" y="40589"/>
                  </a:lnTo>
                  <a:lnTo>
                    <a:pt x="6510541" y="40589"/>
                  </a:lnTo>
                  <a:lnTo>
                    <a:pt x="6510541" y="0"/>
                  </a:lnTo>
                  <a:close/>
                </a:path>
                <a:path w="7119620" h="40639">
                  <a:moveTo>
                    <a:pt x="6611988" y="0"/>
                  </a:moveTo>
                  <a:lnTo>
                    <a:pt x="6561264" y="0"/>
                  </a:lnTo>
                  <a:lnTo>
                    <a:pt x="6561264" y="40589"/>
                  </a:lnTo>
                  <a:lnTo>
                    <a:pt x="6611988" y="40589"/>
                  </a:lnTo>
                  <a:lnTo>
                    <a:pt x="6611988" y="0"/>
                  </a:lnTo>
                  <a:close/>
                </a:path>
                <a:path w="7119620" h="40639">
                  <a:moveTo>
                    <a:pt x="6713436" y="0"/>
                  </a:moveTo>
                  <a:lnTo>
                    <a:pt x="6662712" y="0"/>
                  </a:lnTo>
                  <a:lnTo>
                    <a:pt x="6662712" y="40589"/>
                  </a:lnTo>
                  <a:lnTo>
                    <a:pt x="6713436" y="40589"/>
                  </a:lnTo>
                  <a:lnTo>
                    <a:pt x="6713436" y="0"/>
                  </a:lnTo>
                  <a:close/>
                </a:path>
                <a:path w="7119620" h="40639">
                  <a:moveTo>
                    <a:pt x="6814896" y="0"/>
                  </a:moveTo>
                  <a:lnTo>
                    <a:pt x="6764185" y="0"/>
                  </a:lnTo>
                  <a:lnTo>
                    <a:pt x="6764185" y="40589"/>
                  </a:lnTo>
                  <a:lnTo>
                    <a:pt x="6814896" y="40589"/>
                  </a:lnTo>
                  <a:lnTo>
                    <a:pt x="6814896" y="0"/>
                  </a:lnTo>
                  <a:close/>
                </a:path>
                <a:path w="7119620" h="40639">
                  <a:moveTo>
                    <a:pt x="6916344" y="0"/>
                  </a:moveTo>
                  <a:lnTo>
                    <a:pt x="6865620" y="0"/>
                  </a:lnTo>
                  <a:lnTo>
                    <a:pt x="6865620" y="40589"/>
                  </a:lnTo>
                  <a:lnTo>
                    <a:pt x="6916344" y="40589"/>
                  </a:lnTo>
                  <a:lnTo>
                    <a:pt x="6916344" y="0"/>
                  </a:lnTo>
                  <a:close/>
                </a:path>
                <a:path w="7119620" h="40639">
                  <a:moveTo>
                    <a:pt x="7017804" y="0"/>
                  </a:moveTo>
                  <a:lnTo>
                    <a:pt x="6967080" y="0"/>
                  </a:lnTo>
                  <a:lnTo>
                    <a:pt x="6967080" y="40589"/>
                  </a:lnTo>
                  <a:lnTo>
                    <a:pt x="7017804" y="40589"/>
                  </a:lnTo>
                  <a:lnTo>
                    <a:pt x="7017804" y="0"/>
                  </a:lnTo>
                  <a:close/>
                </a:path>
                <a:path w="7119620" h="40639">
                  <a:moveTo>
                    <a:pt x="7119252" y="0"/>
                  </a:moveTo>
                  <a:lnTo>
                    <a:pt x="7068528" y="0"/>
                  </a:lnTo>
                  <a:lnTo>
                    <a:pt x="7068528" y="40589"/>
                  </a:lnTo>
                  <a:lnTo>
                    <a:pt x="7119252" y="40589"/>
                  </a:lnTo>
                  <a:lnTo>
                    <a:pt x="7119252" y="0"/>
                  </a:lnTo>
                  <a:close/>
                </a:path>
              </a:pathLst>
            </a:custGeom>
            <a:solidFill>
              <a:srgbClr val="90D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25781" y="2820574"/>
              <a:ext cx="14090650" cy="198755"/>
            </a:xfrm>
            <a:custGeom>
              <a:avLst/>
              <a:gdLst/>
              <a:ahLst/>
              <a:cxnLst/>
              <a:rect l="l" t="t" r="r" b="b"/>
              <a:pathLst>
                <a:path w="14090650" h="198755">
                  <a:moveTo>
                    <a:pt x="11469853" y="87744"/>
                  </a:moveTo>
                  <a:lnTo>
                    <a:pt x="11466855" y="53594"/>
                  </a:lnTo>
                  <a:lnTo>
                    <a:pt x="11458702" y="25704"/>
                  </a:lnTo>
                  <a:lnTo>
                    <a:pt x="11446612" y="6896"/>
                  </a:lnTo>
                  <a:lnTo>
                    <a:pt x="11431803" y="0"/>
                  </a:lnTo>
                  <a:lnTo>
                    <a:pt x="0" y="0"/>
                  </a:lnTo>
                  <a:lnTo>
                    <a:pt x="228" y="175488"/>
                  </a:lnTo>
                  <a:lnTo>
                    <a:pt x="7068731" y="175488"/>
                  </a:lnTo>
                  <a:lnTo>
                    <a:pt x="7068731" y="198323"/>
                  </a:lnTo>
                  <a:lnTo>
                    <a:pt x="7119455" y="198323"/>
                  </a:lnTo>
                  <a:lnTo>
                    <a:pt x="7119455" y="175488"/>
                  </a:lnTo>
                  <a:lnTo>
                    <a:pt x="7170191" y="175488"/>
                  </a:lnTo>
                  <a:lnTo>
                    <a:pt x="7170191" y="198323"/>
                  </a:lnTo>
                  <a:lnTo>
                    <a:pt x="7220915" y="198323"/>
                  </a:lnTo>
                  <a:lnTo>
                    <a:pt x="7220915" y="175488"/>
                  </a:lnTo>
                  <a:lnTo>
                    <a:pt x="7271639" y="175488"/>
                  </a:lnTo>
                  <a:lnTo>
                    <a:pt x="7271639" y="198323"/>
                  </a:lnTo>
                  <a:lnTo>
                    <a:pt x="7322363" y="198323"/>
                  </a:lnTo>
                  <a:lnTo>
                    <a:pt x="7322363" y="175488"/>
                  </a:lnTo>
                  <a:lnTo>
                    <a:pt x="7373086" y="175488"/>
                  </a:lnTo>
                  <a:lnTo>
                    <a:pt x="7373086" y="198323"/>
                  </a:lnTo>
                  <a:lnTo>
                    <a:pt x="7423823" y="198323"/>
                  </a:lnTo>
                  <a:lnTo>
                    <a:pt x="7423823" y="175488"/>
                  </a:lnTo>
                  <a:lnTo>
                    <a:pt x="7474547" y="175488"/>
                  </a:lnTo>
                  <a:lnTo>
                    <a:pt x="7474547" y="198323"/>
                  </a:lnTo>
                  <a:lnTo>
                    <a:pt x="7525271" y="198323"/>
                  </a:lnTo>
                  <a:lnTo>
                    <a:pt x="7525271" y="175488"/>
                  </a:lnTo>
                  <a:lnTo>
                    <a:pt x="7576007" y="175488"/>
                  </a:lnTo>
                  <a:lnTo>
                    <a:pt x="7576007" y="198323"/>
                  </a:lnTo>
                  <a:lnTo>
                    <a:pt x="7626718" y="198323"/>
                  </a:lnTo>
                  <a:lnTo>
                    <a:pt x="7626718" y="175488"/>
                  </a:lnTo>
                  <a:lnTo>
                    <a:pt x="7677455" y="175488"/>
                  </a:lnTo>
                  <a:lnTo>
                    <a:pt x="7677455" y="198323"/>
                  </a:lnTo>
                  <a:lnTo>
                    <a:pt x="7728178" y="198323"/>
                  </a:lnTo>
                  <a:lnTo>
                    <a:pt x="7728178" y="175488"/>
                  </a:lnTo>
                  <a:lnTo>
                    <a:pt x="7778902" y="175488"/>
                  </a:lnTo>
                  <a:lnTo>
                    <a:pt x="7778902" y="198323"/>
                  </a:lnTo>
                  <a:lnTo>
                    <a:pt x="7829626" y="198323"/>
                  </a:lnTo>
                  <a:lnTo>
                    <a:pt x="7829626" y="175488"/>
                  </a:lnTo>
                  <a:lnTo>
                    <a:pt x="7880350" y="175488"/>
                  </a:lnTo>
                  <a:lnTo>
                    <a:pt x="7880350" y="198323"/>
                  </a:lnTo>
                  <a:lnTo>
                    <a:pt x="7931086" y="198323"/>
                  </a:lnTo>
                  <a:lnTo>
                    <a:pt x="7931086" y="175488"/>
                  </a:lnTo>
                  <a:lnTo>
                    <a:pt x="7981810" y="175488"/>
                  </a:lnTo>
                  <a:lnTo>
                    <a:pt x="7981810" y="198323"/>
                  </a:lnTo>
                  <a:lnTo>
                    <a:pt x="8032534" y="198323"/>
                  </a:lnTo>
                  <a:lnTo>
                    <a:pt x="8032534" y="175488"/>
                  </a:lnTo>
                  <a:lnTo>
                    <a:pt x="8083258" y="175488"/>
                  </a:lnTo>
                  <a:lnTo>
                    <a:pt x="8083258" y="198323"/>
                  </a:lnTo>
                  <a:lnTo>
                    <a:pt x="8133982" y="198323"/>
                  </a:lnTo>
                  <a:lnTo>
                    <a:pt x="8133982" y="175488"/>
                  </a:lnTo>
                  <a:lnTo>
                    <a:pt x="8184718" y="175488"/>
                  </a:lnTo>
                  <a:lnTo>
                    <a:pt x="8184718" y="198323"/>
                  </a:lnTo>
                  <a:lnTo>
                    <a:pt x="8235442" y="198323"/>
                  </a:lnTo>
                  <a:lnTo>
                    <a:pt x="8235442" y="175488"/>
                  </a:lnTo>
                  <a:lnTo>
                    <a:pt x="8286153" y="175488"/>
                  </a:lnTo>
                  <a:lnTo>
                    <a:pt x="8286153" y="198323"/>
                  </a:lnTo>
                  <a:lnTo>
                    <a:pt x="8336889" y="198323"/>
                  </a:lnTo>
                  <a:lnTo>
                    <a:pt x="8336889" y="175488"/>
                  </a:lnTo>
                  <a:lnTo>
                    <a:pt x="8387626" y="175488"/>
                  </a:lnTo>
                  <a:lnTo>
                    <a:pt x="8387626" y="198323"/>
                  </a:lnTo>
                  <a:lnTo>
                    <a:pt x="8438337" y="198323"/>
                  </a:lnTo>
                  <a:lnTo>
                    <a:pt x="8438337" y="175488"/>
                  </a:lnTo>
                  <a:lnTo>
                    <a:pt x="8489074" y="175488"/>
                  </a:lnTo>
                  <a:lnTo>
                    <a:pt x="8489074" y="198323"/>
                  </a:lnTo>
                  <a:lnTo>
                    <a:pt x="8539797" y="198323"/>
                  </a:lnTo>
                  <a:lnTo>
                    <a:pt x="8539797" y="175488"/>
                  </a:lnTo>
                  <a:lnTo>
                    <a:pt x="8590521" y="175488"/>
                  </a:lnTo>
                  <a:lnTo>
                    <a:pt x="8590521" y="198323"/>
                  </a:lnTo>
                  <a:lnTo>
                    <a:pt x="8641245" y="198323"/>
                  </a:lnTo>
                  <a:lnTo>
                    <a:pt x="8641245" y="175488"/>
                  </a:lnTo>
                  <a:lnTo>
                    <a:pt x="8691982" y="175488"/>
                  </a:lnTo>
                  <a:lnTo>
                    <a:pt x="8691982" y="198323"/>
                  </a:lnTo>
                  <a:lnTo>
                    <a:pt x="8742705" y="198323"/>
                  </a:lnTo>
                  <a:lnTo>
                    <a:pt x="8742705" y="175488"/>
                  </a:lnTo>
                  <a:lnTo>
                    <a:pt x="8793429" y="175488"/>
                  </a:lnTo>
                  <a:lnTo>
                    <a:pt x="8793429" y="198323"/>
                  </a:lnTo>
                  <a:lnTo>
                    <a:pt x="8844166" y="198323"/>
                  </a:lnTo>
                  <a:lnTo>
                    <a:pt x="8844166" y="175488"/>
                  </a:lnTo>
                  <a:lnTo>
                    <a:pt x="8894889" y="175488"/>
                  </a:lnTo>
                  <a:lnTo>
                    <a:pt x="8894889" y="198323"/>
                  </a:lnTo>
                  <a:lnTo>
                    <a:pt x="8945601" y="198323"/>
                  </a:lnTo>
                  <a:lnTo>
                    <a:pt x="8945601" y="175488"/>
                  </a:lnTo>
                  <a:lnTo>
                    <a:pt x="8996337" y="175488"/>
                  </a:lnTo>
                  <a:lnTo>
                    <a:pt x="8996337" y="198323"/>
                  </a:lnTo>
                  <a:lnTo>
                    <a:pt x="9047074" y="198323"/>
                  </a:lnTo>
                  <a:lnTo>
                    <a:pt x="9047074" y="175488"/>
                  </a:lnTo>
                  <a:lnTo>
                    <a:pt x="9097785" y="175488"/>
                  </a:lnTo>
                  <a:lnTo>
                    <a:pt x="9097785" y="198323"/>
                  </a:lnTo>
                  <a:lnTo>
                    <a:pt x="9148508" y="198323"/>
                  </a:lnTo>
                  <a:lnTo>
                    <a:pt x="9148508" y="175488"/>
                  </a:lnTo>
                  <a:lnTo>
                    <a:pt x="9199245" y="175488"/>
                  </a:lnTo>
                  <a:lnTo>
                    <a:pt x="9199245" y="198323"/>
                  </a:lnTo>
                  <a:lnTo>
                    <a:pt x="9249969" y="198323"/>
                  </a:lnTo>
                  <a:lnTo>
                    <a:pt x="9249969" y="175488"/>
                  </a:lnTo>
                  <a:lnTo>
                    <a:pt x="9300705" y="175488"/>
                  </a:lnTo>
                  <a:lnTo>
                    <a:pt x="9300705" y="198323"/>
                  </a:lnTo>
                  <a:lnTo>
                    <a:pt x="9351429" y="198323"/>
                  </a:lnTo>
                  <a:lnTo>
                    <a:pt x="9351429" y="175488"/>
                  </a:lnTo>
                  <a:lnTo>
                    <a:pt x="9402140" y="175488"/>
                  </a:lnTo>
                  <a:lnTo>
                    <a:pt x="9402140" y="198323"/>
                  </a:lnTo>
                  <a:lnTo>
                    <a:pt x="9452864" y="198323"/>
                  </a:lnTo>
                  <a:lnTo>
                    <a:pt x="9452864" y="175488"/>
                  </a:lnTo>
                  <a:lnTo>
                    <a:pt x="9503613" y="175488"/>
                  </a:lnTo>
                  <a:lnTo>
                    <a:pt x="9503613" y="198323"/>
                  </a:lnTo>
                  <a:lnTo>
                    <a:pt x="9554324" y="198323"/>
                  </a:lnTo>
                  <a:lnTo>
                    <a:pt x="9554324" y="175488"/>
                  </a:lnTo>
                  <a:lnTo>
                    <a:pt x="9605061" y="175488"/>
                  </a:lnTo>
                  <a:lnTo>
                    <a:pt x="9605061" y="198323"/>
                  </a:lnTo>
                  <a:lnTo>
                    <a:pt x="9655785" y="198323"/>
                  </a:lnTo>
                  <a:lnTo>
                    <a:pt x="9655785" y="175488"/>
                  </a:lnTo>
                  <a:lnTo>
                    <a:pt x="9706508" y="175488"/>
                  </a:lnTo>
                  <a:lnTo>
                    <a:pt x="9706508" y="198323"/>
                  </a:lnTo>
                  <a:lnTo>
                    <a:pt x="9757232" y="198323"/>
                  </a:lnTo>
                  <a:lnTo>
                    <a:pt x="9757232" y="175488"/>
                  </a:lnTo>
                  <a:lnTo>
                    <a:pt x="9807969" y="175488"/>
                  </a:lnTo>
                  <a:lnTo>
                    <a:pt x="9807969" y="198323"/>
                  </a:lnTo>
                  <a:lnTo>
                    <a:pt x="9858692" y="198323"/>
                  </a:lnTo>
                  <a:lnTo>
                    <a:pt x="9858692" y="175488"/>
                  </a:lnTo>
                  <a:lnTo>
                    <a:pt x="9909404" y="175488"/>
                  </a:lnTo>
                  <a:lnTo>
                    <a:pt x="9909404" y="198323"/>
                  </a:lnTo>
                  <a:lnTo>
                    <a:pt x="9960140" y="198323"/>
                  </a:lnTo>
                  <a:lnTo>
                    <a:pt x="9960140" y="175488"/>
                  </a:lnTo>
                  <a:lnTo>
                    <a:pt x="10010877" y="175488"/>
                  </a:lnTo>
                  <a:lnTo>
                    <a:pt x="10010877" y="198323"/>
                  </a:lnTo>
                  <a:lnTo>
                    <a:pt x="10061588" y="198323"/>
                  </a:lnTo>
                  <a:lnTo>
                    <a:pt x="10061588" y="175488"/>
                  </a:lnTo>
                  <a:lnTo>
                    <a:pt x="10112311" y="175488"/>
                  </a:lnTo>
                  <a:lnTo>
                    <a:pt x="10112311" y="198323"/>
                  </a:lnTo>
                  <a:lnTo>
                    <a:pt x="10163048" y="198323"/>
                  </a:lnTo>
                  <a:lnTo>
                    <a:pt x="10163048" y="175488"/>
                  </a:lnTo>
                  <a:lnTo>
                    <a:pt x="10213772" y="175488"/>
                  </a:lnTo>
                  <a:lnTo>
                    <a:pt x="10213772" y="198323"/>
                  </a:lnTo>
                  <a:lnTo>
                    <a:pt x="10264496" y="198323"/>
                  </a:lnTo>
                  <a:lnTo>
                    <a:pt x="10264496" y="175488"/>
                  </a:lnTo>
                  <a:lnTo>
                    <a:pt x="10315232" y="175488"/>
                  </a:lnTo>
                  <a:lnTo>
                    <a:pt x="10315232" y="198323"/>
                  </a:lnTo>
                  <a:lnTo>
                    <a:pt x="10365943" y="198323"/>
                  </a:lnTo>
                  <a:lnTo>
                    <a:pt x="10365943" y="175488"/>
                  </a:lnTo>
                  <a:lnTo>
                    <a:pt x="10416680" y="175488"/>
                  </a:lnTo>
                  <a:lnTo>
                    <a:pt x="10416680" y="198323"/>
                  </a:lnTo>
                  <a:lnTo>
                    <a:pt x="10467403" y="198323"/>
                  </a:lnTo>
                  <a:lnTo>
                    <a:pt x="10467403" y="175488"/>
                  </a:lnTo>
                  <a:lnTo>
                    <a:pt x="10518127" y="175488"/>
                  </a:lnTo>
                  <a:lnTo>
                    <a:pt x="10518127" y="198323"/>
                  </a:lnTo>
                  <a:lnTo>
                    <a:pt x="10568851" y="198323"/>
                  </a:lnTo>
                  <a:lnTo>
                    <a:pt x="10568851" y="175488"/>
                  </a:lnTo>
                  <a:lnTo>
                    <a:pt x="10619575" y="175488"/>
                  </a:lnTo>
                  <a:lnTo>
                    <a:pt x="10619575" y="198323"/>
                  </a:lnTo>
                  <a:lnTo>
                    <a:pt x="10670311" y="198323"/>
                  </a:lnTo>
                  <a:lnTo>
                    <a:pt x="10670311" y="175488"/>
                  </a:lnTo>
                  <a:lnTo>
                    <a:pt x="10721035" y="175488"/>
                  </a:lnTo>
                  <a:lnTo>
                    <a:pt x="10721035" y="198323"/>
                  </a:lnTo>
                  <a:lnTo>
                    <a:pt x="10771759" y="198323"/>
                  </a:lnTo>
                  <a:lnTo>
                    <a:pt x="10771759" y="175488"/>
                  </a:lnTo>
                  <a:lnTo>
                    <a:pt x="10822496" y="175488"/>
                  </a:lnTo>
                  <a:lnTo>
                    <a:pt x="10822496" y="198323"/>
                  </a:lnTo>
                  <a:lnTo>
                    <a:pt x="10873219" y="198323"/>
                  </a:lnTo>
                  <a:lnTo>
                    <a:pt x="10873219" y="175488"/>
                  </a:lnTo>
                  <a:lnTo>
                    <a:pt x="10923943" y="175488"/>
                  </a:lnTo>
                  <a:lnTo>
                    <a:pt x="10923943" y="198323"/>
                  </a:lnTo>
                  <a:lnTo>
                    <a:pt x="10974667" y="198323"/>
                  </a:lnTo>
                  <a:lnTo>
                    <a:pt x="10974667" y="175488"/>
                  </a:lnTo>
                  <a:lnTo>
                    <a:pt x="11025391" y="175488"/>
                  </a:lnTo>
                  <a:lnTo>
                    <a:pt x="11025391" y="198323"/>
                  </a:lnTo>
                  <a:lnTo>
                    <a:pt x="11076127" y="198323"/>
                  </a:lnTo>
                  <a:lnTo>
                    <a:pt x="11076127" y="175488"/>
                  </a:lnTo>
                  <a:lnTo>
                    <a:pt x="11126851" y="175488"/>
                  </a:lnTo>
                  <a:lnTo>
                    <a:pt x="11126851" y="198323"/>
                  </a:lnTo>
                  <a:lnTo>
                    <a:pt x="11177562" y="198323"/>
                  </a:lnTo>
                  <a:lnTo>
                    <a:pt x="11177562" y="175488"/>
                  </a:lnTo>
                  <a:lnTo>
                    <a:pt x="11228299" y="175488"/>
                  </a:lnTo>
                  <a:lnTo>
                    <a:pt x="11228299" y="198323"/>
                  </a:lnTo>
                  <a:lnTo>
                    <a:pt x="11279022" y="198323"/>
                  </a:lnTo>
                  <a:lnTo>
                    <a:pt x="11279022" y="175488"/>
                  </a:lnTo>
                  <a:lnTo>
                    <a:pt x="11329759" y="175488"/>
                  </a:lnTo>
                  <a:lnTo>
                    <a:pt x="11329759" y="198323"/>
                  </a:lnTo>
                  <a:lnTo>
                    <a:pt x="11355121" y="198323"/>
                  </a:lnTo>
                  <a:lnTo>
                    <a:pt x="11355121" y="175488"/>
                  </a:lnTo>
                  <a:lnTo>
                    <a:pt x="11427295" y="175488"/>
                  </a:lnTo>
                  <a:lnTo>
                    <a:pt x="11427295" y="198323"/>
                  </a:lnTo>
                  <a:lnTo>
                    <a:pt x="11452670" y="198323"/>
                  </a:lnTo>
                  <a:lnTo>
                    <a:pt x="11452670" y="159169"/>
                  </a:lnTo>
                  <a:lnTo>
                    <a:pt x="11458702" y="149783"/>
                  </a:lnTo>
                  <a:lnTo>
                    <a:pt x="11466855" y="121894"/>
                  </a:lnTo>
                  <a:lnTo>
                    <a:pt x="11469853" y="87744"/>
                  </a:lnTo>
                  <a:close/>
                </a:path>
                <a:path w="14090650" h="198755">
                  <a:moveTo>
                    <a:pt x="11554117" y="157734"/>
                  </a:moveTo>
                  <a:lnTo>
                    <a:pt x="11503406" y="157734"/>
                  </a:lnTo>
                  <a:lnTo>
                    <a:pt x="11503406" y="198323"/>
                  </a:lnTo>
                  <a:lnTo>
                    <a:pt x="11554117" y="198323"/>
                  </a:lnTo>
                  <a:lnTo>
                    <a:pt x="11554117" y="157734"/>
                  </a:lnTo>
                  <a:close/>
                </a:path>
                <a:path w="14090650" h="198755">
                  <a:moveTo>
                    <a:pt x="11655577" y="157734"/>
                  </a:moveTo>
                  <a:lnTo>
                    <a:pt x="11604854" y="157734"/>
                  </a:lnTo>
                  <a:lnTo>
                    <a:pt x="11604854" y="198323"/>
                  </a:lnTo>
                  <a:lnTo>
                    <a:pt x="11655577" y="198323"/>
                  </a:lnTo>
                  <a:lnTo>
                    <a:pt x="11655577" y="157734"/>
                  </a:lnTo>
                  <a:close/>
                </a:path>
                <a:path w="14090650" h="198755">
                  <a:moveTo>
                    <a:pt x="11757025" y="157734"/>
                  </a:moveTo>
                  <a:lnTo>
                    <a:pt x="11706301" y="157734"/>
                  </a:lnTo>
                  <a:lnTo>
                    <a:pt x="11706301" y="198323"/>
                  </a:lnTo>
                  <a:lnTo>
                    <a:pt x="11757025" y="198323"/>
                  </a:lnTo>
                  <a:lnTo>
                    <a:pt x="11757025" y="157734"/>
                  </a:lnTo>
                  <a:close/>
                </a:path>
                <a:path w="14090650" h="198755">
                  <a:moveTo>
                    <a:pt x="11858485" y="157734"/>
                  </a:moveTo>
                  <a:lnTo>
                    <a:pt x="11807762" y="157734"/>
                  </a:lnTo>
                  <a:lnTo>
                    <a:pt x="11807762" y="198323"/>
                  </a:lnTo>
                  <a:lnTo>
                    <a:pt x="11858485" y="198323"/>
                  </a:lnTo>
                  <a:lnTo>
                    <a:pt x="11858485" y="157734"/>
                  </a:lnTo>
                  <a:close/>
                </a:path>
                <a:path w="14090650" h="198755">
                  <a:moveTo>
                    <a:pt x="11959933" y="157734"/>
                  </a:moveTo>
                  <a:lnTo>
                    <a:pt x="11909209" y="157734"/>
                  </a:lnTo>
                  <a:lnTo>
                    <a:pt x="11909209" y="198323"/>
                  </a:lnTo>
                  <a:lnTo>
                    <a:pt x="11959933" y="198323"/>
                  </a:lnTo>
                  <a:lnTo>
                    <a:pt x="11959933" y="157734"/>
                  </a:lnTo>
                  <a:close/>
                </a:path>
                <a:path w="14090650" h="198755">
                  <a:moveTo>
                    <a:pt x="12061381" y="157734"/>
                  </a:moveTo>
                  <a:lnTo>
                    <a:pt x="12010657" y="157734"/>
                  </a:lnTo>
                  <a:lnTo>
                    <a:pt x="12010657" y="198323"/>
                  </a:lnTo>
                  <a:lnTo>
                    <a:pt x="12061381" y="198323"/>
                  </a:lnTo>
                  <a:lnTo>
                    <a:pt x="12061381" y="157734"/>
                  </a:lnTo>
                  <a:close/>
                </a:path>
                <a:path w="14090650" h="198755">
                  <a:moveTo>
                    <a:pt x="12162841" y="157734"/>
                  </a:moveTo>
                  <a:lnTo>
                    <a:pt x="12112104" y="157734"/>
                  </a:lnTo>
                  <a:lnTo>
                    <a:pt x="12112104" y="198323"/>
                  </a:lnTo>
                  <a:lnTo>
                    <a:pt x="12162841" y="198323"/>
                  </a:lnTo>
                  <a:lnTo>
                    <a:pt x="12162841" y="157734"/>
                  </a:lnTo>
                  <a:close/>
                </a:path>
                <a:path w="14090650" h="198755">
                  <a:moveTo>
                    <a:pt x="12264288" y="157734"/>
                  </a:moveTo>
                  <a:lnTo>
                    <a:pt x="12213552" y="157734"/>
                  </a:lnTo>
                  <a:lnTo>
                    <a:pt x="12213552" y="198323"/>
                  </a:lnTo>
                  <a:lnTo>
                    <a:pt x="12264288" y="198323"/>
                  </a:lnTo>
                  <a:lnTo>
                    <a:pt x="12264288" y="157734"/>
                  </a:lnTo>
                  <a:close/>
                </a:path>
                <a:path w="14090650" h="198755">
                  <a:moveTo>
                    <a:pt x="12365736" y="157734"/>
                  </a:moveTo>
                  <a:lnTo>
                    <a:pt x="12315012" y="157734"/>
                  </a:lnTo>
                  <a:lnTo>
                    <a:pt x="12315012" y="198323"/>
                  </a:lnTo>
                  <a:lnTo>
                    <a:pt x="12365736" y="198323"/>
                  </a:lnTo>
                  <a:lnTo>
                    <a:pt x="12365736" y="157734"/>
                  </a:lnTo>
                  <a:close/>
                </a:path>
                <a:path w="14090650" h="198755">
                  <a:moveTo>
                    <a:pt x="12467196" y="157734"/>
                  </a:moveTo>
                  <a:lnTo>
                    <a:pt x="12416473" y="157734"/>
                  </a:lnTo>
                  <a:lnTo>
                    <a:pt x="12416473" y="198323"/>
                  </a:lnTo>
                  <a:lnTo>
                    <a:pt x="12467196" y="198323"/>
                  </a:lnTo>
                  <a:lnTo>
                    <a:pt x="12467196" y="157734"/>
                  </a:lnTo>
                  <a:close/>
                </a:path>
                <a:path w="14090650" h="198755">
                  <a:moveTo>
                    <a:pt x="12568644" y="157734"/>
                  </a:moveTo>
                  <a:lnTo>
                    <a:pt x="12517920" y="157734"/>
                  </a:lnTo>
                  <a:lnTo>
                    <a:pt x="12517920" y="198323"/>
                  </a:lnTo>
                  <a:lnTo>
                    <a:pt x="12568644" y="198323"/>
                  </a:lnTo>
                  <a:lnTo>
                    <a:pt x="12568644" y="157734"/>
                  </a:lnTo>
                  <a:close/>
                </a:path>
                <a:path w="14090650" h="198755">
                  <a:moveTo>
                    <a:pt x="12670104" y="157734"/>
                  </a:moveTo>
                  <a:lnTo>
                    <a:pt x="12619380" y="157734"/>
                  </a:lnTo>
                  <a:lnTo>
                    <a:pt x="12619380" y="198323"/>
                  </a:lnTo>
                  <a:lnTo>
                    <a:pt x="12670104" y="198323"/>
                  </a:lnTo>
                  <a:lnTo>
                    <a:pt x="12670104" y="157734"/>
                  </a:lnTo>
                  <a:close/>
                </a:path>
                <a:path w="14090650" h="198755">
                  <a:moveTo>
                    <a:pt x="12771552" y="157734"/>
                  </a:moveTo>
                  <a:lnTo>
                    <a:pt x="12720828" y="157734"/>
                  </a:lnTo>
                  <a:lnTo>
                    <a:pt x="12720828" y="198323"/>
                  </a:lnTo>
                  <a:lnTo>
                    <a:pt x="12771552" y="198323"/>
                  </a:lnTo>
                  <a:lnTo>
                    <a:pt x="12771552" y="157734"/>
                  </a:lnTo>
                  <a:close/>
                </a:path>
                <a:path w="14090650" h="198755">
                  <a:moveTo>
                    <a:pt x="12873000" y="157734"/>
                  </a:moveTo>
                  <a:lnTo>
                    <a:pt x="12822288" y="157734"/>
                  </a:lnTo>
                  <a:lnTo>
                    <a:pt x="12822288" y="198323"/>
                  </a:lnTo>
                  <a:lnTo>
                    <a:pt x="12873000" y="198323"/>
                  </a:lnTo>
                  <a:lnTo>
                    <a:pt x="12873000" y="157734"/>
                  </a:lnTo>
                  <a:close/>
                </a:path>
                <a:path w="14090650" h="198755">
                  <a:moveTo>
                    <a:pt x="12974473" y="157734"/>
                  </a:moveTo>
                  <a:lnTo>
                    <a:pt x="12923736" y="157734"/>
                  </a:lnTo>
                  <a:lnTo>
                    <a:pt x="12923736" y="198323"/>
                  </a:lnTo>
                  <a:lnTo>
                    <a:pt x="12974473" y="198323"/>
                  </a:lnTo>
                  <a:lnTo>
                    <a:pt x="12974473" y="157734"/>
                  </a:lnTo>
                  <a:close/>
                </a:path>
                <a:path w="14090650" h="198755">
                  <a:moveTo>
                    <a:pt x="13075920" y="157734"/>
                  </a:moveTo>
                  <a:lnTo>
                    <a:pt x="13025184" y="157734"/>
                  </a:lnTo>
                  <a:lnTo>
                    <a:pt x="13025184" y="198323"/>
                  </a:lnTo>
                  <a:lnTo>
                    <a:pt x="13075920" y="198323"/>
                  </a:lnTo>
                  <a:lnTo>
                    <a:pt x="13075920" y="157734"/>
                  </a:lnTo>
                  <a:close/>
                </a:path>
                <a:path w="14090650" h="198755">
                  <a:moveTo>
                    <a:pt x="13177368" y="157734"/>
                  </a:moveTo>
                  <a:lnTo>
                    <a:pt x="13126644" y="157734"/>
                  </a:lnTo>
                  <a:lnTo>
                    <a:pt x="13126644" y="198323"/>
                  </a:lnTo>
                  <a:lnTo>
                    <a:pt x="13177368" y="198323"/>
                  </a:lnTo>
                  <a:lnTo>
                    <a:pt x="13177368" y="157734"/>
                  </a:lnTo>
                  <a:close/>
                </a:path>
                <a:path w="14090650" h="198755">
                  <a:moveTo>
                    <a:pt x="13278828" y="157734"/>
                  </a:moveTo>
                  <a:lnTo>
                    <a:pt x="13228092" y="157734"/>
                  </a:lnTo>
                  <a:lnTo>
                    <a:pt x="13228092" y="198323"/>
                  </a:lnTo>
                  <a:lnTo>
                    <a:pt x="13278828" y="198323"/>
                  </a:lnTo>
                  <a:lnTo>
                    <a:pt x="13278828" y="157734"/>
                  </a:lnTo>
                  <a:close/>
                </a:path>
                <a:path w="14090650" h="198755">
                  <a:moveTo>
                    <a:pt x="13380276" y="157734"/>
                  </a:moveTo>
                  <a:lnTo>
                    <a:pt x="13329552" y="157734"/>
                  </a:lnTo>
                  <a:lnTo>
                    <a:pt x="13329552" y="198323"/>
                  </a:lnTo>
                  <a:lnTo>
                    <a:pt x="13380276" y="198323"/>
                  </a:lnTo>
                  <a:lnTo>
                    <a:pt x="13380276" y="157734"/>
                  </a:lnTo>
                  <a:close/>
                </a:path>
                <a:path w="14090650" h="198755">
                  <a:moveTo>
                    <a:pt x="13481723" y="157734"/>
                  </a:moveTo>
                  <a:lnTo>
                    <a:pt x="13431012" y="157734"/>
                  </a:lnTo>
                  <a:lnTo>
                    <a:pt x="13431012" y="198323"/>
                  </a:lnTo>
                  <a:lnTo>
                    <a:pt x="13481723" y="198323"/>
                  </a:lnTo>
                  <a:lnTo>
                    <a:pt x="13481723" y="157734"/>
                  </a:lnTo>
                  <a:close/>
                </a:path>
                <a:path w="14090650" h="198755">
                  <a:moveTo>
                    <a:pt x="13583184" y="157734"/>
                  </a:moveTo>
                  <a:lnTo>
                    <a:pt x="13532460" y="157734"/>
                  </a:lnTo>
                  <a:lnTo>
                    <a:pt x="13532460" y="198323"/>
                  </a:lnTo>
                  <a:lnTo>
                    <a:pt x="13583184" y="198323"/>
                  </a:lnTo>
                  <a:lnTo>
                    <a:pt x="13583184" y="157734"/>
                  </a:lnTo>
                  <a:close/>
                </a:path>
                <a:path w="14090650" h="198755">
                  <a:moveTo>
                    <a:pt x="13684631" y="157734"/>
                  </a:moveTo>
                  <a:lnTo>
                    <a:pt x="13633907" y="157734"/>
                  </a:lnTo>
                  <a:lnTo>
                    <a:pt x="13633907" y="198323"/>
                  </a:lnTo>
                  <a:lnTo>
                    <a:pt x="13684631" y="198323"/>
                  </a:lnTo>
                  <a:lnTo>
                    <a:pt x="13684631" y="157734"/>
                  </a:lnTo>
                  <a:close/>
                </a:path>
                <a:path w="14090650" h="198755">
                  <a:moveTo>
                    <a:pt x="13786091" y="157734"/>
                  </a:moveTo>
                  <a:lnTo>
                    <a:pt x="13735368" y="157734"/>
                  </a:lnTo>
                  <a:lnTo>
                    <a:pt x="13735368" y="198323"/>
                  </a:lnTo>
                  <a:lnTo>
                    <a:pt x="13786091" y="198323"/>
                  </a:lnTo>
                  <a:lnTo>
                    <a:pt x="13786091" y="157734"/>
                  </a:lnTo>
                  <a:close/>
                </a:path>
                <a:path w="14090650" h="198755">
                  <a:moveTo>
                    <a:pt x="13887539" y="157734"/>
                  </a:moveTo>
                  <a:lnTo>
                    <a:pt x="13836803" y="157734"/>
                  </a:lnTo>
                  <a:lnTo>
                    <a:pt x="13836803" y="198323"/>
                  </a:lnTo>
                  <a:lnTo>
                    <a:pt x="13887539" y="198323"/>
                  </a:lnTo>
                  <a:lnTo>
                    <a:pt x="13887539" y="157734"/>
                  </a:lnTo>
                  <a:close/>
                </a:path>
                <a:path w="14090650" h="198755">
                  <a:moveTo>
                    <a:pt x="13988987" y="157734"/>
                  </a:moveTo>
                  <a:lnTo>
                    <a:pt x="13938263" y="157734"/>
                  </a:lnTo>
                  <a:lnTo>
                    <a:pt x="13938263" y="198323"/>
                  </a:lnTo>
                  <a:lnTo>
                    <a:pt x="13988987" y="198323"/>
                  </a:lnTo>
                  <a:lnTo>
                    <a:pt x="13988987" y="157734"/>
                  </a:lnTo>
                  <a:close/>
                </a:path>
                <a:path w="14090650" h="198755">
                  <a:moveTo>
                    <a:pt x="14090447" y="157734"/>
                  </a:moveTo>
                  <a:lnTo>
                    <a:pt x="14039710" y="157734"/>
                  </a:lnTo>
                  <a:lnTo>
                    <a:pt x="14039710" y="198323"/>
                  </a:lnTo>
                  <a:lnTo>
                    <a:pt x="14090447" y="198323"/>
                  </a:lnTo>
                  <a:lnTo>
                    <a:pt x="14090447" y="157734"/>
                  </a:lnTo>
                  <a:close/>
                </a:path>
              </a:pathLst>
            </a:custGeom>
            <a:solidFill>
              <a:srgbClr val="90D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1384623" y="2820574"/>
              <a:ext cx="8701405" cy="198755"/>
            </a:xfrm>
            <a:custGeom>
              <a:avLst/>
              <a:gdLst/>
              <a:ahLst/>
              <a:cxnLst/>
              <a:rect l="l" t="t" r="r" b="b"/>
              <a:pathLst>
                <a:path w="8701405" h="198755">
                  <a:moveTo>
                    <a:pt x="8700986" y="0"/>
                  </a:moveTo>
                  <a:lnTo>
                    <a:pt x="38061" y="0"/>
                  </a:lnTo>
                  <a:lnTo>
                    <a:pt x="23241" y="6896"/>
                  </a:lnTo>
                  <a:lnTo>
                    <a:pt x="11150" y="25704"/>
                  </a:lnTo>
                  <a:lnTo>
                    <a:pt x="2997" y="53594"/>
                  </a:lnTo>
                  <a:lnTo>
                    <a:pt x="0" y="87744"/>
                  </a:lnTo>
                  <a:lnTo>
                    <a:pt x="2997" y="121894"/>
                  </a:lnTo>
                  <a:lnTo>
                    <a:pt x="11150" y="149783"/>
                  </a:lnTo>
                  <a:lnTo>
                    <a:pt x="23241" y="168592"/>
                  </a:lnTo>
                  <a:lnTo>
                    <a:pt x="38061" y="175488"/>
                  </a:lnTo>
                  <a:lnTo>
                    <a:pt x="2680868" y="175488"/>
                  </a:lnTo>
                  <a:lnTo>
                    <a:pt x="2680868" y="198323"/>
                  </a:lnTo>
                  <a:lnTo>
                    <a:pt x="2731605" y="198323"/>
                  </a:lnTo>
                  <a:lnTo>
                    <a:pt x="2731605" y="175488"/>
                  </a:lnTo>
                  <a:lnTo>
                    <a:pt x="2782316" y="175488"/>
                  </a:lnTo>
                  <a:lnTo>
                    <a:pt x="2782316" y="198323"/>
                  </a:lnTo>
                  <a:lnTo>
                    <a:pt x="2833052" y="198323"/>
                  </a:lnTo>
                  <a:lnTo>
                    <a:pt x="2833052" y="175488"/>
                  </a:lnTo>
                  <a:lnTo>
                    <a:pt x="2883789" y="175488"/>
                  </a:lnTo>
                  <a:lnTo>
                    <a:pt x="2883789" y="198323"/>
                  </a:lnTo>
                  <a:lnTo>
                    <a:pt x="2934500" y="198323"/>
                  </a:lnTo>
                  <a:lnTo>
                    <a:pt x="2934500" y="175488"/>
                  </a:lnTo>
                  <a:lnTo>
                    <a:pt x="2985236" y="175488"/>
                  </a:lnTo>
                  <a:lnTo>
                    <a:pt x="2985236" y="198323"/>
                  </a:lnTo>
                  <a:lnTo>
                    <a:pt x="3035960" y="198323"/>
                  </a:lnTo>
                  <a:lnTo>
                    <a:pt x="3035960" y="175488"/>
                  </a:lnTo>
                  <a:lnTo>
                    <a:pt x="3086684" y="175488"/>
                  </a:lnTo>
                  <a:lnTo>
                    <a:pt x="3086684" y="198323"/>
                  </a:lnTo>
                  <a:lnTo>
                    <a:pt x="3137408" y="198323"/>
                  </a:lnTo>
                  <a:lnTo>
                    <a:pt x="3137408" y="175488"/>
                  </a:lnTo>
                  <a:lnTo>
                    <a:pt x="3188144" y="175488"/>
                  </a:lnTo>
                  <a:lnTo>
                    <a:pt x="3188144" y="198323"/>
                  </a:lnTo>
                  <a:lnTo>
                    <a:pt x="3238868" y="198323"/>
                  </a:lnTo>
                  <a:lnTo>
                    <a:pt x="3238868" y="175488"/>
                  </a:lnTo>
                  <a:lnTo>
                    <a:pt x="3289592" y="175488"/>
                  </a:lnTo>
                  <a:lnTo>
                    <a:pt x="3289592" y="198323"/>
                  </a:lnTo>
                  <a:lnTo>
                    <a:pt x="3340316" y="198323"/>
                  </a:lnTo>
                  <a:lnTo>
                    <a:pt x="3340316" y="175488"/>
                  </a:lnTo>
                  <a:lnTo>
                    <a:pt x="3391039" y="175488"/>
                  </a:lnTo>
                  <a:lnTo>
                    <a:pt x="3391039" y="198323"/>
                  </a:lnTo>
                  <a:lnTo>
                    <a:pt x="3441763" y="198323"/>
                  </a:lnTo>
                  <a:lnTo>
                    <a:pt x="3441763" y="175488"/>
                  </a:lnTo>
                  <a:lnTo>
                    <a:pt x="3492487" y="175488"/>
                  </a:lnTo>
                  <a:lnTo>
                    <a:pt x="3492487" y="198323"/>
                  </a:lnTo>
                  <a:lnTo>
                    <a:pt x="3543223" y="198323"/>
                  </a:lnTo>
                  <a:lnTo>
                    <a:pt x="3543223" y="175488"/>
                  </a:lnTo>
                  <a:lnTo>
                    <a:pt x="3593947" y="175488"/>
                  </a:lnTo>
                  <a:lnTo>
                    <a:pt x="3593947" y="198323"/>
                  </a:lnTo>
                  <a:lnTo>
                    <a:pt x="3644684" y="198323"/>
                  </a:lnTo>
                  <a:lnTo>
                    <a:pt x="3644684" y="175488"/>
                  </a:lnTo>
                  <a:lnTo>
                    <a:pt x="3695408" y="175488"/>
                  </a:lnTo>
                  <a:lnTo>
                    <a:pt x="3695408" y="198323"/>
                  </a:lnTo>
                  <a:lnTo>
                    <a:pt x="3746131" y="198323"/>
                  </a:lnTo>
                  <a:lnTo>
                    <a:pt x="3746131" y="175488"/>
                  </a:lnTo>
                  <a:lnTo>
                    <a:pt x="3796855" y="175488"/>
                  </a:lnTo>
                  <a:lnTo>
                    <a:pt x="3796855" y="198323"/>
                  </a:lnTo>
                  <a:lnTo>
                    <a:pt x="3847579" y="198323"/>
                  </a:lnTo>
                  <a:lnTo>
                    <a:pt x="3847579" y="175488"/>
                  </a:lnTo>
                  <a:lnTo>
                    <a:pt x="3898315" y="175488"/>
                  </a:lnTo>
                  <a:lnTo>
                    <a:pt x="3898315" y="198323"/>
                  </a:lnTo>
                  <a:lnTo>
                    <a:pt x="3949039" y="198323"/>
                  </a:lnTo>
                  <a:lnTo>
                    <a:pt x="3949039" y="175488"/>
                  </a:lnTo>
                  <a:lnTo>
                    <a:pt x="3999776" y="175488"/>
                  </a:lnTo>
                  <a:lnTo>
                    <a:pt x="3999776" y="198323"/>
                  </a:lnTo>
                  <a:lnTo>
                    <a:pt x="4050487" y="198323"/>
                  </a:lnTo>
                  <a:lnTo>
                    <a:pt x="4050487" y="175488"/>
                  </a:lnTo>
                  <a:lnTo>
                    <a:pt x="4101223" y="175488"/>
                  </a:lnTo>
                  <a:lnTo>
                    <a:pt x="4101223" y="198323"/>
                  </a:lnTo>
                  <a:lnTo>
                    <a:pt x="4151947" y="198323"/>
                  </a:lnTo>
                  <a:lnTo>
                    <a:pt x="4151947" y="175488"/>
                  </a:lnTo>
                  <a:lnTo>
                    <a:pt x="4202671" y="175488"/>
                  </a:lnTo>
                  <a:lnTo>
                    <a:pt x="4202671" y="198323"/>
                  </a:lnTo>
                  <a:lnTo>
                    <a:pt x="4253395" y="198323"/>
                  </a:lnTo>
                  <a:lnTo>
                    <a:pt x="4253395" y="175488"/>
                  </a:lnTo>
                  <a:lnTo>
                    <a:pt x="4304119" y="175488"/>
                  </a:lnTo>
                  <a:lnTo>
                    <a:pt x="4304119" y="198323"/>
                  </a:lnTo>
                  <a:lnTo>
                    <a:pt x="4354855" y="198323"/>
                  </a:lnTo>
                  <a:lnTo>
                    <a:pt x="4354855" y="175488"/>
                  </a:lnTo>
                  <a:lnTo>
                    <a:pt x="4405566" y="175488"/>
                  </a:lnTo>
                  <a:lnTo>
                    <a:pt x="4405566" y="198323"/>
                  </a:lnTo>
                  <a:lnTo>
                    <a:pt x="4456303" y="198323"/>
                  </a:lnTo>
                  <a:lnTo>
                    <a:pt x="4456303" y="175488"/>
                  </a:lnTo>
                  <a:lnTo>
                    <a:pt x="4507027" y="175488"/>
                  </a:lnTo>
                  <a:lnTo>
                    <a:pt x="4507027" y="198323"/>
                  </a:lnTo>
                  <a:lnTo>
                    <a:pt x="4557750" y="198323"/>
                  </a:lnTo>
                  <a:lnTo>
                    <a:pt x="4557750" y="175488"/>
                  </a:lnTo>
                  <a:lnTo>
                    <a:pt x="4608474" y="175488"/>
                  </a:lnTo>
                  <a:lnTo>
                    <a:pt x="4608474" y="198323"/>
                  </a:lnTo>
                  <a:lnTo>
                    <a:pt x="4659211" y="198323"/>
                  </a:lnTo>
                  <a:lnTo>
                    <a:pt x="4659211" y="175488"/>
                  </a:lnTo>
                  <a:lnTo>
                    <a:pt x="4709934" y="175488"/>
                  </a:lnTo>
                  <a:lnTo>
                    <a:pt x="4709934" y="198323"/>
                  </a:lnTo>
                  <a:lnTo>
                    <a:pt x="4760658" y="198323"/>
                  </a:lnTo>
                  <a:lnTo>
                    <a:pt x="4760658" y="175488"/>
                  </a:lnTo>
                  <a:lnTo>
                    <a:pt x="4811395" y="175488"/>
                  </a:lnTo>
                  <a:lnTo>
                    <a:pt x="4811395" y="198323"/>
                  </a:lnTo>
                  <a:lnTo>
                    <a:pt x="4862106" y="198323"/>
                  </a:lnTo>
                  <a:lnTo>
                    <a:pt x="4862106" y="175488"/>
                  </a:lnTo>
                  <a:lnTo>
                    <a:pt x="4912842" y="175488"/>
                  </a:lnTo>
                  <a:lnTo>
                    <a:pt x="4912842" y="198323"/>
                  </a:lnTo>
                  <a:lnTo>
                    <a:pt x="4963566" y="198323"/>
                  </a:lnTo>
                  <a:lnTo>
                    <a:pt x="4963566" y="175488"/>
                  </a:lnTo>
                  <a:lnTo>
                    <a:pt x="5014290" y="175488"/>
                  </a:lnTo>
                  <a:lnTo>
                    <a:pt x="5014290" y="198323"/>
                  </a:lnTo>
                  <a:lnTo>
                    <a:pt x="5065014" y="198323"/>
                  </a:lnTo>
                  <a:lnTo>
                    <a:pt x="5065014" y="175488"/>
                  </a:lnTo>
                  <a:lnTo>
                    <a:pt x="5115750" y="175488"/>
                  </a:lnTo>
                  <a:lnTo>
                    <a:pt x="5115750" y="198323"/>
                  </a:lnTo>
                  <a:lnTo>
                    <a:pt x="5166474" y="198323"/>
                  </a:lnTo>
                  <a:lnTo>
                    <a:pt x="5166474" y="175488"/>
                  </a:lnTo>
                  <a:lnTo>
                    <a:pt x="5217185" y="175488"/>
                  </a:lnTo>
                  <a:lnTo>
                    <a:pt x="5217185" y="198323"/>
                  </a:lnTo>
                  <a:lnTo>
                    <a:pt x="5267922" y="198323"/>
                  </a:lnTo>
                  <a:lnTo>
                    <a:pt x="5267922" y="175488"/>
                  </a:lnTo>
                  <a:lnTo>
                    <a:pt x="5318645" y="175488"/>
                  </a:lnTo>
                  <a:lnTo>
                    <a:pt x="5318645" y="198323"/>
                  </a:lnTo>
                  <a:lnTo>
                    <a:pt x="5369369" y="198323"/>
                  </a:lnTo>
                  <a:lnTo>
                    <a:pt x="5369369" y="175488"/>
                  </a:lnTo>
                  <a:lnTo>
                    <a:pt x="5420093" y="175488"/>
                  </a:lnTo>
                  <a:lnTo>
                    <a:pt x="5420093" y="198323"/>
                  </a:lnTo>
                  <a:lnTo>
                    <a:pt x="5470830" y="198323"/>
                  </a:lnTo>
                  <a:lnTo>
                    <a:pt x="5470830" y="175488"/>
                  </a:lnTo>
                  <a:lnTo>
                    <a:pt x="5521553" y="175488"/>
                  </a:lnTo>
                  <a:lnTo>
                    <a:pt x="5521553" y="198323"/>
                  </a:lnTo>
                  <a:lnTo>
                    <a:pt x="5572277" y="198323"/>
                  </a:lnTo>
                  <a:lnTo>
                    <a:pt x="5572277" y="175488"/>
                  </a:lnTo>
                  <a:lnTo>
                    <a:pt x="5623014" y="175488"/>
                  </a:lnTo>
                  <a:lnTo>
                    <a:pt x="5623014" y="198323"/>
                  </a:lnTo>
                  <a:lnTo>
                    <a:pt x="5673737" y="198323"/>
                  </a:lnTo>
                  <a:lnTo>
                    <a:pt x="5673737" y="175488"/>
                  </a:lnTo>
                  <a:lnTo>
                    <a:pt x="5724461" y="175488"/>
                  </a:lnTo>
                  <a:lnTo>
                    <a:pt x="5724461" y="198323"/>
                  </a:lnTo>
                  <a:lnTo>
                    <a:pt x="5775185" y="198323"/>
                  </a:lnTo>
                  <a:lnTo>
                    <a:pt x="5775185" y="175488"/>
                  </a:lnTo>
                  <a:lnTo>
                    <a:pt x="5825909" y="175488"/>
                  </a:lnTo>
                  <a:lnTo>
                    <a:pt x="5825909" y="198323"/>
                  </a:lnTo>
                  <a:lnTo>
                    <a:pt x="5876633" y="198323"/>
                  </a:lnTo>
                  <a:lnTo>
                    <a:pt x="5876633" y="175488"/>
                  </a:lnTo>
                  <a:lnTo>
                    <a:pt x="5927369" y="175488"/>
                  </a:lnTo>
                  <a:lnTo>
                    <a:pt x="5927369" y="198323"/>
                  </a:lnTo>
                  <a:lnTo>
                    <a:pt x="5978093" y="198323"/>
                  </a:lnTo>
                  <a:lnTo>
                    <a:pt x="5978093" y="175488"/>
                  </a:lnTo>
                  <a:lnTo>
                    <a:pt x="6028829" y="175488"/>
                  </a:lnTo>
                  <a:lnTo>
                    <a:pt x="6028829" y="198323"/>
                  </a:lnTo>
                  <a:lnTo>
                    <a:pt x="6079553" y="198323"/>
                  </a:lnTo>
                  <a:lnTo>
                    <a:pt x="6079553" y="175488"/>
                  </a:lnTo>
                  <a:lnTo>
                    <a:pt x="6130277" y="175488"/>
                  </a:lnTo>
                  <a:lnTo>
                    <a:pt x="6130277" y="198323"/>
                  </a:lnTo>
                  <a:lnTo>
                    <a:pt x="6180988" y="198323"/>
                  </a:lnTo>
                  <a:lnTo>
                    <a:pt x="6180988" y="175488"/>
                  </a:lnTo>
                  <a:lnTo>
                    <a:pt x="6231737" y="175488"/>
                  </a:lnTo>
                  <a:lnTo>
                    <a:pt x="6231737" y="198323"/>
                  </a:lnTo>
                  <a:lnTo>
                    <a:pt x="6282461" y="198323"/>
                  </a:lnTo>
                  <a:lnTo>
                    <a:pt x="6282461" y="175488"/>
                  </a:lnTo>
                  <a:lnTo>
                    <a:pt x="6333185" y="175488"/>
                  </a:lnTo>
                  <a:lnTo>
                    <a:pt x="6333185" y="198323"/>
                  </a:lnTo>
                  <a:lnTo>
                    <a:pt x="6383909" y="198323"/>
                  </a:lnTo>
                  <a:lnTo>
                    <a:pt x="6383909" y="175488"/>
                  </a:lnTo>
                  <a:lnTo>
                    <a:pt x="6434645" y="175488"/>
                  </a:lnTo>
                  <a:lnTo>
                    <a:pt x="6434645" y="198323"/>
                  </a:lnTo>
                  <a:lnTo>
                    <a:pt x="6485356" y="198323"/>
                  </a:lnTo>
                  <a:lnTo>
                    <a:pt x="6485356" y="175488"/>
                  </a:lnTo>
                  <a:lnTo>
                    <a:pt x="6536093" y="175488"/>
                  </a:lnTo>
                  <a:lnTo>
                    <a:pt x="6536093" y="198323"/>
                  </a:lnTo>
                  <a:lnTo>
                    <a:pt x="6586817" y="198323"/>
                  </a:lnTo>
                  <a:lnTo>
                    <a:pt x="6586817" y="175488"/>
                  </a:lnTo>
                  <a:lnTo>
                    <a:pt x="6637541" y="175488"/>
                  </a:lnTo>
                  <a:lnTo>
                    <a:pt x="6637541" y="198323"/>
                  </a:lnTo>
                  <a:lnTo>
                    <a:pt x="6688264" y="198323"/>
                  </a:lnTo>
                  <a:lnTo>
                    <a:pt x="6688264" y="175488"/>
                  </a:lnTo>
                  <a:lnTo>
                    <a:pt x="6739001" y="175488"/>
                  </a:lnTo>
                  <a:lnTo>
                    <a:pt x="6739001" y="198323"/>
                  </a:lnTo>
                  <a:lnTo>
                    <a:pt x="6789712" y="198323"/>
                  </a:lnTo>
                  <a:lnTo>
                    <a:pt x="6789712" y="175488"/>
                  </a:lnTo>
                  <a:lnTo>
                    <a:pt x="6840436" y="175488"/>
                  </a:lnTo>
                  <a:lnTo>
                    <a:pt x="6840436" y="198323"/>
                  </a:lnTo>
                  <a:lnTo>
                    <a:pt x="6891172" y="198323"/>
                  </a:lnTo>
                  <a:lnTo>
                    <a:pt x="6891172" y="175488"/>
                  </a:lnTo>
                  <a:lnTo>
                    <a:pt x="6941896" y="175488"/>
                  </a:lnTo>
                  <a:lnTo>
                    <a:pt x="6941896" y="198323"/>
                  </a:lnTo>
                  <a:lnTo>
                    <a:pt x="6992620" y="198323"/>
                  </a:lnTo>
                  <a:lnTo>
                    <a:pt x="6992620" y="175488"/>
                  </a:lnTo>
                  <a:lnTo>
                    <a:pt x="7043356" y="175488"/>
                  </a:lnTo>
                  <a:lnTo>
                    <a:pt x="7043356" y="198323"/>
                  </a:lnTo>
                  <a:lnTo>
                    <a:pt x="7094080" y="198323"/>
                  </a:lnTo>
                  <a:lnTo>
                    <a:pt x="7094080" y="175488"/>
                  </a:lnTo>
                  <a:lnTo>
                    <a:pt x="7144804" y="175488"/>
                  </a:lnTo>
                  <a:lnTo>
                    <a:pt x="7144804" y="198323"/>
                  </a:lnTo>
                  <a:lnTo>
                    <a:pt x="7195528" y="198323"/>
                  </a:lnTo>
                  <a:lnTo>
                    <a:pt x="7195528" y="175488"/>
                  </a:lnTo>
                  <a:lnTo>
                    <a:pt x="7246264" y="175488"/>
                  </a:lnTo>
                  <a:lnTo>
                    <a:pt x="7246264" y="198323"/>
                  </a:lnTo>
                  <a:lnTo>
                    <a:pt x="7296975" y="198323"/>
                  </a:lnTo>
                  <a:lnTo>
                    <a:pt x="7296975" y="175488"/>
                  </a:lnTo>
                  <a:lnTo>
                    <a:pt x="7347712" y="175488"/>
                  </a:lnTo>
                  <a:lnTo>
                    <a:pt x="7347712" y="198323"/>
                  </a:lnTo>
                  <a:lnTo>
                    <a:pt x="7398436" y="198323"/>
                  </a:lnTo>
                  <a:lnTo>
                    <a:pt x="7398436" y="175488"/>
                  </a:lnTo>
                  <a:lnTo>
                    <a:pt x="7449159" y="175488"/>
                  </a:lnTo>
                  <a:lnTo>
                    <a:pt x="7449159" y="198323"/>
                  </a:lnTo>
                  <a:lnTo>
                    <a:pt x="7499883" y="198323"/>
                  </a:lnTo>
                  <a:lnTo>
                    <a:pt x="7499883" y="175488"/>
                  </a:lnTo>
                  <a:lnTo>
                    <a:pt x="7550632" y="175488"/>
                  </a:lnTo>
                  <a:lnTo>
                    <a:pt x="7550632" y="198323"/>
                  </a:lnTo>
                  <a:lnTo>
                    <a:pt x="7601344" y="198323"/>
                  </a:lnTo>
                  <a:lnTo>
                    <a:pt x="7601344" y="175488"/>
                  </a:lnTo>
                  <a:lnTo>
                    <a:pt x="7652067" y="175488"/>
                  </a:lnTo>
                  <a:lnTo>
                    <a:pt x="7652067" y="198323"/>
                  </a:lnTo>
                  <a:lnTo>
                    <a:pt x="7702791" y="198323"/>
                  </a:lnTo>
                  <a:lnTo>
                    <a:pt x="7702791" y="175488"/>
                  </a:lnTo>
                  <a:lnTo>
                    <a:pt x="7753528" y="175488"/>
                  </a:lnTo>
                  <a:lnTo>
                    <a:pt x="7753528" y="198323"/>
                  </a:lnTo>
                  <a:lnTo>
                    <a:pt x="7804251" y="198323"/>
                  </a:lnTo>
                  <a:lnTo>
                    <a:pt x="7804251" y="175488"/>
                  </a:lnTo>
                  <a:lnTo>
                    <a:pt x="7854975" y="175488"/>
                  </a:lnTo>
                  <a:lnTo>
                    <a:pt x="7854975" y="198323"/>
                  </a:lnTo>
                  <a:lnTo>
                    <a:pt x="7905699" y="198323"/>
                  </a:lnTo>
                  <a:lnTo>
                    <a:pt x="7905699" y="175488"/>
                  </a:lnTo>
                  <a:lnTo>
                    <a:pt x="7956423" y="175488"/>
                  </a:lnTo>
                  <a:lnTo>
                    <a:pt x="7956423" y="198323"/>
                  </a:lnTo>
                  <a:lnTo>
                    <a:pt x="8007147" y="198323"/>
                  </a:lnTo>
                  <a:lnTo>
                    <a:pt x="8007147" y="175488"/>
                  </a:lnTo>
                  <a:lnTo>
                    <a:pt x="8057883" y="175488"/>
                  </a:lnTo>
                  <a:lnTo>
                    <a:pt x="8057883" y="198323"/>
                  </a:lnTo>
                  <a:lnTo>
                    <a:pt x="8108607" y="198323"/>
                  </a:lnTo>
                  <a:lnTo>
                    <a:pt x="8108607" y="175488"/>
                  </a:lnTo>
                  <a:lnTo>
                    <a:pt x="8159331" y="175488"/>
                  </a:lnTo>
                  <a:lnTo>
                    <a:pt x="8159331" y="198323"/>
                  </a:lnTo>
                  <a:lnTo>
                    <a:pt x="8210055" y="198323"/>
                  </a:lnTo>
                  <a:lnTo>
                    <a:pt x="8210055" y="175488"/>
                  </a:lnTo>
                  <a:lnTo>
                    <a:pt x="8260778" y="175488"/>
                  </a:lnTo>
                  <a:lnTo>
                    <a:pt x="8260778" y="198323"/>
                  </a:lnTo>
                  <a:lnTo>
                    <a:pt x="8311515" y="198323"/>
                  </a:lnTo>
                  <a:lnTo>
                    <a:pt x="8311515" y="175488"/>
                  </a:lnTo>
                  <a:lnTo>
                    <a:pt x="8362251" y="175488"/>
                  </a:lnTo>
                  <a:lnTo>
                    <a:pt x="8362251" y="198323"/>
                  </a:lnTo>
                  <a:lnTo>
                    <a:pt x="8412962" y="198323"/>
                  </a:lnTo>
                  <a:lnTo>
                    <a:pt x="8412962" y="175488"/>
                  </a:lnTo>
                  <a:lnTo>
                    <a:pt x="8463686" y="175488"/>
                  </a:lnTo>
                  <a:lnTo>
                    <a:pt x="8463686" y="198323"/>
                  </a:lnTo>
                  <a:lnTo>
                    <a:pt x="8514423" y="198323"/>
                  </a:lnTo>
                  <a:lnTo>
                    <a:pt x="8514423" y="175488"/>
                  </a:lnTo>
                  <a:lnTo>
                    <a:pt x="8565147" y="175488"/>
                  </a:lnTo>
                  <a:lnTo>
                    <a:pt x="8565147" y="198323"/>
                  </a:lnTo>
                  <a:lnTo>
                    <a:pt x="8615870" y="198323"/>
                  </a:lnTo>
                  <a:lnTo>
                    <a:pt x="8615870" y="175488"/>
                  </a:lnTo>
                  <a:lnTo>
                    <a:pt x="8666594" y="175488"/>
                  </a:lnTo>
                  <a:lnTo>
                    <a:pt x="8666594" y="198323"/>
                  </a:lnTo>
                  <a:lnTo>
                    <a:pt x="8700986" y="198323"/>
                  </a:lnTo>
                  <a:lnTo>
                    <a:pt x="8700986" y="175488"/>
                  </a:lnTo>
                  <a:lnTo>
                    <a:pt x="8700986" y="157734"/>
                  </a:lnTo>
                  <a:lnTo>
                    <a:pt x="8700986" y="0"/>
                  </a:lnTo>
                  <a:close/>
                </a:path>
              </a:pathLst>
            </a:custGeom>
            <a:solidFill>
              <a:srgbClr val="90D9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00243" y="2776380"/>
              <a:ext cx="6292240" cy="6056742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2523849" y="8313171"/>
              <a:ext cx="2166620" cy="188595"/>
            </a:xfrm>
            <a:custGeom>
              <a:avLst/>
              <a:gdLst/>
              <a:ahLst/>
              <a:cxnLst/>
              <a:rect l="l" t="t" r="r" b="b"/>
              <a:pathLst>
                <a:path w="2166620" h="188595">
                  <a:moveTo>
                    <a:pt x="0" y="188308"/>
                  </a:moveTo>
                  <a:lnTo>
                    <a:pt x="2166352" y="188308"/>
                  </a:lnTo>
                  <a:lnTo>
                    <a:pt x="2166352" y="0"/>
                  </a:lnTo>
                  <a:lnTo>
                    <a:pt x="0" y="0"/>
                  </a:lnTo>
                  <a:lnTo>
                    <a:pt x="0" y="188308"/>
                  </a:lnTo>
                  <a:close/>
                </a:path>
              </a:pathLst>
            </a:custGeom>
            <a:solidFill>
              <a:srgbClr val="1181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3108" y="8501479"/>
              <a:ext cx="20052510" cy="1872518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2929" y="8305055"/>
              <a:ext cx="20052689" cy="254057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33248" y="8517400"/>
              <a:ext cx="20052665" cy="1859280"/>
            </a:xfrm>
            <a:custGeom>
              <a:avLst/>
              <a:gdLst/>
              <a:ahLst/>
              <a:cxnLst/>
              <a:rect l="l" t="t" r="r" b="b"/>
              <a:pathLst>
                <a:path w="20052665" h="1859279">
                  <a:moveTo>
                    <a:pt x="242290" y="13881"/>
                  </a:moveTo>
                  <a:lnTo>
                    <a:pt x="235623" y="0"/>
                  </a:lnTo>
                  <a:lnTo>
                    <a:pt x="0" y="92278"/>
                  </a:lnTo>
                  <a:lnTo>
                    <a:pt x="12" y="108775"/>
                  </a:lnTo>
                  <a:lnTo>
                    <a:pt x="242290" y="13881"/>
                  </a:lnTo>
                  <a:close/>
                </a:path>
                <a:path w="20052665" h="1859279">
                  <a:moveTo>
                    <a:pt x="956500" y="13792"/>
                  </a:moveTo>
                  <a:lnTo>
                    <a:pt x="949401" y="76"/>
                  </a:lnTo>
                  <a:lnTo>
                    <a:pt x="393" y="400837"/>
                  </a:lnTo>
                  <a:lnTo>
                    <a:pt x="419" y="417550"/>
                  </a:lnTo>
                  <a:lnTo>
                    <a:pt x="956500" y="13792"/>
                  </a:lnTo>
                  <a:close/>
                </a:path>
                <a:path w="20052665" h="1859279">
                  <a:moveTo>
                    <a:pt x="1670748" y="13677"/>
                  </a:moveTo>
                  <a:lnTo>
                    <a:pt x="1663166" y="190"/>
                  </a:lnTo>
                  <a:lnTo>
                    <a:pt x="863" y="761733"/>
                  </a:lnTo>
                  <a:lnTo>
                    <a:pt x="876" y="778700"/>
                  </a:lnTo>
                  <a:lnTo>
                    <a:pt x="1670748" y="13677"/>
                  </a:lnTo>
                  <a:close/>
                </a:path>
                <a:path w="20052665" h="1859279">
                  <a:moveTo>
                    <a:pt x="2385009" y="13550"/>
                  </a:moveTo>
                  <a:lnTo>
                    <a:pt x="2376894" y="317"/>
                  </a:lnTo>
                  <a:lnTo>
                    <a:pt x="1409" y="1189482"/>
                  </a:lnTo>
                  <a:lnTo>
                    <a:pt x="1435" y="1206779"/>
                  </a:lnTo>
                  <a:lnTo>
                    <a:pt x="2385009" y="13550"/>
                  </a:lnTo>
                  <a:close/>
                </a:path>
                <a:path w="20052665" h="1859279">
                  <a:moveTo>
                    <a:pt x="3099320" y="13385"/>
                  </a:moveTo>
                  <a:lnTo>
                    <a:pt x="3090595" y="482"/>
                  </a:lnTo>
                  <a:lnTo>
                    <a:pt x="2070" y="1704568"/>
                  </a:lnTo>
                  <a:lnTo>
                    <a:pt x="2095" y="1722285"/>
                  </a:lnTo>
                  <a:lnTo>
                    <a:pt x="3099320" y="13385"/>
                  </a:lnTo>
                  <a:close/>
                </a:path>
                <a:path w="20052665" h="1859279">
                  <a:moveTo>
                    <a:pt x="3813670" y="13195"/>
                  </a:moveTo>
                  <a:lnTo>
                    <a:pt x="3804234" y="673"/>
                  </a:lnTo>
                  <a:lnTo>
                    <a:pt x="780478" y="1858911"/>
                  </a:lnTo>
                  <a:lnTo>
                    <a:pt x="810272" y="1858911"/>
                  </a:lnTo>
                  <a:lnTo>
                    <a:pt x="3813670" y="13195"/>
                  </a:lnTo>
                  <a:close/>
                </a:path>
                <a:path w="20052665" h="1859279">
                  <a:moveTo>
                    <a:pt x="4528058" y="12941"/>
                  </a:moveTo>
                  <a:lnTo>
                    <a:pt x="4517860" y="927"/>
                  </a:lnTo>
                  <a:lnTo>
                    <a:pt x="1838579" y="1858911"/>
                  </a:lnTo>
                  <a:lnTo>
                    <a:pt x="1866099" y="1858911"/>
                  </a:lnTo>
                  <a:lnTo>
                    <a:pt x="4528058" y="12941"/>
                  </a:lnTo>
                  <a:close/>
                </a:path>
                <a:path w="20052665" h="1859279">
                  <a:moveTo>
                    <a:pt x="5242496" y="12611"/>
                  </a:moveTo>
                  <a:lnTo>
                    <a:pt x="5231409" y="1257"/>
                  </a:lnTo>
                  <a:lnTo>
                    <a:pt x="2896628" y="1858911"/>
                  </a:lnTo>
                  <a:lnTo>
                    <a:pt x="2921978" y="1858911"/>
                  </a:lnTo>
                  <a:lnTo>
                    <a:pt x="5242496" y="12611"/>
                  </a:lnTo>
                  <a:close/>
                </a:path>
                <a:path w="20052665" h="1859279">
                  <a:moveTo>
                    <a:pt x="5956986" y="12192"/>
                  </a:moveTo>
                  <a:lnTo>
                    <a:pt x="5944933" y="1676"/>
                  </a:lnTo>
                  <a:lnTo>
                    <a:pt x="3954602" y="1858911"/>
                  </a:lnTo>
                  <a:lnTo>
                    <a:pt x="3977932" y="1858911"/>
                  </a:lnTo>
                  <a:lnTo>
                    <a:pt x="5956986" y="12192"/>
                  </a:lnTo>
                  <a:close/>
                </a:path>
                <a:path w="20052665" h="1859279">
                  <a:moveTo>
                    <a:pt x="6671500" y="11671"/>
                  </a:moveTo>
                  <a:lnTo>
                    <a:pt x="6658419" y="2197"/>
                  </a:lnTo>
                  <a:lnTo>
                    <a:pt x="5012487" y="1858911"/>
                  </a:lnTo>
                  <a:lnTo>
                    <a:pt x="5033962" y="1858911"/>
                  </a:lnTo>
                  <a:lnTo>
                    <a:pt x="6671500" y="11671"/>
                  </a:lnTo>
                  <a:close/>
                </a:path>
                <a:path w="20052665" h="1859279">
                  <a:moveTo>
                    <a:pt x="7386028" y="10985"/>
                  </a:moveTo>
                  <a:lnTo>
                    <a:pt x="7371880" y="2882"/>
                  </a:lnTo>
                  <a:lnTo>
                    <a:pt x="6070270" y="1858911"/>
                  </a:lnTo>
                  <a:lnTo>
                    <a:pt x="6090107" y="1858911"/>
                  </a:lnTo>
                  <a:lnTo>
                    <a:pt x="7386028" y="10985"/>
                  </a:lnTo>
                  <a:close/>
                </a:path>
                <a:path w="20052665" h="1859279">
                  <a:moveTo>
                    <a:pt x="8100555" y="10134"/>
                  </a:moveTo>
                  <a:lnTo>
                    <a:pt x="8085353" y="3733"/>
                  </a:lnTo>
                  <a:lnTo>
                    <a:pt x="7127900" y="1858911"/>
                  </a:lnTo>
                  <a:lnTo>
                    <a:pt x="7146404" y="1858911"/>
                  </a:lnTo>
                  <a:lnTo>
                    <a:pt x="8100555" y="10134"/>
                  </a:lnTo>
                  <a:close/>
                </a:path>
                <a:path w="20052665" h="1859279">
                  <a:moveTo>
                    <a:pt x="8814994" y="9105"/>
                  </a:moveTo>
                  <a:lnTo>
                    <a:pt x="8798928" y="4775"/>
                  </a:lnTo>
                  <a:lnTo>
                    <a:pt x="8185366" y="1858911"/>
                  </a:lnTo>
                  <a:lnTo>
                    <a:pt x="8202866" y="1858911"/>
                  </a:lnTo>
                  <a:lnTo>
                    <a:pt x="8814994" y="9105"/>
                  </a:lnTo>
                  <a:close/>
                </a:path>
                <a:path w="20052665" h="1859279">
                  <a:moveTo>
                    <a:pt x="9529267" y="7924"/>
                  </a:moveTo>
                  <a:lnTo>
                    <a:pt x="9512643" y="5943"/>
                  </a:lnTo>
                  <a:lnTo>
                    <a:pt x="9242628" y="1858911"/>
                  </a:lnTo>
                  <a:lnTo>
                    <a:pt x="9259532" y="1858911"/>
                  </a:lnTo>
                  <a:lnTo>
                    <a:pt x="9529267" y="7924"/>
                  </a:lnTo>
                  <a:close/>
                </a:path>
                <a:path w="20052665" h="1859279">
                  <a:moveTo>
                    <a:pt x="10316426" y="1858911"/>
                  </a:moveTo>
                  <a:lnTo>
                    <a:pt x="10243337" y="6667"/>
                  </a:lnTo>
                  <a:lnTo>
                    <a:pt x="10226586" y="7200"/>
                  </a:lnTo>
                  <a:lnTo>
                    <a:pt x="10299649" y="1858911"/>
                  </a:lnTo>
                  <a:lnTo>
                    <a:pt x="10316426" y="1858911"/>
                  </a:lnTo>
                  <a:close/>
                </a:path>
                <a:path w="20052665" h="1859279">
                  <a:moveTo>
                    <a:pt x="11373549" y="1858911"/>
                  </a:moveTo>
                  <a:lnTo>
                    <a:pt x="10957179" y="5435"/>
                  </a:lnTo>
                  <a:lnTo>
                    <a:pt x="10940745" y="8432"/>
                  </a:lnTo>
                  <a:lnTo>
                    <a:pt x="11356454" y="1858911"/>
                  </a:lnTo>
                  <a:lnTo>
                    <a:pt x="11373549" y="1858911"/>
                  </a:lnTo>
                  <a:close/>
                </a:path>
                <a:path w="20052665" h="1859279">
                  <a:moveTo>
                    <a:pt x="12430900" y="1858911"/>
                  </a:moveTo>
                  <a:lnTo>
                    <a:pt x="11670817" y="4305"/>
                  </a:lnTo>
                  <a:lnTo>
                    <a:pt x="11655095" y="9563"/>
                  </a:lnTo>
                  <a:lnTo>
                    <a:pt x="12413031" y="1858911"/>
                  </a:lnTo>
                  <a:lnTo>
                    <a:pt x="12430900" y="1858911"/>
                  </a:lnTo>
                  <a:close/>
                </a:path>
                <a:path w="20052665" h="1859279">
                  <a:moveTo>
                    <a:pt x="13488442" y="1858911"/>
                  </a:moveTo>
                  <a:lnTo>
                    <a:pt x="12384342" y="3352"/>
                  </a:lnTo>
                  <a:lnTo>
                    <a:pt x="12369584" y="10515"/>
                  </a:lnTo>
                  <a:lnTo>
                    <a:pt x="13469417" y="1858911"/>
                  </a:lnTo>
                  <a:lnTo>
                    <a:pt x="13488442" y="1858911"/>
                  </a:lnTo>
                  <a:close/>
                </a:path>
                <a:path w="20052665" h="1859279">
                  <a:moveTo>
                    <a:pt x="14546148" y="1858911"/>
                  </a:moveTo>
                  <a:lnTo>
                    <a:pt x="13097815" y="2578"/>
                  </a:lnTo>
                  <a:lnTo>
                    <a:pt x="13084099" y="11290"/>
                  </a:lnTo>
                  <a:lnTo>
                    <a:pt x="14525638" y="1858911"/>
                  </a:lnTo>
                  <a:lnTo>
                    <a:pt x="14546148" y="1858911"/>
                  </a:lnTo>
                  <a:close/>
                </a:path>
                <a:path w="20052665" h="1859279">
                  <a:moveTo>
                    <a:pt x="15603970" y="1858911"/>
                  </a:moveTo>
                  <a:lnTo>
                    <a:pt x="13811276" y="1955"/>
                  </a:lnTo>
                  <a:lnTo>
                    <a:pt x="13798639" y="11899"/>
                  </a:lnTo>
                  <a:lnTo>
                    <a:pt x="15581732" y="1858911"/>
                  </a:lnTo>
                  <a:lnTo>
                    <a:pt x="15603970" y="1858911"/>
                  </a:lnTo>
                  <a:close/>
                </a:path>
                <a:path w="20052665" h="1859279">
                  <a:moveTo>
                    <a:pt x="16661905" y="1858911"/>
                  </a:moveTo>
                  <a:lnTo>
                    <a:pt x="14524774" y="1473"/>
                  </a:lnTo>
                  <a:lnTo>
                    <a:pt x="14513154" y="12395"/>
                  </a:lnTo>
                  <a:lnTo>
                    <a:pt x="16637724" y="1858911"/>
                  </a:lnTo>
                  <a:lnTo>
                    <a:pt x="16661905" y="1858911"/>
                  </a:lnTo>
                  <a:close/>
                </a:path>
                <a:path w="20052665" h="1859279">
                  <a:moveTo>
                    <a:pt x="17719917" y="1858911"/>
                  </a:moveTo>
                  <a:lnTo>
                    <a:pt x="15238311" y="1104"/>
                  </a:lnTo>
                  <a:lnTo>
                    <a:pt x="15227605" y="12763"/>
                  </a:lnTo>
                  <a:lnTo>
                    <a:pt x="17693640" y="1858911"/>
                  </a:lnTo>
                  <a:lnTo>
                    <a:pt x="17719917" y="1858911"/>
                  </a:lnTo>
                  <a:close/>
                </a:path>
                <a:path w="20052665" h="1859279">
                  <a:moveTo>
                    <a:pt x="18777979" y="1858911"/>
                  </a:moveTo>
                  <a:lnTo>
                    <a:pt x="15951886" y="825"/>
                  </a:lnTo>
                  <a:lnTo>
                    <a:pt x="15942044" y="13055"/>
                  </a:lnTo>
                  <a:lnTo>
                    <a:pt x="18749493" y="1858911"/>
                  </a:lnTo>
                  <a:lnTo>
                    <a:pt x="18777979" y="1858911"/>
                  </a:lnTo>
                  <a:close/>
                </a:path>
                <a:path w="20052665" h="1859279">
                  <a:moveTo>
                    <a:pt x="19836105" y="1858911"/>
                  </a:moveTo>
                  <a:lnTo>
                    <a:pt x="16665524" y="596"/>
                  </a:lnTo>
                  <a:lnTo>
                    <a:pt x="16656393" y="13284"/>
                  </a:lnTo>
                  <a:lnTo>
                    <a:pt x="19805308" y="1858911"/>
                  </a:lnTo>
                  <a:lnTo>
                    <a:pt x="19836105" y="1858911"/>
                  </a:lnTo>
                  <a:close/>
                </a:path>
                <a:path w="20052665" h="1859279">
                  <a:moveTo>
                    <a:pt x="20052361" y="1413776"/>
                  </a:moveTo>
                  <a:lnTo>
                    <a:pt x="17379201" y="406"/>
                  </a:lnTo>
                  <a:lnTo>
                    <a:pt x="17370730" y="13462"/>
                  </a:lnTo>
                  <a:lnTo>
                    <a:pt x="20052361" y="1431315"/>
                  </a:lnTo>
                  <a:lnTo>
                    <a:pt x="20052361" y="1413776"/>
                  </a:lnTo>
                  <a:close/>
                </a:path>
                <a:path w="20052665" h="1859279">
                  <a:moveTo>
                    <a:pt x="20052361" y="943876"/>
                  </a:moveTo>
                  <a:lnTo>
                    <a:pt x="18092916" y="254"/>
                  </a:lnTo>
                  <a:lnTo>
                    <a:pt x="18085029" y="13614"/>
                  </a:lnTo>
                  <a:lnTo>
                    <a:pt x="20052361" y="961034"/>
                  </a:lnTo>
                  <a:lnTo>
                    <a:pt x="20052361" y="943876"/>
                  </a:lnTo>
                  <a:close/>
                </a:path>
                <a:path w="20052665" h="1859279">
                  <a:moveTo>
                    <a:pt x="20052361" y="550926"/>
                  </a:moveTo>
                  <a:lnTo>
                    <a:pt x="18806656" y="139"/>
                  </a:lnTo>
                  <a:lnTo>
                    <a:pt x="18799277" y="13728"/>
                  </a:lnTo>
                  <a:lnTo>
                    <a:pt x="20052361" y="567778"/>
                  </a:lnTo>
                  <a:lnTo>
                    <a:pt x="20052361" y="550926"/>
                  </a:lnTo>
                  <a:close/>
                </a:path>
                <a:path w="20052665" h="1859279">
                  <a:moveTo>
                    <a:pt x="20052361" y="217436"/>
                  </a:moveTo>
                  <a:lnTo>
                    <a:pt x="19520421" y="38"/>
                  </a:lnTo>
                  <a:lnTo>
                    <a:pt x="19513500" y="13830"/>
                  </a:lnTo>
                  <a:lnTo>
                    <a:pt x="20052361" y="234048"/>
                  </a:lnTo>
                  <a:lnTo>
                    <a:pt x="20052361" y="217436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9257673" y="6242026"/>
              <a:ext cx="216535" cy="626110"/>
            </a:xfrm>
            <a:custGeom>
              <a:avLst/>
              <a:gdLst/>
              <a:ahLst/>
              <a:cxnLst/>
              <a:rect l="l" t="t" r="r" b="b"/>
              <a:pathLst>
                <a:path w="216534" h="626109">
                  <a:moveTo>
                    <a:pt x="207847" y="0"/>
                  </a:moveTo>
                  <a:lnTo>
                    <a:pt x="0" y="2785"/>
                  </a:lnTo>
                  <a:lnTo>
                    <a:pt x="8355" y="625823"/>
                  </a:lnTo>
                  <a:lnTo>
                    <a:pt x="216202" y="623038"/>
                  </a:lnTo>
                  <a:lnTo>
                    <a:pt x="207847" y="0"/>
                  </a:lnTo>
                  <a:close/>
                </a:path>
              </a:pathLst>
            </a:custGeom>
            <a:solidFill>
              <a:srgbClr val="0F80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9108011" y="6705860"/>
              <a:ext cx="539750" cy="104139"/>
            </a:xfrm>
            <a:custGeom>
              <a:avLst/>
              <a:gdLst/>
              <a:ahLst/>
              <a:cxnLst/>
              <a:rect l="l" t="t" r="r" b="b"/>
              <a:pathLst>
                <a:path w="539750" h="104140">
                  <a:moveTo>
                    <a:pt x="400385" y="0"/>
                  </a:moveTo>
                  <a:lnTo>
                    <a:pt x="134205" y="6460"/>
                  </a:lnTo>
                  <a:lnTo>
                    <a:pt x="0" y="103860"/>
                  </a:lnTo>
                  <a:lnTo>
                    <a:pt x="539166" y="90782"/>
                  </a:lnTo>
                  <a:lnTo>
                    <a:pt x="400385" y="0"/>
                  </a:lnTo>
                  <a:close/>
                </a:path>
              </a:pathLst>
            </a:custGeom>
            <a:solidFill>
              <a:srgbClr val="A7E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8807513" y="6787940"/>
              <a:ext cx="1190625" cy="1111885"/>
            </a:xfrm>
            <a:custGeom>
              <a:avLst/>
              <a:gdLst/>
              <a:ahLst/>
              <a:cxnLst/>
              <a:rect l="l" t="t" r="r" b="b"/>
              <a:pathLst>
                <a:path w="1190625" h="1111884">
                  <a:moveTo>
                    <a:pt x="1190383" y="951966"/>
                  </a:moveTo>
                  <a:lnTo>
                    <a:pt x="1186688" y="939888"/>
                  </a:lnTo>
                  <a:lnTo>
                    <a:pt x="870737" y="322440"/>
                  </a:lnTo>
                  <a:lnTo>
                    <a:pt x="873734" y="322351"/>
                  </a:lnTo>
                  <a:lnTo>
                    <a:pt x="864552" y="0"/>
                  </a:lnTo>
                  <a:lnTo>
                    <a:pt x="237134" y="17881"/>
                  </a:lnTo>
                  <a:lnTo>
                    <a:pt x="246316" y="340220"/>
                  </a:lnTo>
                  <a:lnTo>
                    <a:pt x="250355" y="340106"/>
                  </a:lnTo>
                  <a:lnTo>
                    <a:pt x="2501" y="964196"/>
                  </a:lnTo>
                  <a:lnTo>
                    <a:pt x="0" y="975575"/>
                  </a:lnTo>
                  <a:lnTo>
                    <a:pt x="1193" y="986878"/>
                  </a:lnTo>
                  <a:lnTo>
                    <a:pt x="5842" y="997254"/>
                  </a:lnTo>
                  <a:lnTo>
                    <a:pt x="13703" y="1005840"/>
                  </a:lnTo>
                  <a:lnTo>
                    <a:pt x="144919" y="1109141"/>
                  </a:lnTo>
                  <a:lnTo>
                    <a:pt x="152781" y="1111656"/>
                  </a:lnTo>
                  <a:lnTo>
                    <a:pt x="160591" y="1111656"/>
                  </a:lnTo>
                  <a:lnTo>
                    <a:pt x="195402" y="1085126"/>
                  </a:lnTo>
                  <a:lnTo>
                    <a:pt x="196418" y="1071333"/>
                  </a:lnTo>
                  <a:lnTo>
                    <a:pt x="192189" y="1058176"/>
                  </a:lnTo>
                  <a:lnTo>
                    <a:pt x="182918" y="1047267"/>
                  </a:lnTo>
                  <a:lnTo>
                    <a:pt x="79451" y="965822"/>
                  </a:lnTo>
                  <a:lnTo>
                    <a:pt x="328828" y="337870"/>
                  </a:lnTo>
                  <a:lnTo>
                    <a:pt x="521271" y="332397"/>
                  </a:lnTo>
                  <a:lnTo>
                    <a:pt x="541616" y="934262"/>
                  </a:lnTo>
                  <a:lnTo>
                    <a:pt x="542239" y="937704"/>
                  </a:lnTo>
                  <a:lnTo>
                    <a:pt x="591248" y="1084757"/>
                  </a:lnTo>
                  <a:lnTo>
                    <a:pt x="625449" y="1109421"/>
                  </a:lnTo>
                  <a:lnTo>
                    <a:pt x="629234" y="1109421"/>
                  </a:lnTo>
                  <a:lnTo>
                    <a:pt x="661416" y="1076159"/>
                  </a:lnTo>
                  <a:lnTo>
                    <a:pt x="659663" y="1061948"/>
                  </a:lnTo>
                  <a:lnTo>
                    <a:pt x="613397" y="923150"/>
                  </a:lnTo>
                  <a:lnTo>
                    <a:pt x="593356" y="330339"/>
                  </a:lnTo>
                  <a:lnTo>
                    <a:pt x="790892" y="324713"/>
                  </a:lnTo>
                  <a:lnTo>
                    <a:pt x="1108798" y="945984"/>
                  </a:lnTo>
                  <a:lnTo>
                    <a:pt x="1030033" y="1006411"/>
                  </a:lnTo>
                  <a:lnTo>
                    <a:pt x="1020622" y="1017193"/>
                  </a:lnTo>
                  <a:lnTo>
                    <a:pt x="1016228" y="1030300"/>
                  </a:lnTo>
                  <a:lnTo>
                    <a:pt x="1017066" y="1044105"/>
                  </a:lnTo>
                  <a:lnTo>
                    <a:pt x="1023353" y="1056957"/>
                  </a:lnTo>
                  <a:lnTo>
                    <a:pt x="1034148" y="1066380"/>
                  </a:lnTo>
                  <a:lnTo>
                    <a:pt x="1047254" y="1070762"/>
                  </a:lnTo>
                  <a:lnTo>
                    <a:pt x="1061059" y="1069924"/>
                  </a:lnTo>
                  <a:lnTo>
                    <a:pt x="1073924" y="1063625"/>
                  </a:lnTo>
                  <a:lnTo>
                    <a:pt x="1176540" y="984923"/>
                  </a:lnTo>
                  <a:lnTo>
                    <a:pt x="1185062" y="975601"/>
                  </a:lnTo>
                  <a:lnTo>
                    <a:pt x="1189761" y="964247"/>
                  </a:lnTo>
                  <a:lnTo>
                    <a:pt x="1190383" y="951966"/>
                  </a:lnTo>
                  <a:close/>
                </a:path>
              </a:pathLst>
            </a:custGeom>
            <a:solidFill>
              <a:srgbClr val="0F80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8384388" y="1840488"/>
              <a:ext cx="2261870" cy="676910"/>
            </a:xfrm>
            <a:custGeom>
              <a:avLst/>
              <a:gdLst/>
              <a:ahLst/>
              <a:cxnLst/>
              <a:rect l="l" t="t" r="r" b="b"/>
              <a:pathLst>
                <a:path w="2261870" h="676910">
                  <a:moveTo>
                    <a:pt x="2261438" y="0"/>
                  </a:moveTo>
                  <a:lnTo>
                    <a:pt x="0" y="0"/>
                  </a:lnTo>
                  <a:lnTo>
                    <a:pt x="0" y="371339"/>
                  </a:lnTo>
                  <a:lnTo>
                    <a:pt x="3994" y="420839"/>
                  </a:lnTo>
                  <a:lnTo>
                    <a:pt x="15558" y="467796"/>
                  </a:lnTo>
                  <a:lnTo>
                    <a:pt x="34063" y="511582"/>
                  </a:lnTo>
                  <a:lnTo>
                    <a:pt x="58881" y="551569"/>
                  </a:lnTo>
                  <a:lnTo>
                    <a:pt x="89384" y="587128"/>
                  </a:lnTo>
                  <a:lnTo>
                    <a:pt x="124943" y="617631"/>
                  </a:lnTo>
                  <a:lnTo>
                    <a:pt x="164930" y="642449"/>
                  </a:lnTo>
                  <a:lnTo>
                    <a:pt x="208716" y="660955"/>
                  </a:lnTo>
                  <a:lnTo>
                    <a:pt x="255674" y="672519"/>
                  </a:lnTo>
                  <a:lnTo>
                    <a:pt x="305173" y="676513"/>
                  </a:lnTo>
                  <a:lnTo>
                    <a:pt x="1956265" y="676513"/>
                  </a:lnTo>
                  <a:lnTo>
                    <a:pt x="2005764" y="672519"/>
                  </a:lnTo>
                  <a:lnTo>
                    <a:pt x="2052722" y="660955"/>
                  </a:lnTo>
                  <a:lnTo>
                    <a:pt x="2096508" y="642449"/>
                  </a:lnTo>
                  <a:lnTo>
                    <a:pt x="2136495" y="617631"/>
                  </a:lnTo>
                  <a:lnTo>
                    <a:pt x="2172054" y="587128"/>
                  </a:lnTo>
                  <a:lnTo>
                    <a:pt x="2202557" y="551569"/>
                  </a:lnTo>
                  <a:lnTo>
                    <a:pt x="2227375" y="511582"/>
                  </a:lnTo>
                  <a:lnTo>
                    <a:pt x="2245880" y="467796"/>
                  </a:lnTo>
                  <a:lnTo>
                    <a:pt x="2257444" y="420839"/>
                  </a:lnTo>
                  <a:lnTo>
                    <a:pt x="2261438" y="371339"/>
                  </a:lnTo>
                  <a:lnTo>
                    <a:pt x="2261438" y="0"/>
                  </a:lnTo>
                  <a:close/>
                </a:path>
              </a:pathLst>
            </a:custGeom>
            <a:solidFill>
              <a:srgbClr val="3192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8558301" y="2954305"/>
              <a:ext cx="1104900" cy="3358515"/>
            </a:xfrm>
            <a:custGeom>
              <a:avLst/>
              <a:gdLst/>
              <a:ahLst/>
              <a:cxnLst/>
              <a:rect l="l" t="t" r="r" b="b"/>
              <a:pathLst>
                <a:path w="1104900" h="3358515">
                  <a:moveTo>
                    <a:pt x="796048" y="5930"/>
                  </a:moveTo>
                  <a:lnTo>
                    <a:pt x="787425" y="4851"/>
                  </a:lnTo>
                  <a:lnTo>
                    <a:pt x="768743" y="3022"/>
                  </a:lnTo>
                  <a:lnTo>
                    <a:pt x="741095" y="1168"/>
                  </a:lnTo>
                  <a:lnTo>
                    <a:pt x="705637" y="0"/>
                  </a:lnTo>
                  <a:lnTo>
                    <a:pt x="663473" y="266"/>
                  </a:lnTo>
                  <a:lnTo>
                    <a:pt x="615721" y="2692"/>
                  </a:lnTo>
                  <a:lnTo>
                    <a:pt x="563524" y="8001"/>
                  </a:lnTo>
                  <a:lnTo>
                    <a:pt x="507987" y="16929"/>
                  </a:lnTo>
                  <a:lnTo>
                    <a:pt x="450240" y="30200"/>
                  </a:lnTo>
                  <a:lnTo>
                    <a:pt x="391401" y="48539"/>
                  </a:lnTo>
                  <a:lnTo>
                    <a:pt x="332600" y="72682"/>
                  </a:lnTo>
                  <a:lnTo>
                    <a:pt x="274955" y="103365"/>
                  </a:lnTo>
                  <a:lnTo>
                    <a:pt x="219595" y="141300"/>
                  </a:lnTo>
                  <a:lnTo>
                    <a:pt x="184175" y="171297"/>
                  </a:lnTo>
                  <a:lnTo>
                    <a:pt x="151790" y="203885"/>
                  </a:lnTo>
                  <a:lnTo>
                    <a:pt x="122478" y="239064"/>
                  </a:lnTo>
                  <a:lnTo>
                    <a:pt x="96227" y="276796"/>
                  </a:lnTo>
                  <a:lnTo>
                    <a:pt x="73075" y="317055"/>
                  </a:lnTo>
                  <a:lnTo>
                    <a:pt x="53009" y="359829"/>
                  </a:lnTo>
                  <a:lnTo>
                    <a:pt x="36055" y="405091"/>
                  </a:lnTo>
                  <a:lnTo>
                    <a:pt x="22225" y="452818"/>
                  </a:lnTo>
                  <a:lnTo>
                    <a:pt x="11531" y="502983"/>
                  </a:lnTo>
                  <a:lnTo>
                    <a:pt x="3975" y="555561"/>
                  </a:lnTo>
                  <a:lnTo>
                    <a:pt x="203" y="605358"/>
                  </a:lnTo>
                  <a:lnTo>
                    <a:pt x="0" y="654456"/>
                  </a:lnTo>
                  <a:lnTo>
                    <a:pt x="3327" y="702767"/>
                  </a:lnTo>
                  <a:lnTo>
                    <a:pt x="10185" y="750201"/>
                  </a:lnTo>
                  <a:lnTo>
                    <a:pt x="20523" y="796683"/>
                  </a:lnTo>
                  <a:lnTo>
                    <a:pt x="34328" y="842137"/>
                  </a:lnTo>
                  <a:lnTo>
                    <a:pt x="51587" y="886460"/>
                  </a:lnTo>
                  <a:lnTo>
                    <a:pt x="72250" y="929589"/>
                  </a:lnTo>
                  <a:lnTo>
                    <a:pt x="96304" y="971423"/>
                  </a:lnTo>
                  <a:lnTo>
                    <a:pt x="123723" y="1011885"/>
                  </a:lnTo>
                  <a:lnTo>
                    <a:pt x="154495" y="1050886"/>
                  </a:lnTo>
                  <a:lnTo>
                    <a:pt x="199326" y="1099210"/>
                  </a:lnTo>
                  <a:lnTo>
                    <a:pt x="246418" y="1141933"/>
                  </a:lnTo>
                  <a:lnTo>
                    <a:pt x="294551" y="1179093"/>
                  </a:lnTo>
                  <a:lnTo>
                    <a:pt x="342557" y="1210703"/>
                  </a:lnTo>
                  <a:lnTo>
                    <a:pt x="389229" y="1236789"/>
                  </a:lnTo>
                  <a:lnTo>
                    <a:pt x="433400" y="1257350"/>
                  </a:lnTo>
                  <a:lnTo>
                    <a:pt x="473862" y="1272425"/>
                  </a:lnTo>
                  <a:lnTo>
                    <a:pt x="538949" y="1286141"/>
                  </a:lnTo>
                  <a:lnTo>
                    <a:pt x="544461" y="1184262"/>
                  </a:lnTo>
                  <a:lnTo>
                    <a:pt x="523100" y="1180604"/>
                  </a:lnTo>
                  <a:lnTo>
                    <a:pt x="493293" y="1171270"/>
                  </a:lnTo>
                  <a:lnTo>
                    <a:pt x="456730" y="1156055"/>
                  </a:lnTo>
                  <a:lnTo>
                    <a:pt x="415124" y="1134783"/>
                  </a:lnTo>
                  <a:lnTo>
                    <a:pt x="370179" y="1107224"/>
                  </a:lnTo>
                  <a:lnTo>
                    <a:pt x="323596" y="1073200"/>
                  </a:lnTo>
                  <a:lnTo>
                    <a:pt x="277075" y="1032497"/>
                  </a:lnTo>
                  <a:lnTo>
                    <a:pt x="232333" y="984923"/>
                  </a:lnTo>
                  <a:lnTo>
                    <a:pt x="200609" y="944156"/>
                  </a:lnTo>
                  <a:lnTo>
                    <a:pt x="173266" y="901903"/>
                  </a:lnTo>
                  <a:lnTo>
                    <a:pt x="150317" y="858164"/>
                  </a:lnTo>
                  <a:lnTo>
                    <a:pt x="131775" y="813003"/>
                  </a:lnTo>
                  <a:lnTo>
                    <a:pt x="117640" y="766445"/>
                  </a:lnTo>
                  <a:lnTo>
                    <a:pt x="107911" y="718515"/>
                  </a:lnTo>
                  <a:lnTo>
                    <a:pt x="102628" y="669239"/>
                  </a:lnTo>
                  <a:lnTo>
                    <a:pt x="101777" y="618667"/>
                  </a:lnTo>
                  <a:lnTo>
                    <a:pt x="105384" y="566826"/>
                  </a:lnTo>
                  <a:lnTo>
                    <a:pt x="113652" y="511987"/>
                  </a:lnTo>
                  <a:lnTo>
                    <a:pt x="125895" y="460425"/>
                  </a:lnTo>
                  <a:lnTo>
                    <a:pt x="142087" y="412203"/>
                  </a:lnTo>
                  <a:lnTo>
                    <a:pt x="162217" y="367334"/>
                  </a:lnTo>
                  <a:lnTo>
                    <a:pt x="186270" y="325869"/>
                  </a:lnTo>
                  <a:lnTo>
                    <a:pt x="214210" y="287832"/>
                  </a:lnTo>
                  <a:lnTo>
                    <a:pt x="246037" y="253276"/>
                  </a:lnTo>
                  <a:lnTo>
                    <a:pt x="281711" y="222237"/>
                  </a:lnTo>
                  <a:lnTo>
                    <a:pt x="338099" y="184658"/>
                  </a:lnTo>
                  <a:lnTo>
                    <a:pt x="397649" y="155651"/>
                  </a:lnTo>
                  <a:lnTo>
                    <a:pt x="458584" y="134150"/>
                  </a:lnTo>
                  <a:lnTo>
                    <a:pt x="519112" y="119126"/>
                  </a:lnTo>
                  <a:lnTo>
                    <a:pt x="577443" y="109512"/>
                  </a:lnTo>
                  <a:lnTo>
                    <a:pt x="631825" y="104267"/>
                  </a:lnTo>
                  <a:lnTo>
                    <a:pt x="680453" y="102362"/>
                  </a:lnTo>
                  <a:lnTo>
                    <a:pt x="721563" y="102717"/>
                  </a:lnTo>
                  <a:lnTo>
                    <a:pt x="753351" y="104305"/>
                  </a:lnTo>
                  <a:lnTo>
                    <a:pt x="774065" y="106070"/>
                  </a:lnTo>
                  <a:lnTo>
                    <a:pt x="781900" y="106972"/>
                  </a:lnTo>
                  <a:lnTo>
                    <a:pt x="796048" y="5930"/>
                  </a:lnTo>
                  <a:close/>
                </a:path>
                <a:path w="1104900" h="3358515">
                  <a:moveTo>
                    <a:pt x="1104442" y="2880233"/>
                  </a:moveTo>
                  <a:lnTo>
                    <a:pt x="1101928" y="2833865"/>
                  </a:lnTo>
                  <a:lnTo>
                    <a:pt x="1094625" y="2788145"/>
                  </a:lnTo>
                  <a:lnTo>
                    <a:pt x="1082763" y="2744381"/>
                  </a:lnTo>
                  <a:lnTo>
                    <a:pt x="1066444" y="2702699"/>
                  </a:lnTo>
                  <a:lnTo>
                    <a:pt x="1045730" y="2663177"/>
                  </a:lnTo>
                  <a:lnTo>
                    <a:pt x="1020711" y="2625890"/>
                  </a:lnTo>
                  <a:lnTo>
                    <a:pt x="991463" y="2590952"/>
                  </a:lnTo>
                  <a:lnTo>
                    <a:pt x="958100" y="2558427"/>
                  </a:lnTo>
                  <a:lnTo>
                    <a:pt x="920673" y="2528443"/>
                  </a:lnTo>
                  <a:lnTo>
                    <a:pt x="879271" y="2501049"/>
                  </a:lnTo>
                  <a:lnTo>
                    <a:pt x="833996" y="2476373"/>
                  </a:lnTo>
                  <a:lnTo>
                    <a:pt x="784923" y="2454478"/>
                  </a:lnTo>
                  <a:lnTo>
                    <a:pt x="732129" y="2435466"/>
                  </a:lnTo>
                  <a:lnTo>
                    <a:pt x="667143" y="2409647"/>
                  </a:lnTo>
                  <a:lnTo>
                    <a:pt x="613321" y="2378519"/>
                  </a:lnTo>
                  <a:lnTo>
                    <a:pt x="569633" y="2343226"/>
                  </a:lnTo>
                  <a:lnTo>
                    <a:pt x="535076" y="2304935"/>
                  </a:lnTo>
                  <a:lnTo>
                    <a:pt x="508622" y="2264791"/>
                  </a:lnTo>
                  <a:lnTo>
                    <a:pt x="489267" y="2223947"/>
                  </a:lnTo>
                  <a:lnTo>
                    <a:pt x="476008" y="2183574"/>
                  </a:lnTo>
                  <a:lnTo>
                    <a:pt x="467804" y="2144826"/>
                  </a:lnTo>
                  <a:lnTo>
                    <a:pt x="462546" y="2076792"/>
                  </a:lnTo>
                  <a:lnTo>
                    <a:pt x="463461" y="2049830"/>
                  </a:lnTo>
                  <a:lnTo>
                    <a:pt x="470115" y="1995970"/>
                  </a:lnTo>
                  <a:lnTo>
                    <a:pt x="482536" y="1943747"/>
                  </a:lnTo>
                  <a:lnTo>
                    <a:pt x="500176" y="1893925"/>
                  </a:lnTo>
                  <a:lnTo>
                    <a:pt x="522503" y="1847303"/>
                  </a:lnTo>
                  <a:lnTo>
                    <a:pt x="548970" y="1804619"/>
                  </a:lnTo>
                  <a:lnTo>
                    <a:pt x="579043" y="1766671"/>
                  </a:lnTo>
                  <a:lnTo>
                    <a:pt x="612165" y="1734210"/>
                  </a:lnTo>
                  <a:lnTo>
                    <a:pt x="647814" y="1708035"/>
                  </a:lnTo>
                  <a:lnTo>
                    <a:pt x="685419" y="1688896"/>
                  </a:lnTo>
                  <a:lnTo>
                    <a:pt x="724471" y="1677568"/>
                  </a:lnTo>
                  <a:lnTo>
                    <a:pt x="718058" y="1642084"/>
                  </a:lnTo>
                  <a:lnTo>
                    <a:pt x="677837" y="1653108"/>
                  </a:lnTo>
                  <a:lnTo>
                    <a:pt x="639127" y="1671053"/>
                  </a:lnTo>
                  <a:lnTo>
                    <a:pt x="602348" y="1695310"/>
                  </a:lnTo>
                  <a:lnTo>
                    <a:pt x="567918" y="1725320"/>
                  </a:lnTo>
                  <a:lnTo>
                    <a:pt x="536244" y="1760499"/>
                  </a:lnTo>
                  <a:lnTo>
                    <a:pt x="507746" y="1800250"/>
                  </a:lnTo>
                  <a:lnTo>
                    <a:pt x="482841" y="1844001"/>
                  </a:lnTo>
                  <a:lnTo>
                    <a:pt x="461949" y="1891182"/>
                  </a:lnTo>
                  <a:lnTo>
                    <a:pt x="445477" y="1941207"/>
                  </a:lnTo>
                  <a:lnTo>
                    <a:pt x="433844" y="1993493"/>
                  </a:lnTo>
                  <a:lnTo>
                    <a:pt x="427469" y="2047455"/>
                  </a:lnTo>
                  <a:lnTo>
                    <a:pt x="426935" y="2101773"/>
                  </a:lnTo>
                  <a:lnTo>
                    <a:pt x="432523" y="2154212"/>
                  </a:lnTo>
                  <a:lnTo>
                    <a:pt x="444144" y="2204301"/>
                  </a:lnTo>
                  <a:lnTo>
                    <a:pt x="461683" y="2251608"/>
                  </a:lnTo>
                  <a:lnTo>
                    <a:pt x="485038" y="2295677"/>
                  </a:lnTo>
                  <a:lnTo>
                    <a:pt x="512686" y="2334488"/>
                  </a:lnTo>
                  <a:lnTo>
                    <a:pt x="545096" y="2369439"/>
                  </a:lnTo>
                  <a:lnTo>
                    <a:pt x="582206" y="2400490"/>
                  </a:lnTo>
                  <a:lnTo>
                    <a:pt x="623951" y="2427605"/>
                  </a:lnTo>
                  <a:lnTo>
                    <a:pt x="670267" y="2450719"/>
                  </a:lnTo>
                  <a:lnTo>
                    <a:pt x="721093" y="2469794"/>
                  </a:lnTo>
                  <a:lnTo>
                    <a:pt x="774725" y="2489263"/>
                  </a:lnTo>
                  <a:lnTo>
                    <a:pt x="824191" y="2511856"/>
                  </a:lnTo>
                  <a:lnTo>
                    <a:pt x="869416" y="2537460"/>
                  </a:lnTo>
                  <a:lnTo>
                    <a:pt x="910297" y="2565971"/>
                  </a:lnTo>
                  <a:lnTo>
                    <a:pt x="946721" y="2597277"/>
                  </a:lnTo>
                  <a:lnTo>
                    <a:pt x="978585" y="2631262"/>
                  </a:lnTo>
                  <a:lnTo>
                    <a:pt x="1005801" y="2667825"/>
                  </a:lnTo>
                  <a:lnTo>
                    <a:pt x="1028255" y="2706865"/>
                  </a:lnTo>
                  <a:lnTo>
                    <a:pt x="1045857" y="2748254"/>
                  </a:lnTo>
                  <a:lnTo>
                    <a:pt x="1058494" y="2791904"/>
                  </a:lnTo>
                  <a:lnTo>
                    <a:pt x="1066063" y="2837700"/>
                  </a:lnTo>
                  <a:lnTo>
                    <a:pt x="1068387" y="2884500"/>
                  </a:lnTo>
                  <a:lnTo>
                    <a:pt x="1065530" y="2931528"/>
                  </a:lnTo>
                  <a:lnTo>
                    <a:pt x="1057719" y="2978391"/>
                  </a:lnTo>
                  <a:lnTo>
                    <a:pt x="1045171" y="3024682"/>
                  </a:lnTo>
                  <a:lnTo>
                    <a:pt x="1028103" y="3070034"/>
                  </a:lnTo>
                  <a:lnTo>
                    <a:pt x="1006716" y="3114014"/>
                  </a:lnTo>
                  <a:lnTo>
                    <a:pt x="981240" y="3156242"/>
                  </a:lnTo>
                  <a:lnTo>
                    <a:pt x="951877" y="3196323"/>
                  </a:lnTo>
                  <a:lnTo>
                    <a:pt x="918857" y="3233851"/>
                  </a:lnTo>
                  <a:lnTo>
                    <a:pt x="882396" y="3268446"/>
                  </a:lnTo>
                  <a:lnTo>
                    <a:pt x="842695" y="3299688"/>
                  </a:lnTo>
                  <a:lnTo>
                    <a:pt x="799985" y="3327196"/>
                  </a:lnTo>
                  <a:lnTo>
                    <a:pt x="818032" y="3358413"/>
                  </a:lnTo>
                  <a:lnTo>
                    <a:pt x="860234" y="3331438"/>
                  </a:lnTo>
                  <a:lnTo>
                    <a:pt x="899706" y="3301009"/>
                  </a:lnTo>
                  <a:lnTo>
                    <a:pt x="936269" y="3267456"/>
                  </a:lnTo>
                  <a:lnTo>
                    <a:pt x="969733" y="3231108"/>
                  </a:lnTo>
                  <a:lnTo>
                    <a:pt x="999934" y="3192322"/>
                  </a:lnTo>
                  <a:lnTo>
                    <a:pt x="1026680" y="3151416"/>
                  </a:lnTo>
                  <a:lnTo>
                    <a:pt x="1049782" y="3108718"/>
                  </a:lnTo>
                  <a:lnTo>
                    <a:pt x="1069073" y="3064573"/>
                  </a:lnTo>
                  <a:lnTo>
                    <a:pt x="1084364" y="3019323"/>
                  </a:lnTo>
                  <a:lnTo>
                    <a:pt x="1095476" y="2973286"/>
                  </a:lnTo>
                  <a:lnTo>
                    <a:pt x="1102233" y="2926816"/>
                  </a:lnTo>
                  <a:lnTo>
                    <a:pt x="1104442" y="2880233"/>
                  </a:lnTo>
                  <a:close/>
                </a:path>
              </a:pathLst>
            </a:custGeom>
            <a:solidFill>
              <a:srgbClr val="0F80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8645029" y="2179215"/>
              <a:ext cx="1735455" cy="619760"/>
            </a:xfrm>
            <a:custGeom>
              <a:avLst/>
              <a:gdLst/>
              <a:ahLst/>
              <a:cxnLst/>
              <a:rect l="l" t="t" r="r" b="b"/>
              <a:pathLst>
                <a:path w="1735454" h="619760">
                  <a:moveTo>
                    <a:pt x="1425516" y="0"/>
                  </a:moveTo>
                  <a:lnTo>
                    <a:pt x="309718" y="0"/>
                  </a:lnTo>
                  <a:lnTo>
                    <a:pt x="263950" y="3358"/>
                  </a:lnTo>
                  <a:lnTo>
                    <a:pt x="220267" y="13113"/>
                  </a:lnTo>
                  <a:lnTo>
                    <a:pt x="179149" y="28786"/>
                  </a:lnTo>
                  <a:lnTo>
                    <a:pt x="141073" y="49898"/>
                  </a:lnTo>
                  <a:lnTo>
                    <a:pt x="106520" y="75969"/>
                  </a:lnTo>
                  <a:lnTo>
                    <a:pt x="75968" y="106522"/>
                  </a:lnTo>
                  <a:lnTo>
                    <a:pt x="49897" y="141076"/>
                  </a:lnTo>
                  <a:lnTo>
                    <a:pt x="28786" y="179153"/>
                  </a:lnTo>
                  <a:lnTo>
                    <a:pt x="13113" y="220273"/>
                  </a:lnTo>
                  <a:lnTo>
                    <a:pt x="3358" y="263958"/>
                  </a:lnTo>
                  <a:lnTo>
                    <a:pt x="0" y="309728"/>
                  </a:lnTo>
                  <a:lnTo>
                    <a:pt x="3358" y="355496"/>
                  </a:lnTo>
                  <a:lnTo>
                    <a:pt x="13113" y="399179"/>
                  </a:lnTo>
                  <a:lnTo>
                    <a:pt x="28786" y="440298"/>
                  </a:lnTo>
                  <a:lnTo>
                    <a:pt x="49897" y="478373"/>
                  </a:lnTo>
                  <a:lnTo>
                    <a:pt x="75968" y="512926"/>
                  </a:lnTo>
                  <a:lnTo>
                    <a:pt x="106520" y="543478"/>
                  </a:lnTo>
                  <a:lnTo>
                    <a:pt x="141073" y="569549"/>
                  </a:lnTo>
                  <a:lnTo>
                    <a:pt x="179149" y="590661"/>
                  </a:lnTo>
                  <a:lnTo>
                    <a:pt x="220267" y="606333"/>
                  </a:lnTo>
                  <a:lnTo>
                    <a:pt x="263950" y="616088"/>
                  </a:lnTo>
                  <a:lnTo>
                    <a:pt x="309718" y="619447"/>
                  </a:lnTo>
                  <a:lnTo>
                    <a:pt x="1425516" y="619447"/>
                  </a:lnTo>
                  <a:lnTo>
                    <a:pt x="1471284" y="616088"/>
                  </a:lnTo>
                  <a:lnTo>
                    <a:pt x="1514967" y="606333"/>
                  </a:lnTo>
                  <a:lnTo>
                    <a:pt x="1556086" y="590661"/>
                  </a:lnTo>
                  <a:lnTo>
                    <a:pt x="1594161" y="569549"/>
                  </a:lnTo>
                  <a:lnTo>
                    <a:pt x="1628714" y="543478"/>
                  </a:lnTo>
                  <a:lnTo>
                    <a:pt x="1659266" y="512926"/>
                  </a:lnTo>
                  <a:lnTo>
                    <a:pt x="1685337" y="478373"/>
                  </a:lnTo>
                  <a:lnTo>
                    <a:pt x="1706449" y="440298"/>
                  </a:lnTo>
                  <a:lnTo>
                    <a:pt x="1722121" y="399179"/>
                  </a:lnTo>
                  <a:lnTo>
                    <a:pt x="1731876" y="355496"/>
                  </a:lnTo>
                  <a:lnTo>
                    <a:pt x="1735235" y="309728"/>
                  </a:lnTo>
                  <a:lnTo>
                    <a:pt x="1731876" y="263958"/>
                  </a:lnTo>
                  <a:lnTo>
                    <a:pt x="1722121" y="220273"/>
                  </a:lnTo>
                  <a:lnTo>
                    <a:pt x="1706449" y="179153"/>
                  </a:lnTo>
                  <a:lnTo>
                    <a:pt x="1685337" y="141076"/>
                  </a:lnTo>
                  <a:lnTo>
                    <a:pt x="1659266" y="106522"/>
                  </a:lnTo>
                  <a:lnTo>
                    <a:pt x="1628714" y="75969"/>
                  </a:lnTo>
                  <a:lnTo>
                    <a:pt x="1594161" y="49898"/>
                  </a:lnTo>
                  <a:lnTo>
                    <a:pt x="1556086" y="28786"/>
                  </a:lnTo>
                  <a:lnTo>
                    <a:pt x="1514967" y="13113"/>
                  </a:lnTo>
                  <a:lnTo>
                    <a:pt x="1471284" y="3358"/>
                  </a:lnTo>
                  <a:lnTo>
                    <a:pt x="1425516" y="0"/>
                  </a:lnTo>
                  <a:close/>
                </a:path>
              </a:pathLst>
            </a:custGeom>
            <a:solidFill>
              <a:srgbClr val="A7E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8318576" y="3157924"/>
              <a:ext cx="1369695" cy="2816225"/>
            </a:xfrm>
            <a:custGeom>
              <a:avLst/>
              <a:gdLst/>
              <a:ahLst/>
              <a:cxnLst/>
              <a:rect l="l" t="t" r="r" b="b"/>
              <a:pathLst>
                <a:path w="1369695" h="2816225">
                  <a:moveTo>
                    <a:pt x="775665" y="2676601"/>
                  </a:moveTo>
                  <a:lnTo>
                    <a:pt x="154368" y="1987600"/>
                  </a:lnTo>
                  <a:lnTo>
                    <a:pt x="0" y="2126805"/>
                  </a:lnTo>
                  <a:lnTo>
                    <a:pt x="621296" y="2815793"/>
                  </a:lnTo>
                  <a:lnTo>
                    <a:pt x="775665" y="2676601"/>
                  </a:lnTo>
                  <a:close/>
                </a:path>
                <a:path w="1369695" h="2816225">
                  <a:moveTo>
                    <a:pt x="1369288" y="0"/>
                  </a:moveTo>
                  <a:lnTo>
                    <a:pt x="1047305" y="0"/>
                  </a:lnTo>
                  <a:lnTo>
                    <a:pt x="1047305" y="1108278"/>
                  </a:lnTo>
                  <a:lnTo>
                    <a:pt x="1369288" y="1108278"/>
                  </a:lnTo>
                  <a:lnTo>
                    <a:pt x="1369288" y="0"/>
                  </a:lnTo>
                  <a:close/>
                </a:path>
              </a:pathLst>
            </a:custGeom>
            <a:solidFill>
              <a:srgbClr val="0F80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9205235" y="2448278"/>
              <a:ext cx="643890" cy="1095375"/>
            </a:xfrm>
            <a:custGeom>
              <a:avLst/>
              <a:gdLst/>
              <a:ahLst/>
              <a:cxnLst/>
              <a:rect l="l" t="t" r="r" b="b"/>
              <a:pathLst>
                <a:path w="643890" h="1095375">
                  <a:moveTo>
                    <a:pt x="643299" y="0"/>
                  </a:moveTo>
                  <a:lnTo>
                    <a:pt x="0" y="0"/>
                  </a:lnTo>
                  <a:lnTo>
                    <a:pt x="0" y="773117"/>
                  </a:lnTo>
                  <a:lnTo>
                    <a:pt x="3487" y="820650"/>
                  </a:lnTo>
                  <a:lnTo>
                    <a:pt x="13618" y="866017"/>
                  </a:lnTo>
                  <a:lnTo>
                    <a:pt x="29894" y="908721"/>
                  </a:lnTo>
                  <a:lnTo>
                    <a:pt x="51819" y="948264"/>
                  </a:lnTo>
                  <a:lnTo>
                    <a:pt x="78894" y="984148"/>
                  </a:lnTo>
                  <a:lnTo>
                    <a:pt x="110622" y="1015877"/>
                  </a:lnTo>
                  <a:lnTo>
                    <a:pt x="146506" y="1042953"/>
                  </a:lnTo>
                  <a:lnTo>
                    <a:pt x="186047" y="1064878"/>
                  </a:lnTo>
                  <a:lnTo>
                    <a:pt x="228749" y="1081154"/>
                  </a:lnTo>
                  <a:lnTo>
                    <a:pt x="274114" y="1091285"/>
                  </a:lnTo>
                  <a:lnTo>
                    <a:pt x="321644" y="1094772"/>
                  </a:lnTo>
                  <a:lnTo>
                    <a:pt x="369177" y="1091285"/>
                  </a:lnTo>
                  <a:lnTo>
                    <a:pt x="414544" y="1081154"/>
                  </a:lnTo>
                  <a:lnTo>
                    <a:pt x="457247" y="1064878"/>
                  </a:lnTo>
                  <a:lnTo>
                    <a:pt x="496790" y="1042953"/>
                  </a:lnTo>
                  <a:lnTo>
                    <a:pt x="532675" y="1015877"/>
                  </a:lnTo>
                  <a:lnTo>
                    <a:pt x="564404" y="984148"/>
                  </a:lnTo>
                  <a:lnTo>
                    <a:pt x="591480" y="948264"/>
                  </a:lnTo>
                  <a:lnTo>
                    <a:pt x="613404" y="908721"/>
                  </a:lnTo>
                  <a:lnTo>
                    <a:pt x="629681" y="866017"/>
                  </a:lnTo>
                  <a:lnTo>
                    <a:pt x="639812" y="820650"/>
                  </a:lnTo>
                  <a:lnTo>
                    <a:pt x="643299" y="773117"/>
                  </a:lnTo>
                  <a:lnTo>
                    <a:pt x="643299" y="0"/>
                  </a:lnTo>
                  <a:close/>
                </a:path>
              </a:pathLst>
            </a:custGeom>
            <a:solidFill>
              <a:srgbClr val="A7E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8796960" y="2324639"/>
              <a:ext cx="1432560" cy="1082040"/>
            </a:xfrm>
            <a:custGeom>
              <a:avLst/>
              <a:gdLst/>
              <a:ahLst/>
              <a:cxnLst/>
              <a:rect l="l" t="t" r="r" b="b"/>
              <a:pathLst>
                <a:path w="1432559" h="1082039">
                  <a:moveTo>
                    <a:pt x="315633" y="179400"/>
                  </a:moveTo>
                  <a:lnTo>
                    <a:pt x="312204" y="130568"/>
                  </a:lnTo>
                  <a:lnTo>
                    <a:pt x="294297" y="85471"/>
                  </a:lnTo>
                  <a:lnTo>
                    <a:pt x="263309" y="47574"/>
                  </a:lnTo>
                  <a:lnTo>
                    <a:pt x="220599" y="20320"/>
                  </a:lnTo>
                  <a:lnTo>
                    <a:pt x="171475" y="7924"/>
                  </a:lnTo>
                  <a:lnTo>
                    <a:pt x="122643" y="11366"/>
                  </a:lnTo>
                  <a:lnTo>
                    <a:pt x="77546" y="29260"/>
                  </a:lnTo>
                  <a:lnTo>
                    <a:pt x="39649" y="60248"/>
                  </a:lnTo>
                  <a:lnTo>
                    <a:pt x="12395" y="102958"/>
                  </a:lnTo>
                  <a:lnTo>
                    <a:pt x="0" y="152082"/>
                  </a:lnTo>
                  <a:lnTo>
                    <a:pt x="3441" y="200914"/>
                  </a:lnTo>
                  <a:lnTo>
                    <a:pt x="21336" y="246011"/>
                  </a:lnTo>
                  <a:lnTo>
                    <a:pt x="52324" y="283908"/>
                  </a:lnTo>
                  <a:lnTo>
                    <a:pt x="95034" y="311162"/>
                  </a:lnTo>
                  <a:lnTo>
                    <a:pt x="144157" y="323557"/>
                  </a:lnTo>
                  <a:lnTo>
                    <a:pt x="192989" y="320116"/>
                  </a:lnTo>
                  <a:lnTo>
                    <a:pt x="238086" y="302221"/>
                  </a:lnTo>
                  <a:lnTo>
                    <a:pt x="275983" y="271233"/>
                  </a:lnTo>
                  <a:lnTo>
                    <a:pt x="303237" y="228523"/>
                  </a:lnTo>
                  <a:lnTo>
                    <a:pt x="315633" y="179400"/>
                  </a:lnTo>
                  <a:close/>
                </a:path>
                <a:path w="1432559" h="1082039">
                  <a:moveTo>
                    <a:pt x="915835" y="872477"/>
                  </a:moveTo>
                  <a:lnTo>
                    <a:pt x="903909" y="825919"/>
                  </a:lnTo>
                  <a:lnTo>
                    <a:pt x="880656" y="783856"/>
                  </a:lnTo>
                  <a:lnTo>
                    <a:pt x="846988" y="748677"/>
                  </a:lnTo>
                  <a:lnTo>
                    <a:pt x="803871" y="722731"/>
                  </a:lnTo>
                  <a:lnTo>
                    <a:pt x="755421" y="709142"/>
                  </a:lnTo>
                  <a:lnTo>
                    <a:pt x="706729" y="708774"/>
                  </a:lnTo>
                  <a:lnTo>
                    <a:pt x="660158" y="720686"/>
                  </a:lnTo>
                  <a:lnTo>
                    <a:pt x="618109" y="743940"/>
                  </a:lnTo>
                  <a:lnTo>
                    <a:pt x="582917" y="777608"/>
                  </a:lnTo>
                  <a:lnTo>
                    <a:pt x="556983" y="820737"/>
                  </a:lnTo>
                  <a:lnTo>
                    <a:pt x="543382" y="869188"/>
                  </a:lnTo>
                  <a:lnTo>
                    <a:pt x="543013" y="917879"/>
                  </a:lnTo>
                  <a:lnTo>
                    <a:pt x="554926" y="964438"/>
                  </a:lnTo>
                  <a:lnTo>
                    <a:pt x="578192" y="1006500"/>
                  </a:lnTo>
                  <a:lnTo>
                    <a:pt x="611847" y="1041679"/>
                  </a:lnTo>
                  <a:lnTo>
                    <a:pt x="654977" y="1067625"/>
                  </a:lnTo>
                  <a:lnTo>
                    <a:pt x="703427" y="1081214"/>
                  </a:lnTo>
                  <a:lnTo>
                    <a:pt x="752119" y="1081595"/>
                  </a:lnTo>
                  <a:lnTo>
                    <a:pt x="798677" y="1069670"/>
                  </a:lnTo>
                  <a:lnTo>
                    <a:pt x="840740" y="1046416"/>
                  </a:lnTo>
                  <a:lnTo>
                    <a:pt x="875919" y="1012748"/>
                  </a:lnTo>
                  <a:lnTo>
                    <a:pt x="901852" y="969632"/>
                  </a:lnTo>
                  <a:lnTo>
                    <a:pt x="915454" y="921169"/>
                  </a:lnTo>
                  <a:lnTo>
                    <a:pt x="915835" y="872477"/>
                  </a:lnTo>
                  <a:close/>
                </a:path>
                <a:path w="1432559" h="1082039">
                  <a:moveTo>
                    <a:pt x="1432102" y="169938"/>
                  </a:moveTo>
                  <a:lnTo>
                    <a:pt x="1428140" y="121132"/>
                  </a:lnTo>
                  <a:lnTo>
                    <a:pt x="1409763" y="76238"/>
                  </a:lnTo>
                  <a:lnTo>
                    <a:pt x="1378381" y="38671"/>
                  </a:lnTo>
                  <a:lnTo>
                    <a:pt x="1335379" y="11874"/>
                  </a:lnTo>
                  <a:lnTo>
                    <a:pt x="1286129" y="0"/>
                  </a:lnTo>
                  <a:lnTo>
                    <a:pt x="1237335" y="3949"/>
                  </a:lnTo>
                  <a:lnTo>
                    <a:pt x="1192428" y="22326"/>
                  </a:lnTo>
                  <a:lnTo>
                    <a:pt x="1154861" y="53721"/>
                  </a:lnTo>
                  <a:lnTo>
                    <a:pt x="1128064" y="96723"/>
                  </a:lnTo>
                  <a:lnTo>
                    <a:pt x="1116190" y="145973"/>
                  </a:lnTo>
                  <a:lnTo>
                    <a:pt x="1120140" y="194767"/>
                  </a:lnTo>
                  <a:lnTo>
                    <a:pt x="1138516" y="239661"/>
                  </a:lnTo>
                  <a:lnTo>
                    <a:pt x="1169911" y="277241"/>
                  </a:lnTo>
                  <a:lnTo>
                    <a:pt x="1212913" y="304025"/>
                  </a:lnTo>
                  <a:lnTo>
                    <a:pt x="1262164" y="315912"/>
                  </a:lnTo>
                  <a:lnTo>
                    <a:pt x="1310957" y="311950"/>
                  </a:lnTo>
                  <a:lnTo>
                    <a:pt x="1355864" y="293573"/>
                  </a:lnTo>
                  <a:lnTo>
                    <a:pt x="1393431" y="262178"/>
                  </a:lnTo>
                  <a:lnTo>
                    <a:pt x="1420228" y="219189"/>
                  </a:lnTo>
                  <a:lnTo>
                    <a:pt x="1432102" y="169938"/>
                  </a:lnTo>
                  <a:close/>
                </a:path>
              </a:pathLst>
            </a:custGeom>
            <a:solidFill>
              <a:srgbClr val="0F80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7944201" y="3747872"/>
              <a:ext cx="1873885" cy="1783080"/>
            </a:xfrm>
            <a:custGeom>
              <a:avLst/>
              <a:gdLst/>
              <a:ahLst/>
              <a:cxnLst/>
              <a:rect l="l" t="t" r="r" b="b"/>
              <a:pathLst>
                <a:path w="1873884" h="1783079">
                  <a:moveTo>
                    <a:pt x="1489372" y="0"/>
                  </a:moveTo>
                  <a:lnTo>
                    <a:pt x="1445245" y="447"/>
                  </a:lnTo>
                  <a:lnTo>
                    <a:pt x="1401331" y="5719"/>
                  </a:lnTo>
                  <a:lnTo>
                    <a:pt x="1358057" y="15835"/>
                  </a:lnTo>
                  <a:lnTo>
                    <a:pt x="1315850" y="30813"/>
                  </a:lnTo>
                  <a:lnTo>
                    <a:pt x="1275134" y="50673"/>
                  </a:lnTo>
                  <a:lnTo>
                    <a:pt x="1236338" y="75434"/>
                  </a:lnTo>
                  <a:lnTo>
                    <a:pt x="1199888" y="105114"/>
                  </a:lnTo>
                  <a:lnTo>
                    <a:pt x="130361" y="1083671"/>
                  </a:lnTo>
                  <a:lnTo>
                    <a:pt x="97567" y="1117346"/>
                  </a:lnTo>
                  <a:lnTo>
                    <a:pt x="69466" y="1153794"/>
                  </a:lnTo>
                  <a:lnTo>
                    <a:pt x="46075" y="1192588"/>
                  </a:lnTo>
                  <a:lnTo>
                    <a:pt x="27414" y="1233303"/>
                  </a:lnTo>
                  <a:lnTo>
                    <a:pt x="13502" y="1275510"/>
                  </a:lnTo>
                  <a:lnTo>
                    <a:pt x="4357" y="1318785"/>
                  </a:lnTo>
                  <a:lnTo>
                    <a:pt x="0" y="1362699"/>
                  </a:lnTo>
                  <a:lnTo>
                    <a:pt x="447" y="1406827"/>
                  </a:lnTo>
                  <a:lnTo>
                    <a:pt x="5720" y="1450741"/>
                  </a:lnTo>
                  <a:lnTo>
                    <a:pt x="15836" y="1494016"/>
                  </a:lnTo>
                  <a:lnTo>
                    <a:pt x="30814" y="1536225"/>
                  </a:lnTo>
                  <a:lnTo>
                    <a:pt x="50674" y="1576941"/>
                  </a:lnTo>
                  <a:lnTo>
                    <a:pt x="75435" y="1615737"/>
                  </a:lnTo>
                  <a:lnTo>
                    <a:pt x="105115" y="1652187"/>
                  </a:lnTo>
                  <a:lnTo>
                    <a:pt x="138790" y="1684981"/>
                  </a:lnTo>
                  <a:lnTo>
                    <a:pt x="175238" y="1713082"/>
                  </a:lnTo>
                  <a:lnTo>
                    <a:pt x="214032" y="1736473"/>
                  </a:lnTo>
                  <a:lnTo>
                    <a:pt x="254745" y="1755134"/>
                  </a:lnTo>
                  <a:lnTo>
                    <a:pt x="296952" y="1769046"/>
                  </a:lnTo>
                  <a:lnTo>
                    <a:pt x="340225" y="1778191"/>
                  </a:lnTo>
                  <a:lnTo>
                    <a:pt x="384138" y="1782549"/>
                  </a:lnTo>
                  <a:lnTo>
                    <a:pt x="428265" y="1782101"/>
                  </a:lnTo>
                  <a:lnTo>
                    <a:pt x="472179" y="1776828"/>
                  </a:lnTo>
                  <a:lnTo>
                    <a:pt x="515453" y="1766712"/>
                  </a:lnTo>
                  <a:lnTo>
                    <a:pt x="557660" y="1751734"/>
                  </a:lnTo>
                  <a:lnTo>
                    <a:pt x="598376" y="1731874"/>
                  </a:lnTo>
                  <a:lnTo>
                    <a:pt x="637172" y="1707113"/>
                  </a:lnTo>
                  <a:lnTo>
                    <a:pt x="673622" y="1677433"/>
                  </a:lnTo>
                  <a:lnTo>
                    <a:pt x="1743149" y="698876"/>
                  </a:lnTo>
                  <a:lnTo>
                    <a:pt x="1775943" y="665201"/>
                  </a:lnTo>
                  <a:lnTo>
                    <a:pt x="1804044" y="628754"/>
                  </a:lnTo>
                  <a:lnTo>
                    <a:pt x="1827435" y="589960"/>
                  </a:lnTo>
                  <a:lnTo>
                    <a:pt x="1846096" y="549246"/>
                  </a:lnTo>
                  <a:lnTo>
                    <a:pt x="1860008" y="507040"/>
                  </a:lnTo>
                  <a:lnTo>
                    <a:pt x="1869153" y="463766"/>
                  </a:lnTo>
                  <a:lnTo>
                    <a:pt x="1873511" y="419853"/>
                  </a:lnTo>
                  <a:lnTo>
                    <a:pt x="1873063" y="375727"/>
                  </a:lnTo>
                  <a:lnTo>
                    <a:pt x="1867790" y="331813"/>
                  </a:lnTo>
                  <a:lnTo>
                    <a:pt x="1857674" y="288539"/>
                  </a:lnTo>
                  <a:lnTo>
                    <a:pt x="1842696" y="246331"/>
                  </a:lnTo>
                  <a:lnTo>
                    <a:pt x="1822836" y="205616"/>
                  </a:lnTo>
                  <a:lnTo>
                    <a:pt x="1798075" y="166820"/>
                  </a:lnTo>
                  <a:lnTo>
                    <a:pt x="1768395" y="130370"/>
                  </a:lnTo>
                  <a:lnTo>
                    <a:pt x="1734720" y="97575"/>
                  </a:lnTo>
                  <a:lnTo>
                    <a:pt x="1698272" y="69471"/>
                  </a:lnTo>
                  <a:lnTo>
                    <a:pt x="1659478" y="46079"/>
                  </a:lnTo>
                  <a:lnTo>
                    <a:pt x="1618765" y="27417"/>
                  </a:lnTo>
                  <a:lnTo>
                    <a:pt x="1576558" y="13503"/>
                  </a:lnTo>
                  <a:lnTo>
                    <a:pt x="1533285" y="4358"/>
                  </a:lnTo>
                  <a:lnTo>
                    <a:pt x="1489372" y="0"/>
                  </a:lnTo>
                  <a:close/>
                </a:path>
              </a:pathLst>
            </a:custGeom>
            <a:solidFill>
              <a:srgbClr val="A7E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8142755" y="4925031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183690" y="0"/>
                  </a:moveTo>
                  <a:lnTo>
                    <a:pt x="137376" y="10280"/>
                  </a:lnTo>
                  <a:lnTo>
                    <a:pt x="94626" y="30851"/>
                  </a:lnTo>
                  <a:lnTo>
                    <a:pt x="58792" y="59671"/>
                  </a:lnTo>
                  <a:lnTo>
                    <a:pt x="30644" y="95158"/>
                  </a:lnTo>
                  <a:lnTo>
                    <a:pt x="10950" y="135728"/>
                  </a:lnTo>
                  <a:lnTo>
                    <a:pt x="479" y="179796"/>
                  </a:lnTo>
                  <a:lnTo>
                    <a:pt x="0" y="225780"/>
                  </a:lnTo>
                  <a:lnTo>
                    <a:pt x="10280" y="272094"/>
                  </a:lnTo>
                  <a:lnTo>
                    <a:pt x="30850" y="314844"/>
                  </a:lnTo>
                  <a:lnTo>
                    <a:pt x="59669" y="350678"/>
                  </a:lnTo>
                  <a:lnTo>
                    <a:pt x="95155" y="378826"/>
                  </a:lnTo>
                  <a:lnTo>
                    <a:pt x="135723" y="398520"/>
                  </a:lnTo>
                  <a:lnTo>
                    <a:pt x="179792" y="408991"/>
                  </a:lnTo>
                  <a:lnTo>
                    <a:pt x="225776" y="409471"/>
                  </a:lnTo>
                  <a:lnTo>
                    <a:pt x="272094" y="399190"/>
                  </a:lnTo>
                  <a:lnTo>
                    <a:pt x="314841" y="378620"/>
                  </a:lnTo>
                  <a:lnTo>
                    <a:pt x="350671" y="349799"/>
                  </a:lnTo>
                  <a:lnTo>
                    <a:pt x="378818" y="314313"/>
                  </a:lnTo>
                  <a:lnTo>
                    <a:pt x="398510" y="273744"/>
                  </a:lnTo>
                  <a:lnTo>
                    <a:pt x="408981" y="229678"/>
                  </a:lnTo>
                  <a:lnTo>
                    <a:pt x="409460" y="183697"/>
                  </a:lnTo>
                  <a:lnTo>
                    <a:pt x="399179" y="137386"/>
                  </a:lnTo>
                  <a:lnTo>
                    <a:pt x="378610" y="94632"/>
                  </a:lnTo>
                  <a:lnTo>
                    <a:pt x="349791" y="58796"/>
                  </a:lnTo>
                  <a:lnTo>
                    <a:pt x="314306" y="30646"/>
                  </a:lnTo>
                  <a:lnTo>
                    <a:pt x="273738" y="10951"/>
                  </a:lnTo>
                  <a:lnTo>
                    <a:pt x="229672" y="479"/>
                  </a:lnTo>
                  <a:lnTo>
                    <a:pt x="183690" y="0"/>
                  </a:lnTo>
                  <a:close/>
                </a:path>
              </a:pathLst>
            </a:custGeom>
            <a:solidFill>
              <a:srgbClr val="0F80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8626741" y="5504974"/>
              <a:ext cx="955675" cy="1017269"/>
            </a:xfrm>
            <a:custGeom>
              <a:avLst/>
              <a:gdLst/>
              <a:ahLst/>
              <a:cxnLst/>
              <a:rect l="l" t="t" r="r" b="b"/>
              <a:pathLst>
                <a:path w="955675" h="1017270">
                  <a:moveTo>
                    <a:pt x="205100" y="0"/>
                  </a:moveTo>
                  <a:lnTo>
                    <a:pt x="157952" y="7782"/>
                  </a:lnTo>
                  <a:lnTo>
                    <a:pt x="112989" y="26087"/>
                  </a:lnTo>
                  <a:lnTo>
                    <a:pt x="72053" y="55017"/>
                  </a:lnTo>
                  <a:lnTo>
                    <a:pt x="38766" y="92495"/>
                  </a:lnTo>
                  <a:lnTo>
                    <a:pt x="15593" y="135153"/>
                  </a:lnTo>
                  <a:lnTo>
                    <a:pt x="2637" y="181148"/>
                  </a:lnTo>
                  <a:lnTo>
                    <a:pt x="0" y="228640"/>
                  </a:lnTo>
                  <a:lnTo>
                    <a:pt x="7782" y="275788"/>
                  </a:lnTo>
                  <a:lnTo>
                    <a:pt x="26087" y="320751"/>
                  </a:lnTo>
                  <a:lnTo>
                    <a:pt x="55017" y="361688"/>
                  </a:lnTo>
                  <a:lnTo>
                    <a:pt x="576728" y="944780"/>
                  </a:lnTo>
                  <a:lnTo>
                    <a:pt x="614207" y="978067"/>
                  </a:lnTo>
                  <a:lnTo>
                    <a:pt x="656865" y="1001241"/>
                  </a:lnTo>
                  <a:lnTo>
                    <a:pt x="702860" y="1014199"/>
                  </a:lnTo>
                  <a:lnTo>
                    <a:pt x="750352" y="1016838"/>
                  </a:lnTo>
                  <a:lnTo>
                    <a:pt x="797500" y="1009055"/>
                  </a:lnTo>
                  <a:lnTo>
                    <a:pt x="842463" y="990749"/>
                  </a:lnTo>
                  <a:lnTo>
                    <a:pt x="883400" y="961816"/>
                  </a:lnTo>
                  <a:lnTo>
                    <a:pt x="916687" y="924337"/>
                  </a:lnTo>
                  <a:lnTo>
                    <a:pt x="939859" y="881680"/>
                  </a:lnTo>
                  <a:lnTo>
                    <a:pt x="952815" y="835685"/>
                  </a:lnTo>
                  <a:lnTo>
                    <a:pt x="955453" y="788192"/>
                  </a:lnTo>
                  <a:lnTo>
                    <a:pt x="947670" y="741044"/>
                  </a:lnTo>
                  <a:lnTo>
                    <a:pt x="929365" y="696082"/>
                  </a:lnTo>
                  <a:lnTo>
                    <a:pt x="900436" y="655145"/>
                  </a:lnTo>
                  <a:lnTo>
                    <a:pt x="378724" y="72053"/>
                  </a:lnTo>
                  <a:lnTo>
                    <a:pt x="341245" y="38766"/>
                  </a:lnTo>
                  <a:lnTo>
                    <a:pt x="298588" y="15593"/>
                  </a:lnTo>
                  <a:lnTo>
                    <a:pt x="252592" y="2637"/>
                  </a:lnTo>
                  <a:lnTo>
                    <a:pt x="205100" y="0"/>
                  </a:lnTo>
                  <a:close/>
                </a:path>
              </a:pathLst>
            </a:custGeom>
            <a:solidFill>
              <a:srgbClr val="A7E0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279798" y="6213153"/>
              <a:ext cx="178225" cy="178226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740111" y="5624726"/>
              <a:ext cx="178226" cy="178226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234998" y="5017274"/>
              <a:ext cx="224978" cy="224984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9199931" y="3958991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183690" y="0"/>
                  </a:moveTo>
                  <a:lnTo>
                    <a:pt x="137376" y="10280"/>
                  </a:lnTo>
                  <a:lnTo>
                    <a:pt x="94626" y="30850"/>
                  </a:lnTo>
                  <a:lnTo>
                    <a:pt x="58792" y="59671"/>
                  </a:lnTo>
                  <a:lnTo>
                    <a:pt x="30644" y="95158"/>
                  </a:lnTo>
                  <a:lnTo>
                    <a:pt x="10950" y="135727"/>
                  </a:lnTo>
                  <a:lnTo>
                    <a:pt x="479" y="179796"/>
                  </a:lnTo>
                  <a:lnTo>
                    <a:pt x="0" y="225779"/>
                  </a:lnTo>
                  <a:lnTo>
                    <a:pt x="10280" y="272094"/>
                  </a:lnTo>
                  <a:lnTo>
                    <a:pt x="30850" y="314844"/>
                  </a:lnTo>
                  <a:lnTo>
                    <a:pt x="59669" y="350677"/>
                  </a:lnTo>
                  <a:lnTo>
                    <a:pt x="95155" y="378826"/>
                  </a:lnTo>
                  <a:lnTo>
                    <a:pt x="135723" y="398520"/>
                  </a:lnTo>
                  <a:lnTo>
                    <a:pt x="179792" y="408991"/>
                  </a:lnTo>
                  <a:lnTo>
                    <a:pt x="225776" y="409470"/>
                  </a:lnTo>
                  <a:lnTo>
                    <a:pt x="272094" y="399189"/>
                  </a:lnTo>
                  <a:lnTo>
                    <a:pt x="314841" y="378619"/>
                  </a:lnTo>
                  <a:lnTo>
                    <a:pt x="350673" y="349799"/>
                  </a:lnTo>
                  <a:lnTo>
                    <a:pt x="378822" y="314312"/>
                  </a:lnTo>
                  <a:lnTo>
                    <a:pt x="398517" y="273744"/>
                  </a:lnTo>
                  <a:lnTo>
                    <a:pt x="408989" y="229677"/>
                  </a:lnTo>
                  <a:lnTo>
                    <a:pt x="409470" y="183697"/>
                  </a:lnTo>
                  <a:lnTo>
                    <a:pt x="399190" y="137386"/>
                  </a:lnTo>
                  <a:lnTo>
                    <a:pt x="378616" y="94635"/>
                  </a:lnTo>
                  <a:lnTo>
                    <a:pt x="349794" y="58800"/>
                  </a:lnTo>
                  <a:lnTo>
                    <a:pt x="314308" y="30650"/>
                  </a:lnTo>
                  <a:lnTo>
                    <a:pt x="273739" y="10954"/>
                  </a:lnTo>
                  <a:lnTo>
                    <a:pt x="229672" y="481"/>
                  </a:lnTo>
                  <a:lnTo>
                    <a:pt x="183690" y="0"/>
                  </a:lnTo>
                  <a:close/>
                </a:path>
              </a:pathLst>
            </a:custGeom>
            <a:solidFill>
              <a:srgbClr val="0F80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9292174" y="4051234"/>
              <a:ext cx="224978" cy="224988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13425334" y="3427520"/>
              <a:ext cx="1470660" cy="2148205"/>
            </a:xfrm>
            <a:custGeom>
              <a:avLst/>
              <a:gdLst/>
              <a:ahLst/>
              <a:cxnLst/>
              <a:rect l="l" t="t" r="r" b="b"/>
              <a:pathLst>
                <a:path w="1470659" h="2148204">
                  <a:moveTo>
                    <a:pt x="809078" y="1913534"/>
                  </a:moveTo>
                  <a:lnTo>
                    <a:pt x="805281" y="1869706"/>
                  </a:lnTo>
                  <a:lnTo>
                    <a:pt x="795159" y="1827288"/>
                  </a:lnTo>
                  <a:lnTo>
                    <a:pt x="778713" y="1786458"/>
                  </a:lnTo>
                  <a:lnTo>
                    <a:pt x="755942" y="1747393"/>
                  </a:lnTo>
                  <a:lnTo>
                    <a:pt x="726859" y="1710258"/>
                  </a:lnTo>
                  <a:lnTo>
                    <a:pt x="692607" y="1677593"/>
                  </a:lnTo>
                  <a:lnTo>
                    <a:pt x="653656" y="1650961"/>
                  </a:lnTo>
                  <a:lnTo>
                    <a:pt x="610235" y="1630426"/>
                  </a:lnTo>
                  <a:lnTo>
                    <a:pt x="562559" y="1616062"/>
                  </a:lnTo>
                  <a:lnTo>
                    <a:pt x="510844" y="1607921"/>
                  </a:lnTo>
                  <a:lnTo>
                    <a:pt x="455295" y="1606092"/>
                  </a:lnTo>
                  <a:lnTo>
                    <a:pt x="426250" y="1608315"/>
                  </a:lnTo>
                  <a:lnTo>
                    <a:pt x="431139" y="1601050"/>
                  </a:lnTo>
                  <a:lnTo>
                    <a:pt x="457504" y="1554505"/>
                  </a:lnTo>
                  <a:lnTo>
                    <a:pt x="477748" y="1509750"/>
                  </a:lnTo>
                  <a:lnTo>
                    <a:pt x="491909" y="1466723"/>
                  </a:lnTo>
                  <a:lnTo>
                    <a:pt x="499999" y="1425346"/>
                  </a:lnTo>
                  <a:lnTo>
                    <a:pt x="502056" y="1385544"/>
                  </a:lnTo>
                  <a:lnTo>
                    <a:pt x="498106" y="1347241"/>
                  </a:lnTo>
                  <a:lnTo>
                    <a:pt x="485622" y="1303591"/>
                  </a:lnTo>
                  <a:lnTo>
                    <a:pt x="465721" y="1263726"/>
                  </a:lnTo>
                  <a:lnTo>
                    <a:pt x="439483" y="1227264"/>
                  </a:lnTo>
                  <a:lnTo>
                    <a:pt x="408000" y="1193825"/>
                  </a:lnTo>
                  <a:lnTo>
                    <a:pt x="372325" y="1163015"/>
                  </a:lnTo>
                  <a:lnTo>
                    <a:pt x="333578" y="1134452"/>
                  </a:lnTo>
                  <a:lnTo>
                    <a:pt x="292798" y="1107757"/>
                  </a:lnTo>
                  <a:lnTo>
                    <a:pt x="251079" y="1082522"/>
                  </a:lnTo>
                  <a:lnTo>
                    <a:pt x="160782" y="1029982"/>
                  </a:lnTo>
                  <a:lnTo>
                    <a:pt x="115747" y="1001839"/>
                  </a:lnTo>
                  <a:lnTo>
                    <a:pt x="76733" y="973416"/>
                  </a:lnTo>
                  <a:lnTo>
                    <a:pt x="46050" y="944194"/>
                  </a:lnTo>
                  <a:lnTo>
                    <a:pt x="20662" y="901242"/>
                  </a:lnTo>
                  <a:lnTo>
                    <a:pt x="15887" y="878852"/>
                  </a:lnTo>
                  <a:lnTo>
                    <a:pt x="16421" y="855941"/>
                  </a:lnTo>
                  <a:lnTo>
                    <a:pt x="35928" y="804278"/>
                  </a:lnTo>
                  <a:lnTo>
                    <a:pt x="68961" y="762342"/>
                  </a:lnTo>
                  <a:lnTo>
                    <a:pt x="100266" y="734110"/>
                  </a:lnTo>
                  <a:lnTo>
                    <a:pt x="114528" y="723531"/>
                  </a:lnTo>
                  <a:lnTo>
                    <a:pt x="105791" y="710260"/>
                  </a:lnTo>
                  <a:lnTo>
                    <a:pt x="56007" y="752640"/>
                  </a:lnTo>
                  <a:lnTo>
                    <a:pt x="21297" y="797572"/>
                  </a:lnTo>
                  <a:lnTo>
                    <a:pt x="685" y="853694"/>
                  </a:lnTo>
                  <a:lnTo>
                    <a:pt x="0" y="880071"/>
                  </a:lnTo>
                  <a:lnTo>
                    <a:pt x="5346" y="905738"/>
                  </a:lnTo>
                  <a:lnTo>
                    <a:pt x="34023" y="954595"/>
                  </a:lnTo>
                  <a:lnTo>
                    <a:pt x="65913" y="985100"/>
                  </a:lnTo>
                  <a:lnTo>
                    <a:pt x="105968" y="1014412"/>
                  </a:lnTo>
                  <a:lnTo>
                    <a:pt x="151942" y="1043216"/>
                  </a:lnTo>
                  <a:lnTo>
                    <a:pt x="247243" y="1098715"/>
                  </a:lnTo>
                  <a:lnTo>
                    <a:pt x="292912" y="1126629"/>
                  </a:lnTo>
                  <a:lnTo>
                    <a:pt x="337070" y="1156398"/>
                  </a:lnTo>
                  <a:lnTo>
                    <a:pt x="378218" y="1188504"/>
                  </a:lnTo>
                  <a:lnTo>
                    <a:pt x="414832" y="1223441"/>
                  </a:lnTo>
                  <a:lnTo>
                    <a:pt x="445427" y="1261694"/>
                  </a:lnTo>
                  <a:lnTo>
                    <a:pt x="468477" y="1303756"/>
                  </a:lnTo>
                  <a:lnTo>
                    <a:pt x="482485" y="1350124"/>
                  </a:lnTo>
                  <a:lnTo>
                    <a:pt x="486194" y="1386636"/>
                  </a:lnTo>
                  <a:lnTo>
                    <a:pt x="484073" y="1424698"/>
                  </a:lnTo>
                  <a:lnTo>
                    <a:pt x="476110" y="1464398"/>
                  </a:lnTo>
                  <a:lnTo>
                    <a:pt x="462267" y="1505788"/>
                  </a:lnTo>
                  <a:lnTo>
                    <a:pt x="442518" y="1548955"/>
                  </a:lnTo>
                  <a:lnTo>
                    <a:pt x="416852" y="1593977"/>
                  </a:lnTo>
                  <a:lnTo>
                    <a:pt x="396138" y="1610614"/>
                  </a:lnTo>
                  <a:lnTo>
                    <a:pt x="323303" y="1623898"/>
                  </a:lnTo>
                  <a:lnTo>
                    <a:pt x="263982" y="1640420"/>
                  </a:lnTo>
                  <a:lnTo>
                    <a:pt x="223469" y="1654771"/>
                  </a:lnTo>
                  <a:lnTo>
                    <a:pt x="207073" y="1661528"/>
                  </a:lnTo>
                  <a:lnTo>
                    <a:pt x="232994" y="1719567"/>
                  </a:lnTo>
                  <a:lnTo>
                    <a:pt x="240766" y="1716354"/>
                  </a:lnTo>
                  <a:lnTo>
                    <a:pt x="261124" y="1708670"/>
                  </a:lnTo>
                  <a:lnTo>
                    <a:pt x="292049" y="1698434"/>
                  </a:lnTo>
                  <a:lnTo>
                    <a:pt x="331546" y="1687537"/>
                  </a:lnTo>
                  <a:lnTo>
                    <a:pt x="352780" y="1683092"/>
                  </a:lnTo>
                  <a:lnTo>
                    <a:pt x="347573" y="1689862"/>
                  </a:lnTo>
                  <a:lnTo>
                    <a:pt x="359892" y="1699895"/>
                  </a:lnTo>
                  <a:lnTo>
                    <a:pt x="376631" y="1678089"/>
                  </a:lnTo>
                  <a:lnTo>
                    <a:pt x="377596" y="1677885"/>
                  </a:lnTo>
                  <a:lnTo>
                    <a:pt x="428218" y="1671383"/>
                  </a:lnTo>
                  <a:lnTo>
                    <a:pt x="481380" y="1669923"/>
                  </a:lnTo>
                  <a:lnTo>
                    <a:pt x="535089" y="1675422"/>
                  </a:lnTo>
                  <a:lnTo>
                    <a:pt x="587349" y="1689760"/>
                  </a:lnTo>
                  <a:lnTo>
                    <a:pt x="636130" y="1714842"/>
                  </a:lnTo>
                  <a:lnTo>
                    <a:pt x="679450" y="1752587"/>
                  </a:lnTo>
                  <a:lnTo>
                    <a:pt x="708329" y="1790763"/>
                  </a:lnTo>
                  <a:lnTo>
                    <a:pt x="728967" y="1831251"/>
                  </a:lnTo>
                  <a:lnTo>
                    <a:pt x="741362" y="1873885"/>
                  </a:lnTo>
                  <a:lnTo>
                    <a:pt x="745490" y="1918500"/>
                  </a:lnTo>
                  <a:lnTo>
                    <a:pt x="741375" y="1964944"/>
                  </a:lnTo>
                  <a:lnTo>
                    <a:pt x="729005" y="2013051"/>
                  </a:lnTo>
                  <a:lnTo>
                    <a:pt x="708380" y="2062670"/>
                  </a:lnTo>
                  <a:lnTo>
                    <a:pt x="679513" y="2113661"/>
                  </a:lnTo>
                  <a:lnTo>
                    <a:pt x="733069" y="2147900"/>
                  </a:lnTo>
                  <a:lnTo>
                    <a:pt x="760945" y="2099576"/>
                  </a:lnTo>
                  <a:lnTo>
                    <a:pt x="782485" y="2051799"/>
                  </a:lnTo>
                  <a:lnTo>
                    <a:pt x="797687" y="2004758"/>
                  </a:lnTo>
                  <a:lnTo>
                    <a:pt x="806551" y="1958606"/>
                  </a:lnTo>
                  <a:lnTo>
                    <a:pt x="809078" y="1913534"/>
                  </a:lnTo>
                  <a:close/>
                </a:path>
                <a:path w="1470659" h="2148204">
                  <a:moveTo>
                    <a:pt x="1277937" y="394703"/>
                  </a:moveTo>
                  <a:lnTo>
                    <a:pt x="1276350" y="352780"/>
                  </a:lnTo>
                  <a:lnTo>
                    <a:pt x="1262265" y="313677"/>
                  </a:lnTo>
                  <a:lnTo>
                    <a:pt x="1236738" y="280377"/>
                  </a:lnTo>
                  <a:lnTo>
                    <a:pt x="1200848" y="255866"/>
                  </a:lnTo>
                  <a:lnTo>
                    <a:pt x="1041590" y="180987"/>
                  </a:lnTo>
                  <a:lnTo>
                    <a:pt x="1010208" y="247738"/>
                  </a:lnTo>
                  <a:lnTo>
                    <a:pt x="876731" y="184988"/>
                  </a:lnTo>
                  <a:lnTo>
                    <a:pt x="908113" y="118249"/>
                  </a:lnTo>
                  <a:lnTo>
                    <a:pt x="682117" y="12001"/>
                  </a:lnTo>
                  <a:lnTo>
                    <a:pt x="640346" y="0"/>
                  </a:lnTo>
                  <a:lnTo>
                    <a:pt x="598424" y="1587"/>
                  </a:lnTo>
                  <a:lnTo>
                    <a:pt x="559320" y="15684"/>
                  </a:lnTo>
                  <a:lnTo>
                    <a:pt x="526021" y="41211"/>
                  </a:lnTo>
                  <a:lnTo>
                    <a:pt x="501510" y="77089"/>
                  </a:lnTo>
                  <a:lnTo>
                    <a:pt x="489508" y="118872"/>
                  </a:lnTo>
                  <a:lnTo>
                    <a:pt x="491096" y="160794"/>
                  </a:lnTo>
                  <a:lnTo>
                    <a:pt x="505193" y="199898"/>
                  </a:lnTo>
                  <a:lnTo>
                    <a:pt x="530720" y="233184"/>
                  </a:lnTo>
                  <a:lnTo>
                    <a:pt x="566610" y="257708"/>
                  </a:lnTo>
                  <a:lnTo>
                    <a:pt x="792594" y="363956"/>
                  </a:lnTo>
                  <a:lnTo>
                    <a:pt x="823963" y="297230"/>
                  </a:lnTo>
                  <a:lnTo>
                    <a:pt x="957440" y="359981"/>
                  </a:lnTo>
                  <a:lnTo>
                    <a:pt x="926071" y="426707"/>
                  </a:lnTo>
                  <a:lnTo>
                    <a:pt x="1079792" y="498983"/>
                  </a:lnTo>
                  <a:lnTo>
                    <a:pt x="1075550" y="662508"/>
                  </a:lnTo>
                  <a:lnTo>
                    <a:pt x="1041882" y="694550"/>
                  </a:lnTo>
                  <a:lnTo>
                    <a:pt x="1031176" y="736574"/>
                  </a:lnTo>
                  <a:lnTo>
                    <a:pt x="1029106" y="824865"/>
                  </a:lnTo>
                  <a:lnTo>
                    <a:pt x="1012151" y="824420"/>
                  </a:lnTo>
                  <a:lnTo>
                    <a:pt x="1011428" y="852195"/>
                  </a:lnTo>
                  <a:lnTo>
                    <a:pt x="1240383" y="858139"/>
                  </a:lnTo>
                  <a:lnTo>
                    <a:pt x="1241107" y="830351"/>
                  </a:lnTo>
                  <a:lnTo>
                    <a:pt x="1222832" y="829881"/>
                  </a:lnTo>
                  <a:lnTo>
                    <a:pt x="1224902" y="741248"/>
                  </a:lnTo>
                  <a:lnTo>
                    <a:pt x="1216317" y="698919"/>
                  </a:lnTo>
                  <a:lnTo>
                    <a:pt x="1191285" y="665505"/>
                  </a:lnTo>
                  <a:lnTo>
                    <a:pt x="1180134" y="665226"/>
                  </a:lnTo>
                  <a:lnTo>
                    <a:pt x="1184249" y="506501"/>
                  </a:lnTo>
                  <a:lnTo>
                    <a:pt x="1208125" y="497890"/>
                  </a:lnTo>
                  <a:lnTo>
                    <a:pt x="1241425" y="472363"/>
                  </a:lnTo>
                  <a:lnTo>
                    <a:pt x="1265948" y="436473"/>
                  </a:lnTo>
                  <a:lnTo>
                    <a:pt x="1277937" y="394703"/>
                  </a:lnTo>
                  <a:close/>
                </a:path>
                <a:path w="1470659" h="2148204">
                  <a:moveTo>
                    <a:pt x="1470380" y="1034440"/>
                  </a:moveTo>
                  <a:lnTo>
                    <a:pt x="1460881" y="1004849"/>
                  </a:lnTo>
                  <a:lnTo>
                    <a:pt x="1438694" y="981163"/>
                  </a:lnTo>
                  <a:lnTo>
                    <a:pt x="1274889" y="867956"/>
                  </a:lnTo>
                  <a:lnTo>
                    <a:pt x="1268501" y="865200"/>
                  </a:lnTo>
                  <a:lnTo>
                    <a:pt x="1268133" y="864920"/>
                  </a:lnTo>
                  <a:lnTo>
                    <a:pt x="1267599" y="864806"/>
                  </a:lnTo>
                  <a:lnTo>
                    <a:pt x="1259217" y="861161"/>
                  </a:lnTo>
                  <a:lnTo>
                    <a:pt x="1251064" y="860996"/>
                  </a:lnTo>
                  <a:lnTo>
                    <a:pt x="1248422" y="860374"/>
                  </a:lnTo>
                  <a:lnTo>
                    <a:pt x="1017930" y="854392"/>
                  </a:lnTo>
                  <a:lnTo>
                    <a:pt x="998004" y="857910"/>
                  </a:lnTo>
                  <a:lnTo>
                    <a:pt x="992822" y="861212"/>
                  </a:lnTo>
                  <a:lnTo>
                    <a:pt x="983030" y="866444"/>
                  </a:lnTo>
                  <a:lnTo>
                    <a:pt x="829017" y="992657"/>
                  </a:lnTo>
                  <a:lnTo>
                    <a:pt x="808850" y="1018070"/>
                  </a:lnTo>
                  <a:lnTo>
                    <a:pt x="801801" y="1048346"/>
                  </a:lnTo>
                  <a:lnTo>
                    <a:pt x="807935" y="1078814"/>
                  </a:lnTo>
                  <a:lnTo>
                    <a:pt x="827328" y="1104823"/>
                  </a:lnTo>
                  <a:lnTo>
                    <a:pt x="831570" y="1107109"/>
                  </a:lnTo>
                  <a:lnTo>
                    <a:pt x="912533" y="1333347"/>
                  </a:lnTo>
                  <a:lnTo>
                    <a:pt x="951915" y="1328610"/>
                  </a:lnTo>
                  <a:lnTo>
                    <a:pt x="924394" y="1100289"/>
                  </a:lnTo>
                  <a:lnTo>
                    <a:pt x="934910" y="1090256"/>
                  </a:lnTo>
                  <a:lnTo>
                    <a:pt x="1025423" y="956767"/>
                  </a:lnTo>
                  <a:lnTo>
                    <a:pt x="1240751" y="962355"/>
                  </a:lnTo>
                  <a:lnTo>
                    <a:pt x="1341132" y="1087094"/>
                  </a:lnTo>
                  <a:lnTo>
                    <a:pt x="1356741" y="1099731"/>
                  </a:lnTo>
                  <a:lnTo>
                    <a:pt x="1359776" y="1336789"/>
                  </a:lnTo>
                  <a:lnTo>
                    <a:pt x="1399425" y="1336281"/>
                  </a:lnTo>
                  <a:lnTo>
                    <a:pt x="1452613" y="1087907"/>
                  </a:lnTo>
                  <a:lnTo>
                    <a:pt x="1466748" y="1065314"/>
                  </a:lnTo>
                  <a:lnTo>
                    <a:pt x="1470380" y="1034440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501396" y="3735536"/>
              <a:ext cx="142958" cy="142958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12736970" y="3373164"/>
              <a:ext cx="1416050" cy="1061720"/>
            </a:xfrm>
            <a:custGeom>
              <a:avLst/>
              <a:gdLst/>
              <a:ahLst/>
              <a:cxnLst/>
              <a:rect l="l" t="t" r="r" b="b"/>
              <a:pathLst>
                <a:path w="1416050" h="1061720">
                  <a:moveTo>
                    <a:pt x="1416050" y="198704"/>
                  </a:moveTo>
                  <a:lnTo>
                    <a:pt x="1414818" y="153898"/>
                  </a:lnTo>
                  <a:lnTo>
                    <a:pt x="1402435" y="110210"/>
                  </a:lnTo>
                  <a:lnTo>
                    <a:pt x="1378699" y="69824"/>
                  </a:lnTo>
                  <a:lnTo>
                    <a:pt x="1345501" y="36766"/>
                  </a:lnTo>
                  <a:lnTo>
                    <a:pt x="1306283" y="13893"/>
                  </a:lnTo>
                  <a:lnTo>
                    <a:pt x="1263205" y="1524"/>
                  </a:lnTo>
                  <a:lnTo>
                    <a:pt x="1218399" y="0"/>
                  </a:lnTo>
                  <a:lnTo>
                    <a:pt x="1174038" y="9677"/>
                  </a:lnTo>
                  <a:lnTo>
                    <a:pt x="1132268" y="30886"/>
                  </a:lnTo>
                  <a:lnTo>
                    <a:pt x="743483" y="296138"/>
                  </a:lnTo>
                  <a:lnTo>
                    <a:pt x="725081" y="269633"/>
                  </a:lnTo>
                  <a:lnTo>
                    <a:pt x="676579" y="303314"/>
                  </a:lnTo>
                  <a:lnTo>
                    <a:pt x="671982" y="297865"/>
                  </a:lnTo>
                  <a:lnTo>
                    <a:pt x="641121" y="270725"/>
                  </a:lnTo>
                  <a:lnTo>
                    <a:pt x="601408" y="243217"/>
                  </a:lnTo>
                  <a:lnTo>
                    <a:pt x="554266" y="217716"/>
                  </a:lnTo>
                  <a:lnTo>
                    <a:pt x="501103" y="196583"/>
                  </a:lnTo>
                  <a:lnTo>
                    <a:pt x="443306" y="182219"/>
                  </a:lnTo>
                  <a:lnTo>
                    <a:pt x="391820" y="176949"/>
                  </a:lnTo>
                  <a:lnTo>
                    <a:pt x="340944" y="178777"/>
                  </a:lnTo>
                  <a:lnTo>
                    <a:pt x="290982" y="187629"/>
                  </a:lnTo>
                  <a:lnTo>
                    <a:pt x="242265" y="203428"/>
                  </a:lnTo>
                  <a:lnTo>
                    <a:pt x="195072" y="226098"/>
                  </a:lnTo>
                  <a:lnTo>
                    <a:pt x="149733" y="255549"/>
                  </a:lnTo>
                  <a:lnTo>
                    <a:pt x="111950" y="287159"/>
                  </a:lnTo>
                  <a:lnTo>
                    <a:pt x="79565" y="321957"/>
                  </a:lnTo>
                  <a:lnTo>
                    <a:pt x="52603" y="359854"/>
                  </a:lnTo>
                  <a:lnTo>
                    <a:pt x="31127" y="400697"/>
                  </a:lnTo>
                  <a:lnTo>
                    <a:pt x="15176" y="444385"/>
                  </a:lnTo>
                  <a:lnTo>
                    <a:pt x="4775" y="490804"/>
                  </a:lnTo>
                  <a:lnTo>
                    <a:pt x="0" y="539813"/>
                  </a:lnTo>
                  <a:lnTo>
                    <a:pt x="863" y="591312"/>
                  </a:lnTo>
                  <a:lnTo>
                    <a:pt x="7429" y="645160"/>
                  </a:lnTo>
                  <a:lnTo>
                    <a:pt x="23266" y="713917"/>
                  </a:lnTo>
                  <a:lnTo>
                    <a:pt x="43116" y="773163"/>
                  </a:lnTo>
                  <a:lnTo>
                    <a:pt x="62852" y="819886"/>
                  </a:lnTo>
                  <a:lnTo>
                    <a:pt x="85293" y="863727"/>
                  </a:lnTo>
                  <a:lnTo>
                    <a:pt x="140030" y="831392"/>
                  </a:lnTo>
                  <a:lnTo>
                    <a:pt x="131521" y="815644"/>
                  </a:lnTo>
                  <a:lnTo>
                    <a:pt x="111912" y="773620"/>
                  </a:lnTo>
                  <a:lnTo>
                    <a:pt x="88861" y="711238"/>
                  </a:lnTo>
                  <a:lnTo>
                    <a:pt x="70091" y="634415"/>
                  </a:lnTo>
                  <a:lnTo>
                    <a:pt x="63969" y="582739"/>
                  </a:lnTo>
                  <a:lnTo>
                    <a:pt x="63817" y="534047"/>
                  </a:lnTo>
                  <a:lnTo>
                    <a:pt x="69621" y="488378"/>
                  </a:lnTo>
                  <a:lnTo>
                    <a:pt x="81368" y="445770"/>
                  </a:lnTo>
                  <a:lnTo>
                    <a:pt x="99060" y="406260"/>
                  </a:lnTo>
                  <a:lnTo>
                    <a:pt x="122656" y="369874"/>
                  </a:lnTo>
                  <a:lnTo>
                    <a:pt x="152171" y="336651"/>
                  </a:lnTo>
                  <a:lnTo>
                    <a:pt x="187566" y="306641"/>
                  </a:lnTo>
                  <a:lnTo>
                    <a:pt x="233667" y="277329"/>
                  </a:lnTo>
                  <a:lnTo>
                    <a:pt x="281330" y="256463"/>
                  </a:lnTo>
                  <a:lnTo>
                    <a:pt x="330441" y="244081"/>
                  </a:lnTo>
                  <a:lnTo>
                    <a:pt x="380898" y="240220"/>
                  </a:lnTo>
                  <a:lnTo>
                    <a:pt x="432587" y="244881"/>
                  </a:lnTo>
                  <a:lnTo>
                    <a:pt x="491921" y="260565"/>
                  </a:lnTo>
                  <a:lnTo>
                    <a:pt x="544461" y="283756"/>
                  </a:lnTo>
                  <a:lnTo>
                    <a:pt x="588060" y="310388"/>
                  </a:lnTo>
                  <a:lnTo>
                    <a:pt x="620598" y="336423"/>
                  </a:lnTo>
                  <a:lnTo>
                    <a:pt x="623798" y="339979"/>
                  </a:lnTo>
                  <a:lnTo>
                    <a:pt x="579742" y="370573"/>
                  </a:lnTo>
                  <a:lnTo>
                    <a:pt x="597306" y="395871"/>
                  </a:lnTo>
                  <a:lnTo>
                    <a:pt x="514654" y="452259"/>
                  </a:lnTo>
                  <a:lnTo>
                    <a:pt x="532434" y="475322"/>
                  </a:lnTo>
                  <a:lnTo>
                    <a:pt x="506082" y="495642"/>
                  </a:lnTo>
                  <a:lnTo>
                    <a:pt x="561403" y="567372"/>
                  </a:lnTo>
                  <a:lnTo>
                    <a:pt x="169811" y="868451"/>
                  </a:lnTo>
                  <a:lnTo>
                    <a:pt x="141617" y="900836"/>
                  </a:lnTo>
                  <a:lnTo>
                    <a:pt x="128485" y="940130"/>
                  </a:lnTo>
                  <a:lnTo>
                    <a:pt x="131051" y="981494"/>
                  </a:lnTo>
                  <a:lnTo>
                    <a:pt x="149948" y="1020038"/>
                  </a:lnTo>
                  <a:lnTo>
                    <a:pt x="182321" y="1048219"/>
                  </a:lnTo>
                  <a:lnTo>
                    <a:pt x="221615" y="1061364"/>
                  </a:lnTo>
                  <a:lnTo>
                    <a:pt x="262978" y="1058799"/>
                  </a:lnTo>
                  <a:lnTo>
                    <a:pt x="301523" y="1039901"/>
                  </a:lnTo>
                  <a:lnTo>
                    <a:pt x="693458" y="738543"/>
                  </a:lnTo>
                  <a:lnTo>
                    <a:pt x="748334" y="809675"/>
                  </a:lnTo>
                  <a:lnTo>
                    <a:pt x="774687" y="789355"/>
                  </a:lnTo>
                  <a:lnTo>
                    <a:pt x="792480" y="812406"/>
                  </a:lnTo>
                  <a:lnTo>
                    <a:pt x="1354975" y="318185"/>
                  </a:lnTo>
                  <a:lnTo>
                    <a:pt x="1385925" y="283006"/>
                  </a:lnTo>
                  <a:lnTo>
                    <a:pt x="1406359" y="242468"/>
                  </a:lnTo>
                  <a:lnTo>
                    <a:pt x="1416050" y="198704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3855280" y="3439177"/>
              <a:ext cx="231699" cy="231699"/>
            </a:xfrm>
            <a:prstGeom prst="rect">
              <a:avLst/>
            </a:prstGeom>
          </p:spPr>
        </p:pic>
        <p:sp>
          <p:nvSpPr>
            <p:cNvPr id="105" name="object 105" descr=""/>
            <p:cNvSpPr/>
            <p:nvPr/>
          </p:nvSpPr>
          <p:spPr>
            <a:xfrm>
              <a:off x="12626403" y="4067650"/>
              <a:ext cx="1659889" cy="1633220"/>
            </a:xfrm>
            <a:custGeom>
              <a:avLst/>
              <a:gdLst/>
              <a:ahLst/>
              <a:cxnLst/>
              <a:rect l="l" t="t" r="r" b="b"/>
              <a:pathLst>
                <a:path w="1659890" h="1633220">
                  <a:moveTo>
                    <a:pt x="1659737" y="1633067"/>
                  </a:moveTo>
                  <a:lnTo>
                    <a:pt x="1642910" y="1598599"/>
                  </a:lnTo>
                  <a:lnTo>
                    <a:pt x="1618856" y="1566646"/>
                  </a:lnTo>
                  <a:lnTo>
                    <a:pt x="1588109" y="1537182"/>
                  </a:lnTo>
                  <a:lnTo>
                    <a:pt x="1551228" y="1510220"/>
                  </a:lnTo>
                  <a:lnTo>
                    <a:pt x="1508747" y="1485760"/>
                  </a:lnTo>
                  <a:lnTo>
                    <a:pt x="1461211" y="1463802"/>
                  </a:lnTo>
                  <a:lnTo>
                    <a:pt x="1409166" y="1444345"/>
                  </a:lnTo>
                  <a:lnTo>
                    <a:pt x="1388059" y="1437957"/>
                  </a:lnTo>
                  <a:lnTo>
                    <a:pt x="1388059" y="1312113"/>
                  </a:lnTo>
                  <a:lnTo>
                    <a:pt x="1282966" y="1312113"/>
                  </a:lnTo>
                  <a:lnTo>
                    <a:pt x="1282966" y="933627"/>
                  </a:lnTo>
                  <a:lnTo>
                    <a:pt x="1276477" y="885329"/>
                  </a:lnTo>
                  <a:lnTo>
                    <a:pt x="1258163" y="841921"/>
                  </a:lnTo>
                  <a:lnTo>
                    <a:pt x="1229753" y="805141"/>
                  </a:lnTo>
                  <a:lnTo>
                    <a:pt x="1192974" y="776732"/>
                  </a:lnTo>
                  <a:lnTo>
                    <a:pt x="1179614" y="771105"/>
                  </a:lnTo>
                  <a:lnTo>
                    <a:pt x="615416" y="120459"/>
                  </a:lnTo>
                  <a:lnTo>
                    <a:pt x="581812" y="86588"/>
                  </a:lnTo>
                  <a:lnTo>
                    <a:pt x="544842" y="58191"/>
                  </a:lnTo>
                  <a:lnTo>
                    <a:pt x="505117" y="35331"/>
                  </a:lnTo>
                  <a:lnTo>
                    <a:pt x="463207" y="18046"/>
                  </a:lnTo>
                  <a:lnTo>
                    <a:pt x="419722" y="6362"/>
                  </a:lnTo>
                  <a:lnTo>
                    <a:pt x="375234" y="342"/>
                  </a:lnTo>
                  <a:lnTo>
                    <a:pt x="330339" y="0"/>
                  </a:lnTo>
                  <a:lnTo>
                    <a:pt x="285635" y="5410"/>
                  </a:lnTo>
                  <a:lnTo>
                    <a:pt x="241706" y="16598"/>
                  </a:lnTo>
                  <a:lnTo>
                    <a:pt x="199136" y="33604"/>
                  </a:lnTo>
                  <a:lnTo>
                    <a:pt x="158521" y="56464"/>
                  </a:lnTo>
                  <a:lnTo>
                    <a:pt x="120446" y="85242"/>
                  </a:lnTo>
                  <a:lnTo>
                    <a:pt x="86575" y="118859"/>
                  </a:lnTo>
                  <a:lnTo>
                    <a:pt x="58191" y="155816"/>
                  </a:lnTo>
                  <a:lnTo>
                    <a:pt x="35331" y="195554"/>
                  </a:lnTo>
                  <a:lnTo>
                    <a:pt x="18034" y="237464"/>
                  </a:lnTo>
                  <a:lnTo>
                    <a:pt x="6362" y="280949"/>
                  </a:lnTo>
                  <a:lnTo>
                    <a:pt x="330" y="325437"/>
                  </a:lnTo>
                  <a:lnTo>
                    <a:pt x="0" y="370319"/>
                  </a:lnTo>
                  <a:lnTo>
                    <a:pt x="5410" y="415036"/>
                  </a:lnTo>
                  <a:lnTo>
                    <a:pt x="16586" y="458965"/>
                  </a:lnTo>
                  <a:lnTo>
                    <a:pt x="33591" y="501523"/>
                  </a:lnTo>
                  <a:lnTo>
                    <a:pt x="56464" y="542137"/>
                  </a:lnTo>
                  <a:lnTo>
                    <a:pt x="85242" y="580212"/>
                  </a:lnTo>
                  <a:lnTo>
                    <a:pt x="645350" y="1226121"/>
                  </a:lnTo>
                  <a:lnTo>
                    <a:pt x="645350" y="1312113"/>
                  </a:lnTo>
                  <a:lnTo>
                    <a:pt x="572858" y="1312113"/>
                  </a:lnTo>
                  <a:lnTo>
                    <a:pt x="572858" y="1427378"/>
                  </a:lnTo>
                  <a:lnTo>
                    <a:pt x="536371" y="1427378"/>
                  </a:lnTo>
                  <a:lnTo>
                    <a:pt x="480364" y="1444345"/>
                  </a:lnTo>
                  <a:lnTo>
                    <a:pt x="428320" y="1463802"/>
                  </a:lnTo>
                  <a:lnTo>
                    <a:pt x="380784" y="1485760"/>
                  </a:lnTo>
                  <a:lnTo>
                    <a:pt x="338302" y="1510220"/>
                  </a:lnTo>
                  <a:lnTo>
                    <a:pt x="301421" y="1537182"/>
                  </a:lnTo>
                  <a:lnTo>
                    <a:pt x="270675" y="1566646"/>
                  </a:lnTo>
                  <a:lnTo>
                    <a:pt x="246621" y="1598599"/>
                  </a:lnTo>
                  <a:lnTo>
                    <a:pt x="229781" y="1633067"/>
                  </a:lnTo>
                  <a:lnTo>
                    <a:pt x="1659737" y="1633067"/>
                  </a:lnTo>
                  <a:close/>
                </a:path>
              </a:pathLst>
            </a:custGeom>
            <a:solidFill>
              <a:srgbClr val="C5EA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3062775" y="5541047"/>
              <a:ext cx="356861" cy="79599"/>
            </a:xfrm>
            <a:prstGeom prst="rect">
              <a:avLst/>
            </a:prstGeom>
          </p:spPr>
        </p:pic>
        <p:sp>
          <p:nvSpPr>
            <p:cNvPr id="107" name="object 107" descr=""/>
            <p:cNvSpPr/>
            <p:nvPr/>
          </p:nvSpPr>
          <p:spPr>
            <a:xfrm>
              <a:off x="24803" y="2055640"/>
              <a:ext cx="8020050" cy="43815"/>
            </a:xfrm>
            <a:custGeom>
              <a:avLst/>
              <a:gdLst/>
              <a:ahLst/>
              <a:cxnLst/>
              <a:rect l="l" t="t" r="r" b="b"/>
              <a:pathLst>
                <a:path w="8020050" h="43814">
                  <a:moveTo>
                    <a:pt x="24587" y="0"/>
                  </a:moveTo>
                  <a:lnTo>
                    <a:pt x="0" y="0"/>
                  </a:lnTo>
                  <a:lnTo>
                    <a:pt x="50" y="43738"/>
                  </a:lnTo>
                  <a:lnTo>
                    <a:pt x="24587" y="43738"/>
                  </a:lnTo>
                  <a:lnTo>
                    <a:pt x="24587" y="0"/>
                  </a:lnTo>
                  <a:close/>
                </a:path>
                <a:path w="8020050" h="43814">
                  <a:moveTo>
                    <a:pt x="138798" y="0"/>
                  </a:moveTo>
                  <a:lnTo>
                    <a:pt x="81686" y="0"/>
                  </a:lnTo>
                  <a:lnTo>
                    <a:pt x="81686" y="43738"/>
                  </a:lnTo>
                  <a:lnTo>
                    <a:pt x="138798" y="43738"/>
                  </a:lnTo>
                  <a:lnTo>
                    <a:pt x="138798" y="0"/>
                  </a:lnTo>
                  <a:close/>
                </a:path>
                <a:path w="8020050" h="43814">
                  <a:moveTo>
                    <a:pt x="253009" y="0"/>
                  </a:moveTo>
                  <a:lnTo>
                    <a:pt x="195910" y="0"/>
                  </a:lnTo>
                  <a:lnTo>
                    <a:pt x="195910" y="43738"/>
                  </a:lnTo>
                  <a:lnTo>
                    <a:pt x="253009" y="43738"/>
                  </a:lnTo>
                  <a:lnTo>
                    <a:pt x="253009" y="0"/>
                  </a:lnTo>
                  <a:close/>
                </a:path>
                <a:path w="8020050" h="43814">
                  <a:moveTo>
                    <a:pt x="367233" y="0"/>
                  </a:moveTo>
                  <a:lnTo>
                    <a:pt x="310121" y="0"/>
                  </a:lnTo>
                  <a:lnTo>
                    <a:pt x="310121" y="43738"/>
                  </a:lnTo>
                  <a:lnTo>
                    <a:pt x="367233" y="43738"/>
                  </a:lnTo>
                  <a:lnTo>
                    <a:pt x="367233" y="0"/>
                  </a:lnTo>
                  <a:close/>
                </a:path>
                <a:path w="8020050" h="43814">
                  <a:moveTo>
                    <a:pt x="481444" y="0"/>
                  </a:moveTo>
                  <a:lnTo>
                    <a:pt x="424345" y="0"/>
                  </a:lnTo>
                  <a:lnTo>
                    <a:pt x="424345" y="43738"/>
                  </a:lnTo>
                  <a:lnTo>
                    <a:pt x="481444" y="43738"/>
                  </a:lnTo>
                  <a:lnTo>
                    <a:pt x="481444" y="0"/>
                  </a:lnTo>
                  <a:close/>
                </a:path>
                <a:path w="8020050" h="43814">
                  <a:moveTo>
                    <a:pt x="595668" y="0"/>
                  </a:moveTo>
                  <a:lnTo>
                    <a:pt x="538556" y="0"/>
                  </a:lnTo>
                  <a:lnTo>
                    <a:pt x="538556" y="43738"/>
                  </a:lnTo>
                  <a:lnTo>
                    <a:pt x="595668" y="43738"/>
                  </a:lnTo>
                  <a:lnTo>
                    <a:pt x="595668" y="0"/>
                  </a:lnTo>
                  <a:close/>
                </a:path>
                <a:path w="8020050" h="43814">
                  <a:moveTo>
                    <a:pt x="709879" y="0"/>
                  </a:moveTo>
                  <a:lnTo>
                    <a:pt x="652767" y="0"/>
                  </a:lnTo>
                  <a:lnTo>
                    <a:pt x="652767" y="43738"/>
                  </a:lnTo>
                  <a:lnTo>
                    <a:pt x="709879" y="43738"/>
                  </a:lnTo>
                  <a:lnTo>
                    <a:pt x="709879" y="0"/>
                  </a:lnTo>
                  <a:close/>
                </a:path>
                <a:path w="8020050" h="43814">
                  <a:moveTo>
                    <a:pt x="824103" y="0"/>
                  </a:moveTo>
                  <a:lnTo>
                    <a:pt x="766991" y="0"/>
                  </a:lnTo>
                  <a:lnTo>
                    <a:pt x="766991" y="43738"/>
                  </a:lnTo>
                  <a:lnTo>
                    <a:pt x="824103" y="43738"/>
                  </a:lnTo>
                  <a:lnTo>
                    <a:pt x="824103" y="0"/>
                  </a:lnTo>
                  <a:close/>
                </a:path>
                <a:path w="8020050" h="43814">
                  <a:moveTo>
                    <a:pt x="938314" y="0"/>
                  </a:moveTo>
                  <a:lnTo>
                    <a:pt x="881202" y="0"/>
                  </a:lnTo>
                  <a:lnTo>
                    <a:pt x="881202" y="43738"/>
                  </a:lnTo>
                  <a:lnTo>
                    <a:pt x="938314" y="43738"/>
                  </a:lnTo>
                  <a:lnTo>
                    <a:pt x="938314" y="0"/>
                  </a:lnTo>
                  <a:close/>
                </a:path>
                <a:path w="8020050" h="43814">
                  <a:moveTo>
                    <a:pt x="1052525" y="0"/>
                  </a:moveTo>
                  <a:lnTo>
                    <a:pt x="995413" y="0"/>
                  </a:lnTo>
                  <a:lnTo>
                    <a:pt x="995413" y="43738"/>
                  </a:lnTo>
                  <a:lnTo>
                    <a:pt x="1052525" y="43738"/>
                  </a:lnTo>
                  <a:lnTo>
                    <a:pt x="1052525" y="0"/>
                  </a:lnTo>
                  <a:close/>
                </a:path>
                <a:path w="8020050" h="43814">
                  <a:moveTo>
                    <a:pt x="1166736" y="0"/>
                  </a:moveTo>
                  <a:lnTo>
                    <a:pt x="1109624" y="0"/>
                  </a:lnTo>
                  <a:lnTo>
                    <a:pt x="1109624" y="43738"/>
                  </a:lnTo>
                  <a:lnTo>
                    <a:pt x="1166736" y="43738"/>
                  </a:lnTo>
                  <a:lnTo>
                    <a:pt x="1166736" y="0"/>
                  </a:lnTo>
                  <a:close/>
                </a:path>
                <a:path w="8020050" h="43814">
                  <a:moveTo>
                    <a:pt x="1280947" y="0"/>
                  </a:moveTo>
                  <a:lnTo>
                    <a:pt x="1223848" y="0"/>
                  </a:lnTo>
                  <a:lnTo>
                    <a:pt x="1223848" y="43738"/>
                  </a:lnTo>
                  <a:lnTo>
                    <a:pt x="1280947" y="43738"/>
                  </a:lnTo>
                  <a:lnTo>
                    <a:pt x="1280947" y="0"/>
                  </a:lnTo>
                  <a:close/>
                </a:path>
                <a:path w="8020050" h="43814">
                  <a:moveTo>
                    <a:pt x="1395171" y="0"/>
                  </a:moveTo>
                  <a:lnTo>
                    <a:pt x="1338059" y="0"/>
                  </a:lnTo>
                  <a:lnTo>
                    <a:pt x="1338059" y="43738"/>
                  </a:lnTo>
                  <a:lnTo>
                    <a:pt x="1395171" y="43738"/>
                  </a:lnTo>
                  <a:lnTo>
                    <a:pt x="1395171" y="0"/>
                  </a:lnTo>
                  <a:close/>
                </a:path>
                <a:path w="8020050" h="43814">
                  <a:moveTo>
                    <a:pt x="1509382" y="0"/>
                  </a:moveTo>
                  <a:lnTo>
                    <a:pt x="1452270" y="0"/>
                  </a:lnTo>
                  <a:lnTo>
                    <a:pt x="1452270" y="43738"/>
                  </a:lnTo>
                  <a:lnTo>
                    <a:pt x="1509382" y="43738"/>
                  </a:lnTo>
                  <a:lnTo>
                    <a:pt x="1509382" y="0"/>
                  </a:lnTo>
                  <a:close/>
                </a:path>
                <a:path w="8020050" h="43814">
                  <a:moveTo>
                    <a:pt x="1623606" y="0"/>
                  </a:moveTo>
                  <a:lnTo>
                    <a:pt x="1566494" y="0"/>
                  </a:lnTo>
                  <a:lnTo>
                    <a:pt x="1566494" y="43738"/>
                  </a:lnTo>
                  <a:lnTo>
                    <a:pt x="1623606" y="43738"/>
                  </a:lnTo>
                  <a:lnTo>
                    <a:pt x="1623606" y="0"/>
                  </a:lnTo>
                  <a:close/>
                </a:path>
                <a:path w="8020050" h="43814">
                  <a:moveTo>
                    <a:pt x="1737817" y="0"/>
                  </a:moveTo>
                  <a:lnTo>
                    <a:pt x="1680705" y="0"/>
                  </a:lnTo>
                  <a:lnTo>
                    <a:pt x="1680705" y="43738"/>
                  </a:lnTo>
                  <a:lnTo>
                    <a:pt x="1737817" y="43738"/>
                  </a:lnTo>
                  <a:lnTo>
                    <a:pt x="1737817" y="0"/>
                  </a:lnTo>
                  <a:close/>
                </a:path>
                <a:path w="8020050" h="43814">
                  <a:moveTo>
                    <a:pt x="1852028" y="0"/>
                  </a:moveTo>
                  <a:lnTo>
                    <a:pt x="1794929" y="0"/>
                  </a:lnTo>
                  <a:lnTo>
                    <a:pt x="1794929" y="43738"/>
                  </a:lnTo>
                  <a:lnTo>
                    <a:pt x="1852028" y="43738"/>
                  </a:lnTo>
                  <a:lnTo>
                    <a:pt x="1852028" y="0"/>
                  </a:lnTo>
                  <a:close/>
                </a:path>
                <a:path w="8020050" h="43814">
                  <a:moveTo>
                    <a:pt x="1966252" y="0"/>
                  </a:moveTo>
                  <a:lnTo>
                    <a:pt x="1909140" y="0"/>
                  </a:lnTo>
                  <a:lnTo>
                    <a:pt x="1909140" y="43738"/>
                  </a:lnTo>
                  <a:lnTo>
                    <a:pt x="1966252" y="43738"/>
                  </a:lnTo>
                  <a:lnTo>
                    <a:pt x="1966252" y="0"/>
                  </a:lnTo>
                  <a:close/>
                </a:path>
                <a:path w="8020050" h="43814">
                  <a:moveTo>
                    <a:pt x="2080463" y="0"/>
                  </a:moveTo>
                  <a:lnTo>
                    <a:pt x="2023364" y="0"/>
                  </a:lnTo>
                  <a:lnTo>
                    <a:pt x="2023364" y="43738"/>
                  </a:lnTo>
                  <a:lnTo>
                    <a:pt x="2080463" y="43738"/>
                  </a:lnTo>
                  <a:lnTo>
                    <a:pt x="2080463" y="0"/>
                  </a:lnTo>
                  <a:close/>
                </a:path>
                <a:path w="8020050" h="43814">
                  <a:moveTo>
                    <a:pt x="2194674" y="0"/>
                  </a:moveTo>
                  <a:lnTo>
                    <a:pt x="2137562" y="0"/>
                  </a:lnTo>
                  <a:lnTo>
                    <a:pt x="2137562" y="43738"/>
                  </a:lnTo>
                  <a:lnTo>
                    <a:pt x="2194674" y="43738"/>
                  </a:lnTo>
                  <a:lnTo>
                    <a:pt x="2194674" y="0"/>
                  </a:lnTo>
                  <a:close/>
                </a:path>
                <a:path w="8020050" h="43814">
                  <a:moveTo>
                    <a:pt x="2308885" y="0"/>
                  </a:moveTo>
                  <a:lnTo>
                    <a:pt x="2251786" y="0"/>
                  </a:lnTo>
                  <a:lnTo>
                    <a:pt x="2251786" y="43738"/>
                  </a:lnTo>
                  <a:lnTo>
                    <a:pt x="2308885" y="43738"/>
                  </a:lnTo>
                  <a:lnTo>
                    <a:pt x="2308885" y="0"/>
                  </a:lnTo>
                  <a:close/>
                </a:path>
                <a:path w="8020050" h="43814">
                  <a:moveTo>
                    <a:pt x="2423109" y="0"/>
                  </a:moveTo>
                  <a:lnTo>
                    <a:pt x="2365997" y="0"/>
                  </a:lnTo>
                  <a:lnTo>
                    <a:pt x="2365997" y="43738"/>
                  </a:lnTo>
                  <a:lnTo>
                    <a:pt x="2423109" y="43738"/>
                  </a:lnTo>
                  <a:lnTo>
                    <a:pt x="2423109" y="0"/>
                  </a:lnTo>
                  <a:close/>
                </a:path>
                <a:path w="8020050" h="43814">
                  <a:moveTo>
                    <a:pt x="2537320" y="0"/>
                  </a:moveTo>
                  <a:lnTo>
                    <a:pt x="2480208" y="0"/>
                  </a:lnTo>
                  <a:lnTo>
                    <a:pt x="2480208" y="43738"/>
                  </a:lnTo>
                  <a:lnTo>
                    <a:pt x="2537320" y="43738"/>
                  </a:lnTo>
                  <a:lnTo>
                    <a:pt x="2537320" y="0"/>
                  </a:lnTo>
                  <a:close/>
                </a:path>
                <a:path w="8020050" h="43814">
                  <a:moveTo>
                    <a:pt x="2651544" y="0"/>
                  </a:moveTo>
                  <a:lnTo>
                    <a:pt x="2594432" y="0"/>
                  </a:lnTo>
                  <a:lnTo>
                    <a:pt x="2594432" y="43738"/>
                  </a:lnTo>
                  <a:lnTo>
                    <a:pt x="2651544" y="43738"/>
                  </a:lnTo>
                  <a:lnTo>
                    <a:pt x="2651544" y="0"/>
                  </a:lnTo>
                  <a:close/>
                </a:path>
                <a:path w="8020050" h="43814">
                  <a:moveTo>
                    <a:pt x="2765755" y="0"/>
                  </a:moveTo>
                  <a:lnTo>
                    <a:pt x="2708643" y="0"/>
                  </a:lnTo>
                  <a:lnTo>
                    <a:pt x="2708643" y="43738"/>
                  </a:lnTo>
                  <a:lnTo>
                    <a:pt x="2765755" y="43738"/>
                  </a:lnTo>
                  <a:lnTo>
                    <a:pt x="2765755" y="0"/>
                  </a:lnTo>
                  <a:close/>
                </a:path>
                <a:path w="8020050" h="43814">
                  <a:moveTo>
                    <a:pt x="2879966" y="0"/>
                  </a:moveTo>
                  <a:lnTo>
                    <a:pt x="2822867" y="0"/>
                  </a:lnTo>
                  <a:lnTo>
                    <a:pt x="2822867" y="43738"/>
                  </a:lnTo>
                  <a:lnTo>
                    <a:pt x="2879966" y="43738"/>
                  </a:lnTo>
                  <a:lnTo>
                    <a:pt x="2879966" y="0"/>
                  </a:lnTo>
                  <a:close/>
                </a:path>
                <a:path w="8020050" h="43814">
                  <a:moveTo>
                    <a:pt x="2994190" y="0"/>
                  </a:moveTo>
                  <a:lnTo>
                    <a:pt x="2937078" y="0"/>
                  </a:lnTo>
                  <a:lnTo>
                    <a:pt x="2937078" y="43738"/>
                  </a:lnTo>
                  <a:lnTo>
                    <a:pt x="2994190" y="43738"/>
                  </a:lnTo>
                  <a:lnTo>
                    <a:pt x="2994190" y="0"/>
                  </a:lnTo>
                  <a:close/>
                </a:path>
                <a:path w="8020050" h="43814">
                  <a:moveTo>
                    <a:pt x="3108401" y="0"/>
                  </a:moveTo>
                  <a:lnTo>
                    <a:pt x="3051302" y="0"/>
                  </a:lnTo>
                  <a:lnTo>
                    <a:pt x="3051302" y="43738"/>
                  </a:lnTo>
                  <a:lnTo>
                    <a:pt x="3108401" y="43738"/>
                  </a:lnTo>
                  <a:lnTo>
                    <a:pt x="3108401" y="0"/>
                  </a:lnTo>
                  <a:close/>
                </a:path>
                <a:path w="8020050" h="43814">
                  <a:moveTo>
                    <a:pt x="3222625" y="0"/>
                  </a:moveTo>
                  <a:lnTo>
                    <a:pt x="3165513" y="0"/>
                  </a:lnTo>
                  <a:lnTo>
                    <a:pt x="3165513" y="43738"/>
                  </a:lnTo>
                  <a:lnTo>
                    <a:pt x="3222625" y="43738"/>
                  </a:lnTo>
                  <a:lnTo>
                    <a:pt x="3222625" y="0"/>
                  </a:lnTo>
                  <a:close/>
                </a:path>
                <a:path w="8020050" h="43814">
                  <a:moveTo>
                    <a:pt x="3336836" y="0"/>
                  </a:moveTo>
                  <a:lnTo>
                    <a:pt x="3279724" y="0"/>
                  </a:lnTo>
                  <a:lnTo>
                    <a:pt x="3279724" y="43738"/>
                  </a:lnTo>
                  <a:lnTo>
                    <a:pt x="3336836" y="43738"/>
                  </a:lnTo>
                  <a:lnTo>
                    <a:pt x="3336836" y="0"/>
                  </a:lnTo>
                  <a:close/>
                </a:path>
                <a:path w="8020050" h="43814">
                  <a:moveTo>
                    <a:pt x="3451047" y="0"/>
                  </a:moveTo>
                  <a:lnTo>
                    <a:pt x="3393948" y="0"/>
                  </a:lnTo>
                  <a:lnTo>
                    <a:pt x="3393948" y="43738"/>
                  </a:lnTo>
                  <a:lnTo>
                    <a:pt x="3451047" y="43738"/>
                  </a:lnTo>
                  <a:lnTo>
                    <a:pt x="3451047" y="0"/>
                  </a:lnTo>
                  <a:close/>
                </a:path>
                <a:path w="8020050" h="43814">
                  <a:moveTo>
                    <a:pt x="3565271" y="0"/>
                  </a:moveTo>
                  <a:lnTo>
                    <a:pt x="3508159" y="0"/>
                  </a:lnTo>
                  <a:lnTo>
                    <a:pt x="3508159" y="43738"/>
                  </a:lnTo>
                  <a:lnTo>
                    <a:pt x="3565271" y="43738"/>
                  </a:lnTo>
                  <a:lnTo>
                    <a:pt x="3565271" y="0"/>
                  </a:lnTo>
                  <a:close/>
                </a:path>
                <a:path w="8020050" h="43814">
                  <a:moveTo>
                    <a:pt x="3679482" y="0"/>
                  </a:moveTo>
                  <a:lnTo>
                    <a:pt x="3622383" y="0"/>
                  </a:lnTo>
                  <a:lnTo>
                    <a:pt x="3622383" y="43738"/>
                  </a:lnTo>
                  <a:lnTo>
                    <a:pt x="3679482" y="43738"/>
                  </a:lnTo>
                  <a:lnTo>
                    <a:pt x="3679482" y="0"/>
                  </a:lnTo>
                  <a:close/>
                </a:path>
                <a:path w="8020050" h="43814">
                  <a:moveTo>
                    <a:pt x="3793706" y="0"/>
                  </a:moveTo>
                  <a:lnTo>
                    <a:pt x="3736594" y="0"/>
                  </a:lnTo>
                  <a:lnTo>
                    <a:pt x="3736594" y="43738"/>
                  </a:lnTo>
                  <a:lnTo>
                    <a:pt x="3793706" y="43738"/>
                  </a:lnTo>
                  <a:lnTo>
                    <a:pt x="3793706" y="0"/>
                  </a:lnTo>
                  <a:close/>
                </a:path>
                <a:path w="8020050" h="43814">
                  <a:moveTo>
                    <a:pt x="3907904" y="0"/>
                  </a:moveTo>
                  <a:lnTo>
                    <a:pt x="3850805" y="0"/>
                  </a:lnTo>
                  <a:lnTo>
                    <a:pt x="3850805" y="43738"/>
                  </a:lnTo>
                  <a:lnTo>
                    <a:pt x="3907904" y="43738"/>
                  </a:lnTo>
                  <a:lnTo>
                    <a:pt x="3907904" y="0"/>
                  </a:lnTo>
                  <a:close/>
                </a:path>
                <a:path w="8020050" h="43814">
                  <a:moveTo>
                    <a:pt x="4022128" y="0"/>
                  </a:moveTo>
                  <a:lnTo>
                    <a:pt x="3965016" y="0"/>
                  </a:lnTo>
                  <a:lnTo>
                    <a:pt x="3965016" y="43738"/>
                  </a:lnTo>
                  <a:lnTo>
                    <a:pt x="4022128" y="43738"/>
                  </a:lnTo>
                  <a:lnTo>
                    <a:pt x="4022128" y="0"/>
                  </a:lnTo>
                  <a:close/>
                </a:path>
                <a:path w="8020050" h="43814">
                  <a:moveTo>
                    <a:pt x="4136339" y="0"/>
                  </a:moveTo>
                  <a:lnTo>
                    <a:pt x="4079227" y="0"/>
                  </a:lnTo>
                  <a:lnTo>
                    <a:pt x="4079227" y="43738"/>
                  </a:lnTo>
                  <a:lnTo>
                    <a:pt x="4136339" y="43738"/>
                  </a:lnTo>
                  <a:lnTo>
                    <a:pt x="4136339" y="0"/>
                  </a:lnTo>
                  <a:close/>
                </a:path>
                <a:path w="8020050" h="43814">
                  <a:moveTo>
                    <a:pt x="4250563" y="0"/>
                  </a:moveTo>
                  <a:lnTo>
                    <a:pt x="4193451" y="0"/>
                  </a:lnTo>
                  <a:lnTo>
                    <a:pt x="4193451" y="43738"/>
                  </a:lnTo>
                  <a:lnTo>
                    <a:pt x="4250563" y="43738"/>
                  </a:lnTo>
                  <a:lnTo>
                    <a:pt x="4250563" y="0"/>
                  </a:lnTo>
                  <a:close/>
                </a:path>
                <a:path w="8020050" h="43814">
                  <a:moveTo>
                    <a:pt x="4364774" y="0"/>
                  </a:moveTo>
                  <a:lnTo>
                    <a:pt x="4307662" y="0"/>
                  </a:lnTo>
                  <a:lnTo>
                    <a:pt x="4307662" y="43738"/>
                  </a:lnTo>
                  <a:lnTo>
                    <a:pt x="4364774" y="43738"/>
                  </a:lnTo>
                  <a:lnTo>
                    <a:pt x="4364774" y="0"/>
                  </a:lnTo>
                  <a:close/>
                </a:path>
                <a:path w="8020050" h="43814">
                  <a:moveTo>
                    <a:pt x="4478985" y="0"/>
                  </a:moveTo>
                  <a:lnTo>
                    <a:pt x="4421886" y="0"/>
                  </a:lnTo>
                  <a:lnTo>
                    <a:pt x="4421886" y="43738"/>
                  </a:lnTo>
                  <a:lnTo>
                    <a:pt x="4478985" y="43738"/>
                  </a:lnTo>
                  <a:lnTo>
                    <a:pt x="4478985" y="0"/>
                  </a:lnTo>
                  <a:close/>
                </a:path>
                <a:path w="8020050" h="43814">
                  <a:moveTo>
                    <a:pt x="4593209" y="0"/>
                  </a:moveTo>
                  <a:lnTo>
                    <a:pt x="4536097" y="0"/>
                  </a:lnTo>
                  <a:lnTo>
                    <a:pt x="4536097" y="43738"/>
                  </a:lnTo>
                  <a:lnTo>
                    <a:pt x="4593209" y="43738"/>
                  </a:lnTo>
                  <a:lnTo>
                    <a:pt x="4593209" y="0"/>
                  </a:lnTo>
                  <a:close/>
                </a:path>
                <a:path w="8020050" h="43814">
                  <a:moveTo>
                    <a:pt x="4707420" y="0"/>
                  </a:moveTo>
                  <a:lnTo>
                    <a:pt x="4650321" y="0"/>
                  </a:lnTo>
                  <a:lnTo>
                    <a:pt x="4650321" y="43738"/>
                  </a:lnTo>
                  <a:lnTo>
                    <a:pt x="4707420" y="43738"/>
                  </a:lnTo>
                  <a:lnTo>
                    <a:pt x="4707420" y="0"/>
                  </a:lnTo>
                  <a:close/>
                </a:path>
                <a:path w="8020050" h="43814">
                  <a:moveTo>
                    <a:pt x="4821644" y="0"/>
                  </a:moveTo>
                  <a:lnTo>
                    <a:pt x="4764532" y="0"/>
                  </a:lnTo>
                  <a:lnTo>
                    <a:pt x="4764532" y="43738"/>
                  </a:lnTo>
                  <a:lnTo>
                    <a:pt x="4821644" y="43738"/>
                  </a:lnTo>
                  <a:lnTo>
                    <a:pt x="4821644" y="0"/>
                  </a:lnTo>
                  <a:close/>
                </a:path>
                <a:path w="8020050" h="43814">
                  <a:moveTo>
                    <a:pt x="4935855" y="0"/>
                  </a:moveTo>
                  <a:lnTo>
                    <a:pt x="4878743" y="0"/>
                  </a:lnTo>
                  <a:lnTo>
                    <a:pt x="4878743" y="43738"/>
                  </a:lnTo>
                  <a:lnTo>
                    <a:pt x="4935855" y="43738"/>
                  </a:lnTo>
                  <a:lnTo>
                    <a:pt x="4935855" y="0"/>
                  </a:lnTo>
                  <a:close/>
                </a:path>
                <a:path w="8020050" h="43814">
                  <a:moveTo>
                    <a:pt x="5050079" y="0"/>
                  </a:moveTo>
                  <a:lnTo>
                    <a:pt x="4992967" y="0"/>
                  </a:lnTo>
                  <a:lnTo>
                    <a:pt x="4992967" y="43738"/>
                  </a:lnTo>
                  <a:lnTo>
                    <a:pt x="5050079" y="43738"/>
                  </a:lnTo>
                  <a:lnTo>
                    <a:pt x="5050079" y="0"/>
                  </a:lnTo>
                  <a:close/>
                </a:path>
                <a:path w="8020050" h="43814">
                  <a:moveTo>
                    <a:pt x="5164290" y="0"/>
                  </a:moveTo>
                  <a:lnTo>
                    <a:pt x="5107178" y="0"/>
                  </a:lnTo>
                  <a:lnTo>
                    <a:pt x="5107178" y="43738"/>
                  </a:lnTo>
                  <a:lnTo>
                    <a:pt x="5164290" y="43738"/>
                  </a:lnTo>
                  <a:lnTo>
                    <a:pt x="5164290" y="0"/>
                  </a:lnTo>
                  <a:close/>
                </a:path>
                <a:path w="8020050" h="43814">
                  <a:moveTo>
                    <a:pt x="5278501" y="0"/>
                  </a:moveTo>
                  <a:lnTo>
                    <a:pt x="5221389" y="0"/>
                  </a:lnTo>
                  <a:lnTo>
                    <a:pt x="5221389" y="43738"/>
                  </a:lnTo>
                  <a:lnTo>
                    <a:pt x="5278501" y="43738"/>
                  </a:lnTo>
                  <a:lnTo>
                    <a:pt x="5278501" y="0"/>
                  </a:lnTo>
                  <a:close/>
                </a:path>
                <a:path w="8020050" h="43814">
                  <a:moveTo>
                    <a:pt x="5392712" y="0"/>
                  </a:moveTo>
                  <a:lnTo>
                    <a:pt x="5335600" y="0"/>
                  </a:lnTo>
                  <a:lnTo>
                    <a:pt x="5335600" y="43738"/>
                  </a:lnTo>
                  <a:lnTo>
                    <a:pt x="5392712" y="43738"/>
                  </a:lnTo>
                  <a:lnTo>
                    <a:pt x="5392712" y="0"/>
                  </a:lnTo>
                  <a:close/>
                </a:path>
                <a:path w="8020050" h="43814">
                  <a:moveTo>
                    <a:pt x="5506923" y="0"/>
                  </a:moveTo>
                  <a:lnTo>
                    <a:pt x="5449824" y="0"/>
                  </a:lnTo>
                  <a:lnTo>
                    <a:pt x="5449824" y="43738"/>
                  </a:lnTo>
                  <a:lnTo>
                    <a:pt x="5506923" y="43738"/>
                  </a:lnTo>
                  <a:lnTo>
                    <a:pt x="5506923" y="0"/>
                  </a:lnTo>
                  <a:close/>
                </a:path>
                <a:path w="8020050" h="43814">
                  <a:moveTo>
                    <a:pt x="5621147" y="0"/>
                  </a:moveTo>
                  <a:lnTo>
                    <a:pt x="5564035" y="0"/>
                  </a:lnTo>
                  <a:lnTo>
                    <a:pt x="5564035" y="43738"/>
                  </a:lnTo>
                  <a:lnTo>
                    <a:pt x="5621147" y="43738"/>
                  </a:lnTo>
                  <a:lnTo>
                    <a:pt x="5621147" y="0"/>
                  </a:lnTo>
                  <a:close/>
                </a:path>
                <a:path w="8020050" h="43814">
                  <a:moveTo>
                    <a:pt x="5735358" y="0"/>
                  </a:moveTo>
                  <a:lnTo>
                    <a:pt x="5678259" y="0"/>
                  </a:lnTo>
                  <a:lnTo>
                    <a:pt x="5678259" y="43738"/>
                  </a:lnTo>
                  <a:lnTo>
                    <a:pt x="5735358" y="43738"/>
                  </a:lnTo>
                  <a:lnTo>
                    <a:pt x="5735358" y="0"/>
                  </a:lnTo>
                  <a:close/>
                </a:path>
                <a:path w="8020050" h="43814">
                  <a:moveTo>
                    <a:pt x="5849582" y="0"/>
                  </a:moveTo>
                  <a:lnTo>
                    <a:pt x="5792470" y="0"/>
                  </a:lnTo>
                  <a:lnTo>
                    <a:pt x="5792470" y="43738"/>
                  </a:lnTo>
                  <a:lnTo>
                    <a:pt x="5849582" y="43738"/>
                  </a:lnTo>
                  <a:lnTo>
                    <a:pt x="5849582" y="0"/>
                  </a:lnTo>
                  <a:close/>
                </a:path>
                <a:path w="8020050" h="43814">
                  <a:moveTo>
                    <a:pt x="5963793" y="0"/>
                  </a:moveTo>
                  <a:lnTo>
                    <a:pt x="5906681" y="0"/>
                  </a:lnTo>
                  <a:lnTo>
                    <a:pt x="5906681" y="43738"/>
                  </a:lnTo>
                  <a:lnTo>
                    <a:pt x="5963793" y="43738"/>
                  </a:lnTo>
                  <a:lnTo>
                    <a:pt x="5963793" y="0"/>
                  </a:lnTo>
                  <a:close/>
                </a:path>
                <a:path w="8020050" h="43814">
                  <a:moveTo>
                    <a:pt x="6078004" y="0"/>
                  </a:moveTo>
                  <a:lnTo>
                    <a:pt x="6020905" y="0"/>
                  </a:lnTo>
                  <a:lnTo>
                    <a:pt x="6020905" y="43738"/>
                  </a:lnTo>
                  <a:lnTo>
                    <a:pt x="6078004" y="43738"/>
                  </a:lnTo>
                  <a:lnTo>
                    <a:pt x="6078004" y="0"/>
                  </a:lnTo>
                  <a:close/>
                </a:path>
                <a:path w="8020050" h="43814">
                  <a:moveTo>
                    <a:pt x="6192228" y="0"/>
                  </a:moveTo>
                  <a:lnTo>
                    <a:pt x="6135116" y="0"/>
                  </a:lnTo>
                  <a:lnTo>
                    <a:pt x="6135116" y="43738"/>
                  </a:lnTo>
                  <a:lnTo>
                    <a:pt x="6192228" y="43738"/>
                  </a:lnTo>
                  <a:lnTo>
                    <a:pt x="6192228" y="0"/>
                  </a:lnTo>
                  <a:close/>
                </a:path>
                <a:path w="8020050" h="43814">
                  <a:moveTo>
                    <a:pt x="6306439" y="0"/>
                  </a:moveTo>
                  <a:lnTo>
                    <a:pt x="6249340" y="0"/>
                  </a:lnTo>
                  <a:lnTo>
                    <a:pt x="6249340" y="43738"/>
                  </a:lnTo>
                  <a:lnTo>
                    <a:pt x="6306439" y="43738"/>
                  </a:lnTo>
                  <a:lnTo>
                    <a:pt x="6306439" y="0"/>
                  </a:lnTo>
                  <a:close/>
                </a:path>
                <a:path w="8020050" h="43814">
                  <a:moveTo>
                    <a:pt x="6420663" y="0"/>
                  </a:moveTo>
                  <a:lnTo>
                    <a:pt x="6363551" y="0"/>
                  </a:lnTo>
                  <a:lnTo>
                    <a:pt x="6363551" y="43738"/>
                  </a:lnTo>
                  <a:lnTo>
                    <a:pt x="6420663" y="43738"/>
                  </a:lnTo>
                  <a:lnTo>
                    <a:pt x="6420663" y="0"/>
                  </a:lnTo>
                  <a:close/>
                </a:path>
                <a:path w="8020050" h="43814">
                  <a:moveTo>
                    <a:pt x="6534874" y="0"/>
                  </a:moveTo>
                  <a:lnTo>
                    <a:pt x="6477762" y="0"/>
                  </a:lnTo>
                  <a:lnTo>
                    <a:pt x="6477762" y="43738"/>
                  </a:lnTo>
                  <a:lnTo>
                    <a:pt x="6534874" y="43738"/>
                  </a:lnTo>
                  <a:lnTo>
                    <a:pt x="6534874" y="0"/>
                  </a:lnTo>
                  <a:close/>
                </a:path>
                <a:path w="8020050" h="43814">
                  <a:moveTo>
                    <a:pt x="6649098" y="0"/>
                  </a:moveTo>
                  <a:lnTo>
                    <a:pt x="6591986" y="0"/>
                  </a:lnTo>
                  <a:lnTo>
                    <a:pt x="6591986" y="43738"/>
                  </a:lnTo>
                  <a:lnTo>
                    <a:pt x="6649098" y="43738"/>
                  </a:lnTo>
                  <a:lnTo>
                    <a:pt x="6649098" y="0"/>
                  </a:lnTo>
                  <a:close/>
                </a:path>
                <a:path w="8020050" h="43814">
                  <a:moveTo>
                    <a:pt x="6763296" y="0"/>
                  </a:moveTo>
                  <a:lnTo>
                    <a:pt x="6706184" y="0"/>
                  </a:lnTo>
                  <a:lnTo>
                    <a:pt x="6706184" y="43738"/>
                  </a:lnTo>
                  <a:lnTo>
                    <a:pt x="6763296" y="43738"/>
                  </a:lnTo>
                  <a:lnTo>
                    <a:pt x="6763296" y="0"/>
                  </a:lnTo>
                  <a:close/>
                </a:path>
                <a:path w="8020050" h="43814">
                  <a:moveTo>
                    <a:pt x="6877520" y="0"/>
                  </a:moveTo>
                  <a:lnTo>
                    <a:pt x="6820408" y="0"/>
                  </a:lnTo>
                  <a:lnTo>
                    <a:pt x="6820408" y="43738"/>
                  </a:lnTo>
                  <a:lnTo>
                    <a:pt x="6877520" y="43738"/>
                  </a:lnTo>
                  <a:lnTo>
                    <a:pt x="6877520" y="0"/>
                  </a:lnTo>
                  <a:close/>
                </a:path>
                <a:path w="8020050" h="43814">
                  <a:moveTo>
                    <a:pt x="6991731" y="0"/>
                  </a:moveTo>
                  <a:lnTo>
                    <a:pt x="6934619" y="0"/>
                  </a:lnTo>
                  <a:lnTo>
                    <a:pt x="6934619" y="43738"/>
                  </a:lnTo>
                  <a:lnTo>
                    <a:pt x="6991731" y="43738"/>
                  </a:lnTo>
                  <a:lnTo>
                    <a:pt x="6991731" y="0"/>
                  </a:lnTo>
                  <a:close/>
                </a:path>
                <a:path w="8020050" h="43814">
                  <a:moveTo>
                    <a:pt x="7105942" y="0"/>
                  </a:moveTo>
                  <a:lnTo>
                    <a:pt x="7048843" y="0"/>
                  </a:lnTo>
                  <a:lnTo>
                    <a:pt x="7048843" y="43738"/>
                  </a:lnTo>
                  <a:lnTo>
                    <a:pt x="7105942" y="43738"/>
                  </a:lnTo>
                  <a:lnTo>
                    <a:pt x="7105942" y="0"/>
                  </a:lnTo>
                  <a:close/>
                </a:path>
                <a:path w="8020050" h="43814">
                  <a:moveTo>
                    <a:pt x="7220166" y="0"/>
                  </a:moveTo>
                  <a:lnTo>
                    <a:pt x="7163054" y="0"/>
                  </a:lnTo>
                  <a:lnTo>
                    <a:pt x="7163054" y="43738"/>
                  </a:lnTo>
                  <a:lnTo>
                    <a:pt x="7220166" y="43738"/>
                  </a:lnTo>
                  <a:lnTo>
                    <a:pt x="7220166" y="0"/>
                  </a:lnTo>
                  <a:close/>
                </a:path>
                <a:path w="8020050" h="43814">
                  <a:moveTo>
                    <a:pt x="7334377" y="0"/>
                  </a:moveTo>
                  <a:lnTo>
                    <a:pt x="7277278" y="0"/>
                  </a:lnTo>
                  <a:lnTo>
                    <a:pt x="7277278" y="43738"/>
                  </a:lnTo>
                  <a:lnTo>
                    <a:pt x="7334377" y="43738"/>
                  </a:lnTo>
                  <a:lnTo>
                    <a:pt x="7334377" y="0"/>
                  </a:lnTo>
                  <a:close/>
                </a:path>
                <a:path w="8020050" h="43814">
                  <a:moveTo>
                    <a:pt x="7448601" y="0"/>
                  </a:moveTo>
                  <a:lnTo>
                    <a:pt x="7391489" y="0"/>
                  </a:lnTo>
                  <a:lnTo>
                    <a:pt x="7391489" y="43738"/>
                  </a:lnTo>
                  <a:lnTo>
                    <a:pt x="7448601" y="43738"/>
                  </a:lnTo>
                  <a:lnTo>
                    <a:pt x="7448601" y="0"/>
                  </a:lnTo>
                  <a:close/>
                </a:path>
                <a:path w="8020050" h="43814">
                  <a:moveTo>
                    <a:pt x="7562812" y="0"/>
                  </a:moveTo>
                  <a:lnTo>
                    <a:pt x="7505700" y="0"/>
                  </a:lnTo>
                  <a:lnTo>
                    <a:pt x="7505700" y="43738"/>
                  </a:lnTo>
                  <a:lnTo>
                    <a:pt x="7562812" y="43738"/>
                  </a:lnTo>
                  <a:lnTo>
                    <a:pt x="7562812" y="0"/>
                  </a:lnTo>
                  <a:close/>
                </a:path>
                <a:path w="8020050" h="43814">
                  <a:moveTo>
                    <a:pt x="7677036" y="0"/>
                  </a:moveTo>
                  <a:lnTo>
                    <a:pt x="7619924" y="0"/>
                  </a:lnTo>
                  <a:lnTo>
                    <a:pt x="7619924" y="43738"/>
                  </a:lnTo>
                  <a:lnTo>
                    <a:pt x="7677036" y="43738"/>
                  </a:lnTo>
                  <a:lnTo>
                    <a:pt x="7677036" y="0"/>
                  </a:lnTo>
                  <a:close/>
                </a:path>
                <a:path w="8020050" h="43814">
                  <a:moveTo>
                    <a:pt x="7791247" y="0"/>
                  </a:moveTo>
                  <a:lnTo>
                    <a:pt x="7734135" y="0"/>
                  </a:lnTo>
                  <a:lnTo>
                    <a:pt x="7734135" y="43738"/>
                  </a:lnTo>
                  <a:lnTo>
                    <a:pt x="7791247" y="43738"/>
                  </a:lnTo>
                  <a:lnTo>
                    <a:pt x="7791247" y="0"/>
                  </a:lnTo>
                  <a:close/>
                </a:path>
                <a:path w="8020050" h="43814">
                  <a:moveTo>
                    <a:pt x="7905458" y="0"/>
                  </a:moveTo>
                  <a:lnTo>
                    <a:pt x="7848346" y="0"/>
                  </a:lnTo>
                  <a:lnTo>
                    <a:pt x="7848346" y="43738"/>
                  </a:lnTo>
                  <a:lnTo>
                    <a:pt x="7905458" y="43738"/>
                  </a:lnTo>
                  <a:lnTo>
                    <a:pt x="7905458" y="0"/>
                  </a:lnTo>
                  <a:close/>
                </a:path>
                <a:path w="8020050" h="43814">
                  <a:moveTo>
                    <a:pt x="8019682" y="0"/>
                  </a:moveTo>
                  <a:lnTo>
                    <a:pt x="7962570" y="0"/>
                  </a:lnTo>
                  <a:lnTo>
                    <a:pt x="7962570" y="43738"/>
                  </a:lnTo>
                  <a:lnTo>
                    <a:pt x="8019682" y="43738"/>
                  </a:lnTo>
                  <a:lnTo>
                    <a:pt x="8019682" y="0"/>
                  </a:lnTo>
                  <a:close/>
                </a:path>
              </a:pathLst>
            </a:custGeom>
            <a:solidFill>
              <a:srgbClr val="3B97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24714" y="1992762"/>
              <a:ext cx="15868015" cy="106680"/>
            </a:xfrm>
            <a:custGeom>
              <a:avLst/>
              <a:gdLst/>
              <a:ahLst/>
              <a:cxnLst/>
              <a:rect l="l" t="t" r="r" b="b"/>
              <a:pathLst>
                <a:path w="15868015" h="106680">
                  <a:moveTo>
                    <a:pt x="13260083" y="41008"/>
                  </a:moveTo>
                  <a:lnTo>
                    <a:pt x="13256717" y="25044"/>
                  </a:lnTo>
                  <a:lnTo>
                    <a:pt x="13247535" y="12014"/>
                  </a:lnTo>
                  <a:lnTo>
                    <a:pt x="13233921" y="3225"/>
                  </a:lnTo>
                  <a:lnTo>
                    <a:pt x="13217246" y="0"/>
                  </a:lnTo>
                  <a:lnTo>
                    <a:pt x="0" y="0"/>
                  </a:lnTo>
                  <a:lnTo>
                    <a:pt x="114" y="82003"/>
                  </a:lnTo>
                  <a:lnTo>
                    <a:pt x="7962659" y="82003"/>
                  </a:lnTo>
                  <a:lnTo>
                    <a:pt x="7962659" y="106616"/>
                  </a:lnTo>
                  <a:lnTo>
                    <a:pt x="8019770" y="106616"/>
                  </a:lnTo>
                  <a:lnTo>
                    <a:pt x="8019770" y="82003"/>
                  </a:lnTo>
                  <a:lnTo>
                    <a:pt x="8076870" y="82003"/>
                  </a:lnTo>
                  <a:lnTo>
                    <a:pt x="8076870" y="106616"/>
                  </a:lnTo>
                  <a:lnTo>
                    <a:pt x="8133969" y="106616"/>
                  </a:lnTo>
                  <a:lnTo>
                    <a:pt x="8133969" y="82003"/>
                  </a:lnTo>
                  <a:lnTo>
                    <a:pt x="8191093" y="82003"/>
                  </a:lnTo>
                  <a:lnTo>
                    <a:pt x="8191093" y="106616"/>
                  </a:lnTo>
                  <a:lnTo>
                    <a:pt x="8248205" y="106616"/>
                  </a:lnTo>
                  <a:lnTo>
                    <a:pt x="8248205" y="82003"/>
                  </a:lnTo>
                  <a:lnTo>
                    <a:pt x="8305292" y="82003"/>
                  </a:lnTo>
                  <a:lnTo>
                    <a:pt x="8305292" y="106616"/>
                  </a:lnTo>
                  <a:lnTo>
                    <a:pt x="8362404" y="106616"/>
                  </a:lnTo>
                  <a:lnTo>
                    <a:pt x="8362404" y="82003"/>
                  </a:lnTo>
                  <a:lnTo>
                    <a:pt x="8419528" y="82003"/>
                  </a:lnTo>
                  <a:lnTo>
                    <a:pt x="8419528" y="106616"/>
                  </a:lnTo>
                  <a:lnTo>
                    <a:pt x="8476628" y="106616"/>
                  </a:lnTo>
                  <a:lnTo>
                    <a:pt x="8476628" y="82003"/>
                  </a:lnTo>
                  <a:lnTo>
                    <a:pt x="8533727" y="82003"/>
                  </a:lnTo>
                  <a:lnTo>
                    <a:pt x="8533727" y="106616"/>
                  </a:lnTo>
                  <a:lnTo>
                    <a:pt x="8590839" y="106616"/>
                  </a:lnTo>
                  <a:lnTo>
                    <a:pt x="8590839" y="82003"/>
                  </a:lnTo>
                  <a:lnTo>
                    <a:pt x="8647951" y="82003"/>
                  </a:lnTo>
                  <a:lnTo>
                    <a:pt x="8647951" y="106616"/>
                  </a:lnTo>
                  <a:lnTo>
                    <a:pt x="8705050" y="106616"/>
                  </a:lnTo>
                  <a:lnTo>
                    <a:pt x="8705050" y="82003"/>
                  </a:lnTo>
                  <a:lnTo>
                    <a:pt x="8762162" y="82003"/>
                  </a:lnTo>
                  <a:lnTo>
                    <a:pt x="8762162" y="106616"/>
                  </a:lnTo>
                  <a:lnTo>
                    <a:pt x="8819274" y="106616"/>
                  </a:lnTo>
                  <a:lnTo>
                    <a:pt x="8819274" y="82003"/>
                  </a:lnTo>
                  <a:lnTo>
                    <a:pt x="8876386" y="82003"/>
                  </a:lnTo>
                  <a:lnTo>
                    <a:pt x="8876386" y="106616"/>
                  </a:lnTo>
                  <a:lnTo>
                    <a:pt x="8933485" y="106616"/>
                  </a:lnTo>
                  <a:lnTo>
                    <a:pt x="8933485" y="82003"/>
                  </a:lnTo>
                  <a:lnTo>
                    <a:pt x="8990597" y="82003"/>
                  </a:lnTo>
                  <a:lnTo>
                    <a:pt x="8990597" y="106616"/>
                  </a:lnTo>
                  <a:lnTo>
                    <a:pt x="9047709" y="106616"/>
                  </a:lnTo>
                  <a:lnTo>
                    <a:pt x="9047709" y="82003"/>
                  </a:lnTo>
                  <a:lnTo>
                    <a:pt x="9104808" y="82003"/>
                  </a:lnTo>
                  <a:lnTo>
                    <a:pt x="9104808" y="106616"/>
                  </a:lnTo>
                  <a:lnTo>
                    <a:pt x="9161920" y="106616"/>
                  </a:lnTo>
                  <a:lnTo>
                    <a:pt x="9161920" y="82003"/>
                  </a:lnTo>
                  <a:lnTo>
                    <a:pt x="9219032" y="82003"/>
                  </a:lnTo>
                  <a:lnTo>
                    <a:pt x="9219032" y="106616"/>
                  </a:lnTo>
                  <a:lnTo>
                    <a:pt x="9276143" y="106616"/>
                  </a:lnTo>
                  <a:lnTo>
                    <a:pt x="9276143" y="82003"/>
                  </a:lnTo>
                  <a:lnTo>
                    <a:pt x="9333243" y="82003"/>
                  </a:lnTo>
                  <a:lnTo>
                    <a:pt x="9333243" y="106616"/>
                  </a:lnTo>
                  <a:lnTo>
                    <a:pt x="9390355" y="106616"/>
                  </a:lnTo>
                  <a:lnTo>
                    <a:pt x="9390355" y="82003"/>
                  </a:lnTo>
                  <a:lnTo>
                    <a:pt x="9447466" y="82003"/>
                  </a:lnTo>
                  <a:lnTo>
                    <a:pt x="9447466" y="106616"/>
                  </a:lnTo>
                  <a:lnTo>
                    <a:pt x="9504566" y="106616"/>
                  </a:lnTo>
                  <a:lnTo>
                    <a:pt x="9504566" y="82003"/>
                  </a:lnTo>
                  <a:lnTo>
                    <a:pt x="9561678" y="82003"/>
                  </a:lnTo>
                  <a:lnTo>
                    <a:pt x="9561678" y="106616"/>
                  </a:lnTo>
                  <a:lnTo>
                    <a:pt x="9618789" y="106616"/>
                  </a:lnTo>
                  <a:lnTo>
                    <a:pt x="9618789" y="82003"/>
                  </a:lnTo>
                  <a:lnTo>
                    <a:pt x="9675901" y="82003"/>
                  </a:lnTo>
                  <a:lnTo>
                    <a:pt x="9675901" y="106616"/>
                  </a:lnTo>
                  <a:lnTo>
                    <a:pt x="9733001" y="106616"/>
                  </a:lnTo>
                  <a:lnTo>
                    <a:pt x="9733001" y="82003"/>
                  </a:lnTo>
                  <a:lnTo>
                    <a:pt x="9790100" y="82003"/>
                  </a:lnTo>
                  <a:lnTo>
                    <a:pt x="9790100" y="106616"/>
                  </a:lnTo>
                  <a:lnTo>
                    <a:pt x="9847212" y="106616"/>
                  </a:lnTo>
                  <a:lnTo>
                    <a:pt x="9847212" y="82003"/>
                  </a:lnTo>
                  <a:lnTo>
                    <a:pt x="9904324" y="82003"/>
                  </a:lnTo>
                  <a:lnTo>
                    <a:pt x="9904324" y="106616"/>
                  </a:lnTo>
                  <a:lnTo>
                    <a:pt x="9961423" y="106616"/>
                  </a:lnTo>
                  <a:lnTo>
                    <a:pt x="9961423" y="82003"/>
                  </a:lnTo>
                  <a:lnTo>
                    <a:pt x="10018535" y="82003"/>
                  </a:lnTo>
                  <a:lnTo>
                    <a:pt x="10018535" y="106616"/>
                  </a:lnTo>
                  <a:lnTo>
                    <a:pt x="10075647" y="106616"/>
                  </a:lnTo>
                  <a:lnTo>
                    <a:pt x="10075647" y="82003"/>
                  </a:lnTo>
                  <a:lnTo>
                    <a:pt x="10132746" y="82003"/>
                  </a:lnTo>
                  <a:lnTo>
                    <a:pt x="10132746" y="106616"/>
                  </a:lnTo>
                  <a:lnTo>
                    <a:pt x="10189858" y="106616"/>
                  </a:lnTo>
                  <a:lnTo>
                    <a:pt x="10189858" y="82003"/>
                  </a:lnTo>
                  <a:lnTo>
                    <a:pt x="10246970" y="82003"/>
                  </a:lnTo>
                  <a:lnTo>
                    <a:pt x="10246970" y="106616"/>
                  </a:lnTo>
                  <a:lnTo>
                    <a:pt x="10304081" y="106616"/>
                  </a:lnTo>
                  <a:lnTo>
                    <a:pt x="10304081" y="82003"/>
                  </a:lnTo>
                  <a:lnTo>
                    <a:pt x="10361181" y="82003"/>
                  </a:lnTo>
                  <a:lnTo>
                    <a:pt x="10361181" y="106616"/>
                  </a:lnTo>
                  <a:lnTo>
                    <a:pt x="10418293" y="106616"/>
                  </a:lnTo>
                  <a:lnTo>
                    <a:pt x="10418293" y="82003"/>
                  </a:lnTo>
                  <a:lnTo>
                    <a:pt x="10475404" y="82003"/>
                  </a:lnTo>
                  <a:lnTo>
                    <a:pt x="10475404" y="106616"/>
                  </a:lnTo>
                  <a:lnTo>
                    <a:pt x="10532504" y="106616"/>
                  </a:lnTo>
                  <a:lnTo>
                    <a:pt x="10532504" y="82003"/>
                  </a:lnTo>
                  <a:lnTo>
                    <a:pt x="10589616" y="82003"/>
                  </a:lnTo>
                  <a:lnTo>
                    <a:pt x="10589616" y="106616"/>
                  </a:lnTo>
                  <a:lnTo>
                    <a:pt x="10646728" y="106616"/>
                  </a:lnTo>
                  <a:lnTo>
                    <a:pt x="10646728" y="82003"/>
                  </a:lnTo>
                  <a:lnTo>
                    <a:pt x="10703827" y="82003"/>
                  </a:lnTo>
                  <a:lnTo>
                    <a:pt x="10703827" y="106616"/>
                  </a:lnTo>
                  <a:lnTo>
                    <a:pt x="10760939" y="106616"/>
                  </a:lnTo>
                  <a:lnTo>
                    <a:pt x="10760939" y="82003"/>
                  </a:lnTo>
                  <a:lnTo>
                    <a:pt x="10818051" y="82003"/>
                  </a:lnTo>
                  <a:lnTo>
                    <a:pt x="10818051" y="106616"/>
                  </a:lnTo>
                  <a:lnTo>
                    <a:pt x="10875162" y="106616"/>
                  </a:lnTo>
                  <a:lnTo>
                    <a:pt x="10875162" y="82003"/>
                  </a:lnTo>
                  <a:lnTo>
                    <a:pt x="10932249" y="82003"/>
                  </a:lnTo>
                  <a:lnTo>
                    <a:pt x="10932249" y="106616"/>
                  </a:lnTo>
                  <a:lnTo>
                    <a:pt x="10989361" y="106616"/>
                  </a:lnTo>
                  <a:lnTo>
                    <a:pt x="10989361" y="82003"/>
                  </a:lnTo>
                  <a:lnTo>
                    <a:pt x="11046485" y="82003"/>
                  </a:lnTo>
                  <a:lnTo>
                    <a:pt x="11046485" y="106616"/>
                  </a:lnTo>
                  <a:lnTo>
                    <a:pt x="11103585" y="106616"/>
                  </a:lnTo>
                  <a:lnTo>
                    <a:pt x="11103585" y="82003"/>
                  </a:lnTo>
                  <a:lnTo>
                    <a:pt x="11160684" y="82003"/>
                  </a:lnTo>
                  <a:lnTo>
                    <a:pt x="11160684" y="106616"/>
                  </a:lnTo>
                  <a:lnTo>
                    <a:pt x="11217796" y="106616"/>
                  </a:lnTo>
                  <a:lnTo>
                    <a:pt x="11217796" y="82003"/>
                  </a:lnTo>
                  <a:lnTo>
                    <a:pt x="11274920" y="82003"/>
                  </a:lnTo>
                  <a:lnTo>
                    <a:pt x="11274920" y="106616"/>
                  </a:lnTo>
                  <a:lnTo>
                    <a:pt x="11332020" y="106616"/>
                  </a:lnTo>
                  <a:lnTo>
                    <a:pt x="11332020" y="82003"/>
                  </a:lnTo>
                  <a:lnTo>
                    <a:pt x="11389119" y="82003"/>
                  </a:lnTo>
                  <a:lnTo>
                    <a:pt x="11389119" y="106616"/>
                  </a:lnTo>
                  <a:lnTo>
                    <a:pt x="11446231" y="106616"/>
                  </a:lnTo>
                  <a:lnTo>
                    <a:pt x="11446231" y="82003"/>
                  </a:lnTo>
                  <a:lnTo>
                    <a:pt x="11503343" y="82003"/>
                  </a:lnTo>
                  <a:lnTo>
                    <a:pt x="11503343" y="106616"/>
                  </a:lnTo>
                  <a:lnTo>
                    <a:pt x="11560442" y="106616"/>
                  </a:lnTo>
                  <a:lnTo>
                    <a:pt x="11560442" y="82003"/>
                  </a:lnTo>
                  <a:lnTo>
                    <a:pt x="11617554" y="82003"/>
                  </a:lnTo>
                  <a:lnTo>
                    <a:pt x="11617554" y="106616"/>
                  </a:lnTo>
                  <a:lnTo>
                    <a:pt x="11674666" y="106616"/>
                  </a:lnTo>
                  <a:lnTo>
                    <a:pt x="11674666" y="82003"/>
                  </a:lnTo>
                  <a:lnTo>
                    <a:pt x="11731765" y="82003"/>
                  </a:lnTo>
                  <a:lnTo>
                    <a:pt x="11731765" y="106616"/>
                  </a:lnTo>
                  <a:lnTo>
                    <a:pt x="11788877" y="106616"/>
                  </a:lnTo>
                  <a:lnTo>
                    <a:pt x="11788877" y="82003"/>
                  </a:lnTo>
                  <a:lnTo>
                    <a:pt x="11845989" y="82003"/>
                  </a:lnTo>
                  <a:lnTo>
                    <a:pt x="11845989" y="106616"/>
                  </a:lnTo>
                  <a:lnTo>
                    <a:pt x="11903100" y="106616"/>
                  </a:lnTo>
                  <a:lnTo>
                    <a:pt x="11903100" y="82003"/>
                  </a:lnTo>
                  <a:lnTo>
                    <a:pt x="11960200" y="82003"/>
                  </a:lnTo>
                  <a:lnTo>
                    <a:pt x="11960200" y="106616"/>
                  </a:lnTo>
                  <a:lnTo>
                    <a:pt x="12017312" y="106616"/>
                  </a:lnTo>
                  <a:lnTo>
                    <a:pt x="12017312" y="82003"/>
                  </a:lnTo>
                  <a:lnTo>
                    <a:pt x="12074423" y="82003"/>
                  </a:lnTo>
                  <a:lnTo>
                    <a:pt x="12074423" y="106616"/>
                  </a:lnTo>
                  <a:lnTo>
                    <a:pt x="12131523" y="106616"/>
                  </a:lnTo>
                  <a:lnTo>
                    <a:pt x="12131523" y="82003"/>
                  </a:lnTo>
                  <a:lnTo>
                    <a:pt x="12188635" y="82003"/>
                  </a:lnTo>
                  <a:lnTo>
                    <a:pt x="12188635" y="106616"/>
                  </a:lnTo>
                  <a:lnTo>
                    <a:pt x="12245746" y="106616"/>
                  </a:lnTo>
                  <a:lnTo>
                    <a:pt x="12245746" y="82003"/>
                  </a:lnTo>
                  <a:lnTo>
                    <a:pt x="12302858" y="82003"/>
                  </a:lnTo>
                  <a:lnTo>
                    <a:pt x="12302858" y="106616"/>
                  </a:lnTo>
                  <a:lnTo>
                    <a:pt x="12359958" y="106616"/>
                  </a:lnTo>
                  <a:lnTo>
                    <a:pt x="12359958" y="82003"/>
                  </a:lnTo>
                  <a:lnTo>
                    <a:pt x="12417069" y="82003"/>
                  </a:lnTo>
                  <a:lnTo>
                    <a:pt x="12417069" y="106616"/>
                  </a:lnTo>
                  <a:lnTo>
                    <a:pt x="12474181" y="106616"/>
                  </a:lnTo>
                  <a:lnTo>
                    <a:pt x="12474181" y="82003"/>
                  </a:lnTo>
                  <a:lnTo>
                    <a:pt x="12531281" y="82003"/>
                  </a:lnTo>
                  <a:lnTo>
                    <a:pt x="12531281" y="106616"/>
                  </a:lnTo>
                  <a:lnTo>
                    <a:pt x="12588392" y="106616"/>
                  </a:lnTo>
                  <a:lnTo>
                    <a:pt x="12588392" y="82003"/>
                  </a:lnTo>
                  <a:lnTo>
                    <a:pt x="12645492" y="82003"/>
                  </a:lnTo>
                  <a:lnTo>
                    <a:pt x="12645492" y="106616"/>
                  </a:lnTo>
                  <a:lnTo>
                    <a:pt x="12702604" y="106616"/>
                  </a:lnTo>
                  <a:lnTo>
                    <a:pt x="12702604" y="82003"/>
                  </a:lnTo>
                  <a:lnTo>
                    <a:pt x="12759716" y="82003"/>
                  </a:lnTo>
                  <a:lnTo>
                    <a:pt x="12759716" y="106616"/>
                  </a:lnTo>
                  <a:lnTo>
                    <a:pt x="12816827" y="106616"/>
                  </a:lnTo>
                  <a:lnTo>
                    <a:pt x="12816827" y="82003"/>
                  </a:lnTo>
                  <a:lnTo>
                    <a:pt x="12873927" y="82003"/>
                  </a:lnTo>
                  <a:lnTo>
                    <a:pt x="12873927" y="106616"/>
                  </a:lnTo>
                  <a:lnTo>
                    <a:pt x="12931026" y="106616"/>
                  </a:lnTo>
                  <a:lnTo>
                    <a:pt x="12931026" y="82003"/>
                  </a:lnTo>
                  <a:lnTo>
                    <a:pt x="12988138" y="82003"/>
                  </a:lnTo>
                  <a:lnTo>
                    <a:pt x="12988138" y="106616"/>
                  </a:lnTo>
                  <a:lnTo>
                    <a:pt x="13045250" y="106616"/>
                  </a:lnTo>
                  <a:lnTo>
                    <a:pt x="13045250" y="82003"/>
                  </a:lnTo>
                  <a:lnTo>
                    <a:pt x="13102362" y="82003"/>
                  </a:lnTo>
                  <a:lnTo>
                    <a:pt x="13102362" y="106616"/>
                  </a:lnTo>
                  <a:lnTo>
                    <a:pt x="13130924" y="106616"/>
                  </a:lnTo>
                  <a:lnTo>
                    <a:pt x="13130924" y="82003"/>
                  </a:lnTo>
                  <a:lnTo>
                    <a:pt x="13212178" y="82003"/>
                  </a:lnTo>
                  <a:lnTo>
                    <a:pt x="13212178" y="106616"/>
                  </a:lnTo>
                  <a:lnTo>
                    <a:pt x="13240741" y="106616"/>
                  </a:lnTo>
                  <a:lnTo>
                    <a:pt x="13240741" y="74383"/>
                  </a:lnTo>
                  <a:lnTo>
                    <a:pt x="13247535" y="70002"/>
                  </a:lnTo>
                  <a:lnTo>
                    <a:pt x="13256717" y="56959"/>
                  </a:lnTo>
                  <a:lnTo>
                    <a:pt x="13260083" y="41008"/>
                  </a:lnTo>
                  <a:close/>
                </a:path>
                <a:path w="15868015" h="106680">
                  <a:moveTo>
                    <a:pt x="13354952" y="62877"/>
                  </a:moveTo>
                  <a:lnTo>
                    <a:pt x="13297840" y="62877"/>
                  </a:lnTo>
                  <a:lnTo>
                    <a:pt x="13297840" y="106616"/>
                  </a:lnTo>
                  <a:lnTo>
                    <a:pt x="13354952" y="106616"/>
                  </a:lnTo>
                  <a:lnTo>
                    <a:pt x="13354952" y="62877"/>
                  </a:lnTo>
                  <a:close/>
                </a:path>
                <a:path w="15868015" h="106680">
                  <a:moveTo>
                    <a:pt x="13469163" y="62877"/>
                  </a:moveTo>
                  <a:lnTo>
                    <a:pt x="13412051" y="62877"/>
                  </a:lnTo>
                  <a:lnTo>
                    <a:pt x="13412051" y="106616"/>
                  </a:lnTo>
                  <a:lnTo>
                    <a:pt x="13469163" y="106616"/>
                  </a:lnTo>
                  <a:lnTo>
                    <a:pt x="13469163" y="62877"/>
                  </a:lnTo>
                  <a:close/>
                </a:path>
                <a:path w="15868015" h="106680">
                  <a:moveTo>
                    <a:pt x="13583374" y="62877"/>
                  </a:moveTo>
                  <a:lnTo>
                    <a:pt x="13526275" y="62877"/>
                  </a:lnTo>
                  <a:lnTo>
                    <a:pt x="13526275" y="106616"/>
                  </a:lnTo>
                  <a:lnTo>
                    <a:pt x="13583374" y="106616"/>
                  </a:lnTo>
                  <a:lnTo>
                    <a:pt x="13583374" y="62877"/>
                  </a:lnTo>
                  <a:close/>
                </a:path>
                <a:path w="15868015" h="106680">
                  <a:moveTo>
                    <a:pt x="13697598" y="62877"/>
                  </a:moveTo>
                  <a:lnTo>
                    <a:pt x="13640486" y="62877"/>
                  </a:lnTo>
                  <a:lnTo>
                    <a:pt x="13640486" y="106616"/>
                  </a:lnTo>
                  <a:lnTo>
                    <a:pt x="13697598" y="106616"/>
                  </a:lnTo>
                  <a:lnTo>
                    <a:pt x="13697598" y="62877"/>
                  </a:lnTo>
                  <a:close/>
                </a:path>
                <a:path w="15868015" h="106680">
                  <a:moveTo>
                    <a:pt x="13811809" y="62877"/>
                  </a:moveTo>
                  <a:lnTo>
                    <a:pt x="13754697" y="62877"/>
                  </a:lnTo>
                  <a:lnTo>
                    <a:pt x="13754697" y="106616"/>
                  </a:lnTo>
                  <a:lnTo>
                    <a:pt x="13811809" y="106616"/>
                  </a:lnTo>
                  <a:lnTo>
                    <a:pt x="13811809" y="62877"/>
                  </a:lnTo>
                  <a:close/>
                </a:path>
                <a:path w="15868015" h="106680">
                  <a:moveTo>
                    <a:pt x="13926033" y="62877"/>
                  </a:moveTo>
                  <a:lnTo>
                    <a:pt x="13868921" y="62877"/>
                  </a:lnTo>
                  <a:lnTo>
                    <a:pt x="13868921" y="106616"/>
                  </a:lnTo>
                  <a:lnTo>
                    <a:pt x="13926033" y="106616"/>
                  </a:lnTo>
                  <a:lnTo>
                    <a:pt x="13926033" y="62877"/>
                  </a:lnTo>
                  <a:close/>
                </a:path>
                <a:path w="15868015" h="106680">
                  <a:moveTo>
                    <a:pt x="14040244" y="62877"/>
                  </a:moveTo>
                  <a:lnTo>
                    <a:pt x="13983132" y="62877"/>
                  </a:lnTo>
                  <a:lnTo>
                    <a:pt x="13983132" y="106616"/>
                  </a:lnTo>
                  <a:lnTo>
                    <a:pt x="14040244" y="106616"/>
                  </a:lnTo>
                  <a:lnTo>
                    <a:pt x="14040244" y="62877"/>
                  </a:lnTo>
                  <a:close/>
                </a:path>
                <a:path w="15868015" h="106680">
                  <a:moveTo>
                    <a:pt x="14154455" y="62877"/>
                  </a:moveTo>
                  <a:lnTo>
                    <a:pt x="14097356" y="62877"/>
                  </a:lnTo>
                  <a:lnTo>
                    <a:pt x="14097356" y="106616"/>
                  </a:lnTo>
                  <a:lnTo>
                    <a:pt x="14154455" y="106616"/>
                  </a:lnTo>
                  <a:lnTo>
                    <a:pt x="14154455" y="62877"/>
                  </a:lnTo>
                  <a:close/>
                </a:path>
                <a:path w="15868015" h="106680">
                  <a:moveTo>
                    <a:pt x="14268679" y="62877"/>
                  </a:moveTo>
                  <a:lnTo>
                    <a:pt x="14211567" y="62877"/>
                  </a:lnTo>
                  <a:lnTo>
                    <a:pt x="14211567" y="106616"/>
                  </a:lnTo>
                  <a:lnTo>
                    <a:pt x="14268679" y="106616"/>
                  </a:lnTo>
                  <a:lnTo>
                    <a:pt x="14268679" y="62877"/>
                  </a:lnTo>
                  <a:close/>
                </a:path>
                <a:path w="15868015" h="106680">
                  <a:moveTo>
                    <a:pt x="14382890" y="62877"/>
                  </a:moveTo>
                  <a:lnTo>
                    <a:pt x="14325791" y="62877"/>
                  </a:lnTo>
                  <a:lnTo>
                    <a:pt x="14325791" y="106616"/>
                  </a:lnTo>
                  <a:lnTo>
                    <a:pt x="14382890" y="106616"/>
                  </a:lnTo>
                  <a:lnTo>
                    <a:pt x="14382890" y="62877"/>
                  </a:lnTo>
                  <a:close/>
                </a:path>
                <a:path w="15868015" h="106680">
                  <a:moveTo>
                    <a:pt x="14497114" y="62877"/>
                  </a:moveTo>
                  <a:lnTo>
                    <a:pt x="14440002" y="62877"/>
                  </a:lnTo>
                  <a:lnTo>
                    <a:pt x="14440002" y="106616"/>
                  </a:lnTo>
                  <a:lnTo>
                    <a:pt x="14497114" y="106616"/>
                  </a:lnTo>
                  <a:lnTo>
                    <a:pt x="14497114" y="62877"/>
                  </a:lnTo>
                  <a:close/>
                </a:path>
                <a:path w="15868015" h="106680">
                  <a:moveTo>
                    <a:pt x="14611325" y="62877"/>
                  </a:moveTo>
                  <a:lnTo>
                    <a:pt x="14554213" y="62877"/>
                  </a:lnTo>
                  <a:lnTo>
                    <a:pt x="14554213" y="106616"/>
                  </a:lnTo>
                  <a:lnTo>
                    <a:pt x="14611325" y="106616"/>
                  </a:lnTo>
                  <a:lnTo>
                    <a:pt x="14611325" y="62877"/>
                  </a:lnTo>
                  <a:close/>
                </a:path>
                <a:path w="15868015" h="106680">
                  <a:moveTo>
                    <a:pt x="14725549" y="62877"/>
                  </a:moveTo>
                  <a:lnTo>
                    <a:pt x="14668437" y="62877"/>
                  </a:lnTo>
                  <a:lnTo>
                    <a:pt x="14668437" y="106616"/>
                  </a:lnTo>
                  <a:lnTo>
                    <a:pt x="14725549" y="106616"/>
                  </a:lnTo>
                  <a:lnTo>
                    <a:pt x="14725549" y="62877"/>
                  </a:lnTo>
                  <a:close/>
                </a:path>
                <a:path w="15868015" h="106680">
                  <a:moveTo>
                    <a:pt x="14839760" y="62877"/>
                  </a:moveTo>
                  <a:lnTo>
                    <a:pt x="14782648" y="62877"/>
                  </a:lnTo>
                  <a:lnTo>
                    <a:pt x="14782648" y="106616"/>
                  </a:lnTo>
                  <a:lnTo>
                    <a:pt x="14839760" y="106616"/>
                  </a:lnTo>
                  <a:lnTo>
                    <a:pt x="14839760" y="62877"/>
                  </a:lnTo>
                  <a:close/>
                </a:path>
                <a:path w="15868015" h="106680">
                  <a:moveTo>
                    <a:pt x="14953971" y="62877"/>
                  </a:moveTo>
                  <a:lnTo>
                    <a:pt x="14896872" y="62877"/>
                  </a:lnTo>
                  <a:lnTo>
                    <a:pt x="14896872" y="106616"/>
                  </a:lnTo>
                  <a:lnTo>
                    <a:pt x="14953971" y="106616"/>
                  </a:lnTo>
                  <a:lnTo>
                    <a:pt x="14953971" y="62877"/>
                  </a:lnTo>
                  <a:close/>
                </a:path>
                <a:path w="15868015" h="106680">
                  <a:moveTo>
                    <a:pt x="15068195" y="62877"/>
                  </a:moveTo>
                  <a:lnTo>
                    <a:pt x="15011083" y="62877"/>
                  </a:lnTo>
                  <a:lnTo>
                    <a:pt x="15011083" y="106616"/>
                  </a:lnTo>
                  <a:lnTo>
                    <a:pt x="15068195" y="106616"/>
                  </a:lnTo>
                  <a:lnTo>
                    <a:pt x="15068195" y="62877"/>
                  </a:lnTo>
                  <a:close/>
                </a:path>
                <a:path w="15868015" h="106680">
                  <a:moveTo>
                    <a:pt x="15182393" y="62877"/>
                  </a:moveTo>
                  <a:lnTo>
                    <a:pt x="15125294" y="62877"/>
                  </a:lnTo>
                  <a:lnTo>
                    <a:pt x="15125294" y="106616"/>
                  </a:lnTo>
                  <a:lnTo>
                    <a:pt x="15182393" y="106616"/>
                  </a:lnTo>
                  <a:lnTo>
                    <a:pt x="15182393" y="62877"/>
                  </a:lnTo>
                  <a:close/>
                </a:path>
                <a:path w="15868015" h="106680">
                  <a:moveTo>
                    <a:pt x="15296617" y="62877"/>
                  </a:moveTo>
                  <a:lnTo>
                    <a:pt x="15239505" y="62877"/>
                  </a:lnTo>
                  <a:lnTo>
                    <a:pt x="15239505" y="106616"/>
                  </a:lnTo>
                  <a:lnTo>
                    <a:pt x="15296617" y="106616"/>
                  </a:lnTo>
                  <a:lnTo>
                    <a:pt x="15296617" y="62877"/>
                  </a:lnTo>
                  <a:close/>
                </a:path>
                <a:path w="15868015" h="106680">
                  <a:moveTo>
                    <a:pt x="15410828" y="62877"/>
                  </a:moveTo>
                  <a:lnTo>
                    <a:pt x="15353729" y="62877"/>
                  </a:lnTo>
                  <a:lnTo>
                    <a:pt x="15353729" y="106616"/>
                  </a:lnTo>
                  <a:lnTo>
                    <a:pt x="15410828" y="106616"/>
                  </a:lnTo>
                  <a:lnTo>
                    <a:pt x="15410828" y="62877"/>
                  </a:lnTo>
                  <a:close/>
                </a:path>
                <a:path w="15868015" h="106680">
                  <a:moveTo>
                    <a:pt x="15525052" y="62877"/>
                  </a:moveTo>
                  <a:lnTo>
                    <a:pt x="15467940" y="62877"/>
                  </a:lnTo>
                  <a:lnTo>
                    <a:pt x="15467940" y="106616"/>
                  </a:lnTo>
                  <a:lnTo>
                    <a:pt x="15525052" y="106616"/>
                  </a:lnTo>
                  <a:lnTo>
                    <a:pt x="15525052" y="62877"/>
                  </a:lnTo>
                  <a:close/>
                </a:path>
                <a:path w="15868015" h="106680">
                  <a:moveTo>
                    <a:pt x="15639263" y="62877"/>
                  </a:moveTo>
                  <a:lnTo>
                    <a:pt x="15582151" y="62877"/>
                  </a:lnTo>
                  <a:lnTo>
                    <a:pt x="15582151" y="106616"/>
                  </a:lnTo>
                  <a:lnTo>
                    <a:pt x="15639263" y="106616"/>
                  </a:lnTo>
                  <a:lnTo>
                    <a:pt x="15639263" y="62877"/>
                  </a:lnTo>
                  <a:close/>
                </a:path>
                <a:path w="15868015" h="106680">
                  <a:moveTo>
                    <a:pt x="15753487" y="62877"/>
                  </a:moveTo>
                  <a:lnTo>
                    <a:pt x="15696375" y="62877"/>
                  </a:lnTo>
                  <a:lnTo>
                    <a:pt x="15696375" y="106616"/>
                  </a:lnTo>
                  <a:lnTo>
                    <a:pt x="15753487" y="106616"/>
                  </a:lnTo>
                  <a:lnTo>
                    <a:pt x="15753487" y="62877"/>
                  </a:lnTo>
                  <a:close/>
                </a:path>
                <a:path w="15868015" h="106680">
                  <a:moveTo>
                    <a:pt x="15867698" y="62877"/>
                  </a:moveTo>
                  <a:lnTo>
                    <a:pt x="15810586" y="62877"/>
                  </a:lnTo>
                  <a:lnTo>
                    <a:pt x="15810586" y="106616"/>
                  </a:lnTo>
                  <a:lnTo>
                    <a:pt x="15867698" y="106616"/>
                  </a:lnTo>
                  <a:lnTo>
                    <a:pt x="15867698" y="62877"/>
                  </a:lnTo>
                  <a:close/>
                </a:path>
              </a:pathLst>
            </a:custGeom>
            <a:solidFill>
              <a:srgbClr val="3B97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3159830" y="1992762"/>
              <a:ext cx="6925945" cy="106680"/>
            </a:xfrm>
            <a:custGeom>
              <a:avLst/>
              <a:gdLst/>
              <a:ahLst/>
              <a:cxnLst/>
              <a:rect l="l" t="t" r="r" b="b"/>
              <a:pathLst>
                <a:path w="6925944" h="106680">
                  <a:moveTo>
                    <a:pt x="6925780" y="0"/>
                  </a:moveTo>
                  <a:lnTo>
                    <a:pt x="42837" y="0"/>
                  </a:lnTo>
                  <a:lnTo>
                    <a:pt x="26162" y="3225"/>
                  </a:lnTo>
                  <a:lnTo>
                    <a:pt x="12547" y="12014"/>
                  </a:lnTo>
                  <a:lnTo>
                    <a:pt x="3365" y="25044"/>
                  </a:lnTo>
                  <a:lnTo>
                    <a:pt x="0" y="41008"/>
                  </a:lnTo>
                  <a:lnTo>
                    <a:pt x="3365" y="56959"/>
                  </a:lnTo>
                  <a:lnTo>
                    <a:pt x="12547" y="70002"/>
                  </a:lnTo>
                  <a:lnTo>
                    <a:pt x="26162" y="78778"/>
                  </a:lnTo>
                  <a:lnTo>
                    <a:pt x="42837" y="82003"/>
                  </a:lnTo>
                  <a:lnTo>
                    <a:pt x="2675471" y="82003"/>
                  </a:lnTo>
                  <a:lnTo>
                    <a:pt x="2675471" y="106616"/>
                  </a:lnTo>
                  <a:lnTo>
                    <a:pt x="2732582" y="106616"/>
                  </a:lnTo>
                  <a:lnTo>
                    <a:pt x="2732582" y="82003"/>
                  </a:lnTo>
                  <a:lnTo>
                    <a:pt x="2789694" y="82003"/>
                  </a:lnTo>
                  <a:lnTo>
                    <a:pt x="2789694" y="106616"/>
                  </a:lnTo>
                  <a:lnTo>
                    <a:pt x="2846794" y="106616"/>
                  </a:lnTo>
                  <a:lnTo>
                    <a:pt x="2846794" y="82003"/>
                  </a:lnTo>
                  <a:lnTo>
                    <a:pt x="2903905" y="82003"/>
                  </a:lnTo>
                  <a:lnTo>
                    <a:pt x="2903905" y="106616"/>
                  </a:lnTo>
                  <a:lnTo>
                    <a:pt x="2961017" y="106616"/>
                  </a:lnTo>
                  <a:lnTo>
                    <a:pt x="2961017" y="82003"/>
                  </a:lnTo>
                  <a:lnTo>
                    <a:pt x="3018117" y="82003"/>
                  </a:lnTo>
                  <a:lnTo>
                    <a:pt x="3018117" y="106616"/>
                  </a:lnTo>
                  <a:lnTo>
                    <a:pt x="3075228" y="106616"/>
                  </a:lnTo>
                  <a:lnTo>
                    <a:pt x="3075228" y="82003"/>
                  </a:lnTo>
                  <a:lnTo>
                    <a:pt x="3132340" y="82003"/>
                  </a:lnTo>
                  <a:lnTo>
                    <a:pt x="3132340" y="106616"/>
                  </a:lnTo>
                  <a:lnTo>
                    <a:pt x="3189452" y="106616"/>
                  </a:lnTo>
                  <a:lnTo>
                    <a:pt x="3189452" y="82003"/>
                  </a:lnTo>
                  <a:lnTo>
                    <a:pt x="3246539" y="82003"/>
                  </a:lnTo>
                  <a:lnTo>
                    <a:pt x="3246539" y="106616"/>
                  </a:lnTo>
                  <a:lnTo>
                    <a:pt x="3303651" y="106616"/>
                  </a:lnTo>
                  <a:lnTo>
                    <a:pt x="3303651" y="82003"/>
                  </a:lnTo>
                  <a:lnTo>
                    <a:pt x="3360763" y="82003"/>
                  </a:lnTo>
                  <a:lnTo>
                    <a:pt x="3360763" y="106616"/>
                  </a:lnTo>
                  <a:lnTo>
                    <a:pt x="3417874" y="106616"/>
                  </a:lnTo>
                  <a:lnTo>
                    <a:pt x="3417874" y="82003"/>
                  </a:lnTo>
                  <a:lnTo>
                    <a:pt x="3474974" y="82003"/>
                  </a:lnTo>
                  <a:lnTo>
                    <a:pt x="3474974" y="106616"/>
                  </a:lnTo>
                  <a:lnTo>
                    <a:pt x="3532086" y="106616"/>
                  </a:lnTo>
                  <a:lnTo>
                    <a:pt x="3532086" y="82003"/>
                  </a:lnTo>
                  <a:lnTo>
                    <a:pt x="3589197" y="82003"/>
                  </a:lnTo>
                  <a:lnTo>
                    <a:pt x="3589197" y="106616"/>
                  </a:lnTo>
                  <a:lnTo>
                    <a:pt x="3646297" y="106616"/>
                  </a:lnTo>
                  <a:lnTo>
                    <a:pt x="3646297" y="82003"/>
                  </a:lnTo>
                  <a:lnTo>
                    <a:pt x="3703409" y="82003"/>
                  </a:lnTo>
                  <a:lnTo>
                    <a:pt x="3703409" y="106616"/>
                  </a:lnTo>
                  <a:lnTo>
                    <a:pt x="3760520" y="106616"/>
                  </a:lnTo>
                  <a:lnTo>
                    <a:pt x="3760520" y="82003"/>
                  </a:lnTo>
                  <a:lnTo>
                    <a:pt x="3817632" y="82003"/>
                  </a:lnTo>
                  <a:lnTo>
                    <a:pt x="3817632" y="106616"/>
                  </a:lnTo>
                  <a:lnTo>
                    <a:pt x="3874732" y="106616"/>
                  </a:lnTo>
                  <a:lnTo>
                    <a:pt x="3874732" y="82003"/>
                  </a:lnTo>
                  <a:lnTo>
                    <a:pt x="3931843" y="82003"/>
                  </a:lnTo>
                  <a:lnTo>
                    <a:pt x="3931843" y="106616"/>
                  </a:lnTo>
                  <a:lnTo>
                    <a:pt x="3988955" y="106616"/>
                  </a:lnTo>
                  <a:lnTo>
                    <a:pt x="3988955" y="82003"/>
                  </a:lnTo>
                  <a:lnTo>
                    <a:pt x="4046055" y="82003"/>
                  </a:lnTo>
                  <a:lnTo>
                    <a:pt x="4046055" y="106616"/>
                  </a:lnTo>
                  <a:lnTo>
                    <a:pt x="4103166" y="106616"/>
                  </a:lnTo>
                  <a:lnTo>
                    <a:pt x="4103166" y="82003"/>
                  </a:lnTo>
                  <a:lnTo>
                    <a:pt x="4160278" y="82003"/>
                  </a:lnTo>
                  <a:lnTo>
                    <a:pt x="4160278" y="106616"/>
                  </a:lnTo>
                  <a:lnTo>
                    <a:pt x="4217390" y="106616"/>
                  </a:lnTo>
                  <a:lnTo>
                    <a:pt x="4217390" y="82003"/>
                  </a:lnTo>
                  <a:lnTo>
                    <a:pt x="4274490" y="82003"/>
                  </a:lnTo>
                  <a:lnTo>
                    <a:pt x="4274490" y="106616"/>
                  </a:lnTo>
                  <a:lnTo>
                    <a:pt x="4331601" y="106616"/>
                  </a:lnTo>
                  <a:lnTo>
                    <a:pt x="4331601" y="82003"/>
                  </a:lnTo>
                  <a:lnTo>
                    <a:pt x="4388713" y="82003"/>
                  </a:lnTo>
                  <a:lnTo>
                    <a:pt x="4388713" y="106616"/>
                  </a:lnTo>
                  <a:lnTo>
                    <a:pt x="4445813" y="106616"/>
                  </a:lnTo>
                  <a:lnTo>
                    <a:pt x="4445813" y="82003"/>
                  </a:lnTo>
                  <a:lnTo>
                    <a:pt x="4502924" y="82003"/>
                  </a:lnTo>
                  <a:lnTo>
                    <a:pt x="4502924" y="106616"/>
                  </a:lnTo>
                  <a:lnTo>
                    <a:pt x="4560036" y="106616"/>
                  </a:lnTo>
                  <a:lnTo>
                    <a:pt x="4560036" y="82003"/>
                  </a:lnTo>
                  <a:lnTo>
                    <a:pt x="4617148" y="82003"/>
                  </a:lnTo>
                  <a:lnTo>
                    <a:pt x="4617148" y="106616"/>
                  </a:lnTo>
                  <a:lnTo>
                    <a:pt x="4674247" y="106616"/>
                  </a:lnTo>
                  <a:lnTo>
                    <a:pt x="4674247" y="82003"/>
                  </a:lnTo>
                  <a:lnTo>
                    <a:pt x="4731359" y="82003"/>
                  </a:lnTo>
                  <a:lnTo>
                    <a:pt x="4731359" y="106616"/>
                  </a:lnTo>
                  <a:lnTo>
                    <a:pt x="4788471" y="106616"/>
                  </a:lnTo>
                  <a:lnTo>
                    <a:pt x="4788471" y="82003"/>
                  </a:lnTo>
                  <a:lnTo>
                    <a:pt x="4845570" y="82003"/>
                  </a:lnTo>
                  <a:lnTo>
                    <a:pt x="4845570" y="106616"/>
                  </a:lnTo>
                  <a:lnTo>
                    <a:pt x="4902670" y="106616"/>
                  </a:lnTo>
                  <a:lnTo>
                    <a:pt x="4902670" y="82003"/>
                  </a:lnTo>
                  <a:lnTo>
                    <a:pt x="4959782" y="82003"/>
                  </a:lnTo>
                  <a:lnTo>
                    <a:pt x="4959782" y="106616"/>
                  </a:lnTo>
                  <a:lnTo>
                    <a:pt x="5016893" y="106616"/>
                  </a:lnTo>
                  <a:lnTo>
                    <a:pt x="5016893" y="82003"/>
                  </a:lnTo>
                  <a:lnTo>
                    <a:pt x="5073993" y="82003"/>
                  </a:lnTo>
                  <a:lnTo>
                    <a:pt x="5073993" y="106616"/>
                  </a:lnTo>
                  <a:lnTo>
                    <a:pt x="5131105" y="106616"/>
                  </a:lnTo>
                  <a:lnTo>
                    <a:pt x="5131105" y="82003"/>
                  </a:lnTo>
                  <a:lnTo>
                    <a:pt x="5188216" y="82003"/>
                  </a:lnTo>
                  <a:lnTo>
                    <a:pt x="5188216" y="106616"/>
                  </a:lnTo>
                  <a:lnTo>
                    <a:pt x="5245316" y="106616"/>
                  </a:lnTo>
                  <a:lnTo>
                    <a:pt x="5245316" y="82003"/>
                  </a:lnTo>
                  <a:lnTo>
                    <a:pt x="5302428" y="82003"/>
                  </a:lnTo>
                  <a:lnTo>
                    <a:pt x="5302428" y="106616"/>
                  </a:lnTo>
                  <a:lnTo>
                    <a:pt x="5359539" y="106616"/>
                  </a:lnTo>
                  <a:lnTo>
                    <a:pt x="5359539" y="82003"/>
                  </a:lnTo>
                  <a:lnTo>
                    <a:pt x="5416651" y="82003"/>
                  </a:lnTo>
                  <a:lnTo>
                    <a:pt x="5416651" y="106616"/>
                  </a:lnTo>
                  <a:lnTo>
                    <a:pt x="5473751" y="106616"/>
                  </a:lnTo>
                  <a:lnTo>
                    <a:pt x="5473751" y="82003"/>
                  </a:lnTo>
                  <a:lnTo>
                    <a:pt x="5530862" y="82003"/>
                  </a:lnTo>
                  <a:lnTo>
                    <a:pt x="5530862" y="106616"/>
                  </a:lnTo>
                  <a:lnTo>
                    <a:pt x="5587974" y="106616"/>
                  </a:lnTo>
                  <a:lnTo>
                    <a:pt x="5587974" y="82003"/>
                  </a:lnTo>
                  <a:lnTo>
                    <a:pt x="5645074" y="82003"/>
                  </a:lnTo>
                  <a:lnTo>
                    <a:pt x="5645074" y="106616"/>
                  </a:lnTo>
                  <a:lnTo>
                    <a:pt x="5702185" y="106616"/>
                  </a:lnTo>
                  <a:lnTo>
                    <a:pt x="5702185" y="82003"/>
                  </a:lnTo>
                  <a:lnTo>
                    <a:pt x="5759297" y="82003"/>
                  </a:lnTo>
                  <a:lnTo>
                    <a:pt x="5759297" y="106616"/>
                  </a:lnTo>
                  <a:lnTo>
                    <a:pt x="5816409" y="106616"/>
                  </a:lnTo>
                  <a:lnTo>
                    <a:pt x="5816409" y="82003"/>
                  </a:lnTo>
                  <a:lnTo>
                    <a:pt x="5873508" y="82003"/>
                  </a:lnTo>
                  <a:lnTo>
                    <a:pt x="5873508" y="106616"/>
                  </a:lnTo>
                  <a:lnTo>
                    <a:pt x="5930620" y="106616"/>
                  </a:lnTo>
                  <a:lnTo>
                    <a:pt x="5930620" y="82003"/>
                  </a:lnTo>
                  <a:lnTo>
                    <a:pt x="5987732" y="82003"/>
                  </a:lnTo>
                  <a:lnTo>
                    <a:pt x="5987732" y="106616"/>
                  </a:lnTo>
                  <a:lnTo>
                    <a:pt x="6044831" y="106616"/>
                  </a:lnTo>
                  <a:lnTo>
                    <a:pt x="6044831" y="82003"/>
                  </a:lnTo>
                  <a:lnTo>
                    <a:pt x="6101943" y="82003"/>
                  </a:lnTo>
                  <a:lnTo>
                    <a:pt x="6101943" y="106616"/>
                  </a:lnTo>
                  <a:lnTo>
                    <a:pt x="6159055" y="106616"/>
                  </a:lnTo>
                  <a:lnTo>
                    <a:pt x="6159055" y="82003"/>
                  </a:lnTo>
                  <a:lnTo>
                    <a:pt x="6216167" y="82003"/>
                  </a:lnTo>
                  <a:lnTo>
                    <a:pt x="6216167" y="106616"/>
                  </a:lnTo>
                  <a:lnTo>
                    <a:pt x="6273266" y="106616"/>
                  </a:lnTo>
                  <a:lnTo>
                    <a:pt x="6273266" y="82003"/>
                  </a:lnTo>
                  <a:lnTo>
                    <a:pt x="6330366" y="82003"/>
                  </a:lnTo>
                  <a:lnTo>
                    <a:pt x="6330366" y="106616"/>
                  </a:lnTo>
                  <a:lnTo>
                    <a:pt x="6387478" y="106616"/>
                  </a:lnTo>
                  <a:lnTo>
                    <a:pt x="6387478" y="82003"/>
                  </a:lnTo>
                  <a:lnTo>
                    <a:pt x="6444589" y="82003"/>
                  </a:lnTo>
                  <a:lnTo>
                    <a:pt x="6444589" y="106616"/>
                  </a:lnTo>
                  <a:lnTo>
                    <a:pt x="6501689" y="106616"/>
                  </a:lnTo>
                  <a:lnTo>
                    <a:pt x="6501689" y="82003"/>
                  </a:lnTo>
                  <a:lnTo>
                    <a:pt x="6558801" y="82003"/>
                  </a:lnTo>
                  <a:lnTo>
                    <a:pt x="6558801" y="106616"/>
                  </a:lnTo>
                  <a:lnTo>
                    <a:pt x="6615912" y="106616"/>
                  </a:lnTo>
                  <a:lnTo>
                    <a:pt x="6615912" y="82003"/>
                  </a:lnTo>
                  <a:lnTo>
                    <a:pt x="6673012" y="82003"/>
                  </a:lnTo>
                  <a:lnTo>
                    <a:pt x="6673012" y="106616"/>
                  </a:lnTo>
                  <a:lnTo>
                    <a:pt x="6730124" y="106616"/>
                  </a:lnTo>
                  <a:lnTo>
                    <a:pt x="6730124" y="82003"/>
                  </a:lnTo>
                  <a:lnTo>
                    <a:pt x="6787235" y="82003"/>
                  </a:lnTo>
                  <a:lnTo>
                    <a:pt x="6787235" y="106616"/>
                  </a:lnTo>
                  <a:lnTo>
                    <a:pt x="6844347" y="106616"/>
                  </a:lnTo>
                  <a:lnTo>
                    <a:pt x="6844347" y="82003"/>
                  </a:lnTo>
                  <a:lnTo>
                    <a:pt x="6901447" y="82003"/>
                  </a:lnTo>
                  <a:lnTo>
                    <a:pt x="6901447" y="106616"/>
                  </a:lnTo>
                  <a:lnTo>
                    <a:pt x="6925780" y="106616"/>
                  </a:lnTo>
                  <a:lnTo>
                    <a:pt x="6925780" y="82003"/>
                  </a:lnTo>
                  <a:lnTo>
                    <a:pt x="6925780" y="62877"/>
                  </a:lnTo>
                  <a:lnTo>
                    <a:pt x="6925780" y="0"/>
                  </a:lnTo>
                  <a:close/>
                </a:path>
              </a:pathLst>
            </a:custGeom>
            <a:solidFill>
              <a:srgbClr val="3B97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24317" y="1675226"/>
              <a:ext cx="20061555" cy="330200"/>
            </a:xfrm>
            <a:custGeom>
              <a:avLst/>
              <a:gdLst/>
              <a:ahLst/>
              <a:cxnLst/>
              <a:rect l="l" t="t" r="r" b="b"/>
              <a:pathLst>
                <a:path w="20061555" h="330200">
                  <a:moveTo>
                    <a:pt x="20061301" y="0"/>
                  </a:moveTo>
                  <a:lnTo>
                    <a:pt x="0" y="0"/>
                  </a:lnTo>
                  <a:lnTo>
                    <a:pt x="425" y="329916"/>
                  </a:lnTo>
                  <a:lnTo>
                    <a:pt x="20061301" y="329916"/>
                  </a:lnTo>
                  <a:lnTo>
                    <a:pt x="20061301" y="0"/>
                  </a:lnTo>
                  <a:close/>
                </a:path>
              </a:pathLst>
            </a:custGeom>
            <a:solidFill>
              <a:srgbClr val="50A1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77034" y="1678106"/>
              <a:ext cx="20008850" cy="76835"/>
            </a:xfrm>
            <a:custGeom>
              <a:avLst/>
              <a:gdLst/>
              <a:ahLst/>
              <a:cxnLst/>
              <a:rect l="l" t="t" r="r" b="b"/>
              <a:pathLst>
                <a:path w="20008850" h="76835">
                  <a:moveTo>
                    <a:pt x="20008584" y="0"/>
                  </a:moveTo>
                  <a:lnTo>
                    <a:pt x="20008584" y="76625"/>
                  </a:lnTo>
                  <a:lnTo>
                    <a:pt x="0" y="76625"/>
                  </a:lnTo>
                  <a:lnTo>
                    <a:pt x="0" y="0"/>
                  </a:lnTo>
                  <a:lnTo>
                    <a:pt x="20008584" y="0"/>
                  </a:lnTo>
                  <a:close/>
                </a:path>
              </a:pathLst>
            </a:custGeom>
            <a:solidFill>
              <a:srgbClr val="3B97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8404149" y="1851869"/>
              <a:ext cx="2228215" cy="265430"/>
            </a:xfrm>
            <a:custGeom>
              <a:avLst/>
              <a:gdLst/>
              <a:ahLst/>
              <a:cxnLst/>
              <a:rect l="l" t="t" r="r" b="b"/>
              <a:pathLst>
                <a:path w="2228215" h="265430">
                  <a:moveTo>
                    <a:pt x="496608" y="141528"/>
                  </a:moveTo>
                  <a:lnTo>
                    <a:pt x="489394" y="96786"/>
                  </a:lnTo>
                  <a:lnTo>
                    <a:pt x="469303" y="57937"/>
                  </a:lnTo>
                  <a:lnTo>
                    <a:pt x="438670" y="27305"/>
                  </a:lnTo>
                  <a:lnTo>
                    <a:pt x="399808" y="7213"/>
                  </a:lnTo>
                  <a:lnTo>
                    <a:pt x="355079" y="0"/>
                  </a:lnTo>
                  <a:lnTo>
                    <a:pt x="141528" y="0"/>
                  </a:lnTo>
                  <a:lnTo>
                    <a:pt x="96799" y="7213"/>
                  </a:lnTo>
                  <a:lnTo>
                    <a:pt x="57937" y="27305"/>
                  </a:lnTo>
                  <a:lnTo>
                    <a:pt x="27305" y="57937"/>
                  </a:lnTo>
                  <a:lnTo>
                    <a:pt x="7213" y="96786"/>
                  </a:lnTo>
                  <a:lnTo>
                    <a:pt x="0" y="141528"/>
                  </a:lnTo>
                  <a:lnTo>
                    <a:pt x="0" y="253492"/>
                  </a:lnTo>
                  <a:lnTo>
                    <a:pt x="496608" y="253492"/>
                  </a:lnTo>
                  <a:lnTo>
                    <a:pt x="496608" y="141528"/>
                  </a:lnTo>
                  <a:close/>
                </a:path>
                <a:path w="2228215" h="265430">
                  <a:moveTo>
                    <a:pt x="2228177" y="153466"/>
                  </a:moveTo>
                  <a:lnTo>
                    <a:pt x="2220963" y="108737"/>
                  </a:lnTo>
                  <a:lnTo>
                    <a:pt x="2200872" y="69888"/>
                  </a:lnTo>
                  <a:lnTo>
                    <a:pt x="2170239" y="39255"/>
                  </a:lnTo>
                  <a:lnTo>
                    <a:pt x="2131390" y="19164"/>
                  </a:lnTo>
                  <a:lnTo>
                    <a:pt x="2086648" y="11950"/>
                  </a:lnTo>
                  <a:lnTo>
                    <a:pt x="1873097" y="11950"/>
                  </a:lnTo>
                  <a:lnTo>
                    <a:pt x="1828368" y="19164"/>
                  </a:lnTo>
                  <a:lnTo>
                    <a:pt x="1789518" y="39255"/>
                  </a:lnTo>
                  <a:lnTo>
                    <a:pt x="1758873" y="69888"/>
                  </a:lnTo>
                  <a:lnTo>
                    <a:pt x="1738795" y="108737"/>
                  </a:lnTo>
                  <a:lnTo>
                    <a:pt x="1731568" y="153466"/>
                  </a:lnTo>
                  <a:lnTo>
                    <a:pt x="1731568" y="265430"/>
                  </a:lnTo>
                  <a:lnTo>
                    <a:pt x="2228177" y="265430"/>
                  </a:lnTo>
                  <a:lnTo>
                    <a:pt x="2228177" y="153466"/>
                  </a:lnTo>
                  <a:close/>
                </a:path>
              </a:pathLst>
            </a:custGeom>
            <a:solidFill>
              <a:srgbClr val="3192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6993309" y="9401250"/>
              <a:ext cx="2262505" cy="842644"/>
            </a:xfrm>
            <a:custGeom>
              <a:avLst/>
              <a:gdLst/>
              <a:ahLst/>
              <a:cxnLst/>
              <a:rect l="l" t="t" r="r" b="b"/>
              <a:pathLst>
                <a:path w="2262504" h="842645">
                  <a:moveTo>
                    <a:pt x="1957060" y="0"/>
                  </a:moveTo>
                  <a:lnTo>
                    <a:pt x="0" y="455839"/>
                  </a:lnTo>
                  <a:lnTo>
                    <a:pt x="92133" y="842560"/>
                  </a:lnTo>
                  <a:lnTo>
                    <a:pt x="2262077" y="842560"/>
                  </a:lnTo>
                  <a:lnTo>
                    <a:pt x="195706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6999424" y="7920742"/>
              <a:ext cx="1960880" cy="443230"/>
            </a:xfrm>
            <a:custGeom>
              <a:avLst/>
              <a:gdLst/>
              <a:ahLst/>
              <a:cxnLst/>
              <a:rect l="l" t="t" r="r" b="b"/>
              <a:pathLst>
                <a:path w="1960879" h="443229">
                  <a:moveTo>
                    <a:pt x="1755140" y="0"/>
                  </a:moveTo>
                  <a:lnTo>
                    <a:pt x="205145" y="0"/>
                  </a:lnTo>
                  <a:lnTo>
                    <a:pt x="0" y="442991"/>
                  </a:lnTo>
                  <a:lnTo>
                    <a:pt x="1960285" y="442991"/>
                  </a:lnTo>
                  <a:lnTo>
                    <a:pt x="1755140" y="0"/>
                  </a:lnTo>
                  <a:close/>
                </a:path>
              </a:pathLst>
            </a:custGeom>
            <a:solidFill>
              <a:srgbClr val="FCC8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6998551" y="8363431"/>
              <a:ext cx="1960880" cy="1502410"/>
            </a:xfrm>
            <a:custGeom>
              <a:avLst/>
              <a:gdLst/>
              <a:ahLst/>
              <a:cxnLst/>
              <a:rect l="l" t="t" r="r" b="b"/>
              <a:pathLst>
                <a:path w="1960879" h="1502409">
                  <a:moveTo>
                    <a:pt x="1960537" y="0"/>
                  </a:moveTo>
                  <a:lnTo>
                    <a:pt x="0" y="0"/>
                  </a:lnTo>
                  <a:lnTo>
                    <a:pt x="0" y="1501964"/>
                  </a:lnTo>
                  <a:lnTo>
                    <a:pt x="1960537" y="1501964"/>
                  </a:lnTo>
                  <a:lnTo>
                    <a:pt x="1960537" y="0"/>
                  </a:lnTo>
                  <a:close/>
                </a:path>
              </a:pathLst>
            </a:custGeom>
            <a:solidFill>
              <a:srgbClr val="F59F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7930197" y="7917605"/>
              <a:ext cx="212090" cy="749300"/>
            </a:xfrm>
            <a:custGeom>
              <a:avLst/>
              <a:gdLst/>
              <a:ahLst/>
              <a:cxnLst/>
              <a:rect l="l" t="t" r="r" b="b"/>
              <a:pathLst>
                <a:path w="212090" h="749300">
                  <a:moveTo>
                    <a:pt x="211747" y="445833"/>
                  </a:moveTo>
                  <a:lnTo>
                    <a:pt x="0" y="445833"/>
                  </a:lnTo>
                  <a:lnTo>
                    <a:pt x="0" y="748893"/>
                  </a:lnTo>
                  <a:lnTo>
                    <a:pt x="211747" y="748893"/>
                  </a:lnTo>
                  <a:lnTo>
                    <a:pt x="211747" y="445833"/>
                  </a:lnTo>
                  <a:close/>
                </a:path>
                <a:path w="212090" h="749300">
                  <a:moveTo>
                    <a:pt x="211747" y="443598"/>
                  </a:moveTo>
                  <a:lnTo>
                    <a:pt x="169976" y="0"/>
                  </a:lnTo>
                  <a:lnTo>
                    <a:pt x="41770" y="0"/>
                  </a:lnTo>
                  <a:lnTo>
                    <a:pt x="12" y="443598"/>
                  </a:lnTo>
                  <a:lnTo>
                    <a:pt x="211747" y="4435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7093686" y="9586766"/>
              <a:ext cx="771525" cy="170180"/>
            </a:xfrm>
            <a:custGeom>
              <a:avLst/>
              <a:gdLst/>
              <a:ahLst/>
              <a:cxnLst/>
              <a:rect l="l" t="t" r="r" b="b"/>
              <a:pathLst>
                <a:path w="771525" h="170179">
                  <a:moveTo>
                    <a:pt x="203860" y="0"/>
                  </a:moveTo>
                  <a:lnTo>
                    <a:pt x="0" y="0"/>
                  </a:lnTo>
                  <a:lnTo>
                    <a:pt x="0" y="170027"/>
                  </a:lnTo>
                  <a:lnTo>
                    <a:pt x="203860" y="170027"/>
                  </a:lnTo>
                  <a:lnTo>
                    <a:pt x="203860" y="0"/>
                  </a:lnTo>
                  <a:close/>
                </a:path>
                <a:path w="771525" h="170179">
                  <a:moveTo>
                    <a:pt x="486448" y="0"/>
                  </a:moveTo>
                  <a:lnTo>
                    <a:pt x="282600" y="0"/>
                  </a:lnTo>
                  <a:lnTo>
                    <a:pt x="282600" y="170027"/>
                  </a:lnTo>
                  <a:lnTo>
                    <a:pt x="486448" y="170027"/>
                  </a:lnTo>
                  <a:lnTo>
                    <a:pt x="486448" y="0"/>
                  </a:lnTo>
                  <a:close/>
                </a:path>
                <a:path w="771525" h="170179">
                  <a:moveTo>
                    <a:pt x="771017" y="0"/>
                  </a:moveTo>
                  <a:lnTo>
                    <a:pt x="567169" y="0"/>
                  </a:lnTo>
                  <a:lnTo>
                    <a:pt x="567169" y="170027"/>
                  </a:lnTo>
                  <a:lnTo>
                    <a:pt x="771017" y="170027"/>
                  </a:lnTo>
                  <a:lnTo>
                    <a:pt x="771017" y="0"/>
                  </a:lnTo>
                  <a:close/>
                </a:path>
              </a:pathLst>
            </a:custGeom>
            <a:solidFill>
              <a:srgbClr val="E28A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943814" y="9429625"/>
              <a:ext cx="2313305" cy="797560"/>
            </a:xfrm>
            <a:custGeom>
              <a:avLst/>
              <a:gdLst/>
              <a:ahLst/>
              <a:cxnLst/>
              <a:rect l="l" t="t" r="r" b="b"/>
              <a:pathLst>
                <a:path w="2313304" h="797559">
                  <a:moveTo>
                    <a:pt x="2313008" y="0"/>
                  </a:moveTo>
                  <a:lnTo>
                    <a:pt x="0" y="410280"/>
                  </a:lnTo>
                  <a:lnTo>
                    <a:pt x="92133" y="796991"/>
                  </a:lnTo>
                  <a:lnTo>
                    <a:pt x="1901376" y="796991"/>
                  </a:lnTo>
                  <a:lnTo>
                    <a:pt x="2313008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969507" y="7922354"/>
              <a:ext cx="2312670" cy="349250"/>
            </a:xfrm>
            <a:custGeom>
              <a:avLst/>
              <a:gdLst/>
              <a:ahLst/>
              <a:cxnLst/>
              <a:rect l="l" t="t" r="r" b="b"/>
              <a:pathLst>
                <a:path w="2312670" h="349250">
                  <a:moveTo>
                    <a:pt x="797368" y="0"/>
                  </a:moveTo>
                  <a:lnTo>
                    <a:pt x="0" y="348732"/>
                  </a:lnTo>
                  <a:lnTo>
                    <a:pt x="1787327" y="348732"/>
                  </a:lnTo>
                  <a:lnTo>
                    <a:pt x="2312212" y="22721"/>
                  </a:lnTo>
                  <a:lnTo>
                    <a:pt x="797368" y="0"/>
                  </a:lnTo>
                  <a:close/>
                </a:path>
              </a:pathLst>
            </a:custGeom>
            <a:solidFill>
              <a:srgbClr val="FCC8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968714" y="8270774"/>
              <a:ext cx="1788160" cy="1569720"/>
            </a:xfrm>
            <a:custGeom>
              <a:avLst/>
              <a:gdLst/>
              <a:ahLst/>
              <a:cxnLst/>
              <a:rect l="l" t="t" r="r" b="b"/>
              <a:pathLst>
                <a:path w="1788160" h="1569720">
                  <a:moveTo>
                    <a:pt x="1787558" y="0"/>
                  </a:moveTo>
                  <a:lnTo>
                    <a:pt x="0" y="0"/>
                  </a:lnTo>
                  <a:lnTo>
                    <a:pt x="0" y="1569135"/>
                  </a:lnTo>
                  <a:lnTo>
                    <a:pt x="1787558" y="1569135"/>
                  </a:lnTo>
                  <a:lnTo>
                    <a:pt x="1787558" y="0"/>
                  </a:lnTo>
                  <a:close/>
                </a:path>
              </a:pathLst>
            </a:custGeom>
            <a:solidFill>
              <a:srgbClr val="F59F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2818155" y="7929771"/>
              <a:ext cx="742315" cy="657860"/>
            </a:xfrm>
            <a:custGeom>
              <a:avLst/>
              <a:gdLst/>
              <a:ahLst/>
              <a:cxnLst/>
              <a:rect l="l" t="t" r="r" b="b"/>
              <a:pathLst>
                <a:path w="742314" h="657859">
                  <a:moveTo>
                    <a:pt x="193065" y="341007"/>
                  </a:moveTo>
                  <a:lnTo>
                    <a:pt x="0" y="341007"/>
                  </a:lnTo>
                  <a:lnTo>
                    <a:pt x="0" y="657631"/>
                  </a:lnTo>
                  <a:lnTo>
                    <a:pt x="193065" y="657631"/>
                  </a:lnTo>
                  <a:lnTo>
                    <a:pt x="193065" y="341007"/>
                  </a:lnTo>
                  <a:close/>
                </a:path>
                <a:path w="742314" h="657859">
                  <a:moveTo>
                    <a:pt x="741972" y="0"/>
                  </a:moveTo>
                  <a:lnTo>
                    <a:pt x="625081" y="0"/>
                  </a:lnTo>
                  <a:lnTo>
                    <a:pt x="12" y="338670"/>
                  </a:lnTo>
                  <a:lnTo>
                    <a:pt x="193065" y="338670"/>
                  </a:lnTo>
                  <a:lnTo>
                    <a:pt x="7419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2055444" y="9548831"/>
              <a:ext cx="703580" cy="177800"/>
            </a:xfrm>
            <a:custGeom>
              <a:avLst/>
              <a:gdLst/>
              <a:ahLst/>
              <a:cxnLst/>
              <a:rect l="l" t="t" r="r" b="b"/>
              <a:pathLst>
                <a:path w="703580" h="177800">
                  <a:moveTo>
                    <a:pt x="185889" y="0"/>
                  </a:moveTo>
                  <a:lnTo>
                    <a:pt x="0" y="0"/>
                  </a:lnTo>
                  <a:lnTo>
                    <a:pt x="0" y="177609"/>
                  </a:lnTo>
                  <a:lnTo>
                    <a:pt x="185889" y="177609"/>
                  </a:lnTo>
                  <a:lnTo>
                    <a:pt x="185889" y="0"/>
                  </a:lnTo>
                  <a:close/>
                </a:path>
                <a:path w="703580" h="177800">
                  <a:moveTo>
                    <a:pt x="443547" y="0"/>
                  </a:moveTo>
                  <a:lnTo>
                    <a:pt x="257670" y="0"/>
                  </a:lnTo>
                  <a:lnTo>
                    <a:pt x="257670" y="177609"/>
                  </a:lnTo>
                  <a:lnTo>
                    <a:pt x="443547" y="177609"/>
                  </a:lnTo>
                  <a:lnTo>
                    <a:pt x="443547" y="0"/>
                  </a:lnTo>
                  <a:close/>
                </a:path>
                <a:path w="703580" h="177800">
                  <a:moveTo>
                    <a:pt x="703008" y="0"/>
                  </a:moveTo>
                  <a:lnTo>
                    <a:pt x="517131" y="0"/>
                  </a:lnTo>
                  <a:lnTo>
                    <a:pt x="517131" y="177609"/>
                  </a:lnTo>
                  <a:lnTo>
                    <a:pt x="703008" y="177609"/>
                  </a:lnTo>
                  <a:lnTo>
                    <a:pt x="703008" y="0"/>
                  </a:lnTo>
                  <a:close/>
                </a:path>
              </a:pathLst>
            </a:custGeom>
            <a:solidFill>
              <a:srgbClr val="E28A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3756269" y="7945076"/>
              <a:ext cx="525780" cy="1894839"/>
            </a:xfrm>
            <a:custGeom>
              <a:avLst/>
              <a:gdLst/>
              <a:ahLst/>
              <a:cxnLst/>
              <a:rect l="l" t="t" r="r" b="b"/>
              <a:pathLst>
                <a:path w="525779" h="1894840">
                  <a:moveTo>
                    <a:pt x="525449" y="0"/>
                  </a:moveTo>
                  <a:lnTo>
                    <a:pt x="0" y="325696"/>
                  </a:lnTo>
                  <a:lnTo>
                    <a:pt x="0" y="1894832"/>
                  </a:lnTo>
                  <a:lnTo>
                    <a:pt x="525449" y="1484551"/>
                  </a:lnTo>
                  <a:lnTo>
                    <a:pt x="525449" y="0"/>
                  </a:lnTo>
                  <a:close/>
                </a:path>
              </a:pathLst>
            </a:custGeom>
            <a:solidFill>
              <a:srgbClr val="FAAC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1299381" y="9482220"/>
              <a:ext cx="2116455" cy="797560"/>
            </a:xfrm>
            <a:custGeom>
              <a:avLst/>
              <a:gdLst/>
              <a:ahLst/>
              <a:cxnLst/>
              <a:rect l="l" t="t" r="r" b="b"/>
              <a:pathLst>
                <a:path w="2116455" h="797559">
                  <a:moveTo>
                    <a:pt x="0" y="0"/>
                  </a:moveTo>
                  <a:lnTo>
                    <a:pt x="411631" y="796991"/>
                  </a:lnTo>
                  <a:lnTo>
                    <a:pt x="2023739" y="796991"/>
                  </a:lnTo>
                  <a:lnTo>
                    <a:pt x="2115883" y="410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1324360" y="7974948"/>
              <a:ext cx="2065655" cy="349250"/>
            </a:xfrm>
            <a:custGeom>
              <a:avLst/>
              <a:gdLst/>
              <a:ahLst/>
              <a:cxnLst/>
              <a:rect l="l" t="t" r="r" b="b"/>
              <a:pathLst>
                <a:path w="2065655" h="349250">
                  <a:moveTo>
                    <a:pt x="1514843" y="0"/>
                  </a:moveTo>
                  <a:lnTo>
                    <a:pt x="0" y="22721"/>
                  </a:lnTo>
                  <a:lnTo>
                    <a:pt x="277876" y="348732"/>
                  </a:lnTo>
                  <a:lnTo>
                    <a:pt x="2065214" y="348732"/>
                  </a:lnTo>
                  <a:lnTo>
                    <a:pt x="1514843" y="0"/>
                  </a:lnTo>
                  <a:close/>
                </a:path>
              </a:pathLst>
            </a:custGeom>
            <a:solidFill>
              <a:srgbClr val="FCC8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1602798" y="8323369"/>
              <a:ext cx="1788160" cy="1569720"/>
            </a:xfrm>
            <a:custGeom>
              <a:avLst/>
              <a:gdLst/>
              <a:ahLst/>
              <a:cxnLst/>
              <a:rect l="l" t="t" r="r" b="b"/>
              <a:pathLst>
                <a:path w="1788159" h="1569720">
                  <a:moveTo>
                    <a:pt x="1787558" y="0"/>
                  </a:moveTo>
                  <a:lnTo>
                    <a:pt x="0" y="0"/>
                  </a:lnTo>
                  <a:lnTo>
                    <a:pt x="0" y="1569135"/>
                  </a:lnTo>
                  <a:lnTo>
                    <a:pt x="1787558" y="1569135"/>
                  </a:lnTo>
                  <a:lnTo>
                    <a:pt x="1787558" y="0"/>
                  </a:lnTo>
                  <a:close/>
                </a:path>
              </a:pathLst>
            </a:custGeom>
            <a:solidFill>
              <a:srgbClr val="F59F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2045937" y="7982362"/>
              <a:ext cx="495300" cy="657860"/>
            </a:xfrm>
            <a:custGeom>
              <a:avLst/>
              <a:gdLst/>
              <a:ahLst/>
              <a:cxnLst/>
              <a:rect l="l" t="t" r="r" b="b"/>
              <a:pathLst>
                <a:path w="495300" h="657859">
                  <a:moveTo>
                    <a:pt x="494957" y="341007"/>
                  </a:moveTo>
                  <a:lnTo>
                    <a:pt x="301904" y="341007"/>
                  </a:lnTo>
                  <a:lnTo>
                    <a:pt x="301904" y="657631"/>
                  </a:lnTo>
                  <a:lnTo>
                    <a:pt x="494957" y="657631"/>
                  </a:lnTo>
                  <a:lnTo>
                    <a:pt x="494957" y="341007"/>
                  </a:lnTo>
                  <a:close/>
                </a:path>
                <a:path w="495300" h="657859">
                  <a:moveTo>
                    <a:pt x="494957" y="338670"/>
                  </a:moveTo>
                  <a:lnTo>
                    <a:pt x="116890" y="0"/>
                  </a:lnTo>
                  <a:lnTo>
                    <a:pt x="0" y="0"/>
                  </a:lnTo>
                  <a:lnTo>
                    <a:pt x="301891" y="338670"/>
                  </a:lnTo>
                  <a:lnTo>
                    <a:pt x="494957" y="3386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2600610" y="9601422"/>
              <a:ext cx="703580" cy="177800"/>
            </a:xfrm>
            <a:custGeom>
              <a:avLst/>
              <a:gdLst/>
              <a:ahLst/>
              <a:cxnLst/>
              <a:rect l="l" t="t" r="r" b="b"/>
              <a:pathLst>
                <a:path w="703580" h="177800">
                  <a:moveTo>
                    <a:pt x="185877" y="0"/>
                  </a:moveTo>
                  <a:lnTo>
                    <a:pt x="0" y="0"/>
                  </a:lnTo>
                  <a:lnTo>
                    <a:pt x="0" y="177622"/>
                  </a:lnTo>
                  <a:lnTo>
                    <a:pt x="185877" y="177622"/>
                  </a:lnTo>
                  <a:lnTo>
                    <a:pt x="185877" y="0"/>
                  </a:lnTo>
                  <a:close/>
                </a:path>
                <a:path w="703580" h="177800">
                  <a:moveTo>
                    <a:pt x="445338" y="0"/>
                  </a:moveTo>
                  <a:lnTo>
                    <a:pt x="259461" y="0"/>
                  </a:lnTo>
                  <a:lnTo>
                    <a:pt x="259461" y="177622"/>
                  </a:lnTo>
                  <a:lnTo>
                    <a:pt x="445338" y="177622"/>
                  </a:lnTo>
                  <a:lnTo>
                    <a:pt x="445338" y="0"/>
                  </a:lnTo>
                  <a:close/>
                </a:path>
                <a:path w="703580" h="177800">
                  <a:moveTo>
                    <a:pt x="702995" y="0"/>
                  </a:moveTo>
                  <a:lnTo>
                    <a:pt x="517118" y="0"/>
                  </a:lnTo>
                  <a:lnTo>
                    <a:pt x="517118" y="177622"/>
                  </a:lnTo>
                  <a:lnTo>
                    <a:pt x="702995" y="177622"/>
                  </a:lnTo>
                  <a:lnTo>
                    <a:pt x="702995" y="0"/>
                  </a:lnTo>
                  <a:close/>
                </a:path>
              </a:pathLst>
            </a:custGeom>
            <a:solidFill>
              <a:srgbClr val="E28A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1309878" y="7997670"/>
              <a:ext cx="293370" cy="1894839"/>
            </a:xfrm>
            <a:custGeom>
              <a:avLst/>
              <a:gdLst/>
              <a:ahLst/>
              <a:cxnLst/>
              <a:rect l="l" t="t" r="r" b="b"/>
              <a:pathLst>
                <a:path w="293370" h="1894840">
                  <a:moveTo>
                    <a:pt x="14481" y="0"/>
                  </a:moveTo>
                  <a:lnTo>
                    <a:pt x="0" y="1484551"/>
                  </a:lnTo>
                  <a:lnTo>
                    <a:pt x="292933" y="1894832"/>
                  </a:lnTo>
                  <a:lnTo>
                    <a:pt x="292933" y="325696"/>
                  </a:lnTo>
                  <a:lnTo>
                    <a:pt x="14481" y="0"/>
                  </a:lnTo>
                  <a:close/>
                </a:path>
              </a:pathLst>
            </a:custGeom>
            <a:solidFill>
              <a:srgbClr val="FAAC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1474107" y="7934191"/>
              <a:ext cx="850265" cy="1183005"/>
            </a:xfrm>
            <a:custGeom>
              <a:avLst/>
              <a:gdLst/>
              <a:ahLst/>
              <a:cxnLst/>
              <a:rect l="l" t="t" r="r" b="b"/>
              <a:pathLst>
                <a:path w="850265" h="1183004">
                  <a:moveTo>
                    <a:pt x="831253" y="25793"/>
                  </a:moveTo>
                  <a:lnTo>
                    <a:pt x="816927" y="24333"/>
                  </a:lnTo>
                  <a:lnTo>
                    <a:pt x="786257" y="22872"/>
                  </a:lnTo>
                  <a:lnTo>
                    <a:pt x="786257" y="0"/>
                  </a:lnTo>
                  <a:lnTo>
                    <a:pt x="737184" y="0"/>
                  </a:lnTo>
                  <a:lnTo>
                    <a:pt x="737184" y="15773"/>
                  </a:lnTo>
                  <a:lnTo>
                    <a:pt x="726147" y="15773"/>
                  </a:lnTo>
                  <a:lnTo>
                    <a:pt x="726147" y="23926"/>
                  </a:lnTo>
                  <a:lnTo>
                    <a:pt x="660819" y="30441"/>
                  </a:lnTo>
                  <a:lnTo>
                    <a:pt x="582180" y="45834"/>
                  </a:lnTo>
                  <a:lnTo>
                    <a:pt x="507911" y="68567"/>
                  </a:lnTo>
                  <a:lnTo>
                    <a:pt x="468058" y="84442"/>
                  </a:lnTo>
                  <a:lnTo>
                    <a:pt x="426999" y="103771"/>
                  </a:lnTo>
                  <a:lnTo>
                    <a:pt x="385203" y="126898"/>
                  </a:lnTo>
                  <a:lnTo>
                    <a:pt x="343115" y="154178"/>
                  </a:lnTo>
                  <a:lnTo>
                    <a:pt x="301193" y="185915"/>
                  </a:lnTo>
                  <a:lnTo>
                    <a:pt x="259892" y="222478"/>
                  </a:lnTo>
                  <a:lnTo>
                    <a:pt x="219671" y="264198"/>
                  </a:lnTo>
                  <a:lnTo>
                    <a:pt x="181000" y="311404"/>
                  </a:lnTo>
                  <a:lnTo>
                    <a:pt x="144310" y="364439"/>
                  </a:lnTo>
                  <a:lnTo>
                    <a:pt x="113169" y="417245"/>
                  </a:lnTo>
                  <a:lnTo>
                    <a:pt x="86690" y="469430"/>
                  </a:lnTo>
                  <a:lnTo>
                    <a:pt x="64516" y="520674"/>
                  </a:lnTo>
                  <a:lnTo>
                    <a:pt x="46304" y="570649"/>
                  </a:lnTo>
                  <a:lnTo>
                    <a:pt x="31673" y="619036"/>
                  </a:lnTo>
                  <a:lnTo>
                    <a:pt x="20281" y="665518"/>
                  </a:lnTo>
                  <a:lnTo>
                    <a:pt x="11785" y="709764"/>
                  </a:lnTo>
                  <a:lnTo>
                    <a:pt x="5803" y="751446"/>
                  </a:lnTo>
                  <a:lnTo>
                    <a:pt x="1993" y="790257"/>
                  </a:lnTo>
                  <a:lnTo>
                    <a:pt x="0" y="825855"/>
                  </a:lnTo>
                  <a:lnTo>
                    <a:pt x="901" y="909281"/>
                  </a:lnTo>
                  <a:lnTo>
                    <a:pt x="7239" y="973480"/>
                  </a:lnTo>
                  <a:lnTo>
                    <a:pt x="14566" y="1015326"/>
                  </a:lnTo>
                  <a:lnTo>
                    <a:pt x="18465" y="1031646"/>
                  </a:lnTo>
                  <a:lnTo>
                    <a:pt x="39941" y="1025626"/>
                  </a:lnTo>
                  <a:lnTo>
                    <a:pt x="36487" y="1010856"/>
                  </a:lnTo>
                  <a:lnTo>
                    <a:pt x="29413" y="970165"/>
                  </a:lnTo>
                  <a:lnTo>
                    <a:pt x="23202" y="907237"/>
                  </a:lnTo>
                  <a:lnTo>
                    <a:pt x="22339" y="825741"/>
                  </a:lnTo>
                  <a:lnTo>
                    <a:pt x="24307" y="791083"/>
                  </a:lnTo>
                  <a:lnTo>
                    <a:pt x="33909" y="712698"/>
                  </a:lnTo>
                  <a:lnTo>
                    <a:pt x="42227" y="669620"/>
                  </a:lnTo>
                  <a:lnTo>
                    <a:pt x="53352" y="624357"/>
                  </a:lnTo>
                  <a:lnTo>
                    <a:pt x="67627" y="577227"/>
                  </a:lnTo>
                  <a:lnTo>
                    <a:pt x="85394" y="528561"/>
                  </a:lnTo>
                  <a:lnTo>
                    <a:pt x="107010" y="478650"/>
                  </a:lnTo>
                  <a:lnTo>
                    <a:pt x="132803" y="427824"/>
                  </a:lnTo>
                  <a:lnTo>
                    <a:pt x="163144" y="376389"/>
                  </a:lnTo>
                  <a:lnTo>
                    <a:pt x="198653" y="325043"/>
                  </a:lnTo>
                  <a:lnTo>
                    <a:pt x="236093" y="279323"/>
                  </a:lnTo>
                  <a:lnTo>
                    <a:pt x="275005" y="238937"/>
                  </a:lnTo>
                  <a:lnTo>
                    <a:pt x="314960" y="203517"/>
                  </a:lnTo>
                  <a:lnTo>
                    <a:pt x="355511" y="172758"/>
                  </a:lnTo>
                  <a:lnTo>
                    <a:pt x="396227" y="146342"/>
                  </a:lnTo>
                  <a:lnTo>
                    <a:pt x="436664" y="123913"/>
                  </a:lnTo>
                  <a:lnTo>
                    <a:pt x="476364" y="105168"/>
                  </a:lnTo>
                  <a:lnTo>
                    <a:pt x="514908" y="89763"/>
                  </a:lnTo>
                  <a:lnTo>
                    <a:pt x="551840" y="77381"/>
                  </a:lnTo>
                  <a:lnTo>
                    <a:pt x="663371" y="52692"/>
                  </a:lnTo>
                  <a:lnTo>
                    <a:pt x="726147" y="46482"/>
                  </a:lnTo>
                  <a:lnTo>
                    <a:pt x="726147" y="49606"/>
                  </a:lnTo>
                  <a:lnTo>
                    <a:pt x="737184" y="49606"/>
                  </a:lnTo>
                  <a:lnTo>
                    <a:pt x="737184" y="57912"/>
                  </a:lnTo>
                  <a:lnTo>
                    <a:pt x="786257" y="57912"/>
                  </a:lnTo>
                  <a:lnTo>
                    <a:pt x="786257" y="45339"/>
                  </a:lnTo>
                  <a:lnTo>
                    <a:pt x="815619" y="46672"/>
                  </a:lnTo>
                  <a:lnTo>
                    <a:pt x="828243" y="47904"/>
                  </a:lnTo>
                  <a:lnTo>
                    <a:pt x="831253" y="25793"/>
                  </a:lnTo>
                  <a:close/>
                </a:path>
                <a:path w="850265" h="1183004">
                  <a:moveTo>
                    <a:pt x="849833" y="100228"/>
                  </a:moveTo>
                  <a:lnTo>
                    <a:pt x="836129" y="98767"/>
                  </a:lnTo>
                  <a:lnTo>
                    <a:pt x="802246" y="97078"/>
                  </a:lnTo>
                  <a:lnTo>
                    <a:pt x="779005" y="97561"/>
                  </a:lnTo>
                  <a:lnTo>
                    <a:pt x="779005" y="76123"/>
                  </a:lnTo>
                  <a:lnTo>
                    <a:pt x="729919" y="76123"/>
                  </a:lnTo>
                  <a:lnTo>
                    <a:pt x="729919" y="91897"/>
                  </a:lnTo>
                  <a:lnTo>
                    <a:pt x="718896" y="91897"/>
                  </a:lnTo>
                  <a:lnTo>
                    <a:pt x="718896" y="101523"/>
                  </a:lnTo>
                  <a:lnTo>
                    <a:pt x="686714" y="104863"/>
                  </a:lnTo>
                  <a:lnTo>
                    <a:pt x="611466" y="120281"/>
                  </a:lnTo>
                  <a:lnTo>
                    <a:pt x="540435" y="143014"/>
                  </a:lnTo>
                  <a:lnTo>
                    <a:pt x="502323" y="158902"/>
                  </a:lnTo>
                  <a:lnTo>
                    <a:pt x="463054" y="178244"/>
                  </a:lnTo>
                  <a:lnTo>
                    <a:pt x="423075" y="201383"/>
                  </a:lnTo>
                  <a:lnTo>
                    <a:pt x="382828" y="228650"/>
                  </a:lnTo>
                  <a:lnTo>
                    <a:pt x="342734" y="260413"/>
                  </a:lnTo>
                  <a:lnTo>
                    <a:pt x="303250" y="296976"/>
                  </a:lnTo>
                  <a:lnTo>
                    <a:pt x="264795" y="338696"/>
                  </a:lnTo>
                  <a:lnTo>
                    <a:pt x="227812" y="385902"/>
                  </a:lnTo>
                  <a:lnTo>
                    <a:pt x="192735" y="438937"/>
                  </a:lnTo>
                  <a:lnTo>
                    <a:pt x="162979" y="491718"/>
                  </a:lnTo>
                  <a:lnTo>
                    <a:pt x="137680" y="543864"/>
                  </a:lnTo>
                  <a:lnTo>
                    <a:pt x="116509" y="595083"/>
                  </a:lnTo>
                  <a:lnTo>
                    <a:pt x="99098" y="645020"/>
                  </a:lnTo>
                  <a:lnTo>
                    <a:pt x="85128" y="693381"/>
                  </a:lnTo>
                  <a:lnTo>
                    <a:pt x="74244" y="739838"/>
                  </a:lnTo>
                  <a:lnTo>
                    <a:pt x="66128" y="784047"/>
                  </a:lnTo>
                  <a:lnTo>
                    <a:pt x="60413" y="825703"/>
                  </a:lnTo>
                  <a:lnTo>
                    <a:pt x="56769" y="864489"/>
                  </a:lnTo>
                  <a:lnTo>
                    <a:pt x="54864" y="900061"/>
                  </a:lnTo>
                  <a:lnTo>
                    <a:pt x="55727" y="983399"/>
                  </a:lnTo>
                  <a:lnTo>
                    <a:pt x="61772" y="1047546"/>
                  </a:lnTo>
                  <a:lnTo>
                    <a:pt x="68770" y="1089342"/>
                  </a:lnTo>
                  <a:lnTo>
                    <a:pt x="72491" y="1105636"/>
                  </a:lnTo>
                  <a:lnTo>
                    <a:pt x="93560" y="1099997"/>
                  </a:lnTo>
                  <a:lnTo>
                    <a:pt x="90246" y="1085215"/>
                  </a:lnTo>
                  <a:lnTo>
                    <a:pt x="83477" y="1044486"/>
                  </a:lnTo>
                  <a:lnTo>
                    <a:pt x="77533" y="981506"/>
                  </a:lnTo>
                  <a:lnTo>
                    <a:pt x="76695" y="899947"/>
                  </a:lnTo>
                  <a:lnTo>
                    <a:pt x="78892" y="861199"/>
                  </a:lnTo>
                  <a:lnTo>
                    <a:pt x="83223" y="818642"/>
                  </a:lnTo>
                  <a:lnTo>
                    <a:pt x="90144" y="772693"/>
                  </a:lnTo>
                  <a:lnTo>
                    <a:pt x="100101" y="723811"/>
                  </a:lnTo>
                  <a:lnTo>
                    <a:pt x="113550" y="672401"/>
                  </a:lnTo>
                  <a:lnTo>
                    <a:pt x="130949" y="618921"/>
                  </a:lnTo>
                  <a:lnTo>
                    <a:pt x="152755" y="563778"/>
                  </a:lnTo>
                  <a:lnTo>
                    <a:pt x="179412" y="507403"/>
                  </a:lnTo>
                  <a:lnTo>
                    <a:pt x="211391" y="450253"/>
                  </a:lnTo>
                  <a:lnTo>
                    <a:pt x="245325" y="398907"/>
                  </a:lnTo>
                  <a:lnTo>
                    <a:pt x="281101" y="353212"/>
                  </a:lnTo>
                  <a:lnTo>
                    <a:pt x="318287" y="312826"/>
                  </a:lnTo>
                  <a:lnTo>
                    <a:pt x="356463" y="277418"/>
                  </a:lnTo>
                  <a:lnTo>
                    <a:pt x="395211" y="246659"/>
                  </a:lnTo>
                  <a:lnTo>
                    <a:pt x="434098" y="220243"/>
                  </a:lnTo>
                  <a:lnTo>
                    <a:pt x="472732" y="197827"/>
                  </a:lnTo>
                  <a:lnTo>
                    <a:pt x="510667" y="179082"/>
                  </a:lnTo>
                  <a:lnTo>
                    <a:pt x="547484" y="163677"/>
                  </a:lnTo>
                  <a:lnTo>
                    <a:pt x="616089" y="141617"/>
                  </a:lnTo>
                  <a:lnTo>
                    <a:pt x="689292" y="126619"/>
                  </a:lnTo>
                  <a:lnTo>
                    <a:pt x="718896" y="123558"/>
                  </a:lnTo>
                  <a:lnTo>
                    <a:pt x="718896" y="125730"/>
                  </a:lnTo>
                  <a:lnTo>
                    <a:pt x="729919" y="125730"/>
                  </a:lnTo>
                  <a:lnTo>
                    <a:pt x="729919" y="134035"/>
                  </a:lnTo>
                  <a:lnTo>
                    <a:pt x="779005" y="134035"/>
                  </a:lnTo>
                  <a:lnTo>
                    <a:pt x="779005" y="119519"/>
                  </a:lnTo>
                  <a:lnTo>
                    <a:pt x="802106" y="119037"/>
                  </a:lnTo>
                  <a:lnTo>
                    <a:pt x="834707" y="120599"/>
                  </a:lnTo>
                  <a:lnTo>
                    <a:pt x="846759" y="121831"/>
                  </a:lnTo>
                  <a:lnTo>
                    <a:pt x="849833" y="100228"/>
                  </a:lnTo>
                  <a:close/>
                </a:path>
                <a:path w="850265" h="1183004">
                  <a:moveTo>
                    <a:pt x="849884" y="177825"/>
                  </a:moveTo>
                  <a:lnTo>
                    <a:pt x="836904" y="176352"/>
                  </a:lnTo>
                  <a:lnTo>
                    <a:pt x="804837" y="174650"/>
                  </a:lnTo>
                  <a:lnTo>
                    <a:pt x="766622" y="175488"/>
                  </a:lnTo>
                  <a:lnTo>
                    <a:pt x="766622" y="158597"/>
                  </a:lnTo>
                  <a:lnTo>
                    <a:pt x="717550" y="158597"/>
                  </a:lnTo>
                  <a:lnTo>
                    <a:pt x="717550" y="174358"/>
                  </a:lnTo>
                  <a:lnTo>
                    <a:pt x="706513" y="174358"/>
                  </a:lnTo>
                  <a:lnTo>
                    <a:pt x="706513" y="181254"/>
                  </a:lnTo>
                  <a:lnTo>
                    <a:pt x="695528" y="182460"/>
                  </a:lnTo>
                  <a:lnTo>
                    <a:pt x="624332" y="197891"/>
                  </a:lnTo>
                  <a:lnTo>
                    <a:pt x="557187" y="220637"/>
                  </a:lnTo>
                  <a:lnTo>
                    <a:pt x="521157" y="236524"/>
                  </a:lnTo>
                  <a:lnTo>
                    <a:pt x="484047" y="255866"/>
                  </a:lnTo>
                  <a:lnTo>
                    <a:pt x="446252" y="279006"/>
                  </a:lnTo>
                  <a:lnTo>
                    <a:pt x="408203" y="306285"/>
                  </a:lnTo>
                  <a:lnTo>
                    <a:pt x="370319" y="338048"/>
                  </a:lnTo>
                  <a:lnTo>
                    <a:pt x="332994" y="374611"/>
                  </a:lnTo>
                  <a:lnTo>
                    <a:pt x="296659" y="416344"/>
                  </a:lnTo>
                  <a:lnTo>
                    <a:pt x="261708" y="463550"/>
                  </a:lnTo>
                  <a:lnTo>
                    <a:pt x="228574" y="516597"/>
                  </a:lnTo>
                  <a:lnTo>
                    <a:pt x="200482" y="569341"/>
                  </a:lnTo>
                  <a:lnTo>
                    <a:pt x="176606" y="621449"/>
                  </a:lnTo>
                  <a:lnTo>
                    <a:pt x="156603" y="672630"/>
                  </a:lnTo>
                  <a:lnTo>
                    <a:pt x="140169" y="722528"/>
                  </a:lnTo>
                  <a:lnTo>
                    <a:pt x="126987" y="770851"/>
                  </a:lnTo>
                  <a:lnTo>
                    <a:pt x="116713" y="817257"/>
                  </a:lnTo>
                  <a:lnTo>
                    <a:pt x="109042" y="861441"/>
                  </a:lnTo>
                  <a:lnTo>
                    <a:pt x="103644" y="903058"/>
                  </a:lnTo>
                  <a:lnTo>
                    <a:pt x="100215" y="941806"/>
                  </a:lnTo>
                  <a:lnTo>
                    <a:pt x="98412" y="977353"/>
                  </a:lnTo>
                  <a:lnTo>
                    <a:pt x="99237" y="1060615"/>
                  </a:lnTo>
                  <a:lnTo>
                    <a:pt x="104927" y="1124673"/>
                  </a:lnTo>
                  <a:lnTo>
                    <a:pt x="111531" y="1166406"/>
                  </a:lnTo>
                  <a:lnTo>
                    <a:pt x="115036" y="1182687"/>
                  </a:lnTo>
                  <a:lnTo>
                    <a:pt x="135585" y="1177493"/>
                  </a:lnTo>
                  <a:lnTo>
                    <a:pt x="134378" y="1172121"/>
                  </a:lnTo>
                  <a:lnTo>
                    <a:pt x="131597" y="1157782"/>
                  </a:lnTo>
                  <a:lnTo>
                    <a:pt x="127977" y="1135164"/>
                  </a:lnTo>
                  <a:lnTo>
                    <a:pt x="124282" y="1104900"/>
                  </a:lnTo>
                  <a:lnTo>
                    <a:pt x="121234" y="1067663"/>
                  </a:lnTo>
                  <a:lnTo>
                    <a:pt x="119608" y="1024115"/>
                  </a:lnTo>
                  <a:lnTo>
                    <a:pt x="120142" y="974890"/>
                  </a:lnTo>
                  <a:lnTo>
                    <a:pt x="123571" y="920673"/>
                  </a:lnTo>
                  <a:lnTo>
                    <a:pt x="130657" y="862101"/>
                  </a:lnTo>
                  <a:lnTo>
                    <a:pt x="142138" y="799846"/>
                  </a:lnTo>
                  <a:lnTo>
                    <a:pt x="158762" y="734568"/>
                  </a:lnTo>
                  <a:lnTo>
                    <a:pt x="181279" y="666915"/>
                  </a:lnTo>
                  <a:lnTo>
                    <a:pt x="210439" y="597547"/>
                  </a:lnTo>
                  <a:lnTo>
                    <a:pt x="246976" y="527126"/>
                  </a:lnTo>
                  <a:lnTo>
                    <a:pt x="282333" y="470992"/>
                  </a:lnTo>
                  <a:lnTo>
                    <a:pt x="319735" y="421627"/>
                  </a:lnTo>
                  <a:lnTo>
                    <a:pt x="358648" y="378599"/>
                  </a:lnTo>
                  <a:lnTo>
                    <a:pt x="398564" y="341490"/>
                  </a:lnTo>
                  <a:lnTo>
                    <a:pt x="438924" y="309854"/>
                  </a:lnTo>
                  <a:lnTo>
                    <a:pt x="479209" y="283260"/>
                  </a:lnTo>
                  <a:lnTo>
                    <a:pt x="518909" y="261277"/>
                  </a:lnTo>
                  <a:lnTo>
                    <a:pt x="557466" y="243459"/>
                  </a:lnTo>
                  <a:lnTo>
                    <a:pt x="594372" y="229362"/>
                  </a:lnTo>
                  <a:lnTo>
                    <a:pt x="706513" y="202819"/>
                  </a:lnTo>
                  <a:lnTo>
                    <a:pt x="706513" y="208191"/>
                  </a:lnTo>
                  <a:lnTo>
                    <a:pt x="717550" y="208191"/>
                  </a:lnTo>
                  <a:lnTo>
                    <a:pt x="717550" y="216496"/>
                  </a:lnTo>
                  <a:lnTo>
                    <a:pt x="766622" y="216496"/>
                  </a:lnTo>
                  <a:lnTo>
                    <a:pt x="766622" y="197269"/>
                  </a:lnTo>
                  <a:lnTo>
                    <a:pt x="782967" y="196011"/>
                  </a:lnTo>
                  <a:lnTo>
                    <a:pt x="829348" y="197078"/>
                  </a:lnTo>
                  <a:lnTo>
                    <a:pt x="846721" y="198780"/>
                  </a:lnTo>
                  <a:lnTo>
                    <a:pt x="849884" y="177825"/>
                  </a:lnTo>
                  <a:close/>
                </a:path>
              </a:pathLst>
            </a:custGeom>
            <a:solidFill>
              <a:srgbClr val="0F80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1109521" y="8437302"/>
              <a:ext cx="8992870" cy="1939289"/>
            </a:xfrm>
            <a:custGeom>
              <a:avLst/>
              <a:gdLst/>
              <a:ahLst/>
              <a:cxnLst/>
              <a:rect l="l" t="t" r="r" b="b"/>
              <a:pathLst>
                <a:path w="8992869" h="1939290">
                  <a:moveTo>
                    <a:pt x="8992473" y="0"/>
                  </a:moveTo>
                  <a:lnTo>
                    <a:pt x="1095275" y="0"/>
                  </a:lnTo>
                  <a:lnTo>
                    <a:pt x="1043836" y="1178"/>
                  </a:lnTo>
                  <a:lnTo>
                    <a:pt x="992823" y="4696"/>
                  </a:lnTo>
                  <a:lnTo>
                    <a:pt x="942297" y="10528"/>
                  </a:lnTo>
                  <a:lnTo>
                    <a:pt x="892321" y="18649"/>
                  </a:lnTo>
                  <a:lnTo>
                    <a:pt x="842956" y="29032"/>
                  </a:lnTo>
                  <a:lnTo>
                    <a:pt x="794265" y="41653"/>
                  </a:lnTo>
                  <a:lnTo>
                    <a:pt x="746308" y="56485"/>
                  </a:lnTo>
                  <a:lnTo>
                    <a:pt x="699149" y="73502"/>
                  </a:lnTo>
                  <a:lnTo>
                    <a:pt x="652848" y="92680"/>
                  </a:lnTo>
                  <a:lnTo>
                    <a:pt x="607468" y="113992"/>
                  </a:lnTo>
                  <a:lnTo>
                    <a:pt x="563071" y="137413"/>
                  </a:lnTo>
                  <a:lnTo>
                    <a:pt x="519718" y="162917"/>
                  </a:lnTo>
                  <a:lnTo>
                    <a:pt x="477472" y="190479"/>
                  </a:lnTo>
                  <a:lnTo>
                    <a:pt x="436393" y="220072"/>
                  </a:lnTo>
                  <a:lnTo>
                    <a:pt x="396545" y="251671"/>
                  </a:lnTo>
                  <a:lnTo>
                    <a:pt x="357988" y="285251"/>
                  </a:lnTo>
                  <a:lnTo>
                    <a:pt x="320786" y="320786"/>
                  </a:lnTo>
                  <a:lnTo>
                    <a:pt x="285251" y="357995"/>
                  </a:lnTo>
                  <a:lnTo>
                    <a:pt x="251671" y="396558"/>
                  </a:lnTo>
                  <a:lnTo>
                    <a:pt x="220072" y="436411"/>
                  </a:lnTo>
                  <a:lnTo>
                    <a:pt x="190479" y="477494"/>
                  </a:lnTo>
                  <a:lnTo>
                    <a:pt x="162917" y="519744"/>
                  </a:lnTo>
                  <a:lnTo>
                    <a:pt x="137413" y="563100"/>
                  </a:lnTo>
                  <a:lnTo>
                    <a:pt x="113992" y="607499"/>
                  </a:lnTo>
                  <a:lnTo>
                    <a:pt x="92680" y="652880"/>
                  </a:lnTo>
                  <a:lnTo>
                    <a:pt x="73502" y="699180"/>
                  </a:lnTo>
                  <a:lnTo>
                    <a:pt x="56485" y="746339"/>
                  </a:lnTo>
                  <a:lnTo>
                    <a:pt x="41653" y="794293"/>
                  </a:lnTo>
                  <a:lnTo>
                    <a:pt x="29032" y="842982"/>
                  </a:lnTo>
                  <a:lnTo>
                    <a:pt x="18649" y="892344"/>
                  </a:lnTo>
                  <a:lnTo>
                    <a:pt x="10528" y="942315"/>
                  </a:lnTo>
                  <a:lnTo>
                    <a:pt x="4696" y="992836"/>
                  </a:lnTo>
                  <a:lnTo>
                    <a:pt x="1178" y="1043843"/>
                  </a:lnTo>
                  <a:lnTo>
                    <a:pt x="0" y="1095275"/>
                  </a:lnTo>
                  <a:lnTo>
                    <a:pt x="0" y="1938999"/>
                  </a:lnTo>
                  <a:lnTo>
                    <a:pt x="8992473" y="1938999"/>
                  </a:lnTo>
                  <a:lnTo>
                    <a:pt x="899247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1265804" y="8619046"/>
              <a:ext cx="8836660" cy="1757680"/>
            </a:xfrm>
            <a:custGeom>
              <a:avLst/>
              <a:gdLst/>
              <a:ahLst/>
              <a:cxnLst/>
              <a:rect l="l" t="t" r="r" b="b"/>
              <a:pathLst>
                <a:path w="8836660" h="1757679">
                  <a:moveTo>
                    <a:pt x="8836191" y="0"/>
                  </a:moveTo>
                  <a:lnTo>
                    <a:pt x="953981" y="0"/>
                  </a:lnTo>
                  <a:lnTo>
                    <a:pt x="906366" y="1167"/>
                  </a:lnTo>
                  <a:lnTo>
                    <a:pt x="859356" y="4633"/>
                  </a:lnTo>
                  <a:lnTo>
                    <a:pt x="813005" y="10344"/>
                  </a:lnTo>
                  <a:lnTo>
                    <a:pt x="767368" y="18243"/>
                  </a:lnTo>
                  <a:lnTo>
                    <a:pt x="722499" y="28278"/>
                  </a:lnTo>
                  <a:lnTo>
                    <a:pt x="678453" y="40392"/>
                  </a:lnTo>
                  <a:lnTo>
                    <a:pt x="635285" y="54532"/>
                  </a:lnTo>
                  <a:lnTo>
                    <a:pt x="593049" y="70643"/>
                  </a:lnTo>
                  <a:lnTo>
                    <a:pt x="551800" y="88669"/>
                  </a:lnTo>
                  <a:lnTo>
                    <a:pt x="511593" y="108557"/>
                  </a:lnTo>
                  <a:lnTo>
                    <a:pt x="472482" y="130252"/>
                  </a:lnTo>
                  <a:lnTo>
                    <a:pt x="434521" y="153699"/>
                  </a:lnTo>
                  <a:lnTo>
                    <a:pt x="397767" y="178843"/>
                  </a:lnTo>
                  <a:lnTo>
                    <a:pt x="362272" y="205629"/>
                  </a:lnTo>
                  <a:lnTo>
                    <a:pt x="328093" y="234004"/>
                  </a:lnTo>
                  <a:lnTo>
                    <a:pt x="295283" y="263912"/>
                  </a:lnTo>
                  <a:lnTo>
                    <a:pt x="263897" y="295299"/>
                  </a:lnTo>
                  <a:lnTo>
                    <a:pt x="233990" y="328110"/>
                  </a:lnTo>
                  <a:lnTo>
                    <a:pt x="205616" y="362290"/>
                  </a:lnTo>
                  <a:lnTo>
                    <a:pt x="178831" y="397785"/>
                  </a:lnTo>
                  <a:lnTo>
                    <a:pt x="153688" y="434540"/>
                  </a:lnTo>
                  <a:lnTo>
                    <a:pt x="130243" y="472500"/>
                  </a:lnTo>
                  <a:lnTo>
                    <a:pt x="108549" y="511611"/>
                  </a:lnTo>
                  <a:lnTo>
                    <a:pt x="88662" y="551818"/>
                  </a:lnTo>
                  <a:lnTo>
                    <a:pt x="70637" y="593066"/>
                  </a:lnTo>
                  <a:lnTo>
                    <a:pt x="54528" y="635301"/>
                  </a:lnTo>
                  <a:lnTo>
                    <a:pt x="40389" y="678468"/>
                  </a:lnTo>
                  <a:lnTo>
                    <a:pt x="28275" y="722513"/>
                  </a:lnTo>
                  <a:lnTo>
                    <a:pt x="18242" y="767380"/>
                  </a:lnTo>
                  <a:lnTo>
                    <a:pt x="10343" y="813015"/>
                  </a:lnTo>
                  <a:lnTo>
                    <a:pt x="4633" y="859363"/>
                  </a:lnTo>
                  <a:lnTo>
                    <a:pt x="1167" y="906370"/>
                  </a:lnTo>
                  <a:lnTo>
                    <a:pt x="0" y="953981"/>
                  </a:lnTo>
                  <a:lnTo>
                    <a:pt x="0" y="1757255"/>
                  </a:lnTo>
                  <a:lnTo>
                    <a:pt x="8836191" y="1757255"/>
                  </a:lnTo>
                  <a:lnTo>
                    <a:pt x="8836191" y="0"/>
                  </a:lnTo>
                  <a:close/>
                </a:path>
              </a:pathLst>
            </a:custGeom>
            <a:solidFill>
              <a:srgbClr val="1584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2783715" y="4869508"/>
              <a:ext cx="4211320" cy="2680335"/>
            </a:xfrm>
            <a:custGeom>
              <a:avLst/>
              <a:gdLst/>
              <a:ahLst/>
              <a:cxnLst/>
              <a:rect l="l" t="t" r="r" b="b"/>
              <a:pathLst>
                <a:path w="4211319" h="2680334">
                  <a:moveTo>
                    <a:pt x="3890530" y="0"/>
                  </a:moveTo>
                  <a:lnTo>
                    <a:pt x="320670" y="0"/>
                  </a:lnTo>
                  <a:lnTo>
                    <a:pt x="273283" y="3477"/>
                  </a:lnTo>
                  <a:lnTo>
                    <a:pt x="228055" y="13577"/>
                  </a:lnTo>
                  <a:lnTo>
                    <a:pt x="185482" y="29805"/>
                  </a:lnTo>
                  <a:lnTo>
                    <a:pt x="146060" y="51664"/>
                  </a:lnTo>
                  <a:lnTo>
                    <a:pt x="110286" y="78658"/>
                  </a:lnTo>
                  <a:lnTo>
                    <a:pt x="78654" y="110291"/>
                  </a:lnTo>
                  <a:lnTo>
                    <a:pt x="51661" y="146068"/>
                  </a:lnTo>
                  <a:lnTo>
                    <a:pt x="29803" y="185491"/>
                  </a:lnTo>
                  <a:lnTo>
                    <a:pt x="13576" y="228065"/>
                  </a:lnTo>
                  <a:lnTo>
                    <a:pt x="3476" y="273294"/>
                  </a:lnTo>
                  <a:lnTo>
                    <a:pt x="0" y="320681"/>
                  </a:lnTo>
                  <a:lnTo>
                    <a:pt x="0" y="2359184"/>
                  </a:lnTo>
                  <a:lnTo>
                    <a:pt x="3476" y="2406572"/>
                  </a:lnTo>
                  <a:lnTo>
                    <a:pt x="13576" y="2451800"/>
                  </a:lnTo>
                  <a:lnTo>
                    <a:pt x="29803" y="2494374"/>
                  </a:lnTo>
                  <a:lnTo>
                    <a:pt x="51661" y="2533797"/>
                  </a:lnTo>
                  <a:lnTo>
                    <a:pt x="78654" y="2569574"/>
                  </a:lnTo>
                  <a:lnTo>
                    <a:pt x="110286" y="2601207"/>
                  </a:lnTo>
                  <a:lnTo>
                    <a:pt x="146060" y="2628201"/>
                  </a:lnTo>
                  <a:lnTo>
                    <a:pt x="185482" y="2650060"/>
                  </a:lnTo>
                  <a:lnTo>
                    <a:pt x="228055" y="2666288"/>
                  </a:lnTo>
                  <a:lnTo>
                    <a:pt x="273283" y="2676388"/>
                  </a:lnTo>
                  <a:lnTo>
                    <a:pt x="320670" y="2679866"/>
                  </a:lnTo>
                  <a:lnTo>
                    <a:pt x="3890530" y="2679866"/>
                  </a:lnTo>
                  <a:lnTo>
                    <a:pt x="3937918" y="2676388"/>
                  </a:lnTo>
                  <a:lnTo>
                    <a:pt x="3983146" y="2666288"/>
                  </a:lnTo>
                  <a:lnTo>
                    <a:pt x="4025720" y="2650060"/>
                  </a:lnTo>
                  <a:lnTo>
                    <a:pt x="4065143" y="2628201"/>
                  </a:lnTo>
                  <a:lnTo>
                    <a:pt x="4100920" y="2601207"/>
                  </a:lnTo>
                  <a:lnTo>
                    <a:pt x="4132553" y="2569574"/>
                  </a:lnTo>
                  <a:lnTo>
                    <a:pt x="4159547" y="2533797"/>
                  </a:lnTo>
                  <a:lnTo>
                    <a:pt x="4181406" y="2494374"/>
                  </a:lnTo>
                  <a:lnTo>
                    <a:pt x="4197634" y="2451800"/>
                  </a:lnTo>
                  <a:lnTo>
                    <a:pt x="4207735" y="2406572"/>
                  </a:lnTo>
                  <a:lnTo>
                    <a:pt x="4211212" y="2359184"/>
                  </a:lnTo>
                  <a:lnTo>
                    <a:pt x="4211212" y="320681"/>
                  </a:lnTo>
                  <a:lnTo>
                    <a:pt x="4207735" y="273294"/>
                  </a:lnTo>
                  <a:lnTo>
                    <a:pt x="4197634" y="228065"/>
                  </a:lnTo>
                  <a:lnTo>
                    <a:pt x="4181406" y="185491"/>
                  </a:lnTo>
                  <a:lnTo>
                    <a:pt x="4159547" y="146068"/>
                  </a:lnTo>
                  <a:lnTo>
                    <a:pt x="4132553" y="110291"/>
                  </a:lnTo>
                  <a:lnTo>
                    <a:pt x="4100920" y="78658"/>
                  </a:lnTo>
                  <a:lnTo>
                    <a:pt x="4065143" y="51664"/>
                  </a:lnTo>
                  <a:lnTo>
                    <a:pt x="4025720" y="29805"/>
                  </a:lnTo>
                  <a:lnTo>
                    <a:pt x="3983146" y="13577"/>
                  </a:lnTo>
                  <a:lnTo>
                    <a:pt x="3937918" y="3477"/>
                  </a:lnTo>
                  <a:lnTo>
                    <a:pt x="3890530" y="0"/>
                  </a:lnTo>
                  <a:close/>
                </a:path>
              </a:pathLst>
            </a:custGeom>
            <a:solidFill>
              <a:srgbClr val="0F80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2886230" y="4972025"/>
              <a:ext cx="4006215" cy="2475230"/>
            </a:xfrm>
            <a:custGeom>
              <a:avLst/>
              <a:gdLst/>
              <a:ahLst/>
              <a:cxnLst/>
              <a:rect l="l" t="t" r="r" b="b"/>
              <a:pathLst>
                <a:path w="4006215" h="2475229">
                  <a:moveTo>
                    <a:pt x="3926089" y="0"/>
                  </a:moveTo>
                  <a:lnTo>
                    <a:pt x="80091" y="0"/>
                  </a:lnTo>
                  <a:lnTo>
                    <a:pt x="48918" y="6294"/>
                  </a:lnTo>
                  <a:lnTo>
                    <a:pt x="23460" y="23460"/>
                  </a:lnTo>
                  <a:lnTo>
                    <a:pt x="6294" y="48918"/>
                  </a:lnTo>
                  <a:lnTo>
                    <a:pt x="0" y="80091"/>
                  </a:lnTo>
                  <a:lnTo>
                    <a:pt x="0" y="2394743"/>
                  </a:lnTo>
                  <a:lnTo>
                    <a:pt x="6293" y="2425915"/>
                  </a:lnTo>
                  <a:lnTo>
                    <a:pt x="23454" y="2451370"/>
                  </a:lnTo>
                  <a:lnTo>
                    <a:pt x="48909" y="2468532"/>
                  </a:lnTo>
                  <a:lnTo>
                    <a:pt x="80081" y="2474825"/>
                  </a:lnTo>
                  <a:lnTo>
                    <a:pt x="3926079" y="2474825"/>
                  </a:lnTo>
                  <a:lnTo>
                    <a:pt x="3957257" y="2468532"/>
                  </a:lnTo>
                  <a:lnTo>
                    <a:pt x="3982715" y="2451369"/>
                  </a:lnTo>
                  <a:lnTo>
                    <a:pt x="3999878" y="2425911"/>
                  </a:lnTo>
                  <a:lnTo>
                    <a:pt x="4006171" y="2394733"/>
                  </a:lnTo>
                  <a:lnTo>
                    <a:pt x="4006171" y="80091"/>
                  </a:lnTo>
                  <a:lnTo>
                    <a:pt x="3999878" y="48918"/>
                  </a:lnTo>
                  <a:lnTo>
                    <a:pt x="3982716" y="23460"/>
                  </a:lnTo>
                  <a:lnTo>
                    <a:pt x="3957261" y="6294"/>
                  </a:lnTo>
                  <a:lnTo>
                    <a:pt x="39260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3187591" y="5633203"/>
              <a:ext cx="1203960" cy="965200"/>
            </a:xfrm>
            <a:custGeom>
              <a:avLst/>
              <a:gdLst/>
              <a:ahLst/>
              <a:cxnLst/>
              <a:rect l="l" t="t" r="r" b="b"/>
              <a:pathLst>
                <a:path w="1203959" h="965200">
                  <a:moveTo>
                    <a:pt x="1138865" y="0"/>
                  </a:moveTo>
                  <a:lnTo>
                    <a:pt x="65013" y="0"/>
                  </a:lnTo>
                  <a:lnTo>
                    <a:pt x="39708" y="5109"/>
                  </a:lnTo>
                  <a:lnTo>
                    <a:pt x="19042" y="19043"/>
                  </a:lnTo>
                  <a:lnTo>
                    <a:pt x="5109" y="39712"/>
                  </a:lnTo>
                  <a:lnTo>
                    <a:pt x="0" y="65024"/>
                  </a:lnTo>
                  <a:lnTo>
                    <a:pt x="0" y="899585"/>
                  </a:lnTo>
                  <a:lnTo>
                    <a:pt x="5109" y="924896"/>
                  </a:lnTo>
                  <a:lnTo>
                    <a:pt x="19042" y="945565"/>
                  </a:lnTo>
                  <a:lnTo>
                    <a:pt x="39708" y="959499"/>
                  </a:lnTo>
                  <a:lnTo>
                    <a:pt x="65013" y="964609"/>
                  </a:lnTo>
                  <a:lnTo>
                    <a:pt x="1138865" y="964609"/>
                  </a:lnTo>
                  <a:lnTo>
                    <a:pt x="1164173" y="959499"/>
                  </a:lnTo>
                  <a:lnTo>
                    <a:pt x="1184842" y="945565"/>
                  </a:lnTo>
                  <a:lnTo>
                    <a:pt x="1198779" y="924896"/>
                  </a:lnTo>
                  <a:lnTo>
                    <a:pt x="1203890" y="899585"/>
                  </a:lnTo>
                  <a:lnTo>
                    <a:pt x="1203890" y="65024"/>
                  </a:lnTo>
                  <a:lnTo>
                    <a:pt x="1198779" y="39712"/>
                  </a:lnTo>
                  <a:lnTo>
                    <a:pt x="1184842" y="19043"/>
                  </a:lnTo>
                  <a:lnTo>
                    <a:pt x="1164173" y="5109"/>
                  </a:lnTo>
                  <a:lnTo>
                    <a:pt x="1138865" y="0"/>
                  </a:lnTo>
                  <a:close/>
                </a:path>
              </a:pathLst>
            </a:custGeom>
            <a:solidFill>
              <a:srgbClr val="B7E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3304469" y="5676321"/>
              <a:ext cx="1036955" cy="716915"/>
            </a:xfrm>
            <a:custGeom>
              <a:avLst/>
              <a:gdLst/>
              <a:ahLst/>
              <a:cxnLst/>
              <a:rect l="l" t="t" r="r" b="b"/>
              <a:pathLst>
                <a:path w="1036955" h="716914">
                  <a:moveTo>
                    <a:pt x="1036764" y="708012"/>
                  </a:moveTo>
                  <a:lnTo>
                    <a:pt x="1034300" y="705548"/>
                  </a:lnTo>
                  <a:lnTo>
                    <a:pt x="851255" y="705548"/>
                  </a:lnTo>
                  <a:lnTo>
                    <a:pt x="851255" y="121259"/>
                  </a:lnTo>
                  <a:lnTo>
                    <a:pt x="737425" y="121259"/>
                  </a:lnTo>
                  <a:lnTo>
                    <a:pt x="737425" y="705548"/>
                  </a:lnTo>
                  <a:lnTo>
                    <a:pt x="692569" y="705548"/>
                  </a:lnTo>
                  <a:lnTo>
                    <a:pt x="692569" y="272834"/>
                  </a:lnTo>
                  <a:lnTo>
                    <a:pt x="578726" y="272834"/>
                  </a:lnTo>
                  <a:lnTo>
                    <a:pt x="578726" y="705548"/>
                  </a:lnTo>
                  <a:lnTo>
                    <a:pt x="533882" y="705548"/>
                  </a:lnTo>
                  <a:lnTo>
                    <a:pt x="533882" y="343115"/>
                  </a:lnTo>
                  <a:lnTo>
                    <a:pt x="420039" y="343115"/>
                  </a:lnTo>
                  <a:lnTo>
                    <a:pt x="420039" y="705548"/>
                  </a:lnTo>
                  <a:lnTo>
                    <a:pt x="375183" y="705548"/>
                  </a:lnTo>
                  <a:lnTo>
                    <a:pt x="375183" y="443712"/>
                  </a:lnTo>
                  <a:lnTo>
                    <a:pt x="261340" y="443712"/>
                  </a:lnTo>
                  <a:lnTo>
                    <a:pt x="261340" y="705548"/>
                  </a:lnTo>
                  <a:lnTo>
                    <a:pt x="216496" y="705548"/>
                  </a:lnTo>
                  <a:lnTo>
                    <a:pt x="216496" y="493318"/>
                  </a:lnTo>
                  <a:lnTo>
                    <a:pt x="102654" y="493318"/>
                  </a:lnTo>
                  <a:lnTo>
                    <a:pt x="102654" y="705548"/>
                  </a:lnTo>
                  <a:lnTo>
                    <a:pt x="10998" y="705548"/>
                  </a:lnTo>
                  <a:lnTo>
                    <a:pt x="10998" y="2463"/>
                  </a:lnTo>
                  <a:lnTo>
                    <a:pt x="8534" y="0"/>
                  </a:lnTo>
                  <a:lnTo>
                    <a:pt x="2463" y="0"/>
                  </a:lnTo>
                  <a:lnTo>
                    <a:pt x="0" y="2463"/>
                  </a:lnTo>
                  <a:lnTo>
                    <a:pt x="0" y="716534"/>
                  </a:lnTo>
                  <a:lnTo>
                    <a:pt x="1031265" y="716534"/>
                  </a:lnTo>
                  <a:lnTo>
                    <a:pt x="1034300" y="716534"/>
                  </a:lnTo>
                  <a:lnTo>
                    <a:pt x="1036764" y="714070"/>
                  </a:lnTo>
                  <a:lnTo>
                    <a:pt x="1036764" y="708012"/>
                  </a:lnTo>
                  <a:close/>
                </a:path>
              </a:pathLst>
            </a:custGeom>
            <a:solidFill>
              <a:srgbClr val="FA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4480655" y="5633203"/>
              <a:ext cx="1203960" cy="965200"/>
            </a:xfrm>
            <a:custGeom>
              <a:avLst/>
              <a:gdLst/>
              <a:ahLst/>
              <a:cxnLst/>
              <a:rect l="l" t="t" r="r" b="b"/>
              <a:pathLst>
                <a:path w="1203959" h="965200">
                  <a:moveTo>
                    <a:pt x="1138865" y="0"/>
                  </a:moveTo>
                  <a:lnTo>
                    <a:pt x="65013" y="0"/>
                  </a:lnTo>
                  <a:lnTo>
                    <a:pt x="39708" y="5109"/>
                  </a:lnTo>
                  <a:lnTo>
                    <a:pt x="19042" y="19043"/>
                  </a:lnTo>
                  <a:lnTo>
                    <a:pt x="5109" y="39712"/>
                  </a:lnTo>
                  <a:lnTo>
                    <a:pt x="0" y="65024"/>
                  </a:lnTo>
                  <a:lnTo>
                    <a:pt x="0" y="899585"/>
                  </a:lnTo>
                  <a:lnTo>
                    <a:pt x="5109" y="924896"/>
                  </a:lnTo>
                  <a:lnTo>
                    <a:pt x="19042" y="945565"/>
                  </a:lnTo>
                  <a:lnTo>
                    <a:pt x="39708" y="959499"/>
                  </a:lnTo>
                  <a:lnTo>
                    <a:pt x="65013" y="964609"/>
                  </a:lnTo>
                  <a:lnTo>
                    <a:pt x="1138865" y="964609"/>
                  </a:lnTo>
                  <a:lnTo>
                    <a:pt x="1164173" y="959499"/>
                  </a:lnTo>
                  <a:lnTo>
                    <a:pt x="1184842" y="945565"/>
                  </a:lnTo>
                  <a:lnTo>
                    <a:pt x="1198779" y="924896"/>
                  </a:lnTo>
                  <a:lnTo>
                    <a:pt x="1203890" y="899585"/>
                  </a:lnTo>
                  <a:lnTo>
                    <a:pt x="1203890" y="65024"/>
                  </a:lnTo>
                  <a:lnTo>
                    <a:pt x="1198779" y="39712"/>
                  </a:lnTo>
                  <a:lnTo>
                    <a:pt x="1184842" y="19043"/>
                  </a:lnTo>
                  <a:lnTo>
                    <a:pt x="1164173" y="5109"/>
                  </a:lnTo>
                  <a:lnTo>
                    <a:pt x="1138865" y="0"/>
                  </a:lnTo>
                  <a:close/>
                </a:path>
              </a:pathLst>
            </a:custGeom>
            <a:solidFill>
              <a:srgbClr val="B7E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4597545" y="5714904"/>
              <a:ext cx="1036955" cy="678180"/>
            </a:xfrm>
            <a:custGeom>
              <a:avLst/>
              <a:gdLst/>
              <a:ahLst/>
              <a:cxnLst/>
              <a:rect l="l" t="t" r="r" b="b"/>
              <a:pathLst>
                <a:path w="1036955" h="678179">
                  <a:moveTo>
                    <a:pt x="1036751" y="669429"/>
                  </a:moveTo>
                  <a:lnTo>
                    <a:pt x="1034288" y="666965"/>
                  </a:lnTo>
                  <a:lnTo>
                    <a:pt x="878459" y="666965"/>
                  </a:lnTo>
                  <a:lnTo>
                    <a:pt x="979500" y="666330"/>
                  </a:lnTo>
                  <a:lnTo>
                    <a:pt x="979500" y="20650"/>
                  </a:lnTo>
                  <a:lnTo>
                    <a:pt x="947699" y="23418"/>
                  </a:lnTo>
                  <a:lnTo>
                    <a:pt x="891146" y="43688"/>
                  </a:lnTo>
                  <a:lnTo>
                    <a:pt x="842556" y="79578"/>
                  </a:lnTo>
                  <a:lnTo>
                    <a:pt x="800277" y="126263"/>
                  </a:lnTo>
                  <a:lnTo>
                    <a:pt x="762622" y="178892"/>
                  </a:lnTo>
                  <a:lnTo>
                    <a:pt x="727925" y="232613"/>
                  </a:lnTo>
                  <a:lnTo>
                    <a:pt x="711161" y="258381"/>
                  </a:lnTo>
                  <a:lnTo>
                    <a:pt x="677735" y="304673"/>
                  </a:lnTo>
                  <a:lnTo>
                    <a:pt x="643089" y="339966"/>
                  </a:lnTo>
                  <a:lnTo>
                    <a:pt x="605523" y="359410"/>
                  </a:lnTo>
                  <a:lnTo>
                    <a:pt x="585127" y="361670"/>
                  </a:lnTo>
                  <a:lnTo>
                    <a:pt x="563372" y="358152"/>
                  </a:lnTo>
                  <a:lnTo>
                    <a:pt x="540054" y="348259"/>
                  </a:lnTo>
                  <a:lnTo>
                    <a:pt x="514959" y="331368"/>
                  </a:lnTo>
                  <a:lnTo>
                    <a:pt x="487883" y="306882"/>
                  </a:lnTo>
                  <a:lnTo>
                    <a:pt x="458609" y="274205"/>
                  </a:lnTo>
                  <a:lnTo>
                    <a:pt x="428942" y="241554"/>
                  </a:lnTo>
                  <a:lnTo>
                    <a:pt x="401370" y="217919"/>
                  </a:lnTo>
                  <a:lnTo>
                    <a:pt x="375716" y="202641"/>
                  </a:lnTo>
                  <a:lnTo>
                    <a:pt x="351866" y="195084"/>
                  </a:lnTo>
                  <a:lnTo>
                    <a:pt x="329653" y="194589"/>
                  </a:lnTo>
                  <a:lnTo>
                    <a:pt x="308940" y="200520"/>
                  </a:lnTo>
                  <a:lnTo>
                    <a:pt x="271424" y="229057"/>
                  </a:lnTo>
                  <a:lnTo>
                    <a:pt x="238137" y="275526"/>
                  </a:lnTo>
                  <a:lnTo>
                    <a:pt x="207937" y="334721"/>
                  </a:lnTo>
                  <a:lnTo>
                    <a:pt x="179616" y="401485"/>
                  </a:lnTo>
                  <a:lnTo>
                    <a:pt x="152031" y="470623"/>
                  </a:lnTo>
                  <a:lnTo>
                    <a:pt x="138137" y="504482"/>
                  </a:lnTo>
                  <a:lnTo>
                    <a:pt x="109448" y="567486"/>
                  </a:lnTo>
                  <a:lnTo>
                    <a:pt x="78549" y="619950"/>
                  </a:lnTo>
                  <a:lnTo>
                    <a:pt x="44284" y="656653"/>
                  </a:lnTo>
                  <a:lnTo>
                    <a:pt x="26441" y="666965"/>
                  </a:lnTo>
                  <a:lnTo>
                    <a:pt x="10985" y="666965"/>
                  </a:lnTo>
                  <a:lnTo>
                    <a:pt x="10985" y="2463"/>
                  </a:lnTo>
                  <a:lnTo>
                    <a:pt x="8521" y="0"/>
                  </a:lnTo>
                  <a:lnTo>
                    <a:pt x="2463" y="0"/>
                  </a:lnTo>
                  <a:lnTo>
                    <a:pt x="0" y="2463"/>
                  </a:lnTo>
                  <a:lnTo>
                    <a:pt x="0" y="677951"/>
                  </a:lnTo>
                  <a:lnTo>
                    <a:pt x="1031252" y="677951"/>
                  </a:lnTo>
                  <a:lnTo>
                    <a:pt x="1034288" y="677951"/>
                  </a:lnTo>
                  <a:lnTo>
                    <a:pt x="1036751" y="675487"/>
                  </a:lnTo>
                  <a:lnTo>
                    <a:pt x="1036751" y="669429"/>
                  </a:lnTo>
                  <a:close/>
                </a:path>
              </a:pathLst>
            </a:custGeom>
            <a:solidFill>
              <a:srgbClr val="FA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3188760" y="5245576"/>
              <a:ext cx="3427729" cy="2007235"/>
            </a:xfrm>
            <a:custGeom>
              <a:avLst/>
              <a:gdLst/>
              <a:ahLst/>
              <a:cxnLst/>
              <a:rect l="l" t="t" r="r" b="b"/>
              <a:pathLst>
                <a:path w="3427730" h="2007234">
                  <a:moveTo>
                    <a:pt x="552170" y="70878"/>
                  </a:moveTo>
                  <a:lnTo>
                    <a:pt x="45872" y="70878"/>
                  </a:lnTo>
                  <a:lnTo>
                    <a:pt x="45872" y="142328"/>
                  </a:lnTo>
                  <a:lnTo>
                    <a:pt x="552170" y="142328"/>
                  </a:lnTo>
                  <a:lnTo>
                    <a:pt x="552170" y="70878"/>
                  </a:lnTo>
                  <a:close/>
                </a:path>
                <a:path w="3427730" h="2007234">
                  <a:moveTo>
                    <a:pt x="1021715" y="70878"/>
                  </a:moveTo>
                  <a:lnTo>
                    <a:pt x="607288" y="70878"/>
                  </a:lnTo>
                  <a:lnTo>
                    <a:pt x="607288" y="142328"/>
                  </a:lnTo>
                  <a:lnTo>
                    <a:pt x="1021715" y="142328"/>
                  </a:lnTo>
                  <a:lnTo>
                    <a:pt x="1021715" y="70878"/>
                  </a:lnTo>
                  <a:close/>
                </a:path>
                <a:path w="3427730" h="2007234">
                  <a:moveTo>
                    <a:pt x="1225473" y="1848815"/>
                  </a:moveTo>
                  <a:lnTo>
                    <a:pt x="32816" y="1848815"/>
                  </a:lnTo>
                  <a:lnTo>
                    <a:pt x="32816" y="1926132"/>
                  </a:lnTo>
                  <a:lnTo>
                    <a:pt x="1225473" y="1926132"/>
                  </a:lnTo>
                  <a:lnTo>
                    <a:pt x="1225473" y="1848815"/>
                  </a:lnTo>
                  <a:close/>
                </a:path>
                <a:path w="3427730" h="2007234">
                  <a:moveTo>
                    <a:pt x="1276908" y="70878"/>
                  </a:moveTo>
                  <a:lnTo>
                    <a:pt x="1062545" y="70878"/>
                  </a:lnTo>
                  <a:lnTo>
                    <a:pt x="1062545" y="142328"/>
                  </a:lnTo>
                  <a:lnTo>
                    <a:pt x="1276908" y="142328"/>
                  </a:lnTo>
                  <a:lnTo>
                    <a:pt x="1276908" y="70878"/>
                  </a:lnTo>
                  <a:close/>
                </a:path>
                <a:path w="3427730" h="2007234">
                  <a:moveTo>
                    <a:pt x="1396517" y="1564119"/>
                  </a:moveTo>
                  <a:lnTo>
                    <a:pt x="32816" y="1564119"/>
                  </a:lnTo>
                  <a:lnTo>
                    <a:pt x="32816" y="1641449"/>
                  </a:lnTo>
                  <a:lnTo>
                    <a:pt x="1396517" y="1641449"/>
                  </a:lnTo>
                  <a:lnTo>
                    <a:pt x="1396517" y="1564119"/>
                  </a:lnTo>
                  <a:close/>
                </a:path>
                <a:path w="3427730" h="2007234">
                  <a:moveTo>
                    <a:pt x="2101811" y="1704708"/>
                  </a:moveTo>
                  <a:lnTo>
                    <a:pt x="32816" y="1704708"/>
                  </a:lnTo>
                  <a:lnTo>
                    <a:pt x="32816" y="1782038"/>
                  </a:lnTo>
                  <a:lnTo>
                    <a:pt x="2101811" y="1782038"/>
                  </a:lnTo>
                  <a:lnTo>
                    <a:pt x="2101811" y="1704708"/>
                  </a:lnTo>
                  <a:close/>
                </a:path>
                <a:path w="3427730" h="2007234">
                  <a:moveTo>
                    <a:pt x="249662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0" y="207010"/>
                  </a:lnTo>
                  <a:lnTo>
                    <a:pt x="0" y="213360"/>
                  </a:lnTo>
                  <a:lnTo>
                    <a:pt x="2496629" y="213360"/>
                  </a:lnTo>
                  <a:lnTo>
                    <a:pt x="2496629" y="207010"/>
                  </a:lnTo>
                  <a:lnTo>
                    <a:pt x="6007" y="207010"/>
                  </a:lnTo>
                  <a:lnTo>
                    <a:pt x="6007" y="6350"/>
                  </a:lnTo>
                  <a:lnTo>
                    <a:pt x="2490635" y="6350"/>
                  </a:lnTo>
                  <a:lnTo>
                    <a:pt x="2490635" y="206959"/>
                  </a:lnTo>
                  <a:lnTo>
                    <a:pt x="2496629" y="206959"/>
                  </a:lnTo>
                  <a:lnTo>
                    <a:pt x="2496629" y="6350"/>
                  </a:lnTo>
                  <a:lnTo>
                    <a:pt x="2496629" y="0"/>
                  </a:lnTo>
                  <a:close/>
                </a:path>
                <a:path w="3427730" h="2007234">
                  <a:moveTo>
                    <a:pt x="3427272" y="14351"/>
                  </a:moveTo>
                  <a:lnTo>
                    <a:pt x="2763012" y="14351"/>
                  </a:lnTo>
                  <a:lnTo>
                    <a:pt x="2763012" y="2007146"/>
                  </a:lnTo>
                  <a:lnTo>
                    <a:pt x="3427272" y="2007146"/>
                  </a:lnTo>
                  <a:lnTo>
                    <a:pt x="3427272" y="14351"/>
                  </a:lnTo>
                  <a:close/>
                </a:path>
              </a:pathLst>
            </a:custGeom>
            <a:solidFill>
              <a:srgbClr val="B7E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6018854" y="5414714"/>
              <a:ext cx="447675" cy="1586865"/>
            </a:xfrm>
            <a:custGeom>
              <a:avLst/>
              <a:gdLst/>
              <a:ahLst/>
              <a:cxnLst/>
              <a:rect l="l" t="t" r="r" b="b"/>
              <a:pathLst>
                <a:path w="447675" h="1586865">
                  <a:moveTo>
                    <a:pt x="307784" y="1321130"/>
                  </a:moveTo>
                  <a:lnTo>
                    <a:pt x="0" y="1321130"/>
                  </a:lnTo>
                  <a:lnTo>
                    <a:pt x="0" y="1378000"/>
                  </a:lnTo>
                  <a:lnTo>
                    <a:pt x="307784" y="1378000"/>
                  </a:lnTo>
                  <a:lnTo>
                    <a:pt x="307784" y="1321130"/>
                  </a:lnTo>
                  <a:close/>
                </a:path>
                <a:path w="447675" h="1586865">
                  <a:moveTo>
                    <a:pt x="307784" y="653745"/>
                  </a:moveTo>
                  <a:lnTo>
                    <a:pt x="0" y="653745"/>
                  </a:lnTo>
                  <a:lnTo>
                    <a:pt x="0" y="710615"/>
                  </a:lnTo>
                  <a:lnTo>
                    <a:pt x="307784" y="710615"/>
                  </a:lnTo>
                  <a:lnTo>
                    <a:pt x="307784" y="653745"/>
                  </a:lnTo>
                  <a:close/>
                </a:path>
                <a:path w="447675" h="1586865">
                  <a:moveTo>
                    <a:pt x="307784" y="96024"/>
                  </a:moveTo>
                  <a:lnTo>
                    <a:pt x="0" y="96024"/>
                  </a:lnTo>
                  <a:lnTo>
                    <a:pt x="0" y="152895"/>
                  </a:lnTo>
                  <a:lnTo>
                    <a:pt x="307784" y="152895"/>
                  </a:lnTo>
                  <a:lnTo>
                    <a:pt x="307784" y="96024"/>
                  </a:lnTo>
                  <a:close/>
                </a:path>
                <a:path w="447675" h="1586865">
                  <a:moveTo>
                    <a:pt x="321843" y="1529549"/>
                  </a:moveTo>
                  <a:lnTo>
                    <a:pt x="12" y="1529549"/>
                  </a:lnTo>
                  <a:lnTo>
                    <a:pt x="12" y="1586420"/>
                  </a:lnTo>
                  <a:lnTo>
                    <a:pt x="321843" y="1586420"/>
                  </a:lnTo>
                  <a:lnTo>
                    <a:pt x="321843" y="1529549"/>
                  </a:lnTo>
                  <a:close/>
                </a:path>
                <a:path w="447675" h="1586865">
                  <a:moveTo>
                    <a:pt x="321843" y="862164"/>
                  </a:moveTo>
                  <a:lnTo>
                    <a:pt x="12" y="862164"/>
                  </a:lnTo>
                  <a:lnTo>
                    <a:pt x="12" y="919035"/>
                  </a:lnTo>
                  <a:lnTo>
                    <a:pt x="321843" y="919035"/>
                  </a:lnTo>
                  <a:lnTo>
                    <a:pt x="321843" y="862164"/>
                  </a:lnTo>
                  <a:close/>
                </a:path>
                <a:path w="447675" h="1586865">
                  <a:moveTo>
                    <a:pt x="321843" y="304444"/>
                  </a:moveTo>
                  <a:lnTo>
                    <a:pt x="12" y="304444"/>
                  </a:lnTo>
                  <a:lnTo>
                    <a:pt x="12" y="361315"/>
                  </a:lnTo>
                  <a:lnTo>
                    <a:pt x="321843" y="361315"/>
                  </a:lnTo>
                  <a:lnTo>
                    <a:pt x="321843" y="304444"/>
                  </a:lnTo>
                  <a:close/>
                </a:path>
                <a:path w="447675" h="1586865">
                  <a:moveTo>
                    <a:pt x="380377" y="1426502"/>
                  </a:moveTo>
                  <a:lnTo>
                    <a:pt x="0" y="1426502"/>
                  </a:lnTo>
                  <a:lnTo>
                    <a:pt x="0" y="1483372"/>
                  </a:lnTo>
                  <a:lnTo>
                    <a:pt x="380377" y="1483372"/>
                  </a:lnTo>
                  <a:lnTo>
                    <a:pt x="380377" y="1426502"/>
                  </a:lnTo>
                  <a:close/>
                </a:path>
                <a:path w="447675" h="1586865">
                  <a:moveTo>
                    <a:pt x="380377" y="759129"/>
                  </a:moveTo>
                  <a:lnTo>
                    <a:pt x="0" y="759129"/>
                  </a:lnTo>
                  <a:lnTo>
                    <a:pt x="0" y="815987"/>
                  </a:lnTo>
                  <a:lnTo>
                    <a:pt x="380377" y="815987"/>
                  </a:lnTo>
                  <a:lnTo>
                    <a:pt x="380377" y="759129"/>
                  </a:lnTo>
                  <a:close/>
                </a:path>
                <a:path w="447675" h="1586865">
                  <a:moveTo>
                    <a:pt x="380377" y="201409"/>
                  </a:moveTo>
                  <a:lnTo>
                    <a:pt x="0" y="201409"/>
                  </a:lnTo>
                  <a:lnTo>
                    <a:pt x="0" y="258267"/>
                  </a:lnTo>
                  <a:lnTo>
                    <a:pt x="380377" y="258267"/>
                  </a:lnTo>
                  <a:lnTo>
                    <a:pt x="380377" y="201409"/>
                  </a:lnTo>
                  <a:close/>
                </a:path>
                <a:path w="447675" h="1586865">
                  <a:moveTo>
                    <a:pt x="447370" y="1225105"/>
                  </a:moveTo>
                  <a:lnTo>
                    <a:pt x="0" y="1225105"/>
                  </a:lnTo>
                  <a:lnTo>
                    <a:pt x="0" y="1281976"/>
                  </a:lnTo>
                  <a:lnTo>
                    <a:pt x="447370" y="1281976"/>
                  </a:lnTo>
                  <a:lnTo>
                    <a:pt x="447370" y="1225105"/>
                  </a:lnTo>
                  <a:close/>
                </a:path>
                <a:path w="447675" h="1586865">
                  <a:moveTo>
                    <a:pt x="447370" y="557733"/>
                  </a:moveTo>
                  <a:lnTo>
                    <a:pt x="0" y="557733"/>
                  </a:lnTo>
                  <a:lnTo>
                    <a:pt x="0" y="614591"/>
                  </a:lnTo>
                  <a:lnTo>
                    <a:pt x="447370" y="614591"/>
                  </a:lnTo>
                  <a:lnTo>
                    <a:pt x="447370" y="557733"/>
                  </a:lnTo>
                  <a:close/>
                </a:path>
                <a:path w="447675" h="1586865">
                  <a:moveTo>
                    <a:pt x="447370" y="0"/>
                  </a:moveTo>
                  <a:lnTo>
                    <a:pt x="0" y="0"/>
                  </a:lnTo>
                  <a:lnTo>
                    <a:pt x="0" y="56870"/>
                  </a:lnTo>
                  <a:lnTo>
                    <a:pt x="447370" y="56870"/>
                  </a:lnTo>
                  <a:lnTo>
                    <a:pt x="4473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2082437" y="7531893"/>
              <a:ext cx="7479665" cy="936625"/>
            </a:xfrm>
            <a:custGeom>
              <a:avLst/>
              <a:gdLst/>
              <a:ahLst/>
              <a:cxnLst/>
              <a:rect l="l" t="t" r="r" b="b"/>
              <a:pathLst>
                <a:path w="7479665" h="936625">
                  <a:moveTo>
                    <a:pt x="1274152" y="839863"/>
                  </a:moveTo>
                  <a:lnTo>
                    <a:pt x="1083271" y="839863"/>
                  </a:lnTo>
                  <a:lnTo>
                    <a:pt x="1198626" y="211836"/>
                  </a:lnTo>
                  <a:lnTo>
                    <a:pt x="189738" y="211836"/>
                  </a:lnTo>
                  <a:lnTo>
                    <a:pt x="74383" y="839863"/>
                  </a:lnTo>
                  <a:lnTo>
                    <a:pt x="0" y="839863"/>
                  </a:lnTo>
                  <a:lnTo>
                    <a:pt x="0" y="934897"/>
                  </a:lnTo>
                  <a:lnTo>
                    <a:pt x="1274152" y="934897"/>
                  </a:lnTo>
                  <a:lnTo>
                    <a:pt x="1274152" y="839863"/>
                  </a:lnTo>
                  <a:close/>
                </a:path>
                <a:path w="7479665" h="936625">
                  <a:moveTo>
                    <a:pt x="3748074" y="823023"/>
                  </a:moveTo>
                  <a:lnTo>
                    <a:pt x="2590431" y="823023"/>
                  </a:lnTo>
                  <a:lnTo>
                    <a:pt x="2590431" y="0"/>
                  </a:lnTo>
                  <a:lnTo>
                    <a:pt x="1840941" y="0"/>
                  </a:lnTo>
                  <a:lnTo>
                    <a:pt x="1840941" y="823023"/>
                  </a:lnTo>
                  <a:lnTo>
                    <a:pt x="1411173" y="823023"/>
                  </a:lnTo>
                  <a:lnTo>
                    <a:pt x="1411173" y="936625"/>
                  </a:lnTo>
                  <a:lnTo>
                    <a:pt x="3748074" y="936625"/>
                  </a:lnTo>
                  <a:lnTo>
                    <a:pt x="3748074" y="823023"/>
                  </a:lnTo>
                  <a:close/>
                </a:path>
                <a:path w="7479665" h="936625">
                  <a:moveTo>
                    <a:pt x="4516475" y="494030"/>
                  </a:moveTo>
                  <a:lnTo>
                    <a:pt x="4304563" y="494030"/>
                  </a:lnTo>
                  <a:lnTo>
                    <a:pt x="4304563" y="565569"/>
                  </a:lnTo>
                  <a:lnTo>
                    <a:pt x="4516475" y="565569"/>
                  </a:lnTo>
                  <a:lnTo>
                    <a:pt x="4516475" y="494030"/>
                  </a:lnTo>
                  <a:close/>
                </a:path>
                <a:path w="7479665" h="936625">
                  <a:moveTo>
                    <a:pt x="4918265" y="494030"/>
                  </a:moveTo>
                  <a:lnTo>
                    <a:pt x="4706366" y="494030"/>
                  </a:lnTo>
                  <a:lnTo>
                    <a:pt x="4706366" y="565569"/>
                  </a:lnTo>
                  <a:lnTo>
                    <a:pt x="4918265" y="565569"/>
                  </a:lnTo>
                  <a:lnTo>
                    <a:pt x="4918265" y="494030"/>
                  </a:lnTo>
                  <a:close/>
                </a:path>
                <a:path w="7479665" h="936625">
                  <a:moveTo>
                    <a:pt x="5320068" y="494030"/>
                  </a:moveTo>
                  <a:lnTo>
                    <a:pt x="5108168" y="494030"/>
                  </a:lnTo>
                  <a:lnTo>
                    <a:pt x="5108168" y="565569"/>
                  </a:lnTo>
                  <a:lnTo>
                    <a:pt x="5320068" y="565569"/>
                  </a:lnTo>
                  <a:lnTo>
                    <a:pt x="5320068" y="494030"/>
                  </a:lnTo>
                  <a:close/>
                </a:path>
                <a:path w="7479665" h="936625">
                  <a:moveTo>
                    <a:pt x="5721858" y="494030"/>
                  </a:moveTo>
                  <a:lnTo>
                    <a:pt x="5509958" y="494030"/>
                  </a:lnTo>
                  <a:lnTo>
                    <a:pt x="5509958" y="565569"/>
                  </a:lnTo>
                  <a:lnTo>
                    <a:pt x="5721858" y="565569"/>
                  </a:lnTo>
                  <a:lnTo>
                    <a:pt x="5721858" y="494030"/>
                  </a:lnTo>
                  <a:close/>
                </a:path>
                <a:path w="7479665" h="936625">
                  <a:moveTo>
                    <a:pt x="6123635" y="494030"/>
                  </a:moveTo>
                  <a:lnTo>
                    <a:pt x="5911735" y="494030"/>
                  </a:lnTo>
                  <a:lnTo>
                    <a:pt x="5911735" y="565569"/>
                  </a:lnTo>
                  <a:lnTo>
                    <a:pt x="6123635" y="565569"/>
                  </a:lnTo>
                  <a:lnTo>
                    <a:pt x="6123635" y="494030"/>
                  </a:lnTo>
                  <a:close/>
                </a:path>
                <a:path w="7479665" h="936625">
                  <a:moveTo>
                    <a:pt x="6525438" y="494030"/>
                  </a:moveTo>
                  <a:lnTo>
                    <a:pt x="6313525" y="494030"/>
                  </a:lnTo>
                  <a:lnTo>
                    <a:pt x="6313525" y="565569"/>
                  </a:lnTo>
                  <a:lnTo>
                    <a:pt x="6525438" y="565569"/>
                  </a:lnTo>
                  <a:lnTo>
                    <a:pt x="6525438" y="494030"/>
                  </a:lnTo>
                  <a:close/>
                </a:path>
                <a:path w="7479665" h="936625">
                  <a:moveTo>
                    <a:pt x="6927228" y="494030"/>
                  </a:moveTo>
                  <a:lnTo>
                    <a:pt x="6715328" y="494030"/>
                  </a:lnTo>
                  <a:lnTo>
                    <a:pt x="6715328" y="565569"/>
                  </a:lnTo>
                  <a:lnTo>
                    <a:pt x="6927228" y="565569"/>
                  </a:lnTo>
                  <a:lnTo>
                    <a:pt x="6927228" y="494030"/>
                  </a:lnTo>
                  <a:close/>
                </a:path>
                <a:path w="7479665" h="936625">
                  <a:moveTo>
                    <a:pt x="7329017" y="494030"/>
                  </a:moveTo>
                  <a:lnTo>
                    <a:pt x="7117118" y="494030"/>
                  </a:lnTo>
                  <a:lnTo>
                    <a:pt x="7117118" y="565569"/>
                  </a:lnTo>
                  <a:lnTo>
                    <a:pt x="7329017" y="565569"/>
                  </a:lnTo>
                  <a:lnTo>
                    <a:pt x="7329017" y="494030"/>
                  </a:lnTo>
                  <a:close/>
                </a:path>
                <a:path w="7479665" h="936625">
                  <a:moveTo>
                    <a:pt x="7479665" y="567004"/>
                  </a:moveTo>
                  <a:lnTo>
                    <a:pt x="3980256" y="567004"/>
                  </a:lnTo>
                  <a:lnTo>
                    <a:pt x="3980256" y="918044"/>
                  </a:lnTo>
                  <a:lnTo>
                    <a:pt x="7479665" y="918044"/>
                  </a:lnTo>
                  <a:lnTo>
                    <a:pt x="7479665" y="567004"/>
                  </a:lnTo>
                  <a:close/>
                </a:path>
              </a:pathLst>
            </a:custGeom>
            <a:solidFill>
              <a:srgbClr val="0F80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1895460" y="9150272"/>
              <a:ext cx="2061210" cy="1226185"/>
            </a:xfrm>
            <a:custGeom>
              <a:avLst/>
              <a:gdLst/>
              <a:ahLst/>
              <a:cxnLst/>
              <a:rect l="l" t="t" r="r" b="b"/>
              <a:pathLst>
                <a:path w="2061209" h="1226184">
                  <a:moveTo>
                    <a:pt x="1759401" y="0"/>
                  </a:moveTo>
                  <a:lnTo>
                    <a:pt x="301613" y="0"/>
                  </a:lnTo>
                  <a:lnTo>
                    <a:pt x="252755" y="3954"/>
                  </a:lnTo>
                  <a:lnTo>
                    <a:pt x="206383" y="15402"/>
                  </a:lnTo>
                  <a:lnTo>
                    <a:pt x="163122" y="33716"/>
                  </a:lnTo>
                  <a:lnTo>
                    <a:pt x="123600" y="58271"/>
                  </a:lnTo>
                  <a:lnTo>
                    <a:pt x="88441" y="88441"/>
                  </a:lnTo>
                  <a:lnTo>
                    <a:pt x="58271" y="123600"/>
                  </a:lnTo>
                  <a:lnTo>
                    <a:pt x="33716" y="163122"/>
                  </a:lnTo>
                  <a:lnTo>
                    <a:pt x="15402" y="206383"/>
                  </a:lnTo>
                  <a:lnTo>
                    <a:pt x="3954" y="252755"/>
                  </a:lnTo>
                  <a:lnTo>
                    <a:pt x="0" y="301613"/>
                  </a:lnTo>
                  <a:lnTo>
                    <a:pt x="0" y="1226029"/>
                  </a:lnTo>
                  <a:lnTo>
                    <a:pt x="4460" y="1226029"/>
                  </a:lnTo>
                  <a:lnTo>
                    <a:pt x="4460" y="301613"/>
                  </a:lnTo>
                  <a:lnTo>
                    <a:pt x="8356" y="253478"/>
                  </a:lnTo>
                  <a:lnTo>
                    <a:pt x="19635" y="207792"/>
                  </a:lnTo>
                  <a:lnTo>
                    <a:pt x="37678" y="165171"/>
                  </a:lnTo>
                  <a:lnTo>
                    <a:pt x="61870" y="126233"/>
                  </a:lnTo>
                  <a:lnTo>
                    <a:pt x="91594" y="91594"/>
                  </a:lnTo>
                  <a:lnTo>
                    <a:pt x="126233" y="61870"/>
                  </a:lnTo>
                  <a:lnTo>
                    <a:pt x="165171" y="37678"/>
                  </a:lnTo>
                  <a:lnTo>
                    <a:pt x="207792" y="19635"/>
                  </a:lnTo>
                  <a:lnTo>
                    <a:pt x="253478" y="8356"/>
                  </a:lnTo>
                  <a:lnTo>
                    <a:pt x="301613" y="4460"/>
                  </a:lnTo>
                  <a:lnTo>
                    <a:pt x="1810308" y="4460"/>
                  </a:lnTo>
                  <a:lnTo>
                    <a:pt x="1808260" y="3954"/>
                  </a:lnTo>
                  <a:lnTo>
                    <a:pt x="1759401" y="0"/>
                  </a:lnTo>
                  <a:close/>
                </a:path>
                <a:path w="2061209" h="1226184">
                  <a:moveTo>
                    <a:pt x="1810308" y="4460"/>
                  </a:moveTo>
                  <a:lnTo>
                    <a:pt x="1759401" y="4460"/>
                  </a:lnTo>
                  <a:lnTo>
                    <a:pt x="1807537" y="8356"/>
                  </a:lnTo>
                  <a:lnTo>
                    <a:pt x="1853223" y="19635"/>
                  </a:lnTo>
                  <a:lnTo>
                    <a:pt x="1895844" y="37678"/>
                  </a:lnTo>
                  <a:lnTo>
                    <a:pt x="1934782" y="61870"/>
                  </a:lnTo>
                  <a:lnTo>
                    <a:pt x="1969421" y="91594"/>
                  </a:lnTo>
                  <a:lnTo>
                    <a:pt x="1999145" y="126233"/>
                  </a:lnTo>
                  <a:lnTo>
                    <a:pt x="2023337" y="165171"/>
                  </a:lnTo>
                  <a:lnTo>
                    <a:pt x="2041380" y="207792"/>
                  </a:lnTo>
                  <a:lnTo>
                    <a:pt x="2052658" y="253478"/>
                  </a:lnTo>
                  <a:lnTo>
                    <a:pt x="2056555" y="301613"/>
                  </a:lnTo>
                  <a:lnTo>
                    <a:pt x="2056555" y="1226029"/>
                  </a:lnTo>
                  <a:lnTo>
                    <a:pt x="2061015" y="1226029"/>
                  </a:lnTo>
                  <a:lnTo>
                    <a:pt x="2061015" y="301613"/>
                  </a:lnTo>
                  <a:lnTo>
                    <a:pt x="2057060" y="252755"/>
                  </a:lnTo>
                  <a:lnTo>
                    <a:pt x="2045613" y="206383"/>
                  </a:lnTo>
                  <a:lnTo>
                    <a:pt x="2027299" y="163122"/>
                  </a:lnTo>
                  <a:lnTo>
                    <a:pt x="2002744" y="123600"/>
                  </a:lnTo>
                  <a:lnTo>
                    <a:pt x="1972574" y="88441"/>
                  </a:lnTo>
                  <a:lnTo>
                    <a:pt x="1937415" y="58271"/>
                  </a:lnTo>
                  <a:lnTo>
                    <a:pt x="1897892" y="33716"/>
                  </a:lnTo>
                  <a:lnTo>
                    <a:pt x="1854632" y="15402"/>
                  </a:lnTo>
                  <a:lnTo>
                    <a:pt x="1810308" y="446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2496686" y="9407620"/>
              <a:ext cx="845819" cy="370840"/>
            </a:xfrm>
            <a:custGeom>
              <a:avLst/>
              <a:gdLst/>
              <a:ahLst/>
              <a:cxnLst/>
              <a:rect l="l" t="t" r="r" b="b"/>
              <a:pathLst>
                <a:path w="845819" h="370840">
                  <a:moveTo>
                    <a:pt x="845718" y="324561"/>
                  </a:moveTo>
                  <a:lnTo>
                    <a:pt x="0" y="324561"/>
                  </a:lnTo>
                  <a:lnTo>
                    <a:pt x="0" y="370840"/>
                  </a:lnTo>
                  <a:lnTo>
                    <a:pt x="845718" y="370840"/>
                  </a:lnTo>
                  <a:lnTo>
                    <a:pt x="845718" y="324561"/>
                  </a:lnTo>
                  <a:close/>
                </a:path>
                <a:path w="845819" h="370840">
                  <a:moveTo>
                    <a:pt x="845718" y="218821"/>
                  </a:moveTo>
                  <a:lnTo>
                    <a:pt x="0" y="218821"/>
                  </a:lnTo>
                  <a:lnTo>
                    <a:pt x="0" y="265112"/>
                  </a:lnTo>
                  <a:lnTo>
                    <a:pt x="845718" y="265112"/>
                  </a:lnTo>
                  <a:lnTo>
                    <a:pt x="845718" y="218821"/>
                  </a:lnTo>
                  <a:close/>
                </a:path>
                <a:path w="845819" h="370840">
                  <a:moveTo>
                    <a:pt x="845718" y="110642"/>
                  </a:moveTo>
                  <a:lnTo>
                    <a:pt x="0" y="110642"/>
                  </a:lnTo>
                  <a:lnTo>
                    <a:pt x="0" y="156921"/>
                  </a:lnTo>
                  <a:lnTo>
                    <a:pt x="845718" y="156921"/>
                  </a:lnTo>
                  <a:lnTo>
                    <a:pt x="845718" y="110642"/>
                  </a:lnTo>
                  <a:close/>
                </a:path>
                <a:path w="845819" h="370840">
                  <a:moveTo>
                    <a:pt x="845718" y="0"/>
                  </a:moveTo>
                  <a:lnTo>
                    <a:pt x="0" y="0"/>
                  </a:lnTo>
                  <a:lnTo>
                    <a:pt x="0" y="46278"/>
                  </a:lnTo>
                  <a:lnTo>
                    <a:pt x="845718" y="46278"/>
                  </a:lnTo>
                  <a:lnTo>
                    <a:pt x="845718" y="0"/>
                  </a:lnTo>
                  <a:close/>
                </a:path>
              </a:pathLst>
            </a:custGeom>
            <a:solidFill>
              <a:srgbClr val="057A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4395336" y="9150272"/>
              <a:ext cx="2061210" cy="1226185"/>
            </a:xfrm>
            <a:custGeom>
              <a:avLst/>
              <a:gdLst/>
              <a:ahLst/>
              <a:cxnLst/>
              <a:rect l="l" t="t" r="r" b="b"/>
              <a:pathLst>
                <a:path w="2061209" h="1226184">
                  <a:moveTo>
                    <a:pt x="1759401" y="0"/>
                  </a:moveTo>
                  <a:lnTo>
                    <a:pt x="301613" y="0"/>
                  </a:lnTo>
                  <a:lnTo>
                    <a:pt x="252755" y="3954"/>
                  </a:lnTo>
                  <a:lnTo>
                    <a:pt x="206383" y="15402"/>
                  </a:lnTo>
                  <a:lnTo>
                    <a:pt x="163122" y="33716"/>
                  </a:lnTo>
                  <a:lnTo>
                    <a:pt x="123600" y="58271"/>
                  </a:lnTo>
                  <a:lnTo>
                    <a:pt x="88441" y="88441"/>
                  </a:lnTo>
                  <a:lnTo>
                    <a:pt x="58271" y="123600"/>
                  </a:lnTo>
                  <a:lnTo>
                    <a:pt x="33716" y="163122"/>
                  </a:lnTo>
                  <a:lnTo>
                    <a:pt x="15402" y="206383"/>
                  </a:lnTo>
                  <a:lnTo>
                    <a:pt x="3954" y="252755"/>
                  </a:lnTo>
                  <a:lnTo>
                    <a:pt x="0" y="301613"/>
                  </a:lnTo>
                  <a:lnTo>
                    <a:pt x="0" y="1226029"/>
                  </a:lnTo>
                  <a:lnTo>
                    <a:pt x="4460" y="1226029"/>
                  </a:lnTo>
                  <a:lnTo>
                    <a:pt x="4460" y="301613"/>
                  </a:lnTo>
                  <a:lnTo>
                    <a:pt x="8356" y="253478"/>
                  </a:lnTo>
                  <a:lnTo>
                    <a:pt x="19635" y="207792"/>
                  </a:lnTo>
                  <a:lnTo>
                    <a:pt x="37678" y="165171"/>
                  </a:lnTo>
                  <a:lnTo>
                    <a:pt x="61870" y="126233"/>
                  </a:lnTo>
                  <a:lnTo>
                    <a:pt x="91594" y="91594"/>
                  </a:lnTo>
                  <a:lnTo>
                    <a:pt x="126233" y="61870"/>
                  </a:lnTo>
                  <a:lnTo>
                    <a:pt x="165171" y="37678"/>
                  </a:lnTo>
                  <a:lnTo>
                    <a:pt x="207792" y="19635"/>
                  </a:lnTo>
                  <a:lnTo>
                    <a:pt x="253478" y="8356"/>
                  </a:lnTo>
                  <a:lnTo>
                    <a:pt x="301613" y="4460"/>
                  </a:lnTo>
                  <a:lnTo>
                    <a:pt x="1810308" y="4460"/>
                  </a:lnTo>
                  <a:lnTo>
                    <a:pt x="1808260" y="3954"/>
                  </a:lnTo>
                  <a:lnTo>
                    <a:pt x="1759401" y="0"/>
                  </a:lnTo>
                  <a:close/>
                </a:path>
                <a:path w="2061209" h="1226184">
                  <a:moveTo>
                    <a:pt x="1810308" y="4460"/>
                  </a:moveTo>
                  <a:lnTo>
                    <a:pt x="1759401" y="4460"/>
                  </a:lnTo>
                  <a:lnTo>
                    <a:pt x="1807537" y="8356"/>
                  </a:lnTo>
                  <a:lnTo>
                    <a:pt x="1853223" y="19635"/>
                  </a:lnTo>
                  <a:lnTo>
                    <a:pt x="1895844" y="37678"/>
                  </a:lnTo>
                  <a:lnTo>
                    <a:pt x="1934782" y="61870"/>
                  </a:lnTo>
                  <a:lnTo>
                    <a:pt x="1969421" y="91594"/>
                  </a:lnTo>
                  <a:lnTo>
                    <a:pt x="1999145" y="126233"/>
                  </a:lnTo>
                  <a:lnTo>
                    <a:pt x="2023337" y="165171"/>
                  </a:lnTo>
                  <a:lnTo>
                    <a:pt x="2041380" y="207792"/>
                  </a:lnTo>
                  <a:lnTo>
                    <a:pt x="2052658" y="253478"/>
                  </a:lnTo>
                  <a:lnTo>
                    <a:pt x="2056555" y="301613"/>
                  </a:lnTo>
                  <a:lnTo>
                    <a:pt x="2056555" y="1226029"/>
                  </a:lnTo>
                  <a:lnTo>
                    <a:pt x="2061015" y="1226029"/>
                  </a:lnTo>
                  <a:lnTo>
                    <a:pt x="2061015" y="301613"/>
                  </a:lnTo>
                  <a:lnTo>
                    <a:pt x="2057060" y="252755"/>
                  </a:lnTo>
                  <a:lnTo>
                    <a:pt x="2045613" y="206383"/>
                  </a:lnTo>
                  <a:lnTo>
                    <a:pt x="2027299" y="163122"/>
                  </a:lnTo>
                  <a:lnTo>
                    <a:pt x="2002744" y="123600"/>
                  </a:lnTo>
                  <a:lnTo>
                    <a:pt x="1972574" y="88441"/>
                  </a:lnTo>
                  <a:lnTo>
                    <a:pt x="1937415" y="58271"/>
                  </a:lnTo>
                  <a:lnTo>
                    <a:pt x="1897892" y="33716"/>
                  </a:lnTo>
                  <a:lnTo>
                    <a:pt x="1854632" y="15402"/>
                  </a:lnTo>
                  <a:lnTo>
                    <a:pt x="1810308" y="446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4996553" y="9407620"/>
              <a:ext cx="845819" cy="370840"/>
            </a:xfrm>
            <a:custGeom>
              <a:avLst/>
              <a:gdLst/>
              <a:ahLst/>
              <a:cxnLst/>
              <a:rect l="l" t="t" r="r" b="b"/>
              <a:pathLst>
                <a:path w="845819" h="370840">
                  <a:moveTo>
                    <a:pt x="845718" y="324561"/>
                  </a:moveTo>
                  <a:lnTo>
                    <a:pt x="0" y="324561"/>
                  </a:lnTo>
                  <a:lnTo>
                    <a:pt x="0" y="370840"/>
                  </a:lnTo>
                  <a:lnTo>
                    <a:pt x="845718" y="370840"/>
                  </a:lnTo>
                  <a:lnTo>
                    <a:pt x="845718" y="324561"/>
                  </a:lnTo>
                  <a:close/>
                </a:path>
                <a:path w="845819" h="370840">
                  <a:moveTo>
                    <a:pt x="845718" y="218821"/>
                  </a:moveTo>
                  <a:lnTo>
                    <a:pt x="0" y="218821"/>
                  </a:lnTo>
                  <a:lnTo>
                    <a:pt x="0" y="265112"/>
                  </a:lnTo>
                  <a:lnTo>
                    <a:pt x="845718" y="265112"/>
                  </a:lnTo>
                  <a:lnTo>
                    <a:pt x="845718" y="218821"/>
                  </a:lnTo>
                  <a:close/>
                </a:path>
                <a:path w="845819" h="370840">
                  <a:moveTo>
                    <a:pt x="845718" y="110642"/>
                  </a:moveTo>
                  <a:lnTo>
                    <a:pt x="0" y="110642"/>
                  </a:lnTo>
                  <a:lnTo>
                    <a:pt x="0" y="156921"/>
                  </a:lnTo>
                  <a:lnTo>
                    <a:pt x="845718" y="156921"/>
                  </a:lnTo>
                  <a:lnTo>
                    <a:pt x="845718" y="110642"/>
                  </a:lnTo>
                  <a:close/>
                </a:path>
                <a:path w="845819" h="370840">
                  <a:moveTo>
                    <a:pt x="845718" y="0"/>
                  </a:moveTo>
                  <a:lnTo>
                    <a:pt x="0" y="0"/>
                  </a:lnTo>
                  <a:lnTo>
                    <a:pt x="0" y="46278"/>
                  </a:lnTo>
                  <a:lnTo>
                    <a:pt x="845718" y="46278"/>
                  </a:lnTo>
                  <a:lnTo>
                    <a:pt x="845718" y="0"/>
                  </a:lnTo>
                  <a:close/>
                </a:path>
              </a:pathLst>
            </a:custGeom>
            <a:solidFill>
              <a:srgbClr val="057A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6" name="object 146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20079335" cy="11308715"/>
          </a:xfrm>
          <a:custGeom>
            <a:avLst/>
            <a:gdLst/>
            <a:ahLst/>
            <a:cxnLst/>
            <a:rect l="l" t="t" r="r" b="b"/>
            <a:pathLst>
              <a:path w="20079335" h="11308715">
                <a:moveTo>
                  <a:pt x="20079179" y="0"/>
                </a:moveTo>
                <a:lnTo>
                  <a:pt x="0" y="0"/>
                </a:lnTo>
                <a:lnTo>
                  <a:pt x="0" y="11308556"/>
                </a:lnTo>
                <a:lnTo>
                  <a:pt x="20079179" y="11308556"/>
                </a:lnTo>
                <a:lnTo>
                  <a:pt x="20079179" y="0"/>
                </a:lnTo>
                <a:close/>
              </a:path>
            </a:pathLst>
          </a:custGeom>
          <a:solidFill>
            <a:srgbClr val="89D6F9">
              <a:alpha val="81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723769" y="9785054"/>
            <a:ext cx="2499995" cy="335280"/>
          </a:xfrm>
          <a:custGeom>
            <a:avLst/>
            <a:gdLst/>
            <a:ahLst/>
            <a:cxnLst/>
            <a:rect l="l" t="t" r="r" b="b"/>
            <a:pathLst>
              <a:path w="2499995" h="335279">
                <a:moveTo>
                  <a:pt x="1249888" y="0"/>
                </a:moveTo>
                <a:lnTo>
                  <a:pt x="1173749" y="305"/>
                </a:lnTo>
                <a:lnTo>
                  <a:pt x="1098815" y="1210"/>
                </a:lnTo>
                <a:lnTo>
                  <a:pt x="1025219" y="2697"/>
                </a:lnTo>
                <a:lnTo>
                  <a:pt x="953091" y="4749"/>
                </a:lnTo>
                <a:lnTo>
                  <a:pt x="882562" y="7348"/>
                </a:lnTo>
                <a:lnTo>
                  <a:pt x="813762" y="10476"/>
                </a:lnTo>
                <a:lnTo>
                  <a:pt x="746822" y="14116"/>
                </a:lnTo>
                <a:lnTo>
                  <a:pt x="681873" y="18250"/>
                </a:lnTo>
                <a:lnTo>
                  <a:pt x="619046" y="22862"/>
                </a:lnTo>
                <a:lnTo>
                  <a:pt x="558471" y="27933"/>
                </a:lnTo>
                <a:lnTo>
                  <a:pt x="500279" y="33445"/>
                </a:lnTo>
                <a:lnTo>
                  <a:pt x="444601" y="39382"/>
                </a:lnTo>
                <a:lnTo>
                  <a:pt x="391568" y="45726"/>
                </a:lnTo>
                <a:lnTo>
                  <a:pt x="341310" y="52459"/>
                </a:lnTo>
                <a:lnTo>
                  <a:pt x="293958" y="59564"/>
                </a:lnTo>
                <a:lnTo>
                  <a:pt x="249643" y="67024"/>
                </a:lnTo>
                <a:lnTo>
                  <a:pt x="208495" y="74820"/>
                </a:lnTo>
                <a:lnTo>
                  <a:pt x="170646" y="82935"/>
                </a:lnTo>
                <a:lnTo>
                  <a:pt x="105366" y="100054"/>
                </a:lnTo>
                <a:lnTo>
                  <a:pt x="54847" y="118239"/>
                </a:lnTo>
                <a:lnTo>
                  <a:pt x="20137" y="137351"/>
                </a:lnTo>
                <a:lnTo>
                  <a:pt x="0" y="167450"/>
                </a:lnTo>
                <a:lnTo>
                  <a:pt x="2281" y="177650"/>
                </a:lnTo>
                <a:lnTo>
                  <a:pt x="35451" y="207213"/>
                </a:lnTo>
                <a:lnTo>
                  <a:pt x="78196" y="225880"/>
                </a:lnTo>
                <a:lnTo>
                  <a:pt x="136226" y="243550"/>
                </a:lnTo>
                <a:lnTo>
                  <a:pt x="208495" y="260083"/>
                </a:lnTo>
                <a:lnTo>
                  <a:pt x="249643" y="267880"/>
                </a:lnTo>
                <a:lnTo>
                  <a:pt x="293958" y="275340"/>
                </a:lnTo>
                <a:lnTo>
                  <a:pt x="341310" y="282445"/>
                </a:lnTo>
                <a:lnTo>
                  <a:pt x="391568" y="289179"/>
                </a:lnTo>
                <a:lnTo>
                  <a:pt x="444601" y="295524"/>
                </a:lnTo>
                <a:lnTo>
                  <a:pt x="500279" y="301461"/>
                </a:lnTo>
                <a:lnTo>
                  <a:pt x="558471" y="306975"/>
                </a:lnTo>
                <a:lnTo>
                  <a:pt x="619046" y="312046"/>
                </a:lnTo>
                <a:lnTo>
                  <a:pt x="681873" y="316658"/>
                </a:lnTo>
                <a:lnTo>
                  <a:pt x="746822" y="320793"/>
                </a:lnTo>
                <a:lnTo>
                  <a:pt x="813762" y="324433"/>
                </a:lnTo>
                <a:lnTo>
                  <a:pt x="882562" y="327562"/>
                </a:lnTo>
                <a:lnTo>
                  <a:pt x="953091" y="330161"/>
                </a:lnTo>
                <a:lnTo>
                  <a:pt x="1025219" y="332213"/>
                </a:lnTo>
                <a:lnTo>
                  <a:pt x="1098815" y="333700"/>
                </a:lnTo>
                <a:lnTo>
                  <a:pt x="1173749" y="334605"/>
                </a:lnTo>
                <a:lnTo>
                  <a:pt x="1249888" y="334911"/>
                </a:lnTo>
                <a:lnTo>
                  <a:pt x="1326028" y="334605"/>
                </a:lnTo>
                <a:lnTo>
                  <a:pt x="1400961" y="333700"/>
                </a:lnTo>
                <a:lnTo>
                  <a:pt x="1474557" y="332213"/>
                </a:lnTo>
                <a:lnTo>
                  <a:pt x="1546685" y="330161"/>
                </a:lnTo>
                <a:lnTo>
                  <a:pt x="1617214" y="327562"/>
                </a:lnTo>
                <a:lnTo>
                  <a:pt x="1686014" y="324433"/>
                </a:lnTo>
                <a:lnTo>
                  <a:pt x="1752954" y="320793"/>
                </a:lnTo>
                <a:lnTo>
                  <a:pt x="1817903" y="316658"/>
                </a:lnTo>
                <a:lnTo>
                  <a:pt x="1880730" y="312046"/>
                </a:lnTo>
                <a:lnTo>
                  <a:pt x="1941305" y="306975"/>
                </a:lnTo>
                <a:lnTo>
                  <a:pt x="1999497" y="301461"/>
                </a:lnTo>
                <a:lnTo>
                  <a:pt x="2055175" y="295524"/>
                </a:lnTo>
                <a:lnTo>
                  <a:pt x="2108208" y="289179"/>
                </a:lnTo>
                <a:lnTo>
                  <a:pt x="2158466" y="282445"/>
                </a:lnTo>
                <a:lnTo>
                  <a:pt x="2205818" y="275340"/>
                </a:lnTo>
                <a:lnTo>
                  <a:pt x="2250133" y="267880"/>
                </a:lnTo>
                <a:lnTo>
                  <a:pt x="2291281" y="260083"/>
                </a:lnTo>
                <a:lnTo>
                  <a:pt x="2329130" y="251967"/>
                </a:lnTo>
                <a:lnTo>
                  <a:pt x="2394411" y="234848"/>
                </a:lnTo>
                <a:lnTo>
                  <a:pt x="2444929" y="216662"/>
                </a:lnTo>
                <a:lnTo>
                  <a:pt x="2479639" y="197549"/>
                </a:lnTo>
                <a:lnTo>
                  <a:pt x="2499777" y="167450"/>
                </a:lnTo>
                <a:lnTo>
                  <a:pt x="2497496" y="157249"/>
                </a:lnTo>
                <a:lnTo>
                  <a:pt x="2464326" y="127688"/>
                </a:lnTo>
                <a:lnTo>
                  <a:pt x="2421580" y="109022"/>
                </a:lnTo>
                <a:lnTo>
                  <a:pt x="2363550" y="91352"/>
                </a:lnTo>
                <a:lnTo>
                  <a:pt x="2291281" y="74820"/>
                </a:lnTo>
                <a:lnTo>
                  <a:pt x="2250133" y="67024"/>
                </a:lnTo>
                <a:lnTo>
                  <a:pt x="2205818" y="59564"/>
                </a:lnTo>
                <a:lnTo>
                  <a:pt x="2158466" y="52459"/>
                </a:lnTo>
                <a:lnTo>
                  <a:pt x="2108208" y="45726"/>
                </a:lnTo>
                <a:lnTo>
                  <a:pt x="2055175" y="39382"/>
                </a:lnTo>
                <a:lnTo>
                  <a:pt x="1999497" y="33445"/>
                </a:lnTo>
                <a:lnTo>
                  <a:pt x="1941305" y="27933"/>
                </a:lnTo>
                <a:lnTo>
                  <a:pt x="1880730" y="22862"/>
                </a:lnTo>
                <a:lnTo>
                  <a:pt x="1817903" y="18250"/>
                </a:lnTo>
                <a:lnTo>
                  <a:pt x="1752954" y="14116"/>
                </a:lnTo>
                <a:lnTo>
                  <a:pt x="1686014" y="10476"/>
                </a:lnTo>
                <a:lnTo>
                  <a:pt x="1617214" y="7348"/>
                </a:lnTo>
                <a:lnTo>
                  <a:pt x="1546685" y="4749"/>
                </a:lnTo>
                <a:lnTo>
                  <a:pt x="1474557" y="2697"/>
                </a:lnTo>
                <a:lnTo>
                  <a:pt x="1400961" y="1210"/>
                </a:lnTo>
                <a:lnTo>
                  <a:pt x="1326028" y="305"/>
                </a:lnTo>
                <a:lnTo>
                  <a:pt x="1249888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8724002" y="3293653"/>
            <a:ext cx="2667635" cy="6638925"/>
            <a:chOff x="8724002" y="3293653"/>
            <a:chExt cx="2667635" cy="663892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01045" y="4553249"/>
              <a:ext cx="133870" cy="24497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9494501" y="4546969"/>
              <a:ext cx="147320" cy="257810"/>
            </a:xfrm>
            <a:custGeom>
              <a:avLst/>
              <a:gdLst/>
              <a:ahLst/>
              <a:cxnLst/>
              <a:rect l="l" t="t" r="r" b="b"/>
              <a:pathLst>
                <a:path w="147320" h="257810">
                  <a:moveTo>
                    <a:pt x="63924" y="0"/>
                  </a:moveTo>
                  <a:lnTo>
                    <a:pt x="57935" y="0"/>
                  </a:lnTo>
                  <a:lnTo>
                    <a:pt x="57307" y="52"/>
                  </a:lnTo>
                  <a:lnTo>
                    <a:pt x="7486" y="7559"/>
                  </a:lnTo>
                  <a:lnTo>
                    <a:pt x="4198" y="9779"/>
                  </a:lnTo>
                  <a:lnTo>
                    <a:pt x="356" y="16282"/>
                  </a:lnTo>
                  <a:lnTo>
                    <a:pt x="0" y="20229"/>
                  </a:lnTo>
                  <a:lnTo>
                    <a:pt x="86227" y="254254"/>
                  </a:lnTo>
                  <a:lnTo>
                    <a:pt x="90929" y="257541"/>
                  </a:lnTo>
                  <a:lnTo>
                    <a:pt x="137838" y="257541"/>
                  </a:lnTo>
                  <a:lnTo>
                    <a:pt x="141608" y="255615"/>
                  </a:lnTo>
                  <a:lnTo>
                    <a:pt x="146341" y="249112"/>
                  </a:lnTo>
                  <a:lnTo>
                    <a:pt x="147002" y="244976"/>
                  </a:lnTo>
                  <a:lnTo>
                    <a:pt x="96196" y="244976"/>
                  </a:lnTo>
                  <a:lnTo>
                    <a:pt x="13088" y="19423"/>
                  </a:lnTo>
                  <a:lnTo>
                    <a:pt x="58542" y="12565"/>
                  </a:lnTo>
                  <a:lnTo>
                    <a:pt x="71754" y="12565"/>
                  </a:lnTo>
                  <a:lnTo>
                    <a:pt x="68804" y="3455"/>
                  </a:lnTo>
                  <a:lnTo>
                    <a:pt x="63924" y="0"/>
                  </a:lnTo>
                  <a:close/>
                </a:path>
                <a:path w="147320" h="257810">
                  <a:moveTo>
                    <a:pt x="71754" y="12565"/>
                  </a:moveTo>
                  <a:lnTo>
                    <a:pt x="58542" y="12565"/>
                  </a:lnTo>
                  <a:lnTo>
                    <a:pt x="133807" y="244976"/>
                  </a:lnTo>
                  <a:lnTo>
                    <a:pt x="147002" y="244976"/>
                  </a:lnTo>
                  <a:lnTo>
                    <a:pt x="71754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78365" y="4342819"/>
              <a:ext cx="577259" cy="126186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24002" y="3293653"/>
              <a:ext cx="2667355" cy="663863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98819" y="4372545"/>
              <a:ext cx="1601853" cy="127616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9692419" y="4366261"/>
              <a:ext cx="1614805" cy="1289050"/>
            </a:xfrm>
            <a:custGeom>
              <a:avLst/>
              <a:gdLst/>
              <a:ahLst/>
              <a:cxnLst/>
              <a:rect l="l" t="t" r="r" b="b"/>
              <a:pathLst>
                <a:path w="1614804" h="1289050">
                  <a:moveTo>
                    <a:pt x="142142" y="635928"/>
                  </a:moveTo>
                  <a:lnTo>
                    <a:pt x="136896" y="635928"/>
                  </a:lnTo>
                  <a:lnTo>
                    <a:pt x="133367" y="637488"/>
                  </a:lnTo>
                  <a:lnTo>
                    <a:pt x="1057" y="793159"/>
                  </a:lnTo>
                  <a:lnTo>
                    <a:pt x="0" y="796467"/>
                  </a:lnTo>
                  <a:lnTo>
                    <a:pt x="565" y="803148"/>
                  </a:lnTo>
                  <a:lnTo>
                    <a:pt x="43950" y="839470"/>
                  </a:lnTo>
                  <a:lnTo>
                    <a:pt x="107361" y="886770"/>
                  </a:lnTo>
                  <a:lnTo>
                    <a:pt x="148679" y="916104"/>
                  </a:lnTo>
                  <a:lnTo>
                    <a:pt x="195709" y="948211"/>
                  </a:lnTo>
                  <a:lnTo>
                    <a:pt x="247926" y="982328"/>
                  </a:lnTo>
                  <a:lnTo>
                    <a:pt x="304810" y="1017693"/>
                  </a:lnTo>
                  <a:lnTo>
                    <a:pt x="365835" y="1053542"/>
                  </a:lnTo>
                  <a:lnTo>
                    <a:pt x="430480" y="1089114"/>
                  </a:lnTo>
                  <a:lnTo>
                    <a:pt x="498222" y="1123645"/>
                  </a:lnTo>
                  <a:lnTo>
                    <a:pt x="568537" y="1156373"/>
                  </a:lnTo>
                  <a:lnTo>
                    <a:pt x="618927" y="1177579"/>
                  </a:lnTo>
                  <a:lnTo>
                    <a:pt x="670579" y="1197268"/>
                  </a:lnTo>
                  <a:lnTo>
                    <a:pt x="723053" y="1215334"/>
                  </a:lnTo>
                  <a:lnTo>
                    <a:pt x="775906" y="1231672"/>
                  </a:lnTo>
                  <a:lnTo>
                    <a:pt x="828699" y="1246176"/>
                  </a:lnTo>
                  <a:lnTo>
                    <a:pt x="880989" y="1258738"/>
                  </a:lnTo>
                  <a:lnTo>
                    <a:pt x="932337" y="1269255"/>
                  </a:lnTo>
                  <a:lnTo>
                    <a:pt x="982302" y="1277618"/>
                  </a:lnTo>
                  <a:lnTo>
                    <a:pt x="1030442" y="1283724"/>
                  </a:lnTo>
                  <a:lnTo>
                    <a:pt x="1076316" y="1287465"/>
                  </a:lnTo>
                  <a:lnTo>
                    <a:pt x="1119484" y="1288735"/>
                  </a:lnTo>
                  <a:lnTo>
                    <a:pt x="1162176" y="1287288"/>
                  </a:lnTo>
                  <a:lnTo>
                    <a:pt x="1200377" y="1282960"/>
                  </a:lnTo>
                  <a:lnTo>
                    <a:pt x="1232111" y="1276170"/>
                  </a:lnTo>
                  <a:lnTo>
                    <a:pt x="1119484" y="1276170"/>
                  </a:lnTo>
                  <a:lnTo>
                    <a:pt x="1076804" y="1274929"/>
                  </a:lnTo>
                  <a:lnTo>
                    <a:pt x="1031504" y="1271269"/>
                  </a:lnTo>
                  <a:lnTo>
                    <a:pt x="983994" y="1265283"/>
                  </a:lnTo>
                  <a:lnTo>
                    <a:pt x="934686" y="1257064"/>
                  </a:lnTo>
                  <a:lnTo>
                    <a:pt x="883988" y="1246706"/>
                  </a:lnTo>
                  <a:lnTo>
                    <a:pt x="832312" y="1234304"/>
                  </a:lnTo>
                  <a:lnTo>
                    <a:pt x="780068" y="1219949"/>
                  </a:lnTo>
                  <a:lnTo>
                    <a:pt x="727666" y="1203737"/>
                  </a:lnTo>
                  <a:lnTo>
                    <a:pt x="675516" y="1185760"/>
                  </a:lnTo>
                  <a:lnTo>
                    <a:pt x="624029" y="1166112"/>
                  </a:lnTo>
                  <a:lnTo>
                    <a:pt x="573616" y="1144886"/>
                  </a:lnTo>
                  <a:lnTo>
                    <a:pt x="354584" y="1032716"/>
                  </a:lnTo>
                  <a:lnTo>
                    <a:pt x="176406" y="920182"/>
                  </a:lnTo>
                  <a:lnTo>
                    <a:pt x="56630" y="833463"/>
                  </a:lnTo>
                  <a:lnTo>
                    <a:pt x="12805" y="798740"/>
                  </a:lnTo>
                  <a:lnTo>
                    <a:pt x="140498" y="648493"/>
                  </a:lnTo>
                  <a:lnTo>
                    <a:pt x="172801" y="648493"/>
                  </a:lnTo>
                  <a:lnTo>
                    <a:pt x="143807" y="636252"/>
                  </a:lnTo>
                  <a:lnTo>
                    <a:pt x="142142" y="635928"/>
                  </a:lnTo>
                  <a:close/>
                </a:path>
                <a:path w="1614804" h="1289050">
                  <a:moveTo>
                    <a:pt x="1533885" y="12565"/>
                  </a:moveTo>
                  <a:lnTo>
                    <a:pt x="1486499" y="12565"/>
                  </a:lnTo>
                  <a:lnTo>
                    <a:pt x="1493923" y="13004"/>
                  </a:lnTo>
                  <a:lnTo>
                    <a:pt x="1501430" y="13894"/>
                  </a:lnTo>
                  <a:lnTo>
                    <a:pt x="1541111" y="31328"/>
                  </a:lnTo>
                  <a:lnTo>
                    <a:pt x="1570312" y="70935"/>
                  </a:lnTo>
                  <a:lnTo>
                    <a:pt x="1589710" y="129682"/>
                  </a:lnTo>
                  <a:lnTo>
                    <a:pt x="1599982" y="204534"/>
                  </a:lnTo>
                  <a:lnTo>
                    <a:pt x="1601908" y="247051"/>
                  </a:lnTo>
                  <a:lnTo>
                    <a:pt x="1601806" y="292456"/>
                  </a:lnTo>
                  <a:lnTo>
                    <a:pt x="1599760" y="340370"/>
                  </a:lnTo>
                  <a:lnTo>
                    <a:pt x="1595857" y="390413"/>
                  </a:lnTo>
                  <a:lnTo>
                    <a:pt x="1590179" y="442206"/>
                  </a:lnTo>
                  <a:lnTo>
                    <a:pt x="1582812" y="495369"/>
                  </a:lnTo>
                  <a:lnTo>
                    <a:pt x="1573841" y="549524"/>
                  </a:lnTo>
                  <a:lnTo>
                    <a:pt x="1563350" y="604291"/>
                  </a:lnTo>
                  <a:lnTo>
                    <a:pt x="1551423" y="659291"/>
                  </a:lnTo>
                  <a:lnTo>
                    <a:pt x="1538145" y="714143"/>
                  </a:lnTo>
                  <a:lnTo>
                    <a:pt x="1523602" y="768470"/>
                  </a:lnTo>
                  <a:lnTo>
                    <a:pt x="1507876" y="821891"/>
                  </a:lnTo>
                  <a:lnTo>
                    <a:pt x="1491054" y="874027"/>
                  </a:lnTo>
                  <a:lnTo>
                    <a:pt x="1473219" y="924499"/>
                  </a:lnTo>
                  <a:lnTo>
                    <a:pt x="1454457" y="972927"/>
                  </a:lnTo>
                  <a:lnTo>
                    <a:pt x="1434851" y="1018932"/>
                  </a:lnTo>
                  <a:lnTo>
                    <a:pt x="1414487" y="1062135"/>
                  </a:lnTo>
                  <a:lnTo>
                    <a:pt x="1393449" y="1102156"/>
                  </a:lnTo>
                  <a:lnTo>
                    <a:pt x="1371821" y="1138616"/>
                  </a:lnTo>
                  <a:lnTo>
                    <a:pt x="1349689" y="1171136"/>
                  </a:lnTo>
                  <a:lnTo>
                    <a:pt x="1304248" y="1222836"/>
                  </a:lnTo>
                  <a:lnTo>
                    <a:pt x="1257804" y="1254223"/>
                  </a:lnTo>
                  <a:lnTo>
                    <a:pt x="1196682" y="1270816"/>
                  </a:lnTo>
                  <a:lnTo>
                    <a:pt x="1119484" y="1276170"/>
                  </a:lnTo>
                  <a:lnTo>
                    <a:pt x="1232111" y="1276170"/>
                  </a:lnTo>
                  <a:lnTo>
                    <a:pt x="1288095" y="1251543"/>
                  </a:lnTo>
                  <a:lnTo>
                    <a:pt x="1339197" y="1203926"/>
                  </a:lnTo>
                  <a:lnTo>
                    <a:pt x="1364710" y="1171034"/>
                  </a:lnTo>
                  <a:lnTo>
                    <a:pt x="1390004" y="1132428"/>
                  </a:lnTo>
                  <a:lnTo>
                    <a:pt x="1414933" y="1088368"/>
                  </a:lnTo>
                  <a:lnTo>
                    <a:pt x="1439352" y="1039110"/>
                  </a:lnTo>
                  <a:lnTo>
                    <a:pt x="1463113" y="984912"/>
                  </a:lnTo>
                  <a:lnTo>
                    <a:pt x="1486072" y="926031"/>
                  </a:lnTo>
                  <a:lnTo>
                    <a:pt x="1508083" y="862726"/>
                  </a:lnTo>
                  <a:lnTo>
                    <a:pt x="1529000" y="795253"/>
                  </a:lnTo>
                  <a:lnTo>
                    <a:pt x="1544366" y="740184"/>
                  </a:lnTo>
                  <a:lnTo>
                    <a:pt x="1558319" y="684997"/>
                  </a:lnTo>
                  <a:lnTo>
                    <a:pt x="1570822" y="630000"/>
                  </a:lnTo>
                  <a:lnTo>
                    <a:pt x="1581837" y="575503"/>
                  </a:lnTo>
                  <a:lnTo>
                    <a:pt x="1591324" y="521814"/>
                  </a:lnTo>
                  <a:lnTo>
                    <a:pt x="1599247" y="469242"/>
                  </a:lnTo>
                  <a:lnTo>
                    <a:pt x="1605566" y="418096"/>
                  </a:lnTo>
                  <a:lnTo>
                    <a:pt x="1610243" y="368686"/>
                  </a:lnTo>
                  <a:lnTo>
                    <a:pt x="1613241" y="321319"/>
                  </a:lnTo>
                  <a:lnTo>
                    <a:pt x="1614520" y="276304"/>
                  </a:lnTo>
                  <a:lnTo>
                    <a:pt x="1614043" y="233951"/>
                  </a:lnTo>
                  <a:lnTo>
                    <a:pt x="1611772" y="194569"/>
                  </a:lnTo>
                  <a:lnTo>
                    <a:pt x="1593029" y="93629"/>
                  </a:lnTo>
                  <a:lnTo>
                    <a:pt x="1570628" y="45751"/>
                  </a:lnTo>
                  <a:lnTo>
                    <a:pt x="1540557" y="14966"/>
                  </a:lnTo>
                  <a:lnTo>
                    <a:pt x="1533885" y="12565"/>
                  </a:lnTo>
                  <a:close/>
                </a:path>
                <a:path w="1614804" h="1289050">
                  <a:moveTo>
                    <a:pt x="172801" y="648493"/>
                  </a:moveTo>
                  <a:lnTo>
                    <a:pt x="140498" y="648493"/>
                  </a:lnTo>
                  <a:lnTo>
                    <a:pt x="861213" y="950652"/>
                  </a:lnTo>
                  <a:lnTo>
                    <a:pt x="967676" y="989156"/>
                  </a:lnTo>
                  <a:lnTo>
                    <a:pt x="1014073" y="996053"/>
                  </a:lnTo>
                  <a:lnTo>
                    <a:pt x="1014723" y="996084"/>
                  </a:lnTo>
                  <a:lnTo>
                    <a:pt x="1015058" y="996084"/>
                  </a:lnTo>
                  <a:lnTo>
                    <a:pt x="1027453" y="992410"/>
                  </a:lnTo>
                  <a:lnTo>
                    <a:pt x="1037148" y="983509"/>
                  </a:lnTo>
                  <a:lnTo>
                    <a:pt x="1015058" y="983509"/>
                  </a:lnTo>
                  <a:lnTo>
                    <a:pt x="1003996" y="981354"/>
                  </a:lnTo>
                  <a:lnTo>
                    <a:pt x="958939" y="966801"/>
                  </a:lnTo>
                  <a:lnTo>
                    <a:pt x="843804" y="923570"/>
                  </a:lnTo>
                  <a:lnTo>
                    <a:pt x="444590" y="762105"/>
                  </a:lnTo>
                  <a:lnTo>
                    <a:pt x="172801" y="648493"/>
                  </a:lnTo>
                  <a:close/>
                </a:path>
                <a:path w="1614804" h="1289050">
                  <a:moveTo>
                    <a:pt x="1487033" y="0"/>
                  </a:moveTo>
                  <a:lnTo>
                    <a:pt x="1479295" y="0"/>
                  </a:lnTo>
                  <a:lnTo>
                    <a:pt x="1442925" y="3592"/>
                  </a:lnTo>
                  <a:lnTo>
                    <a:pt x="1377668" y="30775"/>
                  </a:lnTo>
                  <a:lnTo>
                    <a:pt x="1321554" y="81162"/>
                  </a:lnTo>
                  <a:lnTo>
                    <a:pt x="1296614" y="113759"/>
                  </a:lnTo>
                  <a:lnTo>
                    <a:pt x="1273585" y="150599"/>
                  </a:lnTo>
                  <a:lnTo>
                    <a:pt x="1252342" y="191164"/>
                  </a:lnTo>
                  <a:lnTo>
                    <a:pt x="1232760" y="234935"/>
                  </a:lnTo>
                  <a:lnTo>
                    <a:pt x="1214715" y="281392"/>
                  </a:lnTo>
                  <a:lnTo>
                    <a:pt x="1198081" y="330016"/>
                  </a:lnTo>
                  <a:lnTo>
                    <a:pt x="1182734" y="380288"/>
                  </a:lnTo>
                  <a:lnTo>
                    <a:pt x="1168548" y="431690"/>
                  </a:lnTo>
                  <a:lnTo>
                    <a:pt x="1155398" y="483701"/>
                  </a:lnTo>
                  <a:lnTo>
                    <a:pt x="1143160" y="535803"/>
                  </a:lnTo>
                  <a:lnTo>
                    <a:pt x="1131709" y="587478"/>
                  </a:lnTo>
                  <a:lnTo>
                    <a:pt x="1120920" y="638205"/>
                  </a:lnTo>
                  <a:lnTo>
                    <a:pt x="1110667" y="687465"/>
                  </a:lnTo>
                  <a:lnTo>
                    <a:pt x="1097615" y="749991"/>
                  </a:lnTo>
                  <a:lnTo>
                    <a:pt x="1085126" y="807318"/>
                  </a:lnTo>
                  <a:lnTo>
                    <a:pt x="1072845" y="858672"/>
                  </a:lnTo>
                  <a:lnTo>
                    <a:pt x="1060417" y="903281"/>
                  </a:lnTo>
                  <a:lnTo>
                    <a:pt x="1045345" y="945267"/>
                  </a:lnTo>
                  <a:lnTo>
                    <a:pt x="1022373" y="980790"/>
                  </a:lnTo>
                  <a:lnTo>
                    <a:pt x="1015058" y="983509"/>
                  </a:lnTo>
                  <a:lnTo>
                    <a:pt x="1037148" y="983509"/>
                  </a:lnTo>
                  <a:lnTo>
                    <a:pt x="1060454" y="941604"/>
                  </a:lnTo>
                  <a:lnTo>
                    <a:pt x="1080228" y="879954"/>
                  </a:lnTo>
                  <a:lnTo>
                    <a:pt x="1089824" y="842409"/>
                  </a:lnTo>
                  <a:lnTo>
                    <a:pt x="1099395" y="801101"/>
                  </a:lnTo>
                  <a:lnTo>
                    <a:pt x="1109065" y="756566"/>
                  </a:lnTo>
                  <a:lnTo>
                    <a:pt x="1118962" y="709344"/>
                  </a:lnTo>
                  <a:lnTo>
                    <a:pt x="1129211" y="659971"/>
                  </a:lnTo>
                  <a:lnTo>
                    <a:pt x="1139937" y="608985"/>
                  </a:lnTo>
                  <a:lnTo>
                    <a:pt x="1151268" y="556923"/>
                  </a:lnTo>
                  <a:lnTo>
                    <a:pt x="1163328" y="504324"/>
                  </a:lnTo>
                  <a:lnTo>
                    <a:pt x="1176244" y="451726"/>
                  </a:lnTo>
                  <a:lnTo>
                    <a:pt x="1190141" y="399664"/>
                  </a:lnTo>
                  <a:lnTo>
                    <a:pt x="1205145" y="348678"/>
                  </a:lnTo>
                  <a:lnTo>
                    <a:pt x="1221383" y="299305"/>
                  </a:lnTo>
                  <a:lnTo>
                    <a:pt x="1238980" y="252082"/>
                  </a:lnTo>
                  <a:lnTo>
                    <a:pt x="1258063" y="207548"/>
                  </a:lnTo>
                  <a:lnTo>
                    <a:pt x="1278756" y="166240"/>
                  </a:lnTo>
                  <a:lnTo>
                    <a:pt x="1301186" y="128694"/>
                  </a:lnTo>
                  <a:lnTo>
                    <a:pt x="1325479" y="95450"/>
                  </a:lnTo>
                  <a:lnTo>
                    <a:pt x="1351761" y="67045"/>
                  </a:lnTo>
                  <a:lnTo>
                    <a:pt x="1410795" y="26902"/>
                  </a:lnTo>
                  <a:lnTo>
                    <a:pt x="1479295" y="12565"/>
                  </a:lnTo>
                  <a:lnTo>
                    <a:pt x="1533885" y="12565"/>
                  </a:lnTo>
                  <a:lnTo>
                    <a:pt x="1502907" y="1413"/>
                  </a:lnTo>
                  <a:lnTo>
                    <a:pt x="1494970" y="471"/>
                  </a:lnTo>
                  <a:lnTo>
                    <a:pt x="14870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286780" y="3824233"/>
              <a:ext cx="371475" cy="615950"/>
            </a:xfrm>
            <a:custGeom>
              <a:avLst/>
              <a:gdLst/>
              <a:ahLst/>
              <a:cxnLst/>
              <a:rect l="l" t="t" r="r" b="b"/>
              <a:pathLst>
                <a:path w="371475" h="615950">
                  <a:moveTo>
                    <a:pt x="237235" y="0"/>
                  </a:moveTo>
                  <a:lnTo>
                    <a:pt x="198752" y="12085"/>
                  </a:lnTo>
                  <a:lnTo>
                    <a:pt x="151577" y="42445"/>
                  </a:lnTo>
                  <a:lnTo>
                    <a:pt x="102437" y="82229"/>
                  </a:lnTo>
                  <a:lnTo>
                    <a:pt x="58060" y="122590"/>
                  </a:lnTo>
                  <a:lnTo>
                    <a:pt x="25175" y="154679"/>
                  </a:lnTo>
                  <a:lnTo>
                    <a:pt x="6116" y="213914"/>
                  </a:lnTo>
                  <a:lnTo>
                    <a:pt x="3766" y="257219"/>
                  </a:lnTo>
                  <a:lnTo>
                    <a:pt x="1567" y="310137"/>
                  </a:lnTo>
                  <a:lnTo>
                    <a:pt x="0" y="379124"/>
                  </a:lnTo>
                  <a:lnTo>
                    <a:pt x="242" y="439604"/>
                  </a:lnTo>
                  <a:lnTo>
                    <a:pt x="2291" y="491383"/>
                  </a:lnTo>
                  <a:lnTo>
                    <a:pt x="6143" y="534266"/>
                  </a:lnTo>
                  <a:lnTo>
                    <a:pt x="44088" y="593929"/>
                  </a:lnTo>
                  <a:lnTo>
                    <a:pt x="82229" y="609921"/>
                  </a:lnTo>
                  <a:lnTo>
                    <a:pt x="131249" y="615457"/>
                  </a:lnTo>
                  <a:lnTo>
                    <a:pt x="187013" y="610111"/>
                  </a:lnTo>
                  <a:lnTo>
                    <a:pt x="237806" y="595347"/>
                  </a:lnTo>
                  <a:lnTo>
                    <a:pt x="282591" y="573075"/>
                  </a:lnTo>
                  <a:lnTo>
                    <a:pt x="320330" y="545208"/>
                  </a:lnTo>
                  <a:lnTo>
                    <a:pt x="349985" y="513656"/>
                  </a:lnTo>
                  <a:lnTo>
                    <a:pt x="370519" y="480330"/>
                  </a:lnTo>
                  <a:lnTo>
                    <a:pt x="371283" y="477346"/>
                  </a:lnTo>
                  <a:lnTo>
                    <a:pt x="357972" y="431796"/>
                  </a:lnTo>
                  <a:lnTo>
                    <a:pt x="344709" y="384970"/>
                  </a:lnTo>
                  <a:lnTo>
                    <a:pt x="328964" y="327510"/>
                  </a:lnTo>
                  <a:lnTo>
                    <a:pt x="312290" y="263836"/>
                  </a:lnTo>
                  <a:lnTo>
                    <a:pt x="296237" y="198366"/>
                  </a:lnTo>
                  <a:lnTo>
                    <a:pt x="282360" y="135519"/>
                  </a:lnTo>
                  <a:lnTo>
                    <a:pt x="272210" y="79714"/>
                  </a:lnTo>
                  <a:lnTo>
                    <a:pt x="267339" y="35370"/>
                  </a:lnTo>
                  <a:lnTo>
                    <a:pt x="263530" y="16861"/>
                  </a:lnTo>
                  <a:lnTo>
                    <a:pt x="255742" y="6145"/>
                  </a:lnTo>
                  <a:lnTo>
                    <a:pt x="246227" y="1199"/>
                  </a:lnTo>
                  <a:lnTo>
                    <a:pt x="23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280499" y="3817946"/>
              <a:ext cx="384175" cy="628650"/>
            </a:xfrm>
            <a:custGeom>
              <a:avLst/>
              <a:gdLst/>
              <a:ahLst/>
              <a:cxnLst/>
              <a:rect l="l" t="t" r="r" b="b"/>
              <a:pathLst>
                <a:path w="384175" h="628650">
                  <a:moveTo>
                    <a:pt x="168962" y="33902"/>
                  </a:moveTo>
                  <a:lnTo>
                    <a:pt x="109681" y="79209"/>
                  </a:lnTo>
                  <a:lnTo>
                    <a:pt x="65147" y="119299"/>
                  </a:lnTo>
                  <a:lnTo>
                    <a:pt x="30664" y="152785"/>
                  </a:lnTo>
                  <a:lnTo>
                    <a:pt x="7972" y="190927"/>
                  </a:lnTo>
                  <a:lnTo>
                    <a:pt x="3769" y="263364"/>
                  </a:lnTo>
                  <a:lnTo>
                    <a:pt x="1567" y="316639"/>
                  </a:lnTo>
                  <a:lnTo>
                    <a:pt x="0" y="385442"/>
                  </a:lnTo>
                  <a:lnTo>
                    <a:pt x="244" y="446169"/>
                  </a:lnTo>
                  <a:lnTo>
                    <a:pt x="2307" y="498195"/>
                  </a:lnTo>
                  <a:lnTo>
                    <a:pt x="6184" y="541323"/>
                  </a:lnTo>
                  <a:lnTo>
                    <a:pt x="18963" y="577776"/>
                  </a:lnTo>
                  <a:lnTo>
                    <a:pt x="46111" y="605037"/>
                  </a:lnTo>
                  <a:lnTo>
                    <a:pt x="86132" y="622119"/>
                  </a:lnTo>
                  <a:lnTo>
                    <a:pt x="137531" y="628033"/>
                  </a:lnTo>
                  <a:lnTo>
                    <a:pt x="172759" y="625658"/>
                  </a:lnTo>
                  <a:lnTo>
                    <a:pt x="208691" y="618742"/>
                  </a:lnTo>
                  <a:lnTo>
                    <a:pt x="219094" y="615468"/>
                  </a:lnTo>
                  <a:lnTo>
                    <a:pt x="137531" y="615468"/>
                  </a:lnTo>
                  <a:lnTo>
                    <a:pt x="93807" y="610900"/>
                  </a:lnTo>
                  <a:lnTo>
                    <a:pt x="57352" y="596979"/>
                  </a:lnTo>
                  <a:lnTo>
                    <a:pt x="18655" y="539774"/>
                  </a:lnTo>
                  <a:lnTo>
                    <a:pt x="14402" y="489508"/>
                  </a:lnTo>
                  <a:lnTo>
                    <a:pt x="12724" y="436389"/>
                  </a:lnTo>
                  <a:lnTo>
                    <a:pt x="12718" y="374037"/>
                  </a:lnTo>
                  <a:lnTo>
                    <a:pt x="14149" y="316210"/>
                  </a:lnTo>
                  <a:lnTo>
                    <a:pt x="16351" y="263194"/>
                  </a:lnTo>
                  <a:lnTo>
                    <a:pt x="18709" y="219806"/>
                  </a:lnTo>
                  <a:lnTo>
                    <a:pt x="21325" y="180277"/>
                  </a:lnTo>
                  <a:lnTo>
                    <a:pt x="115000" y="83318"/>
                  </a:lnTo>
                  <a:lnTo>
                    <a:pt x="168962" y="33902"/>
                  </a:lnTo>
                  <a:close/>
                </a:path>
                <a:path w="384175" h="628650">
                  <a:moveTo>
                    <a:pt x="269658" y="12565"/>
                  </a:moveTo>
                  <a:lnTo>
                    <a:pt x="243517" y="12565"/>
                  </a:lnTo>
                  <a:lnTo>
                    <a:pt x="252983" y="14221"/>
                  </a:lnTo>
                  <a:lnTo>
                    <a:pt x="260294" y="19430"/>
                  </a:lnTo>
                  <a:lnTo>
                    <a:pt x="265174" y="28551"/>
                  </a:lnTo>
                  <a:lnTo>
                    <a:pt x="267349" y="41946"/>
                  </a:lnTo>
                  <a:lnTo>
                    <a:pt x="285774" y="158887"/>
                  </a:lnTo>
                  <a:lnTo>
                    <a:pt x="321194" y="305511"/>
                  </a:lnTo>
                  <a:lnTo>
                    <a:pt x="355631" y="430857"/>
                  </a:lnTo>
                  <a:lnTo>
                    <a:pt x="371105" y="483964"/>
                  </a:lnTo>
                  <a:lnTo>
                    <a:pt x="346140" y="523045"/>
                  </a:lnTo>
                  <a:lnTo>
                    <a:pt x="312245" y="555613"/>
                  </a:lnTo>
                  <a:lnTo>
                    <a:pt x="271928" y="581403"/>
                  </a:lnTo>
                  <a:lnTo>
                    <a:pt x="227699" y="600152"/>
                  </a:lnTo>
                  <a:lnTo>
                    <a:pt x="182063" y="611595"/>
                  </a:lnTo>
                  <a:lnTo>
                    <a:pt x="137531" y="615468"/>
                  </a:lnTo>
                  <a:lnTo>
                    <a:pt x="219094" y="615468"/>
                  </a:lnTo>
                  <a:lnTo>
                    <a:pt x="277746" y="592536"/>
                  </a:lnTo>
                  <a:lnTo>
                    <a:pt x="312041" y="571495"/>
                  </a:lnTo>
                  <a:lnTo>
                    <a:pt x="364782" y="519502"/>
                  </a:lnTo>
                  <a:lnTo>
                    <a:pt x="383795" y="486477"/>
                  </a:lnTo>
                  <a:lnTo>
                    <a:pt x="384026" y="483304"/>
                  </a:lnTo>
                  <a:lnTo>
                    <a:pt x="383136" y="480362"/>
                  </a:lnTo>
                  <a:lnTo>
                    <a:pt x="379505" y="468087"/>
                  </a:lnTo>
                  <a:lnTo>
                    <a:pt x="357069" y="389680"/>
                  </a:lnTo>
                  <a:lnTo>
                    <a:pt x="341363" y="332376"/>
                  </a:lnTo>
                  <a:lnTo>
                    <a:pt x="324729" y="268888"/>
                  </a:lnTo>
                  <a:lnTo>
                    <a:pt x="308716" y="203630"/>
                  </a:lnTo>
                  <a:lnTo>
                    <a:pt x="294874" y="141016"/>
                  </a:lnTo>
                  <a:lnTo>
                    <a:pt x="284750" y="85458"/>
                  </a:lnTo>
                  <a:lnTo>
                    <a:pt x="279893" y="41370"/>
                  </a:lnTo>
                  <a:lnTo>
                    <a:pt x="274938" y="19153"/>
                  </a:lnTo>
                  <a:lnTo>
                    <a:pt x="269658" y="12565"/>
                  </a:lnTo>
                  <a:close/>
                </a:path>
                <a:path w="384175" h="628650">
                  <a:moveTo>
                    <a:pt x="170422" y="32991"/>
                  </a:moveTo>
                  <a:lnTo>
                    <a:pt x="169370" y="33529"/>
                  </a:lnTo>
                  <a:lnTo>
                    <a:pt x="168962" y="33902"/>
                  </a:lnTo>
                  <a:lnTo>
                    <a:pt x="170422" y="32991"/>
                  </a:lnTo>
                  <a:close/>
                </a:path>
                <a:path w="384175" h="628650">
                  <a:moveTo>
                    <a:pt x="243517" y="0"/>
                  </a:moveTo>
                  <a:lnTo>
                    <a:pt x="204872" y="11490"/>
                  </a:lnTo>
                  <a:lnTo>
                    <a:pt x="170422" y="32991"/>
                  </a:lnTo>
                  <a:lnTo>
                    <a:pt x="205266" y="15185"/>
                  </a:lnTo>
                  <a:lnTo>
                    <a:pt x="243517" y="12565"/>
                  </a:lnTo>
                  <a:lnTo>
                    <a:pt x="269658" y="12565"/>
                  </a:lnTo>
                  <a:lnTo>
                    <a:pt x="264944" y="6683"/>
                  </a:lnTo>
                  <a:lnTo>
                    <a:pt x="253331" y="1213"/>
                  </a:lnTo>
                  <a:lnTo>
                    <a:pt x="2435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956491" y="3615095"/>
              <a:ext cx="673100" cy="591185"/>
            </a:xfrm>
            <a:custGeom>
              <a:avLst/>
              <a:gdLst/>
              <a:ahLst/>
              <a:cxnLst/>
              <a:rect l="l" t="t" r="r" b="b"/>
              <a:pathLst>
                <a:path w="673100" h="591185">
                  <a:moveTo>
                    <a:pt x="419505" y="0"/>
                  </a:moveTo>
                  <a:lnTo>
                    <a:pt x="392500" y="4262"/>
                  </a:lnTo>
                  <a:lnTo>
                    <a:pt x="362873" y="15599"/>
                  </a:lnTo>
                  <a:lnTo>
                    <a:pt x="331189" y="31831"/>
                  </a:lnTo>
                  <a:lnTo>
                    <a:pt x="274260" y="64457"/>
                  </a:lnTo>
                  <a:lnTo>
                    <a:pt x="250638" y="77343"/>
                  </a:lnTo>
                  <a:lnTo>
                    <a:pt x="205920" y="96677"/>
                  </a:lnTo>
                  <a:lnTo>
                    <a:pt x="136662" y="114907"/>
                  </a:lnTo>
                  <a:lnTo>
                    <a:pt x="72369" y="127702"/>
                  </a:lnTo>
                  <a:lnTo>
                    <a:pt x="24827" y="135268"/>
                  </a:lnTo>
                  <a:lnTo>
                    <a:pt x="3978" y="138027"/>
                  </a:lnTo>
                  <a:lnTo>
                    <a:pt x="2335" y="139042"/>
                  </a:lnTo>
                  <a:lnTo>
                    <a:pt x="293" y="142142"/>
                  </a:lnTo>
                  <a:lnTo>
                    <a:pt x="0" y="144058"/>
                  </a:lnTo>
                  <a:lnTo>
                    <a:pt x="4629" y="158793"/>
                  </a:lnTo>
                  <a:lnTo>
                    <a:pt x="35437" y="242412"/>
                  </a:lnTo>
                  <a:lnTo>
                    <a:pt x="61626" y="302391"/>
                  </a:lnTo>
                  <a:lnTo>
                    <a:pt x="94656" y="367360"/>
                  </a:lnTo>
                  <a:lnTo>
                    <a:pt x="125570" y="418944"/>
                  </a:lnTo>
                  <a:lnTo>
                    <a:pt x="157503" y="463970"/>
                  </a:lnTo>
                  <a:lnTo>
                    <a:pt x="190339" y="502339"/>
                  </a:lnTo>
                  <a:lnTo>
                    <a:pt x="223960" y="533953"/>
                  </a:lnTo>
                  <a:lnTo>
                    <a:pt x="258248" y="558714"/>
                  </a:lnTo>
                  <a:lnTo>
                    <a:pt x="293085" y="576523"/>
                  </a:lnTo>
                  <a:lnTo>
                    <a:pt x="363967" y="590893"/>
                  </a:lnTo>
                  <a:lnTo>
                    <a:pt x="367800" y="590893"/>
                  </a:lnTo>
                  <a:lnTo>
                    <a:pt x="432870" y="580563"/>
                  </a:lnTo>
                  <a:lnTo>
                    <a:pt x="479196" y="560112"/>
                  </a:lnTo>
                  <a:lnTo>
                    <a:pt x="515689" y="531265"/>
                  </a:lnTo>
                  <a:lnTo>
                    <a:pt x="543547" y="496114"/>
                  </a:lnTo>
                  <a:lnTo>
                    <a:pt x="563963" y="456754"/>
                  </a:lnTo>
                  <a:lnTo>
                    <a:pt x="578133" y="415276"/>
                  </a:lnTo>
                  <a:lnTo>
                    <a:pt x="587253" y="373773"/>
                  </a:lnTo>
                  <a:lnTo>
                    <a:pt x="592518" y="334338"/>
                  </a:lnTo>
                  <a:lnTo>
                    <a:pt x="596903" y="250369"/>
                  </a:lnTo>
                  <a:lnTo>
                    <a:pt x="597562" y="245688"/>
                  </a:lnTo>
                  <a:lnTo>
                    <a:pt x="601055" y="234999"/>
                  </a:lnTo>
                  <a:lnTo>
                    <a:pt x="607968" y="223175"/>
                  </a:lnTo>
                  <a:lnTo>
                    <a:pt x="617264" y="210468"/>
                  </a:lnTo>
                  <a:lnTo>
                    <a:pt x="627907" y="197135"/>
                  </a:lnTo>
                  <a:lnTo>
                    <a:pt x="648041" y="171138"/>
                  </a:lnTo>
                  <a:lnTo>
                    <a:pt x="664852" y="142752"/>
                  </a:lnTo>
                  <a:lnTo>
                    <a:pt x="672583" y="112595"/>
                  </a:lnTo>
                  <a:lnTo>
                    <a:pt x="665477" y="81285"/>
                  </a:lnTo>
                  <a:lnTo>
                    <a:pt x="651667" y="60904"/>
                  </a:lnTo>
                  <a:lnTo>
                    <a:pt x="636946" y="48592"/>
                  </a:lnTo>
                  <a:lnTo>
                    <a:pt x="622457" y="42536"/>
                  </a:lnTo>
                  <a:lnTo>
                    <a:pt x="609342" y="40920"/>
                  </a:lnTo>
                  <a:lnTo>
                    <a:pt x="591145" y="43806"/>
                  </a:lnTo>
                  <a:lnTo>
                    <a:pt x="574807" y="51333"/>
                  </a:lnTo>
                  <a:lnTo>
                    <a:pt x="561237" y="61805"/>
                  </a:lnTo>
                  <a:lnTo>
                    <a:pt x="551344" y="73526"/>
                  </a:lnTo>
                  <a:lnTo>
                    <a:pt x="542000" y="86205"/>
                  </a:lnTo>
                  <a:lnTo>
                    <a:pt x="533024" y="95292"/>
                  </a:lnTo>
                  <a:lnTo>
                    <a:pt x="524446" y="100764"/>
                  </a:lnTo>
                  <a:lnTo>
                    <a:pt x="516298" y="102593"/>
                  </a:lnTo>
                  <a:lnTo>
                    <a:pt x="504962" y="98718"/>
                  </a:lnTo>
                  <a:lnTo>
                    <a:pt x="493765" y="87218"/>
                  </a:lnTo>
                  <a:lnTo>
                    <a:pt x="482858" y="68307"/>
                  </a:lnTo>
                  <a:lnTo>
                    <a:pt x="472393" y="42197"/>
                  </a:lnTo>
                  <a:lnTo>
                    <a:pt x="463651" y="23792"/>
                  </a:lnTo>
                  <a:lnTo>
                    <a:pt x="451890" y="10599"/>
                  </a:lnTo>
                  <a:lnTo>
                    <a:pt x="437159" y="2656"/>
                  </a:lnTo>
                  <a:lnTo>
                    <a:pt x="4195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949954" y="3608812"/>
              <a:ext cx="685800" cy="603885"/>
            </a:xfrm>
            <a:custGeom>
              <a:avLst/>
              <a:gdLst/>
              <a:ahLst/>
              <a:cxnLst/>
              <a:rect l="l" t="t" r="r" b="b"/>
              <a:pathLst>
                <a:path w="685800" h="603885">
                  <a:moveTo>
                    <a:pt x="426036" y="0"/>
                  </a:moveTo>
                  <a:lnTo>
                    <a:pt x="397934" y="4334"/>
                  </a:lnTo>
                  <a:lnTo>
                    <a:pt x="367483" y="15862"/>
                  </a:lnTo>
                  <a:lnTo>
                    <a:pt x="335146" y="32366"/>
                  </a:lnTo>
                  <a:lnTo>
                    <a:pt x="277876" y="65171"/>
                  </a:lnTo>
                  <a:lnTo>
                    <a:pt x="254531" y="77920"/>
                  </a:lnTo>
                  <a:lnTo>
                    <a:pt x="210608" y="96960"/>
                  </a:lnTo>
                  <a:lnTo>
                    <a:pt x="141737" y="115083"/>
                  </a:lnTo>
                  <a:lnTo>
                    <a:pt x="77806" y="127807"/>
                  </a:lnTo>
                  <a:lnTo>
                    <a:pt x="30531" y="135332"/>
                  </a:lnTo>
                  <a:lnTo>
                    <a:pt x="7954" y="138288"/>
                  </a:lnTo>
                  <a:lnTo>
                    <a:pt x="4645" y="140320"/>
                  </a:lnTo>
                  <a:lnTo>
                    <a:pt x="562" y="146508"/>
                  </a:lnTo>
                  <a:lnTo>
                    <a:pt x="0" y="150330"/>
                  </a:lnTo>
                  <a:lnTo>
                    <a:pt x="1054" y="153901"/>
                  </a:lnTo>
                  <a:lnTo>
                    <a:pt x="21546" y="214267"/>
                  </a:lnTo>
                  <a:lnTo>
                    <a:pt x="35817" y="251081"/>
                  </a:lnTo>
                  <a:lnTo>
                    <a:pt x="53698" y="293094"/>
                  </a:lnTo>
                  <a:lnTo>
                    <a:pt x="75179" y="338546"/>
                  </a:lnTo>
                  <a:lnTo>
                    <a:pt x="100200" y="385562"/>
                  </a:lnTo>
                  <a:lnTo>
                    <a:pt x="128713" y="432298"/>
                  </a:lnTo>
                  <a:lnTo>
                    <a:pt x="160671" y="476907"/>
                  </a:lnTo>
                  <a:lnTo>
                    <a:pt x="196026" y="517543"/>
                  </a:lnTo>
                  <a:lnTo>
                    <a:pt x="234730" y="552362"/>
                  </a:lnTo>
                  <a:lnTo>
                    <a:pt x="276737" y="579518"/>
                  </a:lnTo>
                  <a:lnTo>
                    <a:pt x="321998" y="597165"/>
                  </a:lnTo>
                  <a:lnTo>
                    <a:pt x="370467" y="603458"/>
                  </a:lnTo>
                  <a:lnTo>
                    <a:pt x="374498" y="603458"/>
                  </a:lnTo>
                  <a:lnTo>
                    <a:pt x="378414" y="603332"/>
                  </a:lnTo>
                  <a:lnTo>
                    <a:pt x="382456" y="603081"/>
                  </a:lnTo>
                  <a:lnTo>
                    <a:pt x="434888" y="594632"/>
                  </a:lnTo>
                  <a:lnTo>
                    <a:pt x="444275" y="590893"/>
                  </a:lnTo>
                  <a:lnTo>
                    <a:pt x="370467" y="590893"/>
                  </a:lnTo>
                  <a:lnTo>
                    <a:pt x="218907" y="522055"/>
                  </a:lnTo>
                  <a:lnTo>
                    <a:pt x="106696" y="370611"/>
                  </a:lnTo>
                  <a:lnTo>
                    <a:pt x="37028" y="219168"/>
                  </a:lnTo>
                  <a:lnTo>
                    <a:pt x="13095" y="150330"/>
                  </a:lnTo>
                  <a:lnTo>
                    <a:pt x="77653" y="142457"/>
                  </a:lnTo>
                  <a:lnTo>
                    <a:pt x="120134" y="135523"/>
                  </a:lnTo>
                  <a:lnTo>
                    <a:pt x="159403" y="125650"/>
                  </a:lnTo>
                  <a:lnTo>
                    <a:pt x="214325" y="108960"/>
                  </a:lnTo>
                  <a:lnTo>
                    <a:pt x="256706" y="90945"/>
                  </a:lnTo>
                  <a:lnTo>
                    <a:pt x="301605" y="66040"/>
                  </a:lnTo>
                  <a:lnTo>
                    <a:pt x="346484" y="40504"/>
                  </a:lnTo>
                  <a:lnTo>
                    <a:pt x="388806" y="20592"/>
                  </a:lnTo>
                  <a:lnTo>
                    <a:pt x="426036" y="12565"/>
                  </a:lnTo>
                  <a:lnTo>
                    <a:pt x="461817" y="12565"/>
                  </a:lnTo>
                  <a:lnTo>
                    <a:pt x="457846" y="8823"/>
                  </a:lnTo>
                  <a:lnTo>
                    <a:pt x="441627" y="1857"/>
                  </a:lnTo>
                  <a:lnTo>
                    <a:pt x="426036" y="0"/>
                  </a:lnTo>
                  <a:close/>
                </a:path>
                <a:path w="685800" h="603885">
                  <a:moveTo>
                    <a:pt x="651528" y="53485"/>
                  </a:moveTo>
                  <a:lnTo>
                    <a:pt x="615883" y="53485"/>
                  </a:lnTo>
                  <a:lnTo>
                    <a:pt x="629313" y="55429"/>
                  </a:lnTo>
                  <a:lnTo>
                    <a:pt x="642542" y="61750"/>
                  </a:lnTo>
                  <a:lnTo>
                    <a:pt x="655081" y="73182"/>
                  </a:lnTo>
                  <a:lnTo>
                    <a:pt x="666437" y="90457"/>
                  </a:lnTo>
                  <a:lnTo>
                    <a:pt x="669908" y="135523"/>
                  </a:lnTo>
                  <a:lnTo>
                    <a:pt x="646235" y="178249"/>
                  </a:lnTo>
                  <a:lnTo>
                    <a:pt x="615526" y="217236"/>
                  </a:lnTo>
                  <a:lnTo>
                    <a:pt x="597894" y="251081"/>
                  </a:lnTo>
                  <a:lnTo>
                    <a:pt x="596806" y="267913"/>
                  </a:lnTo>
                  <a:lnTo>
                    <a:pt x="595879" y="294462"/>
                  </a:lnTo>
                  <a:lnTo>
                    <a:pt x="593822" y="328425"/>
                  </a:lnTo>
                  <a:lnTo>
                    <a:pt x="589342" y="367497"/>
                  </a:lnTo>
                  <a:lnTo>
                    <a:pt x="581148" y="409374"/>
                  </a:lnTo>
                  <a:lnTo>
                    <a:pt x="567949" y="451753"/>
                  </a:lnTo>
                  <a:lnTo>
                    <a:pt x="548452" y="492330"/>
                  </a:lnTo>
                  <a:lnTo>
                    <a:pt x="521367" y="528800"/>
                  </a:lnTo>
                  <a:lnTo>
                    <a:pt x="485401" y="558861"/>
                  </a:lnTo>
                  <a:lnTo>
                    <a:pt x="439262" y="580207"/>
                  </a:lnTo>
                  <a:lnTo>
                    <a:pt x="381660" y="590536"/>
                  </a:lnTo>
                  <a:lnTo>
                    <a:pt x="374184" y="590893"/>
                  </a:lnTo>
                  <a:lnTo>
                    <a:pt x="444275" y="590893"/>
                  </a:lnTo>
                  <a:lnTo>
                    <a:pt x="480611" y="576417"/>
                  </a:lnTo>
                  <a:lnTo>
                    <a:pt x="519539" y="548496"/>
                  </a:lnTo>
                  <a:lnTo>
                    <a:pt x="551584" y="510935"/>
                  </a:lnTo>
                  <a:lnTo>
                    <a:pt x="576659" y="463797"/>
                  </a:lnTo>
                  <a:lnTo>
                    <a:pt x="593617" y="411283"/>
                  </a:lnTo>
                  <a:lnTo>
                    <a:pt x="603110" y="359835"/>
                  </a:lnTo>
                  <a:lnTo>
                    <a:pt x="607486" y="313554"/>
                  </a:lnTo>
                  <a:lnTo>
                    <a:pt x="609706" y="257206"/>
                  </a:lnTo>
                  <a:lnTo>
                    <a:pt x="610334" y="252861"/>
                  </a:lnTo>
                  <a:lnTo>
                    <a:pt x="613673" y="243165"/>
                  </a:lnTo>
                  <a:lnTo>
                    <a:pt x="620413" y="231970"/>
                  </a:lnTo>
                  <a:lnTo>
                    <a:pt x="629363" y="219847"/>
                  </a:lnTo>
                  <a:lnTo>
                    <a:pt x="639328" y="207365"/>
                  </a:lnTo>
                  <a:lnTo>
                    <a:pt x="660321" y="180211"/>
                  </a:lnTo>
                  <a:lnTo>
                    <a:pt x="677759" y="150394"/>
                  </a:lnTo>
                  <a:lnTo>
                    <a:pt x="685549" y="118388"/>
                  </a:lnTo>
                  <a:lnTo>
                    <a:pt x="677599" y="84667"/>
                  </a:lnTo>
                  <a:lnTo>
                    <a:pt x="662543" y="62578"/>
                  </a:lnTo>
                  <a:lnTo>
                    <a:pt x="651528" y="53485"/>
                  </a:lnTo>
                  <a:close/>
                </a:path>
                <a:path w="685800" h="603885">
                  <a:moveTo>
                    <a:pt x="461817" y="12565"/>
                  </a:moveTo>
                  <a:lnTo>
                    <a:pt x="426036" y="12565"/>
                  </a:lnTo>
                  <a:lnTo>
                    <a:pt x="440879" y="14624"/>
                  </a:lnTo>
                  <a:lnTo>
                    <a:pt x="453824" y="21219"/>
                  </a:lnTo>
                  <a:lnTo>
                    <a:pt x="464616" y="32973"/>
                  </a:lnTo>
                  <a:lnTo>
                    <a:pt x="472998" y="50511"/>
                  </a:lnTo>
                  <a:lnTo>
                    <a:pt x="485712" y="81303"/>
                  </a:lnTo>
                  <a:lnTo>
                    <a:pt x="498413" y="101227"/>
                  </a:lnTo>
                  <a:lnTo>
                    <a:pt x="510867" y="111954"/>
                  </a:lnTo>
                  <a:lnTo>
                    <a:pt x="522839" y="115158"/>
                  </a:lnTo>
                  <a:lnTo>
                    <a:pt x="534873" y="112133"/>
                  </a:lnTo>
                  <a:lnTo>
                    <a:pt x="545793" y="104433"/>
                  </a:lnTo>
                  <a:lnTo>
                    <a:pt x="547491" y="102593"/>
                  </a:lnTo>
                  <a:lnTo>
                    <a:pt x="522839" y="102593"/>
                  </a:lnTo>
                  <a:lnTo>
                    <a:pt x="517581" y="101146"/>
                  </a:lnTo>
                  <a:lnTo>
                    <a:pt x="508938" y="94053"/>
                  </a:lnTo>
                  <a:lnTo>
                    <a:pt x="497756" y="77189"/>
                  </a:lnTo>
                  <a:lnTo>
                    <a:pt x="484882" y="46427"/>
                  </a:lnTo>
                  <a:lnTo>
                    <a:pt x="472872" y="22983"/>
                  </a:lnTo>
                  <a:lnTo>
                    <a:pt x="461817" y="12565"/>
                  </a:lnTo>
                  <a:close/>
                </a:path>
                <a:path w="685800" h="603885">
                  <a:moveTo>
                    <a:pt x="615883" y="40920"/>
                  </a:moveTo>
                  <a:lnTo>
                    <a:pt x="578182" y="52236"/>
                  </a:lnTo>
                  <a:lnTo>
                    <a:pt x="542298" y="90088"/>
                  </a:lnTo>
                  <a:lnTo>
                    <a:pt x="533858" y="98037"/>
                  </a:lnTo>
                  <a:lnTo>
                    <a:pt x="527357" y="101705"/>
                  </a:lnTo>
                  <a:lnTo>
                    <a:pt x="522839" y="102593"/>
                  </a:lnTo>
                  <a:lnTo>
                    <a:pt x="547491" y="102593"/>
                  </a:lnTo>
                  <a:lnTo>
                    <a:pt x="555359" y="94053"/>
                  </a:lnTo>
                  <a:lnTo>
                    <a:pt x="563131" y="83264"/>
                  </a:lnTo>
                  <a:lnTo>
                    <a:pt x="572404" y="72329"/>
                  </a:lnTo>
                  <a:lnTo>
                    <a:pt x="584905" y="62791"/>
                  </a:lnTo>
                  <a:lnTo>
                    <a:pt x="599707" y="56044"/>
                  </a:lnTo>
                  <a:lnTo>
                    <a:pt x="615883" y="53485"/>
                  </a:lnTo>
                  <a:lnTo>
                    <a:pt x="651528" y="53485"/>
                  </a:lnTo>
                  <a:lnTo>
                    <a:pt x="646380" y="49235"/>
                  </a:lnTo>
                  <a:lnTo>
                    <a:pt x="630397" y="42671"/>
                  </a:lnTo>
                  <a:lnTo>
                    <a:pt x="615883" y="409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501315" y="4541897"/>
              <a:ext cx="61594" cy="49530"/>
            </a:xfrm>
            <a:custGeom>
              <a:avLst/>
              <a:gdLst/>
              <a:ahLst/>
              <a:cxnLst/>
              <a:rect l="l" t="t" r="r" b="b"/>
              <a:pathLst>
                <a:path w="61595" h="49529">
                  <a:moveTo>
                    <a:pt x="30574" y="0"/>
                  </a:moveTo>
                  <a:lnTo>
                    <a:pt x="18685" y="1928"/>
                  </a:lnTo>
                  <a:lnTo>
                    <a:pt x="8965" y="7185"/>
                  </a:lnTo>
                  <a:lnTo>
                    <a:pt x="2406" y="14975"/>
                  </a:lnTo>
                  <a:lnTo>
                    <a:pt x="0" y="24501"/>
                  </a:lnTo>
                  <a:lnTo>
                    <a:pt x="2406" y="34027"/>
                  </a:lnTo>
                  <a:lnTo>
                    <a:pt x="8965" y="41812"/>
                  </a:lnTo>
                  <a:lnTo>
                    <a:pt x="18685" y="47065"/>
                  </a:lnTo>
                  <a:lnTo>
                    <a:pt x="30574" y="48993"/>
                  </a:lnTo>
                  <a:lnTo>
                    <a:pt x="42465" y="47065"/>
                  </a:lnTo>
                  <a:lnTo>
                    <a:pt x="52189" y="41812"/>
                  </a:lnTo>
                  <a:lnTo>
                    <a:pt x="58752" y="34027"/>
                  </a:lnTo>
                  <a:lnTo>
                    <a:pt x="61160" y="24501"/>
                  </a:lnTo>
                  <a:lnTo>
                    <a:pt x="58752" y="14975"/>
                  </a:lnTo>
                  <a:lnTo>
                    <a:pt x="52189" y="7185"/>
                  </a:lnTo>
                  <a:lnTo>
                    <a:pt x="42465" y="1928"/>
                  </a:lnTo>
                  <a:lnTo>
                    <a:pt x="30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495025" y="4535618"/>
              <a:ext cx="74295" cy="61594"/>
            </a:xfrm>
            <a:custGeom>
              <a:avLst/>
              <a:gdLst/>
              <a:ahLst/>
              <a:cxnLst/>
              <a:rect l="l" t="t" r="r" b="b"/>
              <a:pathLst>
                <a:path w="74295" h="61595">
                  <a:moveTo>
                    <a:pt x="36867" y="0"/>
                  </a:moveTo>
                  <a:lnTo>
                    <a:pt x="22387" y="2381"/>
                  </a:lnTo>
                  <a:lnTo>
                    <a:pt x="10682" y="8915"/>
                  </a:lnTo>
                  <a:lnTo>
                    <a:pt x="2853" y="18685"/>
                  </a:lnTo>
                  <a:lnTo>
                    <a:pt x="0" y="30773"/>
                  </a:lnTo>
                  <a:lnTo>
                    <a:pt x="2853" y="42862"/>
                  </a:lnTo>
                  <a:lnTo>
                    <a:pt x="10682" y="52631"/>
                  </a:lnTo>
                  <a:lnTo>
                    <a:pt x="22387" y="59166"/>
                  </a:lnTo>
                  <a:lnTo>
                    <a:pt x="36867" y="61547"/>
                  </a:lnTo>
                  <a:lnTo>
                    <a:pt x="51348" y="59166"/>
                  </a:lnTo>
                  <a:lnTo>
                    <a:pt x="63053" y="52631"/>
                  </a:lnTo>
                  <a:lnTo>
                    <a:pt x="65977" y="48982"/>
                  </a:lnTo>
                  <a:lnTo>
                    <a:pt x="36867" y="48982"/>
                  </a:lnTo>
                  <a:lnTo>
                    <a:pt x="27411" y="47552"/>
                  </a:lnTo>
                  <a:lnTo>
                    <a:pt x="19686" y="43651"/>
                  </a:lnTo>
                  <a:lnTo>
                    <a:pt x="14476" y="37864"/>
                  </a:lnTo>
                  <a:lnTo>
                    <a:pt x="12565" y="30773"/>
                  </a:lnTo>
                  <a:lnTo>
                    <a:pt x="14476" y="23688"/>
                  </a:lnTo>
                  <a:lnTo>
                    <a:pt x="19686" y="17899"/>
                  </a:lnTo>
                  <a:lnTo>
                    <a:pt x="27411" y="13996"/>
                  </a:lnTo>
                  <a:lnTo>
                    <a:pt x="36867" y="12565"/>
                  </a:lnTo>
                  <a:lnTo>
                    <a:pt x="65977" y="12565"/>
                  </a:lnTo>
                  <a:lnTo>
                    <a:pt x="63053" y="8915"/>
                  </a:lnTo>
                  <a:lnTo>
                    <a:pt x="51348" y="2381"/>
                  </a:lnTo>
                  <a:lnTo>
                    <a:pt x="36867" y="0"/>
                  </a:lnTo>
                  <a:close/>
                </a:path>
                <a:path w="74295" h="61595">
                  <a:moveTo>
                    <a:pt x="65977" y="12565"/>
                  </a:moveTo>
                  <a:lnTo>
                    <a:pt x="36867" y="12565"/>
                  </a:lnTo>
                  <a:lnTo>
                    <a:pt x="46328" y="13996"/>
                  </a:lnTo>
                  <a:lnTo>
                    <a:pt x="54053" y="17899"/>
                  </a:lnTo>
                  <a:lnTo>
                    <a:pt x="59261" y="23688"/>
                  </a:lnTo>
                  <a:lnTo>
                    <a:pt x="61170" y="30773"/>
                  </a:lnTo>
                  <a:lnTo>
                    <a:pt x="59261" y="37864"/>
                  </a:lnTo>
                  <a:lnTo>
                    <a:pt x="54053" y="43651"/>
                  </a:lnTo>
                  <a:lnTo>
                    <a:pt x="46328" y="47552"/>
                  </a:lnTo>
                  <a:lnTo>
                    <a:pt x="36867" y="48982"/>
                  </a:lnTo>
                  <a:lnTo>
                    <a:pt x="65977" y="48982"/>
                  </a:lnTo>
                  <a:lnTo>
                    <a:pt x="70882" y="42862"/>
                  </a:lnTo>
                  <a:lnTo>
                    <a:pt x="73735" y="30773"/>
                  </a:lnTo>
                  <a:lnTo>
                    <a:pt x="70882" y="18685"/>
                  </a:lnTo>
                  <a:lnTo>
                    <a:pt x="65977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8427"/>
            <a:ext cx="20104100" cy="8539480"/>
            <a:chOff x="0" y="18427"/>
            <a:chExt cx="20104100" cy="853948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8427"/>
              <a:ext cx="20104099" cy="6603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4582315"/>
              <a:ext cx="20104100" cy="3975100"/>
            </a:xfrm>
            <a:custGeom>
              <a:avLst/>
              <a:gdLst/>
              <a:ahLst/>
              <a:cxnLst/>
              <a:rect l="l" t="t" r="r" b="b"/>
              <a:pathLst>
                <a:path w="20104100" h="3975100">
                  <a:moveTo>
                    <a:pt x="126694" y="0"/>
                  </a:moveTo>
                  <a:lnTo>
                    <a:pt x="0" y="0"/>
                  </a:lnTo>
                  <a:lnTo>
                    <a:pt x="0" y="3975100"/>
                  </a:lnTo>
                  <a:lnTo>
                    <a:pt x="20104099" y="3975100"/>
                  </a:lnTo>
                  <a:lnTo>
                    <a:pt x="20104099" y="2044700"/>
                  </a:lnTo>
                  <a:lnTo>
                    <a:pt x="9002784" y="2044700"/>
                  </a:lnTo>
                  <a:lnTo>
                    <a:pt x="8592964" y="2032000"/>
                  </a:lnTo>
                  <a:lnTo>
                    <a:pt x="8581818" y="2019300"/>
                  </a:lnTo>
                  <a:lnTo>
                    <a:pt x="8027400" y="2019300"/>
                  </a:lnTo>
                  <a:lnTo>
                    <a:pt x="7155060" y="1993900"/>
                  </a:lnTo>
                  <a:lnTo>
                    <a:pt x="7136398" y="1943100"/>
                  </a:lnTo>
                  <a:lnTo>
                    <a:pt x="7128551" y="1930400"/>
                  </a:lnTo>
                  <a:lnTo>
                    <a:pt x="5902983" y="1930400"/>
                  </a:lnTo>
                  <a:lnTo>
                    <a:pt x="5877649" y="1892300"/>
                  </a:lnTo>
                  <a:lnTo>
                    <a:pt x="5846510" y="1854200"/>
                  </a:lnTo>
                  <a:lnTo>
                    <a:pt x="5810208" y="1828800"/>
                  </a:lnTo>
                  <a:lnTo>
                    <a:pt x="5769385" y="1803400"/>
                  </a:lnTo>
                  <a:lnTo>
                    <a:pt x="5724682" y="1778000"/>
                  </a:lnTo>
                  <a:lnTo>
                    <a:pt x="5676742" y="1765300"/>
                  </a:lnTo>
                  <a:lnTo>
                    <a:pt x="5605254" y="1765300"/>
                  </a:lnTo>
                  <a:lnTo>
                    <a:pt x="5614270" y="1727200"/>
                  </a:lnTo>
                  <a:lnTo>
                    <a:pt x="5620834" y="1701800"/>
                  </a:lnTo>
                  <a:lnTo>
                    <a:pt x="5624846" y="1663700"/>
                  </a:lnTo>
                  <a:lnTo>
                    <a:pt x="5626206" y="1625600"/>
                  </a:lnTo>
                  <a:lnTo>
                    <a:pt x="5623869" y="1574800"/>
                  </a:lnTo>
                  <a:lnTo>
                    <a:pt x="5617008" y="1536700"/>
                  </a:lnTo>
                  <a:lnTo>
                    <a:pt x="5605853" y="1485900"/>
                  </a:lnTo>
                  <a:lnTo>
                    <a:pt x="5590630" y="1447800"/>
                  </a:lnTo>
                  <a:lnTo>
                    <a:pt x="5571566" y="1409700"/>
                  </a:lnTo>
                  <a:lnTo>
                    <a:pt x="5548890" y="1371600"/>
                  </a:lnTo>
                  <a:lnTo>
                    <a:pt x="5522828" y="1333500"/>
                  </a:lnTo>
                  <a:lnTo>
                    <a:pt x="3186113" y="1333500"/>
                  </a:lnTo>
                  <a:lnTo>
                    <a:pt x="3152703" y="1320800"/>
                  </a:lnTo>
                  <a:lnTo>
                    <a:pt x="2940036" y="1320800"/>
                  </a:lnTo>
                  <a:lnTo>
                    <a:pt x="2926524" y="1270000"/>
                  </a:lnTo>
                  <a:lnTo>
                    <a:pt x="2908675" y="1231900"/>
                  </a:lnTo>
                  <a:lnTo>
                    <a:pt x="2886750" y="1193800"/>
                  </a:lnTo>
                  <a:lnTo>
                    <a:pt x="2861009" y="1155700"/>
                  </a:lnTo>
                  <a:lnTo>
                    <a:pt x="2831713" y="1117600"/>
                  </a:lnTo>
                  <a:lnTo>
                    <a:pt x="2799120" y="1092200"/>
                  </a:lnTo>
                  <a:lnTo>
                    <a:pt x="2763492" y="1054100"/>
                  </a:lnTo>
                  <a:lnTo>
                    <a:pt x="2251743" y="1054100"/>
                  </a:lnTo>
                  <a:lnTo>
                    <a:pt x="2255382" y="1028700"/>
                  </a:lnTo>
                  <a:lnTo>
                    <a:pt x="2258018" y="1016000"/>
                  </a:lnTo>
                  <a:lnTo>
                    <a:pt x="2259621" y="990600"/>
                  </a:lnTo>
                  <a:lnTo>
                    <a:pt x="2256133" y="927100"/>
                  </a:lnTo>
                  <a:lnTo>
                    <a:pt x="2244456" y="876300"/>
                  </a:lnTo>
                  <a:lnTo>
                    <a:pt x="2225741" y="825500"/>
                  </a:lnTo>
                  <a:lnTo>
                    <a:pt x="2200599" y="787400"/>
                  </a:lnTo>
                  <a:lnTo>
                    <a:pt x="2169641" y="749300"/>
                  </a:lnTo>
                  <a:lnTo>
                    <a:pt x="2180340" y="711200"/>
                  </a:lnTo>
                  <a:lnTo>
                    <a:pt x="2188177" y="685800"/>
                  </a:lnTo>
                  <a:lnTo>
                    <a:pt x="2192994" y="660400"/>
                  </a:lnTo>
                  <a:lnTo>
                    <a:pt x="2194635" y="622300"/>
                  </a:lnTo>
                  <a:lnTo>
                    <a:pt x="2191046" y="571500"/>
                  </a:lnTo>
                  <a:lnTo>
                    <a:pt x="2180621" y="533400"/>
                  </a:lnTo>
                  <a:lnTo>
                    <a:pt x="2163871" y="495300"/>
                  </a:lnTo>
                  <a:lnTo>
                    <a:pt x="2141308" y="457200"/>
                  </a:lnTo>
                  <a:lnTo>
                    <a:pt x="901753" y="457200"/>
                  </a:lnTo>
                  <a:lnTo>
                    <a:pt x="865523" y="419100"/>
                  </a:lnTo>
                  <a:lnTo>
                    <a:pt x="825857" y="393700"/>
                  </a:lnTo>
                  <a:lnTo>
                    <a:pt x="563009" y="393700"/>
                  </a:lnTo>
                  <a:lnTo>
                    <a:pt x="545632" y="355600"/>
                  </a:lnTo>
                  <a:lnTo>
                    <a:pt x="524946" y="304800"/>
                  </a:lnTo>
                  <a:lnTo>
                    <a:pt x="501117" y="266700"/>
                  </a:lnTo>
                  <a:lnTo>
                    <a:pt x="474312" y="228600"/>
                  </a:lnTo>
                  <a:lnTo>
                    <a:pt x="444699" y="190500"/>
                  </a:lnTo>
                  <a:lnTo>
                    <a:pt x="412443" y="152400"/>
                  </a:lnTo>
                  <a:lnTo>
                    <a:pt x="377712" y="127000"/>
                  </a:lnTo>
                  <a:lnTo>
                    <a:pt x="340673" y="88900"/>
                  </a:lnTo>
                  <a:lnTo>
                    <a:pt x="301493" y="63500"/>
                  </a:lnTo>
                  <a:lnTo>
                    <a:pt x="260338" y="50800"/>
                  </a:lnTo>
                  <a:lnTo>
                    <a:pt x="217375" y="25400"/>
                  </a:lnTo>
                  <a:lnTo>
                    <a:pt x="126694" y="0"/>
                  </a:lnTo>
                  <a:close/>
                </a:path>
                <a:path w="20104100" h="3975100">
                  <a:moveTo>
                    <a:pt x="9188418" y="1993900"/>
                  </a:moveTo>
                  <a:lnTo>
                    <a:pt x="9109719" y="1993900"/>
                  </a:lnTo>
                  <a:lnTo>
                    <a:pt x="9072123" y="2006600"/>
                  </a:lnTo>
                  <a:lnTo>
                    <a:pt x="9036147" y="2019300"/>
                  </a:lnTo>
                  <a:lnTo>
                    <a:pt x="9002784" y="2044700"/>
                  </a:lnTo>
                  <a:lnTo>
                    <a:pt x="9297131" y="2044700"/>
                  </a:lnTo>
                  <a:lnTo>
                    <a:pt x="9262638" y="2019300"/>
                  </a:lnTo>
                  <a:lnTo>
                    <a:pt x="9226526" y="2006600"/>
                  </a:lnTo>
                  <a:lnTo>
                    <a:pt x="9188418" y="1993900"/>
                  </a:lnTo>
                  <a:close/>
                </a:path>
                <a:path w="20104100" h="3975100">
                  <a:moveTo>
                    <a:pt x="9612577" y="1854200"/>
                  </a:moveTo>
                  <a:lnTo>
                    <a:pt x="9587101" y="1854200"/>
                  </a:lnTo>
                  <a:lnTo>
                    <a:pt x="9538340" y="1866900"/>
                  </a:lnTo>
                  <a:lnTo>
                    <a:pt x="9492012" y="1879600"/>
                  </a:lnTo>
                  <a:lnTo>
                    <a:pt x="9448706" y="1892300"/>
                  </a:lnTo>
                  <a:lnTo>
                    <a:pt x="9409011" y="1930400"/>
                  </a:lnTo>
                  <a:lnTo>
                    <a:pt x="9373518" y="1955800"/>
                  </a:lnTo>
                  <a:lnTo>
                    <a:pt x="9342817" y="2006600"/>
                  </a:lnTo>
                  <a:lnTo>
                    <a:pt x="9317497" y="2044700"/>
                  </a:lnTo>
                  <a:lnTo>
                    <a:pt x="20104099" y="2044700"/>
                  </a:lnTo>
                  <a:lnTo>
                    <a:pt x="20104099" y="1930400"/>
                  </a:lnTo>
                  <a:lnTo>
                    <a:pt x="19465983" y="1930400"/>
                  </a:lnTo>
                  <a:lnTo>
                    <a:pt x="19439195" y="1892300"/>
                  </a:lnTo>
                  <a:lnTo>
                    <a:pt x="19428219" y="1879600"/>
                  </a:lnTo>
                  <a:lnTo>
                    <a:pt x="9685255" y="1879600"/>
                  </a:lnTo>
                  <a:lnTo>
                    <a:pt x="9661734" y="1866900"/>
                  </a:lnTo>
                  <a:lnTo>
                    <a:pt x="9637482" y="1866900"/>
                  </a:lnTo>
                  <a:lnTo>
                    <a:pt x="9612577" y="1854200"/>
                  </a:lnTo>
                  <a:close/>
                </a:path>
                <a:path w="20104100" h="3975100">
                  <a:moveTo>
                    <a:pt x="8351406" y="1892300"/>
                  </a:moveTo>
                  <a:lnTo>
                    <a:pt x="8251350" y="1892300"/>
                  </a:lnTo>
                  <a:lnTo>
                    <a:pt x="8200960" y="1905000"/>
                  </a:lnTo>
                  <a:lnTo>
                    <a:pt x="8152963" y="1917700"/>
                  </a:lnTo>
                  <a:lnTo>
                    <a:pt x="8107766" y="1943100"/>
                  </a:lnTo>
                  <a:lnTo>
                    <a:pt x="8065776" y="1981200"/>
                  </a:lnTo>
                  <a:lnTo>
                    <a:pt x="8027400" y="2019300"/>
                  </a:lnTo>
                  <a:lnTo>
                    <a:pt x="8581818" y="2019300"/>
                  </a:lnTo>
                  <a:lnTo>
                    <a:pt x="8522955" y="1955800"/>
                  </a:lnTo>
                  <a:lnTo>
                    <a:pt x="8483553" y="1930400"/>
                  </a:lnTo>
                  <a:lnTo>
                    <a:pt x="8441624" y="1917700"/>
                  </a:lnTo>
                  <a:lnTo>
                    <a:pt x="8397474" y="1905000"/>
                  </a:lnTo>
                  <a:lnTo>
                    <a:pt x="8351406" y="1892300"/>
                  </a:lnTo>
                  <a:close/>
                </a:path>
                <a:path w="20104100" h="3975100">
                  <a:moveTo>
                    <a:pt x="6359462" y="1676400"/>
                  </a:moveTo>
                  <a:lnTo>
                    <a:pt x="6262339" y="1676400"/>
                  </a:lnTo>
                  <a:lnTo>
                    <a:pt x="6215540" y="1689100"/>
                  </a:lnTo>
                  <a:lnTo>
                    <a:pt x="6170466" y="1701800"/>
                  </a:lnTo>
                  <a:lnTo>
                    <a:pt x="6127376" y="1714500"/>
                  </a:lnTo>
                  <a:lnTo>
                    <a:pt x="6086528" y="1739900"/>
                  </a:lnTo>
                  <a:lnTo>
                    <a:pt x="6048179" y="1765300"/>
                  </a:lnTo>
                  <a:lnTo>
                    <a:pt x="6012590" y="1790700"/>
                  </a:lnTo>
                  <a:lnTo>
                    <a:pt x="5980017" y="1816100"/>
                  </a:lnTo>
                  <a:lnTo>
                    <a:pt x="5950719" y="1854200"/>
                  </a:lnTo>
                  <a:lnTo>
                    <a:pt x="5924955" y="1892300"/>
                  </a:lnTo>
                  <a:lnTo>
                    <a:pt x="5902983" y="1930400"/>
                  </a:lnTo>
                  <a:lnTo>
                    <a:pt x="7128551" y="1930400"/>
                  </a:lnTo>
                  <a:lnTo>
                    <a:pt x="7112855" y="1905000"/>
                  </a:lnTo>
                  <a:lnTo>
                    <a:pt x="7084851" y="1866900"/>
                  </a:lnTo>
                  <a:lnTo>
                    <a:pt x="7052808" y="1828800"/>
                  </a:lnTo>
                  <a:lnTo>
                    <a:pt x="6644280" y="1828800"/>
                  </a:lnTo>
                  <a:lnTo>
                    <a:pt x="6611597" y="1790700"/>
                  </a:lnTo>
                  <a:lnTo>
                    <a:pt x="6575798" y="1765300"/>
                  </a:lnTo>
                  <a:lnTo>
                    <a:pt x="6537153" y="1739900"/>
                  </a:lnTo>
                  <a:lnTo>
                    <a:pt x="6495928" y="1714500"/>
                  </a:lnTo>
                  <a:lnTo>
                    <a:pt x="6452393" y="1701800"/>
                  </a:lnTo>
                  <a:lnTo>
                    <a:pt x="6406815" y="1689100"/>
                  </a:lnTo>
                  <a:lnTo>
                    <a:pt x="6359462" y="1676400"/>
                  </a:lnTo>
                  <a:close/>
                </a:path>
                <a:path w="20104100" h="3975100">
                  <a:moveTo>
                    <a:pt x="19944537" y="1676400"/>
                  </a:moveTo>
                  <a:lnTo>
                    <a:pt x="19845969" y="1676400"/>
                  </a:lnTo>
                  <a:lnTo>
                    <a:pt x="19748820" y="1701800"/>
                  </a:lnTo>
                  <a:lnTo>
                    <a:pt x="19703254" y="1714500"/>
                  </a:lnTo>
                  <a:lnTo>
                    <a:pt x="19660060" y="1739900"/>
                  </a:lnTo>
                  <a:lnTo>
                    <a:pt x="19619510" y="1765300"/>
                  </a:lnTo>
                  <a:lnTo>
                    <a:pt x="19581877" y="1790700"/>
                  </a:lnTo>
                  <a:lnTo>
                    <a:pt x="19547435" y="1816100"/>
                  </a:lnTo>
                  <a:lnTo>
                    <a:pt x="19516456" y="1854200"/>
                  </a:lnTo>
                  <a:lnTo>
                    <a:pt x="19489215" y="1892300"/>
                  </a:lnTo>
                  <a:lnTo>
                    <a:pt x="19465983" y="1930400"/>
                  </a:lnTo>
                  <a:lnTo>
                    <a:pt x="20104099" y="1930400"/>
                  </a:lnTo>
                  <a:lnTo>
                    <a:pt x="20104099" y="1727200"/>
                  </a:lnTo>
                  <a:lnTo>
                    <a:pt x="20078267" y="1714500"/>
                  </a:lnTo>
                  <a:lnTo>
                    <a:pt x="20035384" y="1701800"/>
                  </a:lnTo>
                  <a:lnTo>
                    <a:pt x="19944537" y="1676400"/>
                  </a:lnTo>
                  <a:close/>
                </a:path>
                <a:path w="20104100" h="3975100">
                  <a:moveTo>
                    <a:pt x="10042734" y="1384300"/>
                  </a:moveTo>
                  <a:lnTo>
                    <a:pt x="9925601" y="1384300"/>
                  </a:lnTo>
                  <a:lnTo>
                    <a:pt x="9882215" y="1397000"/>
                  </a:lnTo>
                  <a:lnTo>
                    <a:pt x="9841376" y="1409700"/>
                  </a:lnTo>
                  <a:lnTo>
                    <a:pt x="9803559" y="1435100"/>
                  </a:lnTo>
                  <a:lnTo>
                    <a:pt x="9769241" y="1473200"/>
                  </a:lnTo>
                  <a:lnTo>
                    <a:pt x="9738897" y="1511300"/>
                  </a:lnTo>
                  <a:lnTo>
                    <a:pt x="9713003" y="1549400"/>
                  </a:lnTo>
                  <a:lnTo>
                    <a:pt x="9692035" y="1587500"/>
                  </a:lnTo>
                  <a:lnTo>
                    <a:pt x="9676468" y="1638300"/>
                  </a:lnTo>
                  <a:lnTo>
                    <a:pt x="9666780" y="1689100"/>
                  </a:lnTo>
                  <a:lnTo>
                    <a:pt x="9663444" y="1739900"/>
                  </a:lnTo>
                  <a:lnTo>
                    <a:pt x="9664875" y="1778000"/>
                  </a:lnTo>
                  <a:lnTo>
                    <a:pt x="9669076" y="1816100"/>
                  </a:lnTo>
                  <a:lnTo>
                    <a:pt x="9675915" y="1841500"/>
                  </a:lnTo>
                  <a:lnTo>
                    <a:pt x="9685255" y="1879600"/>
                  </a:lnTo>
                  <a:lnTo>
                    <a:pt x="19428219" y="1879600"/>
                  </a:lnTo>
                  <a:lnTo>
                    <a:pt x="19406268" y="1854200"/>
                  </a:lnTo>
                  <a:lnTo>
                    <a:pt x="19367881" y="1828800"/>
                  </a:lnTo>
                  <a:lnTo>
                    <a:pt x="19324713" y="1803400"/>
                  </a:lnTo>
                  <a:lnTo>
                    <a:pt x="19277445" y="1778000"/>
                  </a:lnTo>
                  <a:lnTo>
                    <a:pt x="19226755" y="1765300"/>
                  </a:lnTo>
                  <a:lnTo>
                    <a:pt x="19151166" y="1765300"/>
                  </a:lnTo>
                  <a:lnTo>
                    <a:pt x="19160697" y="1727200"/>
                  </a:lnTo>
                  <a:lnTo>
                    <a:pt x="19167639" y="1701800"/>
                  </a:lnTo>
                  <a:lnTo>
                    <a:pt x="19171883" y="1663700"/>
                  </a:lnTo>
                  <a:lnTo>
                    <a:pt x="19173322" y="1625600"/>
                  </a:lnTo>
                  <a:lnTo>
                    <a:pt x="19170850" y="1574800"/>
                  </a:lnTo>
                  <a:lnTo>
                    <a:pt x="19163596" y="1536700"/>
                  </a:lnTo>
                  <a:lnTo>
                    <a:pt x="19151799" y="1485900"/>
                  </a:lnTo>
                  <a:lnTo>
                    <a:pt x="19135701" y="1447800"/>
                  </a:lnTo>
                  <a:lnTo>
                    <a:pt x="19122261" y="1422400"/>
                  </a:lnTo>
                  <a:lnTo>
                    <a:pt x="10108394" y="1422400"/>
                  </a:lnTo>
                  <a:lnTo>
                    <a:pt x="10076437" y="1397000"/>
                  </a:lnTo>
                  <a:lnTo>
                    <a:pt x="10042734" y="1384300"/>
                  </a:lnTo>
                  <a:close/>
                </a:path>
                <a:path w="20104100" h="3975100">
                  <a:moveTo>
                    <a:pt x="6936662" y="1752600"/>
                  </a:moveTo>
                  <a:lnTo>
                    <a:pt x="6758659" y="1752600"/>
                  </a:lnTo>
                  <a:lnTo>
                    <a:pt x="6717768" y="1778000"/>
                  </a:lnTo>
                  <a:lnTo>
                    <a:pt x="6679510" y="1790700"/>
                  </a:lnTo>
                  <a:lnTo>
                    <a:pt x="6644280" y="1828800"/>
                  </a:lnTo>
                  <a:lnTo>
                    <a:pt x="7052808" y="1828800"/>
                  </a:lnTo>
                  <a:lnTo>
                    <a:pt x="7017148" y="1803400"/>
                  </a:lnTo>
                  <a:lnTo>
                    <a:pt x="6978292" y="1778000"/>
                  </a:lnTo>
                  <a:lnTo>
                    <a:pt x="6936662" y="1752600"/>
                  </a:lnTo>
                  <a:close/>
                </a:path>
                <a:path w="20104100" h="3975100">
                  <a:moveTo>
                    <a:pt x="6846766" y="1739900"/>
                  </a:moveTo>
                  <a:lnTo>
                    <a:pt x="6801789" y="1752600"/>
                  </a:lnTo>
                  <a:lnTo>
                    <a:pt x="6892679" y="1752600"/>
                  </a:lnTo>
                  <a:lnTo>
                    <a:pt x="6846766" y="1739900"/>
                  </a:lnTo>
                  <a:close/>
                </a:path>
                <a:path w="20104100" h="3975100">
                  <a:moveTo>
                    <a:pt x="10395514" y="1270000"/>
                  </a:moveTo>
                  <a:lnTo>
                    <a:pt x="10355004" y="1270000"/>
                  </a:lnTo>
                  <a:lnTo>
                    <a:pt x="10305584" y="1282700"/>
                  </a:lnTo>
                  <a:lnTo>
                    <a:pt x="10258671" y="1295400"/>
                  </a:lnTo>
                  <a:lnTo>
                    <a:pt x="10214882" y="1308100"/>
                  </a:lnTo>
                  <a:lnTo>
                    <a:pt x="10174829" y="1346200"/>
                  </a:lnTo>
                  <a:lnTo>
                    <a:pt x="10139128" y="1371600"/>
                  </a:lnTo>
                  <a:lnTo>
                    <a:pt x="10108394" y="1422400"/>
                  </a:lnTo>
                  <a:lnTo>
                    <a:pt x="19122261" y="1422400"/>
                  </a:lnTo>
                  <a:lnTo>
                    <a:pt x="19115542" y="1409700"/>
                  </a:lnTo>
                  <a:lnTo>
                    <a:pt x="19091562" y="1371600"/>
                  </a:lnTo>
                  <a:lnTo>
                    <a:pt x="19064003" y="1333500"/>
                  </a:lnTo>
                  <a:lnTo>
                    <a:pt x="16593128" y="1333500"/>
                  </a:lnTo>
                  <a:lnTo>
                    <a:pt x="16557796" y="1320800"/>
                  </a:lnTo>
                  <a:lnTo>
                    <a:pt x="10506131" y="1320800"/>
                  </a:lnTo>
                  <a:lnTo>
                    <a:pt x="10471410" y="1295400"/>
                  </a:lnTo>
                  <a:lnTo>
                    <a:pt x="10434427" y="1282700"/>
                  </a:lnTo>
                  <a:lnTo>
                    <a:pt x="10395514" y="1270000"/>
                  </a:lnTo>
                  <a:close/>
                </a:path>
                <a:path w="20104100" h="3975100">
                  <a:moveTo>
                    <a:pt x="3682166" y="927100"/>
                  </a:moveTo>
                  <a:lnTo>
                    <a:pt x="3587155" y="927100"/>
                  </a:lnTo>
                  <a:lnTo>
                    <a:pt x="3538272" y="939800"/>
                  </a:lnTo>
                  <a:lnTo>
                    <a:pt x="3491307" y="952500"/>
                  </a:lnTo>
                  <a:lnTo>
                    <a:pt x="3446557" y="965200"/>
                  </a:lnTo>
                  <a:lnTo>
                    <a:pt x="3404318" y="990600"/>
                  </a:lnTo>
                  <a:lnTo>
                    <a:pt x="3364887" y="1016000"/>
                  </a:lnTo>
                  <a:lnTo>
                    <a:pt x="3328560" y="1041400"/>
                  </a:lnTo>
                  <a:lnTo>
                    <a:pt x="3295634" y="1079500"/>
                  </a:lnTo>
                  <a:lnTo>
                    <a:pt x="3266406" y="1117600"/>
                  </a:lnTo>
                  <a:lnTo>
                    <a:pt x="3241172" y="1155700"/>
                  </a:lnTo>
                  <a:lnTo>
                    <a:pt x="3220230" y="1193800"/>
                  </a:lnTo>
                  <a:lnTo>
                    <a:pt x="3203874" y="1231900"/>
                  </a:lnTo>
                  <a:lnTo>
                    <a:pt x="3192403" y="1282700"/>
                  </a:lnTo>
                  <a:lnTo>
                    <a:pt x="3186113" y="1333500"/>
                  </a:lnTo>
                  <a:lnTo>
                    <a:pt x="5522828" y="1333500"/>
                  </a:lnTo>
                  <a:lnTo>
                    <a:pt x="5493609" y="1308100"/>
                  </a:lnTo>
                  <a:lnTo>
                    <a:pt x="5461460" y="1270000"/>
                  </a:lnTo>
                  <a:lnTo>
                    <a:pt x="5426608" y="1244600"/>
                  </a:lnTo>
                  <a:lnTo>
                    <a:pt x="5389281" y="1219200"/>
                  </a:lnTo>
                  <a:lnTo>
                    <a:pt x="5349707" y="1206500"/>
                  </a:lnTo>
                  <a:lnTo>
                    <a:pt x="4983430" y="1206500"/>
                  </a:lnTo>
                  <a:lnTo>
                    <a:pt x="4980512" y="1155700"/>
                  </a:lnTo>
                  <a:lnTo>
                    <a:pt x="4971710" y="1104900"/>
                  </a:lnTo>
                  <a:lnTo>
                    <a:pt x="4957521" y="1054100"/>
                  </a:lnTo>
                  <a:lnTo>
                    <a:pt x="4938340" y="1003300"/>
                  </a:lnTo>
                  <a:lnTo>
                    <a:pt x="4914562" y="965200"/>
                  </a:lnTo>
                  <a:lnTo>
                    <a:pt x="4895908" y="939800"/>
                  </a:lnTo>
                  <a:lnTo>
                    <a:pt x="3703970" y="939800"/>
                  </a:lnTo>
                  <a:lnTo>
                    <a:pt x="3682166" y="927100"/>
                  </a:lnTo>
                  <a:close/>
                </a:path>
                <a:path w="20104100" h="3975100">
                  <a:moveTo>
                    <a:pt x="17117656" y="927100"/>
                  </a:moveTo>
                  <a:lnTo>
                    <a:pt x="17020698" y="927100"/>
                  </a:lnTo>
                  <a:lnTo>
                    <a:pt x="16925594" y="952500"/>
                  </a:lnTo>
                  <a:lnTo>
                    <a:pt x="16880892" y="965200"/>
                  </a:lnTo>
                  <a:lnTo>
                    <a:pt x="16838430" y="977900"/>
                  </a:lnTo>
                  <a:lnTo>
                    <a:pt x="16798464" y="1003300"/>
                  </a:lnTo>
                  <a:lnTo>
                    <a:pt x="16761248" y="1028700"/>
                  </a:lnTo>
                  <a:lnTo>
                    <a:pt x="16727037" y="1066800"/>
                  </a:lnTo>
                  <a:lnTo>
                    <a:pt x="16696086" y="1092200"/>
                  </a:lnTo>
                  <a:lnTo>
                    <a:pt x="16668651" y="1130300"/>
                  </a:lnTo>
                  <a:lnTo>
                    <a:pt x="16644986" y="1168400"/>
                  </a:lnTo>
                  <a:lnTo>
                    <a:pt x="16625346" y="1206500"/>
                  </a:lnTo>
                  <a:lnTo>
                    <a:pt x="16609987" y="1244600"/>
                  </a:lnTo>
                  <a:lnTo>
                    <a:pt x="16599162" y="1282700"/>
                  </a:lnTo>
                  <a:lnTo>
                    <a:pt x="16593128" y="1333500"/>
                  </a:lnTo>
                  <a:lnTo>
                    <a:pt x="19064003" y="1333500"/>
                  </a:lnTo>
                  <a:lnTo>
                    <a:pt x="19033105" y="1308100"/>
                  </a:lnTo>
                  <a:lnTo>
                    <a:pt x="18999109" y="1270000"/>
                  </a:lnTo>
                  <a:lnTo>
                    <a:pt x="18962256" y="1244600"/>
                  </a:lnTo>
                  <a:lnTo>
                    <a:pt x="18922785" y="1219200"/>
                  </a:lnTo>
                  <a:lnTo>
                    <a:pt x="18880939" y="1206500"/>
                  </a:lnTo>
                  <a:lnTo>
                    <a:pt x="18493626" y="1206500"/>
                  </a:lnTo>
                  <a:lnTo>
                    <a:pt x="18491014" y="1155700"/>
                  </a:lnTo>
                  <a:lnTo>
                    <a:pt x="18483051" y="1104900"/>
                  </a:lnTo>
                  <a:lnTo>
                    <a:pt x="18470181" y="1066800"/>
                  </a:lnTo>
                  <a:lnTo>
                    <a:pt x="18452731" y="1016000"/>
                  </a:lnTo>
                  <a:lnTo>
                    <a:pt x="18431029" y="977900"/>
                  </a:lnTo>
                  <a:lnTo>
                    <a:pt x="18405403" y="939800"/>
                  </a:lnTo>
                  <a:lnTo>
                    <a:pt x="17140714" y="939800"/>
                  </a:lnTo>
                  <a:lnTo>
                    <a:pt x="17117656" y="927100"/>
                  </a:lnTo>
                  <a:close/>
                </a:path>
                <a:path w="20104100" h="3975100">
                  <a:moveTo>
                    <a:pt x="3118304" y="1308100"/>
                  </a:moveTo>
                  <a:lnTo>
                    <a:pt x="2992537" y="1308100"/>
                  </a:lnTo>
                  <a:lnTo>
                    <a:pt x="2966025" y="1320800"/>
                  </a:lnTo>
                  <a:lnTo>
                    <a:pt x="3152703" y="1320800"/>
                  </a:lnTo>
                  <a:lnTo>
                    <a:pt x="3118304" y="1308100"/>
                  </a:lnTo>
                  <a:close/>
                </a:path>
                <a:path w="20104100" h="3975100">
                  <a:moveTo>
                    <a:pt x="10831115" y="850900"/>
                  </a:moveTo>
                  <a:lnTo>
                    <a:pt x="10786199" y="863600"/>
                  </a:lnTo>
                  <a:lnTo>
                    <a:pt x="10743120" y="863600"/>
                  </a:lnTo>
                  <a:lnTo>
                    <a:pt x="10702271" y="889000"/>
                  </a:lnTo>
                  <a:lnTo>
                    <a:pt x="10664047" y="901700"/>
                  </a:lnTo>
                  <a:lnTo>
                    <a:pt x="10628843" y="939800"/>
                  </a:lnTo>
                  <a:lnTo>
                    <a:pt x="10597053" y="965200"/>
                  </a:lnTo>
                  <a:lnTo>
                    <a:pt x="10569072" y="1003300"/>
                  </a:lnTo>
                  <a:lnTo>
                    <a:pt x="10545294" y="1054100"/>
                  </a:lnTo>
                  <a:lnTo>
                    <a:pt x="10526113" y="1092200"/>
                  </a:lnTo>
                  <a:lnTo>
                    <a:pt x="10511924" y="1143000"/>
                  </a:lnTo>
                  <a:lnTo>
                    <a:pt x="10503121" y="1193800"/>
                  </a:lnTo>
                  <a:lnTo>
                    <a:pt x="10500099" y="1244600"/>
                  </a:lnTo>
                  <a:lnTo>
                    <a:pt x="10500487" y="1270000"/>
                  </a:lnTo>
                  <a:lnTo>
                    <a:pt x="10501635" y="1282700"/>
                  </a:lnTo>
                  <a:lnTo>
                    <a:pt x="10503523" y="1295400"/>
                  </a:lnTo>
                  <a:lnTo>
                    <a:pt x="10506131" y="1320800"/>
                  </a:lnTo>
                  <a:lnTo>
                    <a:pt x="16332917" y="1320800"/>
                  </a:lnTo>
                  <a:lnTo>
                    <a:pt x="16318627" y="1270000"/>
                  </a:lnTo>
                  <a:lnTo>
                    <a:pt x="16299752" y="1231900"/>
                  </a:lnTo>
                  <a:lnTo>
                    <a:pt x="16276567" y="1193800"/>
                  </a:lnTo>
                  <a:lnTo>
                    <a:pt x="16267494" y="1181100"/>
                  </a:lnTo>
                  <a:lnTo>
                    <a:pt x="11706837" y="1181100"/>
                  </a:lnTo>
                  <a:lnTo>
                    <a:pt x="11676102" y="1143000"/>
                  </a:lnTo>
                  <a:lnTo>
                    <a:pt x="11640387" y="1104900"/>
                  </a:lnTo>
                  <a:lnTo>
                    <a:pt x="11600311" y="1079500"/>
                  </a:lnTo>
                  <a:lnTo>
                    <a:pt x="11320190" y="1079500"/>
                  </a:lnTo>
                  <a:lnTo>
                    <a:pt x="11289118" y="1028700"/>
                  </a:lnTo>
                  <a:lnTo>
                    <a:pt x="11249663" y="1003300"/>
                  </a:lnTo>
                  <a:lnTo>
                    <a:pt x="11226602" y="990600"/>
                  </a:lnTo>
                  <a:lnTo>
                    <a:pt x="11079338" y="990600"/>
                  </a:lnTo>
                  <a:lnTo>
                    <a:pt x="11046759" y="952500"/>
                  </a:lnTo>
                  <a:lnTo>
                    <a:pt x="11010000" y="914400"/>
                  </a:lnTo>
                  <a:lnTo>
                    <a:pt x="10969559" y="889000"/>
                  </a:lnTo>
                  <a:lnTo>
                    <a:pt x="10925933" y="876300"/>
                  </a:lnTo>
                  <a:lnTo>
                    <a:pt x="10879619" y="863600"/>
                  </a:lnTo>
                  <a:lnTo>
                    <a:pt x="10831115" y="850900"/>
                  </a:lnTo>
                  <a:close/>
                </a:path>
                <a:path w="20104100" h="3975100">
                  <a:moveTo>
                    <a:pt x="16521419" y="1308100"/>
                  </a:moveTo>
                  <a:lnTo>
                    <a:pt x="16388431" y="1308100"/>
                  </a:lnTo>
                  <a:lnTo>
                    <a:pt x="16360397" y="1320800"/>
                  </a:lnTo>
                  <a:lnTo>
                    <a:pt x="16557796" y="1320800"/>
                  </a:lnTo>
                  <a:lnTo>
                    <a:pt x="16521419" y="1308100"/>
                  </a:lnTo>
                  <a:close/>
                </a:path>
                <a:path w="20104100" h="3975100">
                  <a:moveTo>
                    <a:pt x="4983533" y="1206470"/>
                  </a:moveTo>
                  <a:close/>
                </a:path>
                <a:path w="20104100" h="3975100">
                  <a:moveTo>
                    <a:pt x="5219775" y="1168400"/>
                  </a:moveTo>
                  <a:lnTo>
                    <a:pt x="5123280" y="1168400"/>
                  </a:lnTo>
                  <a:lnTo>
                    <a:pt x="5074677" y="1181100"/>
                  </a:lnTo>
                  <a:lnTo>
                    <a:pt x="5027964" y="1193800"/>
                  </a:lnTo>
                  <a:lnTo>
                    <a:pt x="4983537" y="1206469"/>
                  </a:lnTo>
                  <a:lnTo>
                    <a:pt x="5349707" y="1206500"/>
                  </a:lnTo>
                  <a:lnTo>
                    <a:pt x="5308113" y="1193800"/>
                  </a:lnTo>
                  <a:lnTo>
                    <a:pt x="5264727" y="1181100"/>
                  </a:lnTo>
                  <a:lnTo>
                    <a:pt x="5219775" y="1168400"/>
                  </a:lnTo>
                  <a:close/>
                </a:path>
                <a:path w="20104100" h="3975100">
                  <a:moveTo>
                    <a:pt x="18493739" y="1206469"/>
                  </a:moveTo>
                  <a:close/>
                </a:path>
                <a:path w="20104100" h="3975100">
                  <a:moveTo>
                    <a:pt x="18743548" y="1168400"/>
                  </a:moveTo>
                  <a:lnTo>
                    <a:pt x="18641510" y="1168400"/>
                  </a:lnTo>
                  <a:lnTo>
                    <a:pt x="18590113" y="1181100"/>
                  </a:lnTo>
                  <a:lnTo>
                    <a:pt x="18540718" y="1193800"/>
                  </a:lnTo>
                  <a:lnTo>
                    <a:pt x="18493739" y="1206469"/>
                  </a:lnTo>
                  <a:lnTo>
                    <a:pt x="18880939" y="1206500"/>
                  </a:lnTo>
                  <a:lnTo>
                    <a:pt x="18836956" y="1193800"/>
                  </a:lnTo>
                  <a:lnTo>
                    <a:pt x="18743548" y="1168400"/>
                  </a:lnTo>
                  <a:close/>
                </a:path>
                <a:path w="20104100" h="3975100">
                  <a:moveTo>
                    <a:pt x="12549147" y="393700"/>
                  </a:moveTo>
                  <a:lnTo>
                    <a:pt x="12508196" y="406400"/>
                  </a:lnTo>
                  <a:lnTo>
                    <a:pt x="12468719" y="419100"/>
                  </a:lnTo>
                  <a:lnTo>
                    <a:pt x="12431007" y="431800"/>
                  </a:lnTo>
                  <a:lnTo>
                    <a:pt x="12395350" y="457200"/>
                  </a:lnTo>
                  <a:lnTo>
                    <a:pt x="12362040" y="482600"/>
                  </a:lnTo>
                  <a:lnTo>
                    <a:pt x="12331368" y="508000"/>
                  </a:lnTo>
                  <a:lnTo>
                    <a:pt x="12303626" y="546100"/>
                  </a:lnTo>
                  <a:lnTo>
                    <a:pt x="12279104" y="596900"/>
                  </a:lnTo>
                  <a:lnTo>
                    <a:pt x="12258093" y="635000"/>
                  </a:lnTo>
                  <a:lnTo>
                    <a:pt x="12240885" y="685800"/>
                  </a:lnTo>
                  <a:lnTo>
                    <a:pt x="12227771" y="736600"/>
                  </a:lnTo>
                  <a:lnTo>
                    <a:pt x="12219042" y="787400"/>
                  </a:lnTo>
                  <a:lnTo>
                    <a:pt x="12022118" y="787400"/>
                  </a:lnTo>
                  <a:lnTo>
                    <a:pt x="11979159" y="800100"/>
                  </a:lnTo>
                  <a:lnTo>
                    <a:pt x="11938290" y="825500"/>
                  </a:lnTo>
                  <a:lnTo>
                    <a:pt x="11899794" y="838200"/>
                  </a:lnTo>
                  <a:lnTo>
                    <a:pt x="11863953" y="863600"/>
                  </a:lnTo>
                  <a:lnTo>
                    <a:pt x="11831052" y="901700"/>
                  </a:lnTo>
                  <a:lnTo>
                    <a:pt x="11801374" y="927100"/>
                  </a:lnTo>
                  <a:lnTo>
                    <a:pt x="11775201" y="965200"/>
                  </a:lnTo>
                  <a:lnTo>
                    <a:pt x="11752817" y="1003300"/>
                  </a:lnTo>
                  <a:lnTo>
                    <a:pt x="11734506" y="1054100"/>
                  </a:lnTo>
                  <a:lnTo>
                    <a:pt x="11720550" y="1092200"/>
                  </a:lnTo>
                  <a:lnTo>
                    <a:pt x="11711233" y="1143000"/>
                  </a:lnTo>
                  <a:lnTo>
                    <a:pt x="11706837" y="1181100"/>
                  </a:lnTo>
                  <a:lnTo>
                    <a:pt x="16267494" y="1181100"/>
                  </a:lnTo>
                  <a:lnTo>
                    <a:pt x="16249347" y="1155700"/>
                  </a:lnTo>
                  <a:lnTo>
                    <a:pt x="16218368" y="1117600"/>
                  </a:lnTo>
                  <a:lnTo>
                    <a:pt x="16183903" y="1092200"/>
                  </a:lnTo>
                  <a:lnTo>
                    <a:pt x="16146229" y="1054100"/>
                  </a:lnTo>
                  <a:lnTo>
                    <a:pt x="15605106" y="1054100"/>
                  </a:lnTo>
                  <a:lnTo>
                    <a:pt x="15608953" y="1028700"/>
                  </a:lnTo>
                  <a:lnTo>
                    <a:pt x="15611740" y="1016000"/>
                  </a:lnTo>
                  <a:lnTo>
                    <a:pt x="15613434" y="990600"/>
                  </a:lnTo>
                  <a:lnTo>
                    <a:pt x="15609748" y="927100"/>
                  </a:lnTo>
                  <a:lnTo>
                    <a:pt x="15597401" y="876300"/>
                  </a:lnTo>
                  <a:lnTo>
                    <a:pt x="15577613" y="825500"/>
                  </a:lnTo>
                  <a:lnTo>
                    <a:pt x="15551028" y="787400"/>
                  </a:lnTo>
                  <a:lnTo>
                    <a:pt x="15518292" y="749300"/>
                  </a:lnTo>
                  <a:lnTo>
                    <a:pt x="15529600" y="711200"/>
                  </a:lnTo>
                  <a:lnTo>
                    <a:pt x="15537887" y="685800"/>
                  </a:lnTo>
                  <a:lnTo>
                    <a:pt x="15542984" y="660400"/>
                  </a:lnTo>
                  <a:lnTo>
                    <a:pt x="15544721" y="622300"/>
                  </a:lnTo>
                  <a:lnTo>
                    <a:pt x="15540926" y="571500"/>
                  </a:lnTo>
                  <a:lnTo>
                    <a:pt x="15529901" y="533400"/>
                  </a:lnTo>
                  <a:lnTo>
                    <a:pt x="15512189" y="495300"/>
                  </a:lnTo>
                  <a:lnTo>
                    <a:pt x="15488331" y="457200"/>
                  </a:lnTo>
                  <a:lnTo>
                    <a:pt x="14177600" y="457200"/>
                  </a:lnTo>
                  <a:lnTo>
                    <a:pt x="14148616" y="431800"/>
                  </a:lnTo>
                  <a:lnTo>
                    <a:pt x="12680755" y="431800"/>
                  </a:lnTo>
                  <a:lnTo>
                    <a:pt x="12649727" y="419100"/>
                  </a:lnTo>
                  <a:lnTo>
                    <a:pt x="12617335" y="406400"/>
                  </a:lnTo>
                  <a:lnTo>
                    <a:pt x="12583751" y="406400"/>
                  </a:lnTo>
                  <a:lnTo>
                    <a:pt x="12549147" y="393700"/>
                  </a:lnTo>
                  <a:close/>
                </a:path>
                <a:path w="20104100" h="3975100">
                  <a:moveTo>
                    <a:pt x="11509536" y="1041400"/>
                  </a:moveTo>
                  <a:lnTo>
                    <a:pt x="11422862" y="1041400"/>
                  </a:lnTo>
                  <a:lnTo>
                    <a:pt x="11386973" y="1054100"/>
                  </a:lnTo>
                  <a:lnTo>
                    <a:pt x="11352662" y="1066800"/>
                  </a:lnTo>
                  <a:lnTo>
                    <a:pt x="11320190" y="1079500"/>
                  </a:lnTo>
                  <a:lnTo>
                    <a:pt x="11600311" y="1079500"/>
                  </a:lnTo>
                  <a:lnTo>
                    <a:pt x="11556488" y="1054100"/>
                  </a:lnTo>
                  <a:lnTo>
                    <a:pt x="11509536" y="1041400"/>
                  </a:lnTo>
                  <a:close/>
                </a:path>
                <a:path w="20104100" h="3975100">
                  <a:moveTo>
                    <a:pt x="2595826" y="977900"/>
                  </a:moveTo>
                  <a:lnTo>
                    <a:pt x="2446231" y="977900"/>
                  </a:lnTo>
                  <a:lnTo>
                    <a:pt x="2393826" y="990600"/>
                  </a:lnTo>
                  <a:lnTo>
                    <a:pt x="2343697" y="1003300"/>
                  </a:lnTo>
                  <a:lnTo>
                    <a:pt x="2296214" y="1028700"/>
                  </a:lnTo>
                  <a:lnTo>
                    <a:pt x="2251743" y="1054100"/>
                  </a:lnTo>
                  <a:lnTo>
                    <a:pt x="2763492" y="1054100"/>
                  </a:lnTo>
                  <a:lnTo>
                    <a:pt x="2725089" y="1028700"/>
                  </a:lnTo>
                  <a:lnTo>
                    <a:pt x="2684170" y="1016000"/>
                  </a:lnTo>
                  <a:lnTo>
                    <a:pt x="2640995" y="990600"/>
                  </a:lnTo>
                  <a:lnTo>
                    <a:pt x="2595826" y="977900"/>
                  </a:lnTo>
                  <a:close/>
                </a:path>
                <a:path w="20104100" h="3975100">
                  <a:moveTo>
                    <a:pt x="15968938" y="977900"/>
                  </a:moveTo>
                  <a:lnTo>
                    <a:pt x="15773566" y="977900"/>
                  </a:lnTo>
                  <a:lnTo>
                    <a:pt x="15728515" y="990600"/>
                  </a:lnTo>
                  <a:lnTo>
                    <a:pt x="15685270" y="1003300"/>
                  </a:lnTo>
                  <a:lnTo>
                    <a:pt x="15644059" y="1028700"/>
                  </a:lnTo>
                  <a:lnTo>
                    <a:pt x="15605106" y="1054100"/>
                  </a:lnTo>
                  <a:lnTo>
                    <a:pt x="16146229" y="1054100"/>
                  </a:lnTo>
                  <a:lnTo>
                    <a:pt x="16105621" y="1028700"/>
                  </a:lnTo>
                  <a:lnTo>
                    <a:pt x="16062353" y="1016000"/>
                  </a:lnTo>
                  <a:lnTo>
                    <a:pt x="16016700" y="990600"/>
                  </a:lnTo>
                  <a:lnTo>
                    <a:pt x="15968938" y="977900"/>
                  </a:lnTo>
                  <a:close/>
                </a:path>
                <a:path w="20104100" h="3975100">
                  <a:moveTo>
                    <a:pt x="11152467" y="965200"/>
                  </a:moveTo>
                  <a:lnTo>
                    <a:pt x="11133323" y="965200"/>
                  </a:lnTo>
                  <a:lnTo>
                    <a:pt x="11114697" y="977900"/>
                  </a:lnTo>
                  <a:lnTo>
                    <a:pt x="11096674" y="977900"/>
                  </a:lnTo>
                  <a:lnTo>
                    <a:pt x="11079338" y="990600"/>
                  </a:lnTo>
                  <a:lnTo>
                    <a:pt x="11226602" y="990600"/>
                  </a:lnTo>
                  <a:lnTo>
                    <a:pt x="11203541" y="977900"/>
                  </a:lnTo>
                  <a:lnTo>
                    <a:pt x="11152467" y="965200"/>
                  </a:lnTo>
                  <a:close/>
                </a:path>
                <a:path w="20104100" h="3975100">
                  <a:moveTo>
                    <a:pt x="4697434" y="812800"/>
                  </a:moveTo>
                  <a:lnTo>
                    <a:pt x="3921464" y="812800"/>
                  </a:lnTo>
                  <a:lnTo>
                    <a:pt x="3876311" y="825500"/>
                  </a:lnTo>
                  <a:lnTo>
                    <a:pt x="3833675" y="850900"/>
                  </a:lnTo>
                  <a:lnTo>
                    <a:pt x="3794014" y="876300"/>
                  </a:lnTo>
                  <a:lnTo>
                    <a:pt x="3757785" y="901700"/>
                  </a:lnTo>
                  <a:lnTo>
                    <a:pt x="3725447" y="939800"/>
                  </a:lnTo>
                  <a:lnTo>
                    <a:pt x="4895908" y="939800"/>
                  </a:lnTo>
                  <a:lnTo>
                    <a:pt x="4854791" y="889000"/>
                  </a:lnTo>
                  <a:lnTo>
                    <a:pt x="4819587" y="863600"/>
                  </a:lnTo>
                  <a:lnTo>
                    <a:pt x="4781363" y="838200"/>
                  </a:lnTo>
                  <a:lnTo>
                    <a:pt x="4740514" y="825500"/>
                  </a:lnTo>
                  <a:lnTo>
                    <a:pt x="4697434" y="812800"/>
                  </a:lnTo>
                  <a:close/>
                </a:path>
                <a:path w="20104100" h="3975100">
                  <a:moveTo>
                    <a:pt x="18187618" y="812800"/>
                  </a:moveTo>
                  <a:lnTo>
                    <a:pt x="17370691" y="812800"/>
                  </a:lnTo>
                  <a:lnTo>
                    <a:pt x="17322946" y="825500"/>
                  </a:lnTo>
                  <a:lnTo>
                    <a:pt x="17277863" y="850900"/>
                  </a:lnTo>
                  <a:lnTo>
                    <a:pt x="17235925" y="876300"/>
                  </a:lnTo>
                  <a:lnTo>
                    <a:pt x="17197617" y="901700"/>
                  </a:lnTo>
                  <a:lnTo>
                    <a:pt x="17163425" y="939800"/>
                  </a:lnTo>
                  <a:lnTo>
                    <a:pt x="18405403" y="939800"/>
                  </a:lnTo>
                  <a:lnTo>
                    <a:pt x="18376182" y="914400"/>
                  </a:lnTo>
                  <a:lnTo>
                    <a:pt x="18343693" y="889000"/>
                  </a:lnTo>
                  <a:lnTo>
                    <a:pt x="18308264" y="863600"/>
                  </a:lnTo>
                  <a:lnTo>
                    <a:pt x="18270223" y="838200"/>
                  </a:lnTo>
                  <a:lnTo>
                    <a:pt x="18229899" y="825500"/>
                  </a:lnTo>
                  <a:lnTo>
                    <a:pt x="18187618" y="812800"/>
                  </a:lnTo>
                  <a:close/>
                </a:path>
                <a:path w="20104100" h="3975100">
                  <a:moveTo>
                    <a:pt x="4367268" y="469900"/>
                  </a:moveTo>
                  <a:lnTo>
                    <a:pt x="4275643" y="469900"/>
                  </a:lnTo>
                  <a:lnTo>
                    <a:pt x="4231719" y="482600"/>
                  </a:lnTo>
                  <a:lnTo>
                    <a:pt x="4190138" y="495300"/>
                  </a:lnTo>
                  <a:lnTo>
                    <a:pt x="4151322" y="520700"/>
                  </a:lnTo>
                  <a:lnTo>
                    <a:pt x="4115690" y="546100"/>
                  </a:lnTo>
                  <a:lnTo>
                    <a:pt x="4083661" y="584200"/>
                  </a:lnTo>
                  <a:lnTo>
                    <a:pt x="4055657" y="622300"/>
                  </a:lnTo>
                  <a:lnTo>
                    <a:pt x="4032096" y="660400"/>
                  </a:lnTo>
                  <a:lnTo>
                    <a:pt x="4013399" y="711200"/>
                  </a:lnTo>
                  <a:lnTo>
                    <a:pt x="3999986" y="762000"/>
                  </a:lnTo>
                  <a:lnTo>
                    <a:pt x="3992277" y="812800"/>
                  </a:lnTo>
                  <a:lnTo>
                    <a:pt x="4650623" y="812800"/>
                  </a:lnTo>
                  <a:lnTo>
                    <a:pt x="4642824" y="762000"/>
                  </a:lnTo>
                  <a:lnTo>
                    <a:pt x="4629348" y="711200"/>
                  </a:lnTo>
                  <a:lnTo>
                    <a:pt x="4610612" y="660400"/>
                  </a:lnTo>
                  <a:lnTo>
                    <a:pt x="4587033" y="622300"/>
                  </a:lnTo>
                  <a:lnTo>
                    <a:pt x="4559030" y="584200"/>
                  </a:lnTo>
                  <a:lnTo>
                    <a:pt x="4527020" y="546100"/>
                  </a:lnTo>
                  <a:lnTo>
                    <a:pt x="4491421" y="520700"/>
                  </a:lnTo>
                  <a:lnTo>
                    <a:pt x="4452651" y="495300"/>
                  </a:lnTo>
                  <a:lnTo>
                    <a:pt x="4411127" y="482600"/>
                  </a:lnTo>
                  <a:lnTo>
                    <a:pt x="4367268" y="469900"/>
                  </a:lnTo>
                  <a:close/>
                </a:path>
                <a:path w="20104100" h="3975100">
                  <a:moveTo>
                    <a:pt x="17838129" y="469900"/>
                  </a:moveTo>
                  <a:lnTo>
                    <a:pt x="17749177" y="469900"/>
                  </a:lnTo>
                  <a:lnTo>
                    <a:pt x="17706343" y="482600"/>
                  </a:lnTo>
                  <a:lnTo>
                    <a:pt x="17665529" y="495300"/>
                  </a:lnTo>
                  <a:lnTo>
                    <a:pt x="17627078" y="508000"/>
                  </a:lnTo>
                  <a:lnTo>
                    <a:pt x="17591331" y="533400"/>
                  </a:lnTo>
                  <a:lnTo>
                    <a:pt x="17558630" y="571500"/>
                  </a:lnTo>
                  <a:lnTo>
                    <a:pt x="17529319" y="596900"/>
                  </a:lnTo>
                  <a:lnTo>
                    <a:pt x="17503738" y="635000"/>
                  </a:lnTo>
                  <a:lnTo>
                    <a:pt x="17482229" y="673100"/>
                  </a:lnTo>
                  <a:lnTo>
                    <a:pt x="17465136" y="723900"/>
                  </a:lnTo>
                  <a:lnTo>
                    <a:pt x="17452800" y="762000"/>
                  </a:lnTo>
                  <a:lnTo>
                    <a:pt x="17445563" y="812800"/>
                  </a:lnTo>
                  <a:lnTo>
                    <a:pt x="18141720" y="812800"/>
                  </a:lnTo>
                  <a:lnTo>
                    <a:pt x="18134394" y="762000"/>
                  </a:lnTo>
                  <a:lnTo>
                    <a:pt x="18121992" y="723900"/>
                  </a:lnTo>
                  <a:lnTo>
                    <a:pt x="18104855" y="673100"/>
                  </a:lnTo>
                  <a:lnTo>
                    <a:pt x="18083324" y="635000"/>
                  </a:lnTo>
                  <a:lnTo>
                    <a:pt x="18057737" y="596900"/>
                  </a:lnTo>
                  <a:lnTo>
                    <a:pt x="18028437" y="558800"/>
                  </a:lnTo>
                  <a:lnTo>
                    <a:pt x="17995762" y="533400"/>
                  </a:lnTo>
                  <a:lnTo>
                    <a:pt x="17960054" y="508000"/>
                  </a:lnTo>
                  <a:lnTo>
                    <a:pt x="17921652" y="495300"/>
                  </a:lnTo>
                  <a:lnTo>
                    <a:pt x="17880897" y="482600"/>
                  </a:lnTo>
                  <a:lnTo>
                    <a:pt x="17838129" y="469900"/>
                  </a:lnTo>
                  <a:close/>
                </a:path>
                <a:path w="20104100" h="3975100">
                  <a:moveTo>
                    <a:pt x="12140418" y="774700"/>
                  </a:moveTo>
                  <a:lnTo>
                    <a:pt x="12113171" y="774700"/>
                  </a:lnTo>
                  <a:lnTo>
                    <a:pt x="12066883" y="787400"/>
                  </a:lnTo>
                  <a:lnTo>
                    <a:pt x="12167182" y="787400"/>
                  </a:lnTo>
                  <a:lnTo>
                    <a:pt x="12140418" y="774700"/>
                  </a:lnTo>
                  <a:close/>
                </a:path>
                <a:path w="20104100" h="3975100">
                  <a:moveTo>
                    <a:pt x="1581525" y="0"/>
                  </a:moveTo>
                  <a:lnTo>
                    <a:pt x="1480790" y="0"/>
                  </a:lnTo>
                  <a:lnTo>
                    <a:pt x="1431512" y="12700"/>
                  </a:lnTo>
                  <a:lnTo>
                    <a:pt x="1385390" y="25400"/>
                  </a:lnTo>
                  <a:lnTo>
                    <a:pt x="1343034" y="50800"/>
                  </a:lnTo>
                  <a:lnTo>
                    <a:pt x="1305054" y="76200"/>
                  </a:lnTo>
                  <a:lnTo>
                    <a:pt x="1272062" y="114300"/>
                  </a:lnTo>
                  <a:lnTo>
                    <a:pt x="1244668" y="152400"/>
                  </a:lnTo>
                  <a:lnTo>
                    <a:pt x="1223482" y="190500"/>
                  </a:lnTo>
                  <a:lnTo>
                    <a:pt x="1209115" y="241300"/>
                  </a:lnTo>
                  <a:lnTo>
                    <a:pt x="1152796" y="241300"/>
                  </a:lnTo>
                  <a:lnTo>
                    <a:pt x="1106214" y="254000"/>
                  </a:lnTo>
                  <a:lnTo>
                    <a:pt x="1062359" y="279400"/>
                  </a:lnTo>
                  <a:lnTo>
                    <a:pt x="1021739" y="304800"/>
                  </a:lnTo>
                  <a:lnTo>
                    <a:pt x="984860" y="330200"/>
                  </a:lnTo>
                  <a:lnTo>
                    <a:pt x="952232" y="368300"/>
                  </a:lnTo>
                  <a:lnTo>
                    <a:pt x="924360" y="406400"/>
                  </a:lnTo>
                  <a:lnTo>
                    <a:pt x="901753" y="457200"/>
                  </a:lnTo>
                  <a:lnTo>
                    <a:pt x="2141308" y="457200"/>
                  </a:lnTo>
                  <a:lnTo>
                    <a:pt x="2113444" y="419100"/>
                  </a:lnTo>
                  <a:lnTo>
                    <a:pt x="2080792" y="381000"/>
                  </a:lnTo>
                  <a:lnTo>
                    <a:pt x="2043863" y="355600"/>
                  </a:lnTo>
                  <a:lnTo>
                    <a:pt x="2003170" y="342900"/>
                  </a:lnTo>
                  <a:lnTo>
                    <a:pt x="1959223" y="317500"/>
                  </a:lnTo>
                  <a:lnTo>
                    <a:pt x="1912535" y="317500"/>
                  </a:lnTo>
                  <a:lnTo>
                    <a:pt x="1863619" y="304800"/>
                  </a:lnTo>
                  <a:lnTo>
                    <a:pt x="1860030" y="266700"/>
                  </a:lnTo>
                  <a:lnTo>
                    <a:pt x="1849604" y="215900"/>
                  </a:lnTo>
                  <a:lnTo>
                    <a:pt x="1832853" y="177800"/>
                  </a:lnTo>
                  <a:lnTo>
                    <a:pt x="1810290" y="139700"/>
                  </a:lnTo>
                  <a:lnTo>
                    <a:pt x="1782426" y="101600"/>
                  </a:lnTo>
                  <a:lnTo>
                    <a:pt x="1749774" y="76200"/>
                  </a:lnTo>
                  <a:lnTo>
                    <a:pt x="1712845" y="50800"/>
                  </a:lnTo>
                  <a:lnTo>
                    <a:pt x="1672153" y="25400"/>
                  </a:lnTo>
                  <a:lnTo>
                    <a:pt x="1628209" y="12700"/>
                  </a:lnTo>
                  <a:lnTo>
                    <a:pt x="1581525" y="0"/>
                  </a:lnTo>
                  <a:close/>
                </a:path>
                <a:path w="20104100" h="3975100">
                  <a:moveTo>
                    <a:pt x="14896395" y="0"/>
                  </a:moveTo>
                  <a:lnTo>
                    <a:pt x="14795245" y="0"/>
                  </a:lnTo>
                  <a:lnTo>
                    <a:pt x="14747948" y="12700"/>
                  </a:lnTo>
                  <a:lnTo>
                    <a:pt x="14703247" y="25400"/>
                  </a:lnTo>
                  <a:lnTo>
                    <a:pt x="14661614" y="38100"/>
                  </a:lnTo>
                  <a:lnTo>
                    <a:pt x="14623520" y="63500"/>
                  </a:lnTo>
                  <a:lnTo>
                    <a:pt x="14589435" y="88900"/>
                  </a:lnTo>
                  <a:lnTo>
                    <a:pt x="14559832" y="127000"/>
                  </a:lnTo>
                  <a:lnTo>
                    <a:pt x="14535180" y="165100"/>
                  </a:lnTo>
                  <a:lnTo>
                    <a:pt x="14515951" y="203200"/>
                  </a:lnTo>
                  <a:lnTo>
                    <a:pt x="14502616" y="241300"/>
                  </a:lnTo>
                  <a:lnTo>
                    <a:pt x="14443049" y="241300"/>
                  </a:lnTo>
                  <a:lnTo>
                    <a:pt x="14393797" y="254000"/>
                  </a:lnTo>
                  <a:lnTo>
                    <a:pt x="14347426" y="279400"/>
                  </a:lnTo>
                  <a:lnTo>
                    <a:pt x="14304476" y="304800"/>
                  </a:lnTo>
                  <a:lnTo>
                    <a:pt x="14265481" y="330200"/>
                  </a:lnTo>
                  <a:lnTo>
                    <a:pt x="14230979" y="368300"/>
                  </a:lnTo>
                  <a:lnTo>
                    <a:pt x="14201506" y="406400"/>
                  </a:lnTo>
                  <a:lnTo>
                    <a:pt x="14177600" y="457200"/>
                  </a:lnTo>
                  <a:lnTo>
                    <a:pt x="15488331" y="457200"/>
                  </a:lnTo>
                  <a:lnTo>
                    <a:pt x="15458867" y="419100"/>
                  </a:lnTo>
                  <a:lnTo>
                    <a:pt x="15424340" y="381000"/>
                  </a:lnTo>
                  <a:lnTo>
                    <a:pt x="15385291" y="355600"/>
                  </a:lnTo>
                  <a:lnTo>
                    <a:pt x="15342261" y="342900"/>
                  </a:lnTo>
                  <a:lnTo>
                    <a:pt x="15295791" y="317500"/>
                  </a:lnTo>
                  <a:lnTo>
                    <a:pt x="15246424" y="317500"/>
                  </a:lnTo>
                  <a:lnTo>
                    <a:pt x="15194700" y="304800"/>
                  </a:lnTo>
                  <a:lnTo>
                    <a:pt x="15190905" y="266700"/>
                  </a:lnTo>
                  <a:lnTo>
                    <a:pt x="15179880" y="215900"/>
                  </a:lnTo>
                  <a:lnTo>
                    <a:pt x="15162168" y="177800"/>
                  </a:lnTo>
                  <a:lnTo>
                    <a:pt x="15138309" y="139700"/>
                  </a:lnTo>
                  <a:lnTo>
                    <a:pt x="15108845" y="101600"/>
                  </a:lnTo>
                  <a:lnTo>
                    <a:pt x="15074318" y="76200"/>
                  </a:lnTo>
                  <a:lnTo>
                    <a:pt x="15035267" y="50800"/>
                  </a:lnTo>
                  <a:lnTo>
                    <a:pt x="14992236" y="25400"/>
                  </a:lnTo>
                  <a:lnTo>
                    <a:pt x="14945765" y="12700"/>
                  </a:lnTo>
                  <a:lnTo>
                    <a:pt x="14896395" y="0"/>
                  </a:lnTo>
                  <a:close/>
                </a:path>
                <a:path w="20104100" h="3975100">
                  <a:moveTo>
                    <a:pt x="13354488" y="279400"/>
                  </a:moveTo>
                  <a:lnTo>
                    <a:pt x="13095581" y="279400"/>
                  </a:lnTo>
                  <a:lnTo>
                    <a:pt x="13036018" y="292100"/>
                  </a:lnTo>
                  <a:lnTo>
                    <a:pt x="12980230" y="304800"/>
                  </a:lnTo>
                  <a:lnTo>
                    <a:pt x="12928308" y="317500"/>
                  </a:lnTo>
                  <a:lnTo>
                    <a:pt x="12880344" y="330200"/>
                  </a:lnTo>
                  <a:lnTo>
                    <a:pt x="12836428" y="355600"/>
                  </a:lnTo>
                  <a:lnTo>
                    <a:pt x="12796651" y="368300"/>
                  </a:lnTo>
                  <a:lnTo>
                    <a:pt x="12761104" y="381000"/>
                  </a:lnTo>
                  <a:lnTo>
                    <a:pt x="12729879" y="406400"/>
                  </a:lnTo>
                  <a:lnTo>
                    <a:pt x="12703066" y="419100"/>
                  </a:lnTo>
                  <a:lnTo>
                    <a:pt x="12680755" y="431800"/>
                  </a:lnTo>
                  <a:lnTo>
                    <a:pt x="14148616" y="431800"/>
                  </a:lnTo>
                  <a:lnTo>
                    <a:pt x="14105002" y="419100"/>
                  </a:lnTo>
                  <a:lnTo>
                    <a:pt x="14051816" y="406400"/>
                  </a:lnTo>
                  <a:lnTo>
                    <a:pt x="13994120" y="393700"/>
                  </a:lnTo>
                  <a:lnTo>
                    <a:pt x="13819412" y="393700"/>
                  </a:lnTo>
                  <a:lnTo>
                    <a:pt x="13796989" y="381000"/>
                  </a:lnTo>
                  <a:lnTo>
                    <a:pt x="13731586" y="355600"/>
                  </a:lnTo>
                  <a:lnTo>
                    <a:pt x="13689895" y="342900"/>
                  </a:lnTo>
                  <a:lnTo>
                    <a:pt x="13643070" y="330200"/>
                  </a:lnTo>
                  <a:lnTo>
                    <a:pt x="13591755" y="317500"/>
                  </a:lnTo>
                  <a:lnTo>
                    <a:pt x="13536595" y="304800"/>
                  </a:lnTo>
                  <a:lnTo>
                    <a:pt x="13478235" y="292100"/>
                  </a:lnTo>
                  <a:lnTo>
                    <a:pt x="13417318" y="292100"/>
                  </a:lnTo>
                  <a:lnTo>
                    <a:pt x="13354488" y="279400"/>
                  </a:lnTo>
                  <a:close/>
                </a:path>
                <a:path w="20104100" h="3975100">
                  <a:moveTo>
                    <a:pt x="738060" y="368300"/>
                  </a:moveTo>
                  <a:lnTo>
                    <a:pt x="657290" y="368300"/>
                  </a:lnTo>
                  <a:lnTo>
                    <a:pt x="624687" y="381000"/>
                  </a:lnTo>
                  <a:lnTo>
                    <a:pt x="593204" y="381000"/>
                  </a:lnTo>
                  <a:lnTo>
                    <a:pt x="563009" y="393700"/>
                  </a:lnTo>
                  <a:lnTo>
                    <a:pt x="825857" y="393700"/>
                  </a:lnTo>
                  <a:lnTo>
                    <a:pt x="783217" y="381000"/>
                  </a:lnTo>
                  <a:lnTo>
                    <a:pt x="738060" y="368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0" y="8348144"/>
            <a:ext cx="4652645" cy="62230"/>
          </a:xfrm>
          <a:custGeom>
            <a:avLst/>
            <a:gdLst/>
            <a:ahLst/>
            <a:cxnLst/>
            <a:rect l="l" t="t" r="r" b="b"/>
            <a:pathLst>
              <a:path w="4652645" h="62229">
                <a:moveTo>
                  <a:pt x="0" y="62029"/>
                </a:moveTo>
                <a:lnTo>
                  <a:pt x="4652486" y="62029"/>
                </a:lnTo>
                <a:lnTo>
                  <a:pt x="4652486" y="0"/>
                </a:lnTo>
                <a:lnTo>
                  <a:pt x="0" y="0"/>
                </a:lnTo>
                <a:lnTo>
                  <a:pt x="0" y="62029"/>
                </a:lnTo>
                <a:close/>
              </a:path>
            </a:pathLst>
          </a:custGeom>
          <a:solidFill>
            <a:srgbClr val="A0DD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759352" y="8348144"/>
            <a:ext cx="15344775" cy="62230"/>
          </a:xfrm>
          <a:custGeom>
            <a:avLst/>
            <a:gdLst/>
            <a:ahLst/>
            <a:cxnLst/>
            <a:rect l="l" t="t" r="r" b="b"/>
            <a:pathLst>
              <a:path w="15344775" h="62229">
                <a:moveTo>
                  <a:pt x="0" y="62029"/>
                </a:moveTo>
                <a:lnTo>
                  <a:pt x="15344747" y="62029"/>
                </a:lnTo>
                <a:lnTo>
                  <a:pt x="15344747" y="0"/>
                </a:lnTo>
                <a:lnTo>
                  <a:pt x="0" y="0"/>
                </a:lnTo>
                <a:lnTo>
                  <a:pt x="0" y="62029"/>
                </a:lnTo>
                <a:close/>
              </a:path>
            </a:pathLst>
          </a:custGeom>
          <a:solidFill>
            <a:srgbClr val="A0DD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6658027" y="2753727"/>
            <a:ext cx="1009015" cy="3511550"/>
            <a:chOff x="6658027" y="2753727"/>
            <a:chExt cx="1009015" cy="3511550"/>
          </a:xfrm>
        </p:grpSpPr>
        <p:sp>
          <p:nvSpPr>
            <p:cNvPr id="8" name="object 8" descr=""/>
            <p:cNvSpPr/>
            <p:nvPr/>
          </p:nvSpPr>
          <p:spPr>
            <a:xfrm>
              <a:off x="6658026" y="3067614"/>
              <a:ext cx="504825" cy="3197225"/>
            </a:xfrm>
            <a:custGeom>
              <a:avLst/>
              <a:gdLst/>
              <a:ahLst/>
              <a:cxnLst/>
              <a:rect l="l" t="t" r="r" b="b"/>
              <a:pathLst>
                <a:path w="504825" h="3197225">
                  <a:moveTo>
                    <a:pt x="504405" y="0"/>
                  </a:moveTo>
                  <a:lnTo>
                    <a:pt x="0" y="0"/>
                  </a:lnTo>
                  <a:lnTo>
                    <a:pt x="0" y="1565744"/>
                  </a:lnTo>
                  <a:lnTo>
                    <a:pt x="436626" y="1565744"/>
                  </a:lnTo>
                  <a:lnTo>
                    <a:pt x="436626" y="3197199"/>
                  </a:lnTo>
                  <a:lnTo>
                    <a:pt x="504405" y="3197199"/>
                  </a:lnTo>
                  <a:lnTo>
                    <a:pt x="504405" y="1565744"/>
                  </a:lnTo>
                  <a:lnTo>
                    <a:pt x="504405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162432" y="3067614"/>
              <a:ext cx="504825" cy="3188970"/>
            </a:xfrm>
            <a:custGeom>
              <a:avLst/>
              <a:gdLst/>
              <a:ahLst/>
              <a:cxnLst/>
              <a:rect l="l" t="t" r="r" b="b"/>
              <a:pathLst>
                <a:path w="504825" h="3188970">
                  <a:moveTo>
                    <a:pt x="504418" y="0"/>
                  </a:moveTo>
                  <a:lnTo>
                    <a:pt x="0" y="0"/>
                  </a:lnTo>
                  <a:lnTo>
                    <a:pt x="0" y="847407"/>
                  </a:lnTo>
                  <a:lnTo>
                    <a:pt x="0" y="3188398"/>
                  </a:lnTo>
                  <a:lnTo>
                    <a:pt x="504418" y="3188398"/>
                  </a:lnTo>
                  <a:lnTo>
                    <a:pt x="504418" y="847407"/>
                  </a:lnTo>
                  <a:lnTo>
                    <a:pt x="504418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773217" y="2753727"/>
              <a:ext cx="271780" cy="314325"/>
            </a:xfrm>
            <a:custGeom>
              <a:avLst/>
              <a:gdLst/>
              <a:ahLst/>
              <a:cxnLst/>
              <a:rect l="l" t="t" r="r" b="b"/>
              <a:pathLst>
                <a:path w="271779" h="314325">
                  <a:moveTo>
                    <a:pt x="0" y="313885"/>
                  </a:moveTo>
                  <a:lnTo>
                    <a:pt x="271332" y="313885"/>
                  </a:lnTo>
                  <a:lnTo>
                    <a:pt x="271332" y="0"/>
                  </a:lnTo>
                  <a:lnTo>
                    <a:pt x="0" y="0"/>
                  </a:lnTo>
                  <a:lnTo>
                    <a:pt x="0" y="313885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/>
          <p:nvPr/>
        </p:nvSpPr>
        <p:spPr>
          <a:xfrm>
            <a:off x="7044549" y="2753727"/>
            <a:ext cx="85090" cy="314325"/>
          </a:xfrm>
          <a:custGeom>
            <a:avLst/>
            <a:gdLst/>
            <a:ahLst/>
            <a:cxnLst/>
            <a:rect l="l" t="t" r="r" b="b"/>
            <a:pathLst>
              <a:path w="85090" h="314325">
                <a:moveTo>
                  <a:pt x="84908" y="0"/>
                </a:moveTo>
                <a:lnTo>
                  <a:pt x="0" y="0"/>
                </a:lnTo>
                <a:lnTo>
                  <a:pt x="0" y="313885"/>
                </a:lnTo>
                <a:lnTo>
                  <a:pt x="84908" y="313885"/>
                </a:lnTo>
                <a:lnTo>
                  <a:pt x="84908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573956" y="3049310"/>
            <a:ext cx="1122680" cy="18415"/>
          </a:xfrm>
          <a:custGeom>
            <a:avLst/>
            <a:gdLst/>
            <a:ahLst/>
            <a:cxnLst/>
            <a:rect l="l" t="t" r="r" b="b"/>
            <a:pathLst>
              <a:path w="1122679" h="18414">
                <a:moveTo>
                  <a:pt x="1122416" y="0"/>
                </a:moveTo>
                <a:lnTo>
                  <a:pt x="0" y="0"/>
                </a:lnTo>
                <a:lnTo>
                  <a:pt x="0" y="18303"/>
                </a:lnTo>
                <a:lnTo>
                  <a:pt x="1122416" y="18303"/>
                </a:lnTo>
                <a:lnTo>
                  <a:pt x="1122416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857162" y="3204509"/>
            <a:ext cx="85725" cy="180340"/>
          </a:xfrm>
          <a:custGeom>
            <a:avLst/>
            <a:gdLst/>
            <a:ahLst/>
            <a:cxnLst/>
            <a:rect l="l" t="t" r="r" b="b"/>
            <a:pathLst>
              <a:path w="85725" h="180339">
                <a:moveTo>
                  <a:pt x="85390" y="0"/>
                </a:moveTo>
                <a:lnTo>
                  <a:pt x="0" y="0"/>
                </a:lnTo>
                <a:lnTo>
                  <a:pt x="0" y="180057"/>
                </a:lnTo>
                <a:lnTo>
                  <a:pt x="85390" y="180057"/>
                </a:lnTo>
                <a:lnTo>
                  <a:pt x="8539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665544" y="3451434"/>
            <a:ext cx="489584" cy="7620"/>
          </a:xfrm>
          <a:custGeom>
            <a:avLst/>
            <a:gdLst/>
            <a:ahLst/>
            <a:cxnLst/>
            <a:rect l="l" t="t" r="r" b="b"/>
            <a:pathLst>
              <a:path w="489584" h="7620">
                <a:moveTo>
                  <a:pt x="489369" y="2540"/>
                </a:moveTo>
                <a:lnTo>
                  <a:pt x="452882" y="2540"/>
                </a:lnTo>
                <a:lnTo>
                  <a:pt x="452882" y="1270"/>
                </a:lnTo>
                <a:lnTo>
                  <a:pt x="336346" y="1270"/>
                </a:lnTo>
                <a:lnTo>
                  <a:pt x="336346" y="0"/>
                </a:lnTo>
                <a:lnTo>
                  <a:pt x="153009" y="0"/>
                </a:lnTo>
                <a:lnTo>
                  <a:pt x="153009" y="1270"/>
                </a:lnTo>
                <a:lnTo>
                  <a:pt x="36474" y="1270"/>
                </a:lnTo>
                <a:lnTo>
                  <a:pt x="36474" y="2540"/>
                </a:lnTo>
                <a:lnTo>
                  <a:pt x="0" y="2540"/>
                </a:lnTo>
                <a:lnTo>
                  <a:pt x="0" y="3810"/>
                </a:lnTo>
                <a:lnTo>
                  <a:pt x="0" y="5080"/>
                </a:lnTo>
                <a:lnTo>
                  <a:pt x="36474" y="5080"/>
                </a:lnTo>
                <a:lnTo>
                  <a:pt x="36474" y="6350"/>
                </a:lnTo>
                <a:lnTo>
                  <a:pt x="153009" y="6350"/>
                </a:lnTo>
                <a:lnTo>
                  <a:pt x="153009" y="7620"/>
                </a:lnTo>
                <a:lnTo>
                  <a:pt x="336346" y="7620"/>
                </a:lnTo>
                <a:lnTo>
                  <a:pt x="336346" y="6350"/>
                </a:lnTo>
                <a:lnTo>
                  <a:pt x="452882" y="6350"/>
                </a:lnTo>
                <a:lnTo>
                  <a:pt x="452882" y="5080"/>
                </a:lnTo>
                <a:lnTo>
                  <a:pt x="489369" y="5080"/>
                </a:lnTo>
                <a:lnTo>
                  <a:pt x="489369" y="3810"/>
                </a:lnTo>
                <a:lnTo>
                  <a:pt x="489369" y="254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7365964" y="3204509"/>
            <a:ext cx="85725" cy="180340"/>
          </a:xfrm>
          <a:custGeom>
            <a:avLst/>
            <a:gdLst/>
            <a:ahLst/>
            <a:cxnLst/>
            <a:rect l="l" t="t" r="r" b="b"/>
            <a:pathLst>
              <a:path w="85725" h="180339">
                <a:moveTo>
                  <a:pt x="85390" y="0"/>
                </a:moveTo>
                <a:lnTo>
                  <a:pt x="0" y="0"/>
                </a:lnTo>
                <a:lnTo>
                  <a:pt x="0" y="180057"/>
                </a:lnTo>
                <a:lnTo>
                  <a:pt x="85390" y="180057"/>
                </a:lnTo>
                <a:lnTo>
                  <a:pt x="85390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174344" y="3451434"/>
            <a:ext cx="489584" cy="7620"/>
          </a:xfrm>
          <a:custGeom>
            <a:avLst/>
            <a:gdLst/>
            <a:ahLst/>
            <a:cxnLst/>
            <a:rect l="l" t="t" r="r" b="b"/>
            <a:pathLst>
              <a:path w="489584" h="7620">
                <a:moveTo>
                  <a:pt x="489369" y="2540"/>
                </a:moveTo>
                <a:lnTo>
                  <a:pt x="452882" y="2540"/>
                </a:lnTo>
                <a:lnTo>
                  <a:pt x="452882" y="1270"/>
                </a:lnTo>
                <a:lnTo>
                  <a:pt x="336359" y="1270"/>
                </a:lnTo>
                <a:lnTo>
                  <a:pt x="336359" y="0"/>
                </a:lnTo>
                <a:lnTo>
                  <a:pt x="153022" y="0"/>
                </a:lnTo>
                <a:lnTo>
                  <a:pt x="153022" y="1270"/>
                </a:lnTo>
                <a:lnTo>
                  <a:pt x="36474" y="1270"/>
                </a:lnTo>
                <a:lnTo>
                  <a:pt x="36474" y="2540"/>
                </a:lnTo>
                <a:lnTo>
                  <a:pt x="0" y="2540"/>
                </a:lnTo>
                <a:lnTo>
                  <a:pt x="0" y="3810"/>
                </a:lnTo>
                <a:lnTo>
                  <a:pt x="0" y="5080"/>
                </a:lnTo>
                <a:lnTo>
                  <a:pt x="36474" y="5080"/>
                </a:lnTo>
                <a:lnTo>
                  <a:pt x="36474" y="6350"/>
                </a:lnTo>
                <a:lnTo>
                  <a:pt x="153022" y="6350"/>
                </a:lnTo>
                <a:lnTo>
                  <a:pt x="153022" y="7620"/>
                </a:lnTo>
                <a:lnTo>
                  <a:pt x="336359" y="7620"/>
                </a:lnTo>
                <a:lnTo>
                  <a:pt x="336359" y="6350"/>
                </a:lnTo>
                <a:lnTo>
                  <a:pt x="452882" y="6350"/>
                </a:lnTo>
                <a:lnTo>
                  <a:pt x="452882" y="5080"/>
                </a:lnTo>
                <a:lnTo>
                  <a:pt x="489369" y="5080"/>
                </a:lnTo>
                <a:lnTo>
                  <a:pt x="489369" y="3810"/>
                </a:lnTo>
                <a:lnTo>
                  <a:pt x="489369" y="254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7365964" y="3561996"/>
            <a:ext cx="85725" cy="180340"/>
          </a:xfrm>
          <a:custGeom>
            <a:avLst/>
            <a:gdLst/>
            <a:ahLst/>
            <a:cxnLst/>
            <a:rect l="l" t="t" r="r" b="b"/>
            <a:pathLst>
              <a:path w="85725" h="180339">
                <a:moveTo>
                  <a:pt x="85390" y="0"/>
                </a:moveTo>
                <a:lnTo>
                  <a:pt x="0" y="0"/>
                </a:lnTo>
                <a:lnTo>
                  <a:pt x="0" y="180057"/>
                </a:lnTo>
                <a:lnTo>
                  <a:pt x="85390" y="180057"/>
                </a:lnTo>
                <a:lnTo>
                  <a:pt x="85390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7174344" y="3808913"/>
            <a:ext cx="489584" cy="7620"/>
          </a:xfrm>
          <a:custGeom>
            <a:avLst/>
            <a:gdLst/>
            <a:ahLst/>
            <a:cxnLst/>
            <a:rect l="l" t="t" r="r" b="b"/>
            <a:pathLst>
              <a:path w="489584" h="7620">
                <a:moveTo>
                  <a:pt x="489369" y="2540"/>
                </a:moveTo>
                <a:lnTo>
                  <a:pt x="452882" y="2540"/>
                </a:lnTo>
                <a:lnTo>
                  <a:pt x="452882" y="1270"/>
                </a:lnTo>
                <a:lnTo>
                  <a:pt x="336359" y="1270"/>
                </a:lnTo>
                <a:lnTo>
                  <a:pt x="336359" y="0"/>
                </a:lnTo>
                <a:lnTo>
                  <a:pt x="153022" y="0"/>
                </a:lnTo>
                <a:lnTo>
                  <a:pt x="153022" y="1270"/>
                </a:lnTo>
                <a:lnTo>
                  <a:pt x="36474" y="1270"/>
                </a:lnTo>
                <a:lnTo>
                  <a:pt x="36474" y="2540"/>
                </a:lnTo>
                <a:lnTo>
                  <a:pt x="0" y="2540"/>
                </a:lnTo>
                <a:lnTo>
                  <a:pt x="0" y="3810"/>
                </a:lnTo>
                <a:lnTo>
                  <a:pt x="0" y="5080"/>
                </a:lnTo>
                <a:lnTo>
                  <a:pt x="36474" y="5080"/>
                </a:lnTo>
                <a:lnTo>
                  <a:pt x="36474" y="6350"/>
                </a:lnTo>
                <a:lnTo>
                  <a:pt x="153022" y="6350"/>
                </a:lnTo>
                <a:lnTo>
                  <a:pt x="153022" y="7620"/>
                </a:lnTo>
                <a:lnTo>
                  <a:pt x="336359" y="7620"/>
                </a:lnTo>
                <a:lnTo>
                  <a:pt x="336359" y="6350"/>
                </a:lnTo>
                <a:lnTo>
                  <a:pt x="452882" y="6350"/>
                </a:lnTo>
                <a:lnTo>
                  <a:pt x="452882" y="5080"/>
                </a:lnTo>
                <a:lnTo>
                  <a:pt x="489369" y="5080"/>
                </a:lnTo>
                <a:lnTo>
                  <a:pt x="489369" y="3810"/>
                </a:lnTo>
                <a:lnTo>
                  <a:pt x="489369" y="254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7365964" y="3930267"/>
            <a:ext cx="85725" cy="180340"/>
          </a:xfrm>
          <a:custGeom>
            <a:avLst/>
            <a:gdLst/>
            <a:ahLst/>
            <a:cxnLst/>
            <a:rect l="l" t="t" r="r" b="b"/>
            <a:pathLst>
              <a:path w="85725" h="180339">
                <a:moveTo>
                  <a:pt x="85390" y="0"/>
                </a:moveTo>
                <a:lnTo>
                  <a:pt x="0" y="0"/>
                </a:lnTo>
                <a:lnTo>
                  <a:pt x="0" y="180057"/>
                </a:lnTo>
                <a:lnTo>
                  <a:pt x="85390" y="180057"/>
                </a:lnTo>
                <a:lnTo>
                  <a:pt x="85390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7174344" y="4177188"/>
            <a:ext cx="489584" cy="7620"/>
          </a:xfrm>
          <a:custGeom>
            <a:avLst/>
            <a:gdLst/>
            <a:ahLst/>
            <a:cxnLst/>
            <a:rect l="l" t="t" r="r" b="b"/>
            <a:pathLst>
              <a:path w="489584" h="7620">
                <a:moveTo>
                  <a:pt x="489369" y="2540"/>
                </a:moveTo>
                <a:lnTo>
                  <a:pt x="452882" y="2540"/>
                </a:lnTo>
                <a:lnTo>
                  <a:pt x="452882" y="1270"/>
                </a:lnTo>
                <a:lnTo>
                  <a:pt x="336359" y="1270"/>
                </a:lnTo>
                <a:lnTo>
                  <a:pt x="336359" y="0"/>
                </a:lnTo>
                <a:lnTo>
                  <a:pt x="153022" y="0"/>
                </a:lnTo>
                <a:lnTo>
                  <a:pt x="153022" y="1270"/>
                </a:lnTo>
                <a:lnTo>
                  <a:pt x="36474" y="1270"/>
                </a:lnTo>
                <a:lnTo>
                  <a:pt x="36474" y="2540"/>
                </a:lnTo>
                <a:lnTo>
                  <a:pt x="0" y="2540"/>
                </a:lnTo>
                <a:lnTo>
                  <a:pt x="0" y="3810"/>
                </a:lnTo>
                <a:lnTo>
                  <a:pt x="0" y="5080"/>
                </a:lnTo>
                <a:lnTo>
                  <a:pt x="36474" y="5080"/>
                </a:lnTo>
                <a:lnTo>
                  <a:pt x="36474" y="6350"/>
                </a:lnTo>
                <a:lnTo>
                  <a:pt x="153022" y="6350"/>
                </a:lnTo>
                <a:lnTo>
                  <a:pt x="153022" y="7620"/>
                </a:lnTo>
                <a:lnTo>
                  <a:pt x="336359" y="7620"/>
                </a:lnTo>
                <a:lnTo>
                  <a:pt x="336359" y="6350"/>
                </a:lnTo>
                <a:lnTo>
                  <a:pt x="452882" y="6350"/>
                </a:lnTo>
                <a:lnTo>
                  <a:pt x="452882" y="5080"/>
                </a:lnTo>
                <a:lnTo>
                  <a:pt x="489369" y="5080"/>
                </a:lnTo>
                <a:lnTo>
                  <a:pt x="489369" y="3810"/>
                </a:lnTo>
                <a:lnTo>
                  <a:pt x="489369" y="254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7365964" y="4298539"/>
            <a:ext cx="85725" cy="180340"/>
          </a:xfrm>
          <a:custGeom>
            <a:avLst/>
            <a:gdLst/>
            <a:ahLst/>
            <a:cxnLst/>
            <a:rect l="l" t="t" r="r" b="b"/>
            <a:pathLst>
              <a:path w="85725" h="180339">
                <a:moveTo>
                  <a:pt x="85390" y="0"/>
                </a:moveTo>
                <a:lnTo>
                  <a:pt x="0" y="0"/>
                </a:lnTo>
                <a:lnTo>
                  <a:pt x="0" y="180057"/>
                </a:lnTo>
                <a:lnTo>
                  <a:pt x="85390" y="180057"/>
                </a:lnTo>
                <a:lnTo>
                  <a:pt x="85390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7174344" y="4545450"/>
            <a:ext cx="489584" cy="7620"/>
          </a:xfrm>
          <a:custGeom>
            <a:avLst/>
            <a:gdLst/>
            <a:ahLst/>
            <a:cxnLst/>
            <a:rect l="l" t="t" r="r" b="b"/>
            <a:pathLst>
              <a:path w="489584" h="7620">
                <a:moveTo>
                  <a:pt x="489369" y="2540"/>
                </a:moveTo>
                <a:lnTo>
                  <a:pt x="452882" y="2540"/>
                </a:lnTo>
                <a:lnTo>
                  <a:pt x="452882" y="1270"/>
                </a:lnTo>
                <a:lnTo>
                  <a:pt x="336359" y="1270"/>
                </a:lnTo>
                <a:lnTo>
                  <a:pt x="336359" y="0"/>
                </a:lnTo>
                <a:lnTo>
                  <a:pt x="153022" y="0"/>
                </a:lnTo>
                <a:lnTo>
                  <a:pt x="153022" y="1270"/>
                </a:lnTo>
                <a:lnTo>
                  <a:pt x="36474" y="1270"/>
                </a:lnTo>
                <a:lnTo>
                  <a:pt x="36474" y="2540"/>
                </a:lnTo>
                <a:lnTo>
                  <a:pt x="0" y="2540"/>
                </a:lnTo>
                <a:lnTo>
                  <a:pt x="0" y="3810"/>
                </a:lnTo>
                <a:lnTo>
                  <a:pt x="0" y="5080"/>
                </a:lnTo>
                <a:lnTo>
                  <a:pt x="36347" y="5080"/>
                </a:lnTo>
                <a:lnTo>
                  <a:pt x="36347" y="6350"/>
                </a:lnTo>
                <a:lnTo>
                  <a:pt x="151752" y="6350"/>
                </a:lnTo>
                <a:lnTo>
                  <a:pt x="151752" y="7620"/>
                </a:lnTo>
                <a:lnTo>
                  <a:pt x="337616" y="7620"/>
                </a:lnTo>
                <a:lnTo>
                  <a:pt x="337616" y="6350"/>
                </a:lnTo>
                <a:lnTo>
                  <a:pt x="453009" y="6350"/>
                </a:lnTo>
                <a:lnTo>
                  <a:pt x="453009" y="5080"/>
                </a:lnTo>
                <a:lnTo>
                  <a:pt x="489369" y="5080"/>
                </a:lnTo>
                <a:lnTo>
                  <a:pt x="489369" y="3810"/>
                </a:lnTo>
                <a:lnTo>
                  <a:pt x="489369" y="254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7365964" y="4656277"/>
            <a:ext cx="85725" cy="180340"/>
          </a:xfrm>
          <a:custGeom>
            <a:avLst/>
            <a:gdLst/>
            <a:ahLst/>
            <a:cxnLst/>
            <a:rect l="l" t="t" r="r" b="b"/>
            <a:pathLst>
              <a:path w="85725" h="180339">
                <a:moveTo>
                  <a:pt x="85390" y="0"/>
                </a:moveTo>
                <a:lnTo>
                  <a:pt x="0" y="0"/>
                </a:lnTo>
                <a:lnTo>
                  <a:pt x="0" y="180057"/>
                </a:lnTo>
                <a:lnTo>
                  <a:pt x="85390" y="180057"/>
                </a:lnTo>
                <a:lnTo>
                  <a:pt x="85390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7174344" y="4903196"/>
            <a:ext cx="489584" cy="7620"/>
          </a:xfrm>
          <a:custGeom>
            <a:avLst/>
            <a:gdLst/>
            <a:ahLst/>
            <a:cxnLst/>
            <a:rect l="l" t="t" r="r" b="b"/>
            <a:pathLst>
              <a:path w="489584" h="7620">
                <a:moveTo>
                  <a:pt x="489369" y="2540"/>
                </a:moveTo>
                <a:lnTo>
                  <a:pt x="452882" y="2540"/>
                </a:lnTo>
                <a:lnTo>
                  <a:pt x="452882" y="1270"/>
                </a:lnTo>
                <a:lnTo>
                  <a:pt x="336359" y="1270"/>
                </a:lnTo>
                <a:lnTo>
                  <a:pt x="336359" y="0"/>
                </a:lnTo>
                <a:lnTo>
                  <a:pt x="153022" y="0"/>
                </a:lnTo>
                <a:lnTo>
                  <a:pt x="153022" y="1270"/>
                </a:lnTo>
                <a:lnTo>
                  <a:pt x="36474" y="1270"/>
                </a:lnTo>
                <a:lnTo>
                  <a:pt x="36474" y="2540"/>
                </a:lnTo>
                <a:lnTo>
                  <a:pt x="0" y="2540"/>
                </a:lnTo>
                <a:lnTo>
                  <a:pt x="0" y="3810"/>
                </a:lnTo>
                <a:lnTo>
                  <a:pt x="0" y="5080"/>
                </a:lnTo>
                <a:lnTo>
                  <a:pt x="36474" y="5080"/>
                </a:lnTo>
                <a:lnTo>
                  <a:pt x="36474" y="6350"/>
                </a:lnTo>
                <a:lnTo>
                  <a:pt x="153022" y="6350"/>
                </a:lnTo>
                <a:lnTo>
                  <a:pt x="153022" y="7620"/>
                </a:lnTo>
                <a:lnTo>
                  <a:pt x="336359" y="7620"/>
                </a:lnTo>
                <a:lnTo>
                  <a:pt x="336359" y="6350"/>
                </a:lnTo>
                <a:lnTo>
                  <a:pt x="452882" y="6350"/>
                </a:lnTo>
                <a:lnTo>
                  <a:pt x="452882" y="5080"/>
                </a:lnTo>
                <a:lnTo>
                  <a:pt x="489369" y="5080"/>
                </a:lnTo>
                <a:lnTo>
                  <a:pt x="489369" y="3810"/>
                </a:lnTo>
                <a:lnTo>
                  <a:pt x="489369" y="254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7365964" y="5015459"/>
            <a:ext cx="85725" cy="180340"/>
          </a:xfrm>
          <a:custGeom>
            <a:avLst/>
            <a:gdLst/>
            <a:ahLst/>
            <a:cxnLst/>
            <a:rect l="l" t="t" r="r" b="b"/>
            <a:pathLst>
              <a:path w="85725" h="180339">
                <a:moveTo>
                  <a:pt x="85390" y="0"/>
                </a:moveTo>
                <a:lnTo>
                  <a:pt x="0" y="0"/>
                </a:lnTo>
                <a:lnTo>
                  <a:pt x="0" y="180057"/>
                </a:lnTo>
                <a:lnTo>
                  <a:pt x="85390" y="180057"/>
                </a:lnTo>
                <a:lnTo>
                  <a:pt x="85390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7365964" y="5379344"/>
            <a:ext cx="85725" cy="180340"/>
          </a:xfrm>
          <a:custGeom>
            <a:avLst/>
            <a:gdLst/>
            <a:ahLst/>
            <a:cxnLst/>
            <a:rect l="l" t="t" r="r" b="b"/>
            <a:pathLst>
              <a:path w="85725" h="180339">
                <a:moveTo>
                  <a:pt x="85390" y="0"/>
                </a:moveTo>
                <a:lnTo>
                  <a:pt x="0" y="0"/>
                </a:lnTo>
                <a:lnTo>
                  <a:pt x="0" y="180057"/>
                </a:lnTo>
                <a:lnTo>
                  <a:pt x="85390" y="180057"/>
                </a:lnTo>
                <a:lnTo>
                  <a:pt x="85390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7174344" y="5262378"/>
            <a:ext cx="489584" cy="7620"/>
          </a:xfrm>
          <a:custGeom>
            <a:avLst/>
            <a:gdLst/>
            <a:ahLst/>
            <a:cxnLst/>
            <a:rect l="l" t="t" r="r" b="b"/>
            <a:pathLst>
              <a:path w="489584" h="7620">
                <a:moveTo>
                  <a:pt x="489369" y="2540"/>
                </a:moveTo>
                <a:lnTo>
                  <a:pt x="452882" y="2540"/>
                </a:lnTo>
                <a:lnTo>
                  <a:pt x="452882" y="1270"/>
                </a:lnTo>
                <a:lnTo>
                  <a:pt x="336359" y="1270"/>
                </a:lnTo>
                <a:lnTo>
                  <a:pt x="336359" y="0"/>
                </a:lnTo>
                <a:lnTo>
                  <a:pt x="153022" y="0"/>
                </a:lnTo>
                <a:lnTo>
                  <a:pt x="153022" y="1270"/>
                </a:lnTo>
                <a:lnTo>
                  <a:pt x="36474" y="1270"/>
                </a:lnTo>
                <a:lnTo>
                  <a:pt x="36474" y="2540"/>
                </a:lnTo>
                <a:lnTo>
                  <a:pt x="0" y="2540"/>
                </a:lnTo>
                <a:lnTo>
                  <a:pt x="0" y="3810"/>
                </a:lnTo>
                <a:lnTo>
                  <a:pt x="0" y="5080"/>
                </a:lnTo>
                <a:lnTo>
                  <a:pt x="36474" y="5080"/>
                </a:lnTo>
                <a:lnTo>
                  <a:pt x="36474" y="6350"/>
                </a:lnTo>
                <a:lnTo>
                  <a:pt x="153022" y="6350"/>
                </a:lnTo>
                <a:lnTo>
                  <a:pt x="153022" y="7620"/>
                </a:lnTo>
                <a:lnTo>
                  <a:pt x="336359" y="7620"/>
                </a:lnTo>
                <a:lnTo>
                  <a:pt x="336359" y="6350"/>
                </a:lnTo>
                <a:lnTo>
                  <a:pt x="452882" y="6350"/>
                </a:lnTo>
                <a:lnTo>
                  <a:pt x="452882" y="5080"/>
                </a:lnTo>
                <a:lnTo>
                  <a:pt x="489369" y="5080"/>
                </a:lnTo>
                <a:lnTo>
                  <a:pt x="489369" y="3810"/>
                </a:lnTo>
                <a:lnTo>
                  <a:pt x="489369" y="254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6857162" y="3567451"/>
            <a:ext cx="85725" cy="180340"/>
          </a:xfrm>
          <a:custGeom>
            <a:avLst/>
            <a:gdLst/>
            <a:ahLst/>
            <a:cxnLst/>
            <a:rect l="l" t="t" r="r" b="b"/>
            <a:pathLst>
              <a:path w="85725" h="180339">
                <a:moveTo>
                  <a:pt x="85390" y="0"/>
                </a:moveTo>
                <a:lnTo>
                  <a:pt x="0" y="0"/>
                </a:lnTo>
                <a:lnTo>
                  <a:pt x="0" y="180057"/>
                </a:lnTo>
                <a:lnTo>
                  <a:pt x="85390" y="180057"/>
                </a:lnTo>
                <a:lnTo>
                  <a:pt x="8539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6665544" y="3814374"/>
            <a:ext cx="489584" cy="7620"/>
          </a:xfrm>
          <a:custGeom>
            <a:avLst/>
            <a:gdLst/>
            <a:ahLst/>
            <a:cxnLst/>
            <a:rect l="l" t="t" r="r" b="b"/>
            <a:pathLst>
              <a:path w="489584" h="7620">
                <a:moveTo>
                  <a:pt x="489369" y="2540"/>
                </a:moveTo>
                <a:lnTo>
                  <a:pt x="452882" y="2540"/>
                </a:lnTo>
                <a:lnTo>
                  <a:pt x="452882" y="1270"/>
                </a:lnTo>
                <a:lnTo>
                  <a:pt x="336346" y="1270"/>
                </a:lnTo>
                <a:lnTo>
                  <a:pt x="336346" y="0"/>
                </a:lnTo>
                <a:lnTo>
                  <a:pt x="153009" y="0"/>
                </a:lnTo>
                <a:lnTo>
                  <a:pt x="153009" y="1270"/>
                </a:lnTo>
                <a:lnTo>
                  <a:pt x="36474" y="1270"/>
                </a:lnTo>
                <a:lnTo>
                  <a:pt x="36474" y="2540"/>
                </a:lnTo>
                <a:lnTo>
                  <a:pt x="0" y="2540"/>
                </a:lnTo>
                <a:lnTo>
                  <a:pt x="0" y="3810"/>
                </a:lnTo>
                <a:lnTo>
                  <a:pt x="0" y="5080"/>
                </a:lnTo>
                <a:lnTo>
                  <a:pt x="36474" y="5080"/>
                </a:lnTo>
                <a:lnTo>
                  <a:pt x="36474" y="6350"/>
                </a:lnTo>
                <a:lnTo>
                  <a:pt x="153009" y="6350"/>
                </a:lnTo>
                <a:lnTo>
                  <a:pt x="153009" y="7620"/>
                </a:lnTo>
                <a:lnTo>
                  <a:pt x="336346" y="7620"/>
                </a:lnTo>
                <a:lnTo>
                  <a:pt x="336346" y="6350"/>
                </a:lnTo>
                <a:lnTo>
                  <a:pt x="452882" y="6350"/>
                </a:lnTo>
                <a:lnTo>
                  <a:pt x="452882" y="5080"/>
                </a:lnTo>
                <a:lnTo>
                  <a:pt x="489369" y="5080"/>
                </a:lnTo>
                <a:lnTo>
                  <a:pt x="489369" y="3810"/>
                </a:lnTo>
                <a:lnTo>
                  <a:pt x="489369" y="254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6857162" y="3930393"/>
            <a:ext cx="85725" cy="180340"/>
          </a:xfrm>
          <a:custGeom>
            <a:avLst/>
            <a:gdLst/>
            <a:ahLst/>
            <a:cxnLst/>
            <a:rect l="l" t="t" r="r" b="b"/>
            <a:pathLst>
              <a:path w="85725" h="180339">
                <a:moveTo>
                  <a:pt x="85390" y="0"/>
                </a:moveTo>
                <a:lnTo>
                  <a:pt x="0" y="0"/>
                </a:lnTo>
                <a:lnTo>
                  <a:pt x="0" y="180057"/>
                </a:lnTo>
                <a:lnTo>
                  <a:pt x="85390" y="180057"/>
                </a:lnTo>
                <a:lnTo>
                  <a:pt x="8539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6665519" y="4177315"/>
            <a:ext cx="489584" cy="7620"/>
          </a:xfrm>
          <a:custGeom>
            <a:avLst/>
            <a:gdLst/>
            <a:ahLst/>
            <a:cxnLst/>
            <a:rect l="l" t="t" r="r" b="b"/>
            <a:pathLst>
              <a:path w="489584" h="7620">
                <a:moveTo>
                  <a:pt x="489419" y="3810"/>
                </a:moveTo>
                <a:lnTo>
                  <a:pt x="489394" y="2540"/>
                </a:lnTo>
                <a:lnTo>
                  <a:pt x="452907" y="2540"/>
                </a:lnTo>
                <a:lnTo>
                  <a:pt x="452907" y="1270"/>
                </a:lnTo>
                <a:lnTo>
                  <a:pt x="336372" y="1270"/>
                </a:lnTo>
                <a:lnTo>
                  <a:pt x="336372" y="0"/>
                </a:lnTo>
                <a:lnTo>
                  <a:pt x="153035" y="0"/>
                </a:lnTo>
                <a:lnTo>
                  <a:pt x="153035" y="1270"/>
                </a:lnTo>
                <a:lnTo>
                  <a:pt x="36499" y="1270"/>
                </a:lnTo>
                <a:lnTo>
                  <a:pt x="36499" y="2540"/>
                </a:lnTo>
                <a:lnTo>
                  <a:pt x="25" y="2540"/>
                </a:lnTo>
                <a:lnTo>
                  <a:pt x="25" y="3810"/>
                </a:lnTo>
                <a:lnTo>
                  <a:pt x="0" y="5080"/>
                </a:lnTo>
                <a:lnTo>
                  <a:pt x="36334" y="5080"/>
                </a:lnTo>
                <a:lnTo>
                  <a:pt x="36334" y="6350"/>
                </a:lnTo>
                <a:lnTo>
                  <a:pt x="152844" y="6350"/>
                </a:lnTo>
                <a:lnTo>
                  <a:pt x="152844" y="7620"/>
                </a:lnTo>
                <a:lnTo>
                  <a:pt x="336562" y="7620"/>
                </a:lnTo>
                <a:lnTo>
                  <a:pt x="336562" y="6350"/>
                </a:lnTo>
                <a:lnTo>
                  <a:pt x="453085" y="6350"/>
                </a:lnTo>
                <a:lnTo>
                  <a:pt x="453085" y="5080"/>
                </a:lnTo>
                <a:lnTo>
                  <a:pt x="489419" y="5080"/>
                </a:lnTo>
                <a:lnTo>
                  <a:pt x="489419" y="381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6857162" y="4293335"/>
            <a:ext cx="85725" cy="180340"/>
          </a:xfrm>
          <a:custGeom>
            <a:avLst/>
            <a:gdLst/>
            <a:ahLst/>
            <a:cxnLst/>
            <a:rect l="l" t="t" r="r" b="b"/>
            <a:pathLst>
              <a:path w="85725" h="180339">
                <a:moveTo>
                  <a:pt x="85390" y="0"/>
                </a:moveTo>
                <a:lnTo>
                  <a:pt x="0" y="0"/>
                </a:lnTo>
                <a:lnTo>
                  <a:pt x="0" y="180057"/>
                </a:lnTo>
                <a:lnTo>
                  <a:pt x="85390" y="180057"/>
                </a:lnTo>
                <a:lnTo>
                  <a:pt x="8539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6665519" y="4540256"/>
            <a:ext cx="489584" cy="7620"/>
          </a:xfrm>
          <a:custGeom>
            <a:avLst/>
            <a:gdLst/>
            <a:ahLst/>
            <a:cxnLst/>
            <a:rect l="l" t="t" r="r" b="b"/>
            <a:pathLst>
              <a:path w="489584" h="7620">
                <a:moveTo>
                  <a:pt x="489419" y="3810"/>
                </a:moveTo>
                <a:lnTo>
                  <a:pt x="489394" y="2540"/>
                </a:lnTo>
                <a:lnTo>
                  <a:pt x="452907" y="2540"/>
                </a:lnTo>
                <a:lnTo>
                  <a:pt x="452907" y="1270"/>
                </a:lnTo>
                <a:lnTo>
                  <a:pt x="336372" y="1270"/>
                </a:lnTo>
                <a:lnTo>
                  <a:pt x="336372" y="0"/>
                </a:lnTo>
                <a:lnTo>
                  <a:pt x="153035" y="0"/>
                </a:lnTo>
                <a:lnTo>
                  <a:pt x="153035" y="1270"/>
                </a:lnTo>
                <a:lnTo>
                  <a:pt x="36499" y="1270"/>
                </a:lnTo>
                <a:lnTo>
                  <a:pt x="36499" y="2540"/>
                </a:lnTo>
                <a:lnTo>
                  <a:pt x="25" y="2540"/>
                </a:lnTo>
                <a:lnTo>
                  <a:pt x="25" y="3810"/>
                </a:lnTo>
                <a:lnTo>
                  <a:pt x="0" y="5080"/>
                </a:lnTo>
                <a:lnTo>
                  <a:pt x="36334" y="5080"/>
                </a:lnTo>
                <a:lnTo>
                  <a:pt x="36334" y="6350"/>
                </a:lnTo>
                <a:lnTo>
                  <a:pt x="152844" y="6350"/>
                </a:lnTo>
                <a:lnTo>
                  <a:pt x="152844" y="7620"/>
                </a:lnTo>
                <a:lnTo>
                  <a:pt x="336562" y="7620"/>
                </a:lnTo>
                <a:lnTo>
                  <a:pt x="336562" y="6350"/>
                </a:lnTo>
                <a:lnTo>
                  <a:pt x="453085" y="6350"/>
                </a:lnTo>
                <a:lnTo>
                  <a:pt x="453085" y="5080"/>
                </a:lnTo>
                <a:lnTo>
                  <a:pt x="489419" y="5080"/>
                </a:lnTo>
                <a:lnTo>
                  <a:pt x="489419" y="381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7101103" y="4904466"/>
            <a:ext cx="53975" cy="5080"/>
          </a:xfrm>
          <a:custGeom>
            <a:avLst/>
            <a:gdLst/>
            <a:ahLst/>
            <a:cxnLst/>
            <a:rect l="l" t="t" r="r" b="b"/>
            <a:pathLst>
              <a:path w="53975" h="5079">
                <a:moveTo>
                  <a:pt x="53809" y="1270"/>
                </a:moveTo>
                <a:lnTo>
                  <a:pt x="17322" y="1270"/>
                </a:lnTo>
                <a:lnTo>
                  <a:pt x="17322" y="0"/>
                </a:lnTo>
                <a:lnTo>
                  <a:pt x="0" y="0"/>
                </a:lnTo>
                <a:lnTo>
                  <a:pt x="0" y="1270"/>
                </a:lnTo>
                <a:lnTo>
                  <a:pt x="0" y="2540"/>
                </a:lnTo>
                <a:lnTo>
                  <a:pt x="0" y="3810"/>
                </a:lnTo>
                <a:lnTo>
                  <a:pt x="0" y="5080"/>
                </a:lnTo>
                <a:lnTo>
                  <a:pt x="17322" y="5080"/>
                </a:lnTo>
                <a:lnTo>
                  <a:pt x="17322" y="3810"/>
                </a:lnTo>
                <a:lnTo>
                  <a:pt x="53809" y="3810"/>
                </a:lnTo>
                <a:lnTo>
                  <a:pt x="53809" y="2540"/>
                </a:lnTo>
                <a:lnTo>
                  <a:pt x="53809" y="127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7101103" y="5267407"/>
            <a:ext cx="53975" cy="5080"/>
          </a:xfrm>
          <a:custGeom>
            <a:avLst/>
            <a:gdLst/>
            <a:ahLst/>
            <a:cxnLst/>
            <a:rect l="l" t="t" r="r" b="b"/>
            <a:pathLst>
              <a:path w="53975" h="5079">
                <a:moveTo>
                  <a:pt x="53848" y="2540"/>
                </a:moveTo>
                <a:lnTo>
                  <a:pt x="53809" y="1270"/>
                </a:lnTo>
                <a:lnTo>
                  <a:pt x="17322" y="1270"/>
                </a:lnTo>
                <a:lnTo>
                  <a:pt x="17322" y="0"/>
                </a:lnTo>
                <a:lnTo>
                  <a:pt x="0" y="0"/>
                </a:lnTo>
                <a:lnTo>
                  <a:pt x="0" y="1270"/>
                </a:lnTo>
                <a:lnTo>
                  <a:pt x="0" y="2540"/>
                </a:lnTo>
                <a:lnTo>
                  <a:pt x="0" y="3810"/>
                </a:lnTo>
                <a:lnTo>
                  <a:pt x="0" y="5080"/>
                </a:lnTo>
                <a:lnTo>
                  <a:pt x="17627" y="5080"/>
                </a:lnTo>
                <a:lnTo>
                  <a:pt x="17627" y="3810"/>
                </a:lnTo>
                <a:lnTo>
                  <a:pt x="53848" y="3810"/>
                </a:lnTo>
                <a:lnTo>
                  <a:pt x="53848" y="254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" name="object 36" descr=""/>
          <p:cNvGrpSpPr/>
          <p:nvPr/>
        </p:nvGrpSpPr>
        <p:grpSpPr>
          <a:xfrm>
            <a:off x="7577421" y="3601125"/>
            <a:ext cx="1122680" cy="3511550"/>
            <a:chOff x="7577421" y="3601125"/>
            <a:chExt cx="1122680" cy="3511550"/>
          </a:xfrm>
        </p:grpSpPr>
        <p:sp>
          <p:nvSpPr>
            <p:cNvPr id="37" name="object 37" descr=""/>
            <p:cNvSpPr/>
            <p:nvPr/>
          </p:nvSpPr>
          <p:spPr>
            <a:xfrm>
              <a:off x="7661505" y="3915011"/>
              <a:ext cx="504825" cy="3197225"/>
            </a:xfrm>
            <a:custGeom>
              <a:avLst/>
              <a:gdLst/>
              <a:ahLst/>
              <a:cxnLst/>
              <a:rect l="l" t="t" r="r" b="b"/>
              <a:pathLst>
                <a:path w="504825" h="3197225">
                  <a:moveTo>
                    <a:pt x="0" y="3197190"/>
                  </a:moveTo>
                  <a:lnTo>
                    <a:pt x="504403" y="3197190"/>
                  </a:lnTo>
                  <a:lnTo>
                    <a:pt x="504403" y="0"/>
                  </a:lnTo>
                  <a:lnTo>
                    <a:pt x="0" y="0"/>
                  </a:lnTo>
                  <a:lnTo>
                    <a:pt x="0" y="319719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165908" y="3915001"/>
              <a:ext cx="504825" cy="3188970"/>
            </a:xfrm>
            <a:custGeom>
              <a:avLst/>
              <a:gdLst/>
              <a:ahLst/>
              <a:cxnLst/>
              <a:rect l="l" t="t" r="r" b="b"/>
              <a:pathLst>
                <a:path w="504825" h="3188970">
                  <a:moveTo>
                    <a:pt x="504413" y="0"/>
                  </a:moveTo>
                  <a:lnTo>
                    <a:pt x="0" y="0"/>
                  </a:lnTo>
                  <a:lnTo>
                    <a:pt x="0" y="3188395"/>
                  </a:lnTo>
                  <a:lnTo>
                    <a:pt x="504413" y="3188395"/>
                  </a:lnTo>
                  <a:lnTo>
                    <a:pt x="50441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776684" y="3601125"/>
              <a:ext cx="271780" cy="314325"/>
            </a:xfrm>
            <a:custGeom>
              <a:avLst/>
              <a:gdLst/>
              <a:ahLst/>
              <a:cxnLst/>
              <a:rect l="l" t="t" r="r" b="b"/>
              <a:pathLst>
                <a:path w="271779" h="314325">
                  <a:moveTo>
                    <a:pt x="0" y="313885"/>
                  </a:moveTo>
                  <a:lnTo>
                    <a:pt x="271332" y="313885"/>
                  </a:lnTo>
                  <a:lnTo>
                    <a:pt x="271332" y="0"/>
                  </a:lnTo>
                  <a:lnTo>
                    <a:pt x="0" y="0"/>
                  </a:lnTo>
                  <a:lnTo>
                    <a:pt x="0" y="313885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048017" y="3601125"/>
              <a:ext cx="85090" cy="314325"/>
            </a:xfrm>
            <a:custGeom>
              <a:avLst/>
              <a:gdLst/>
              <a:ahLst/>
              <a:cxnLst/>
              <a:rect l="l" t="t" r="r" b="b"/>
              <a:pathLst>
                <a:path w="85090" h="314325">
                  <a:moveTo>
                    <a:pt x="84908" y="0"/>
                  </a:moveTo>
                  <a:lnTo>
                    <a:pt x="0" y="0"/>
                  </a:lnTo>
                  <a:lnTo>
                    <a:pt x="0" y="313885"/>
                  </a:lnTo>
                  <a:lnTo>
                    <a:pt x="84908" y="313885"/>
                  </a:lnTo>
                  <a:lnTo>
                    <a:pt x="84908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577421" y="3896703"/>
              <a:ext cx="1122680" cy="18415"/>
            </a:xfrm>
            <a:custGeom>
              <a:avLst/>
              <a:gdLst/>
              <a:ahLst/>
              <a:cxnLst/>
              <a:rect l="l" t="t" r="r" b="b"/>
              <a:pathLst>
                <a:path w="1122679" h="18414">
                  <a:moveTo>
                    <a:pt x="1122416" y="0"/>
                  </a:moveTo>
                  <a:lnTo>
                    <a:pt x="0" y="0"/>
                  </a:lnTo>
                  <a:lnTo>
                    <a:pt x="0" y="18303"/>
                  </a:lnTo>
                  <a:lnTo>
                    <a:pt x="1122416" y="18303"/>
                  </a:lnTo>
                  <a:lnTo>
                    <a:pt x="1122416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7860630" y="4051897"/>
              <a:ext cx="85725" cy="180340"/>
            </a:xfrm>
            <a:custGeom>
              <a:avLst/>
              <a:gdLst/>
              <a:ahLst/>
              <a:cxnLst/>
              <a:rect l="l" t="t" r="r" b="b"/>
              <a:pathLst>
                <a:path w="85725" h="180339">
                  <a:moveTo>
                    <a:pt x="85390" y="0"/>
                  </a:moveTo>
                  <a:lnTo>
                    <a:pt x="0" y="0"/>
                  </a:lnTo>
                  <a:lnTo>
                    <a:pt x="0" y="180057"/>
                  </a:lnTo>
                  <a:lnTo>
                    <a:pt x="85390" y="180057"/>
                  </a:lnTo>
                  <a:lnTo>
                    <a:pt x="8539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7669009" y="4051902"/>
              <a:ext cx="998219" cy="2355215"/>
            </a:xfrm>
            <a:custGeom>
              <a:avLst/>
              <a:gdLst/>
              <a:ahLst/>
              <a:cxnLst/>
              <a:rect l="l" t="t" r="r" b="b"/>
              <a:pathLst>
                <a:path w="998220" h="2355215">
                  <a:moveTo>
                    <a:pt x="489369" y="249453"/>
                  </a:moveTo>
                  <a:lnTo>
                    <a:pt x="452882" y="249453"/>
                  </a:lnTo>
                  <a:lnTo>
                    <a:pt x="452882" y="248183"/>
                  </a:lnTo>
                  <a:lnTo>
                    <a:pt x="336359" y="248183"/>
                  </a:lnTo>
                  <a:lnTo>
                    <a:pt x="336359" y="246913"/>
                  </a:lnTo>
                  <a:lnTo>
                    <a:pt x="153022" y="246913"/>
                  </a:lnTo>
                  <a:lnTo>
                    <a:pt x="153022" y="248183"/>
                  </a:lnTo>
                  <a:lnTo>
                    <a:pt x="36474" y="248183"/>
                  </a:lnTo>
                  <a:lnTo>
                    <a:pt x="36474" y="249453"/>
                  </a:lnTo>
                  <a:lnTo>
                    <a:pt x="0" y="249453"/>
                  </a:lnTo>
                  <a:lnTo>
                    <a:pt x="0" y="250723"/>
                  </a:lnTo>
                  <a:lnTo>
                    <a:pt x="0" y="251993"/>
                  </a:lnTo>
                  <a:lnTo>
                    <a:pt x="36474" y="251993"/>
                  </a:lnTo>
                  <a:lnTo>
                    <a:pt x="36474" y="253263"/>
                  </a:lnTo>
                  <a:lnTo>
                    <a:pt x="153022" y="253263"/>
                  </a:lnTo>
                  <a:lnTo>
                    <a:pt x="153022" y="254533"/>
                  </a:lnTo>
                  <a:lnTo>
                    <a:pt x="336359" y="254533"/>
                  </a:lnTo>
                  <a:lnTo>
                    <a:pt x="336359" y="253263"/>
                  </a:lnTo>
                  <a:lnTo>
                    <a:pt x="452882" y="253263"/>
                  </a:lnTo>
                  <a:lnTo>
                    <a:pt x="452882" y="251993"/>
                  </a:lnTo>
                  <a:lnTo>
                    <a:pt x="489369" y="251993"/>
                  </a:lnTo>
                  <a:lnTo>
                    <a:pt x="489369" y="250723"/>
                  </a:lnTo>
                  <a:lnTo>
                    <a:pt x="489369" y="249453"/>
                  </a:lnTo>
                  <a:close/>
                </a:path>
                <a:path w="998220" h="2355215">
                  <a:moveTo>
                    <a:pt x="785799" y="2174849"/>
                  </a:moveTo>
                  <a:lnTo>
                    <a:pt x="700417" y="2174849"/>
                  </a:lnTo>
                  <a:lnTo>
                    <a:pt x="700417" y="2354897"/>
                  </a:lnTo>
                  <a:lnTo>
                    <a:pt x="785799" y="2354897"/>
                  </a:lnTo>
                  <a:lnTo>
                    <a:pt x="785799" y="2174849"/>
                  </a:lnTo>
                  <a:close/>
                </a:path>
                <a:path w="998220" h="2355215">
                  <a:moveTo>
                    <a:pt x="785799" y="1810956"/>
                  </a:moveTo>
                  <a:lnTo>
                    <a:pt x="700417" y="1810956"/>
                  </a:lnTo>
                  <a:lnTo>
                    <a:pt x="700417" y="1991004"/>
                  </a:lnTo>
                  <a:lnTo>
                    <a:pt x="785799" y="1991004"/>
                  </a:lnTo>
                  <a:lnTo>
                    <a:pt x="785799" y="1810956"/>
                  </a:lnTo>
                  <a:close/>
                </a:path>
                <a:path w="998220" h="2355215">
                  <a:moveTo>
                    <a:pt x="785799" y="1451762"/>
                  </a:moveTo>
                  <a:lnTo>
                    <a:pt x="700417" y="1451762"/>
                  </a:lnTo>
                  <a:lnTo>
                    <a:pt x="700417" y="1631823"/>
                  </a:lnTo>
                  <a:lnTo>
                    <a:pt x="785799" y="1631823"/>
                  </a:lnTo>
                  <a:lnTo>
                    <a:pt x="785799" y="1451762"/>
                  </a:lnTo>
                  <a:close/>
                </a:path>
                <a:path w="998220" h="2355215">
                  <a:moveTo>
                    <a:pt x="785799" y="1094028"/>
                  </a:moveTo>
                  <a:lnTo>
                    <a:pt x="700417" y="1094028"/>
                  </a:lnTo>
                  <a:lnTo>
                    <a:pt x="700417" y="1274089"/>
                  </a:lnTo>
                  <a:lnTo>
                    <a:pt x="785799" y="1274089"/>
                  </a:lnTo>
                  <a:lnTo>
                    <a:pt x="785799" y="1094028"/>
                  </a:lnTo>
                  <a:close/>
                </a:path>
                <a:path w="998220" h="2355215">
                  <a:moveTo>
                    <a:pt x="785799" y="725754"/>
                  </a:moveTo>
                  <a:lnTo>
                    <a:pt x="700417" y="725754"/>
                  </a:lnTo>
                  <a:lnTo>
                    <a:pt x="700417" y="905814"/>
                  </a:lnTo>
                  <a:lnTo>
                    <a:pt x="785799" y="905814"/>
                  </a:lnTo>
                  <a:lnTo>
                    <a:pt x="785799" y="725754"/>
                  </a:lnTo>
                  <a:close/>
                </a:path>
                <a:path w="998220" h="2355215">
                  <a:moveTo>
                    <a:pt x="785799" y="357492"/>
                  </a:moveTo>
                  <a:lnTo>
                    <a:pt x="700417" y="357492"/>
                  </a:lnTo>
                  <a:lnTo>
                    <a:pt x="700417" y="537540"/>
                  </a:lnTo>
                  <a:lnTo>
                    <a:pt x="785799" y="537540"/>
                  </a:lnTo>
                  <a:lnTo>
                    <a:pt x="785799" y="357492"/>
                  </a:lnTo>
                  <a:close/>
                </a:path>
                <a:path w="998220" h="2355215">
                  <a:moveTo>
                    <a:pt x="785799" y="0"/>
                  </a:moveTo>
                  <a:lnTo>
                    <a:pt x="700417" y="0"/>
                  </a:lnTo>
                  <a:lnTo>
                    <a:pt x="700417" y="180060"/>
                  </a:lnTo>
                  <a:lnTo>
                    <a:pt x="785799" y="180060"/>
                  </a:lnTo>
                  <a:lnTo>
                    <a:pt x="785799" y="0"/>
                  </a:lnTo>
                  <a:close/>
                </a:path>
                <a:path w="998220" h="2355215">
                  <a:moveTo>
                    <a:pt x="998169" y="2060409"/>
                  </a:moveTo>
                  <a:lnTo>
                    <a:pt x="961694" y="2060409"/>
                  </a:lnTo>
                  <a:lnTo>
                    <a:pt x="961694" y="2059139"/>
                  </a:lnTo>
                  <a:lnTo>
                    <a:pt x="845159" y="2059139"/>
                  </a:lnTo>
                  <a:lnTo>
                    <a:pt x="845159" y="2057869"/>
                  </a:lnTo>
                  <a:lnTo>
                    <a:pt x="661822" y="2057869"/>
                  </a:lnTo>
                  <a:lnTo>
                    <a:pt x="661822" y="2059139"/>
                  </a:lnTo>
                  <a:lnTo>
                    <a:pt x="545274" y="2059139"/>
                  </a:lnTo>
                  <a:lnTo>
                    <a:pt x="545274" y="2060409"/>
                  </a:lnTo>
                  <a:lnTo>
                    <a:pt x="508800" y="2060409"/>
                  </a:lnTo>
                  <a:lnTo>
                    <a:pt x="508800" y="2061679"/>
                  </a:lnTo>
                  <a:lnTo>
                    <a:pt x="508800" y="2062949"/>
                  </a:lnTo>
                  <a:lnTo>
                    <a:pt x="545274" y="2062949"/>
                  </a:lnTo>
                  <a:lnTo>
                    <a:pt x="545274" y="2064219"/>
                  </a:lnTo>
                  <a:lnTo>
                    <a:pt x="661822" y="2064219"/>
                  </a:lnTo>
                  <a:lnTo>
                    <a:pt x="661822" y="2065489"/>
                  </a:lnTo>
                  <a:lnTo>
                    <a:pt x="845159" y="2065489"/>
                  </a:lnTo>
                  <a:lnTo>
                    <a:pt x="845159" y="2064219"/>
                  </a:lnTo>
                  <a:lnTo>
                    <a:pt x="961694" y="2064219"/>
                  </a:lnTo>
                  <a:lnTo>
                    <a:pt x="961694" y="2062949"/>
                  </a:lnTo>
                  <a:lnTo>
                    <a:pt x="998169" y="2062949"/>
                  </a:lnTo>
                  <a:lnTo>
                    <a:pt x="998169" y="2061679"/>
                  </a:lnTo>
                  <a:lnTo>
                    <a:pt x="998169" y="2060409"/>
                  </a:lnTo>
                  <a:close/>
                </a:path>
                <a:path w="998220" h="2355215">
                  <a:moveTo>
                    <a:pt x="998169" y="1701228"/>
                  </a:moveTo>
                  <a:lnTo>
                    <a:pt x="961694" y="1701228"/>
                  </a:lnTo>
                  <a:lnTo>
                    <a:pt x="961694" y="1699958"/>
                  </a:lnTo>
                  <a:lnTo>
                    <a:pt x="845159" y="1699958"/>
                  </a:lnTo>
                  <a:lnTo>
                    <a:pt x="845159" y="1698688"/>
                  </a:lnTo>
                  <a:lnTo>
                    <a:pt x="661822" y="1698688"/>
                  </a:lnTo>
                  <a:lnTo>
                    <a:pt x="661822" y="1699958"/>
                  </a:lnTo>
                  <a:lnTo>
                    <a:pt x="545274" y="1699958"/>
                  </a:lnTo>
                  <a:lnTo>
                    <a:pt x="545274" y="1701228"/>
                  </a:lnTo>
                  <a:lnTo>
                    <a:pt x="508800" y="1701228"/>
                  </a:lnTo>
                  <a:lnTo>
                    <a:pt x="508800" y="1702498"/>
                  </a:lnTo>
                  <a:lnTo>
                    <a:pt x="508800" y="1703768"/>
                  </a:lnTo>
                  <a:lnTo>
                    <a:pt x="545274" y="1703768"/>
                  </a:lnTo>
                  <a:lnTo>
                    <a:pt x="545274" y="1705038"/>
                  </a:lnTo>
                  <a:lnTo>
                    <a:pt x="661822" y="1705038"/>
                  </a:lnTo>
                  <a:lnTo>
                    <a:pt x="661822" y="1706308"/>
                  </a:lnTo>
                  <a:lnTo>
                    <a:pt x="845159" y="1706308"/>
                  </a:lnTo>
                  <a:lnTo>
                    <a:pt x="845159" y="1705038"/>
                  </a:lnTo>
                  <a:lnTo>
                    <a:pt x="961694" y="1705038"/>
                  </a:lnTo>
                  <a:lnTo>
                    <a:pt x="961694" y="1703768"/>
                  </a:lnTo>
                  <a:lnTo>
                    <a:pt x="998169" y="1703768"/>
                  </a:lnTo>
                  <a:lnTo>
                    <a:pt x="998169" y="1702498"/>
                  </a:lnTo>
                  <a:lnTo>
                    <a:pt x="998169" y="1701228"/>
                  </a:lnTo>
                  <a:close/>
                </a:path>
                <a:path w="998220" h="2355215">
                  <a:moveTo>
                    <a:pt x="998169" y="975220"/>
                  </a:moveTo>
                  <a:lnTo>
                    <a:pt x="961694" y="975220"/>
                  </a:lnTo>
                  <a:lnTo>
                    <a:pt x="961694" y="973950"/>
                  </a:lnTo>
                  <a:lnTo>
                    <a:pt x="845159" y="973950"/>
                  </a:lnTo>
                  <a:lnTo>
                    <a:pt x="845159" y="972680"/>
                  </a:lnTo>
                  <a:lnTo>
                    <a:pt x="661822" y="972680"/>
                  </a:lnTo>
                  <a:lnTo>
                    <a:pt x="661822" y="973950"/>
                  </a:lnTo>
                  <a:lnTo>
                    <a:pt x="545274" y="973950"/>
                  </a:lnTo>
                  <a:lnTo>
                    <a:pt x="545274" y="975220"/>
                  </a:lnTo>
                  <a:lnTo>
                    <a:pt x="508800" y="975220"/>
                  </a:lnTo>
                  <a:lnTo>
                    <a:pt x="508800" y="976490"/>
                  </a:lnTo>
                  <a:lnTo>
                    <a:pt x="508800" y="977760"/>
                  </a:lnTo>
                  <a:lnTo>
                    <a:pt x="545274" y="977760"/>
                  </a:lnTo>
                  <a:lnTo>
                    <a:pt x="545274" y="979030"/>
                  </a:lnTo>
                  <a:lnTo>
                    <a:pt x="661822" y="979030"/>
                  </a:lnTo>
                  <a:lnTo>
                    <a:pt x="661822" y="980300"/>
                  </a:lnTo>
                  <a:lnTo>
                    <a:pt x="845159" y="980300"/>
                  </a:lnTo>
                  <a:lnTo>
                    <a:pt x="845159" y="979030"/>
                  </a:lnTo>
                  <a:lnTo>
                    <a:pt x="961694" y="979030"/>
                  </a:lnTo>
                  <a:lnTo>
                    <a:pt x="961694" y="977760"/>
                  </a:lnTo>
                  <a:lnTo>
                    <a:pt x="998169" y="977760"/>
                  </a:lnTo>
                  <a:lnTo>
                    <a:pt x="998169" y="976490"/>
                  </a:lnTo>
                  <a:lnTo>
                    <a:pt x="998169" y="975220"/>
                  </a:lnTo>
                  <a:close/>
                </a:path>
                <a:path w="998220" h="2355215">
                  <a:moveTo>
                    <a:pt x="998169" y="606945"/>
                  </a:moveTo>
                  <a:lnTo>
                    <a:pt x="961694" y="606945"/>
                  </a:lnTo>
                  <a:lnTo>
                    <a:pt x="961694" y="605675"/>
                  </a:lnTo>
                  <a:lnTo>
                    <a:pt x="845159" y="605675"/>
                  </a:lnTo>
                  <a:lnTo>
                    <a:pt x="845159" y="604405"/>
                  </a:lnTo>
                  <a:lnTo>
                    <a:pt x="661822" y="604405"/>
                  </a:lnTo>
                  <a:lnTo>
                    <a:pt x="661822" y="605675"/>
                  </a:lnTo>
                  <a:lnTo>
                    <a:pt x="545274" y="605675"/>
                  </a:lnTo>
                  <a:lnTo>
                    <a:pt x="545274" y="606945"/>
                  </a:lnTo>
                  <a:lnTo>
                    <a:pt x="508800" y="606945"/>
                  </a:lnTo>
                  <a:lnTo>
                    <a:pt x="508800" y="608215"/>
                  </a:lnTo>
                  <a:lnTo>
                    <a:pt x="508800" y="609485"/>
                  </a:lnTo>
                  <a:lnTo>
                    <a:pt x="545274" y="609485"/>
                  </a:lnTo>
                  <a:lnTo>
                    <a:pt x="545274" y="610755"/>
                  </a:lnTo>
                  <a:lnTo>
                    <a:pt x="661822" y="610755"/>
                  </a:lnTo>
                  <a:lnTo>
                    <a:pt x="661822" y="612025"/>
                  </a:lnTo>
                  <a:lnTo>
                    <a:pt x="845159" y="612025"/>
                  </a:lnTo>
                  <a:lnTo>
                    <a:pt x="845159" y="610755"/>
                  </a:lnTo>
                  <a:lnTo>
                    <a:pt x="961694" y="610755"/>
                  </a:lnTo>
                  <a:lnTo>
                    <a:pt x="961694" y="609485"/>
                  </a:lnTo>
                  <a:lnTo>
                    <a:pt x="998169" y="609485"/>
                  </a:lnTo>
                  <a:lnTo>
                    <a:pt x="998169" y="608215"/>
                  </a:lnTo>
                  <a:lnTo>
                    <a:pt x="998169" y="606945"/>
                  </a:lnTo>
                  <a:close/>
                </a:path>
                <a:path w="998220" h="2355215">
                  <a:moveTo>
                    <a:pt x="998169" y="249453"/>
                  </a:moveTo>
                  <a:lnTo>
                    <a:pt x="961694" y="249453"/>
                  </a:lnTo>
                  <a:lnTo>
                    <a:pt x="961694" y="248183"/>
                  </a:lnTo>
                  <a:lnTo>
                    <a:pt x="845159" y="248183"/>
                  </a:lnTo>
                  <a:lnTo>
                    <a:pt x="845159" y="246913"/>
                  </a:lnTo>
                  <a:lnTo>
                    <a:pt x="661822" y="246913"/>
                  </a:lnTo>
                  <a:lnTo>
                    <a:pt x="661822" y="248183"/>
                  </a:lnTo>
                  <a:lnTo>
                    <a:pt x="545274" y="248183"/>
                  </a:lnTo>
                  <a:lnTo>
                    <a:pt x="545274" y="249453"/>
                  </a:lnTo>
                  <a:lnTo>
                    <a:pt x="508800" y="249453"/>
                  </a:lnTo>
                  <a:lnTo>
                    <a:pt x="508800" y="250723"/>
                  </a:lnTo>
                  <a:lnTo>
                    <a:pt x="508800" y="251993"/>
                  </a:lnTo>
                  <a:lnTo>
                    <a:pt x="545274" y="251993"/>
                  </a:lnTo>
                  <a:lnTo>
                    <a:pt x="545274" y="253263"/>
                  </a:lnTo>
                  <a:lnTo>
                    <a:pt x="661822" y="253263"/>
                  </a:lnTo>
                  <a:lnTo>
                    <a:pt x="661822" y="254533"/>
                  </a:lnTo>
                  <a:lnTo>
                    <a:pt x="845159" y="254533"/>
                  </a:lnTo>
                  <a:lnTo>
                    <a:pt x="845159" y="253263"/>
                  </a:lnTo>
                  <a:lnTo>
                    <a:pt x="961694" y="253263"/>
                  </a:lnTo>
                  <a:lnTo>
                    <a:pt x="961694" y="251993"/>
                  </a:lnTo>
                  <a:lnTo>
                    <a:pt x="998169" y="251993"/>
                  </a:lnTo>
                  <a:lnTo>
                    <a:pt x="998169" y="250723"/>
                  </a:lnTo>
                  <a:lnTo>
                    <a:pt x="998169" y="249453"/>
                  </a:lnTo>
                  <a:close/>
                </a:path>
                <a:path w="998220" h="2355215">
                  <a:moveTo>
                    <a:pt x="998181" y="1344752"/>
                  </a:moveTo>
                  <a:lnTo>
                    <a:pt x="998169" y="1343482"/>
                  </a:lnTo>
                  <a:lnTo>
                    <a:pt x="961694" y="1343482"/>
                  </a:lnTo>
                  <a:lnTo>
                    <a:pt x="961694" y="1342212"/>
                  </a:lnTo>
                  <a:lnTo>
                    <a:pt x="845159" y="1342212"/>
                  </a:lnTo>
                  <a:lnTo>
                    <a:pt x="845159" y="1340942"/>
                  </a:lnTo>
                  <a:lnTo>
                    <a:pt x="661822" y="1340942"/>
                  </a:lnTo>
                  <a:lnTo>
                    <a:pt x="661822" y="1342212"/>
                  </a:lnTo>
                  <a:lnTo>
                    <a:pt x="545274" y="1342212"/>
                  </a:lnTo>
                  <a:lnTo>
                    <a:pt x="545274" y="1343482"/>
                  </a:lnTo>
                  <a:lnTo>
                    <a:pt x="508800" y="1343482"/>
                  </a:lnTo>
                  <a:lnTo>
                    <a:pt x="508800" y="1344752"/>
                  </a:lnTo>
                  <a:lnTo>
                    <a:pt x="508800" y="1346022"/>
                  </a:lnTo>
                  <a:lnTo>
                    <a:pt x="545147" y="1346022"/>
                  </a:lnTo>
                  <a:lnTo>
                    <a:pt x="545147" y="1347292"/>
                  </a:lnTo>
                  <a:lnTo>
                    <a:pt x="660552" y="1347292"/>
                  </a:lnTo>
                  <a:lnTo>
                    <a:pt x="660552" y="1348562"/>
                  </a:lnTo>
                  <a:lnTo>
                    <a:pt x="846416" y="1348562"/>
                  </a:lnTo>
                  <a:lnTo>
                    <a:pt x="846416" y="1347292"/>
                  </a:lnTo>
                  <a:lnTo>
                    <a:pt x="961821" y="1347292"/>
                  </a:lnTo>
                  <a:lnTo>
                    <a:pt x="961821" y="1346022"/>
                  </a:lnTo>
                  <a:lnTo>
                    <a:pt x="998181" y="1346022"/>
                  </a:lnTo>
                  <a:lnTo>
                    <a:pt x="998181" y="1344752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860630" y="4414839"/>
              <a:ext cx="85725" cy="180340"/>
            </a:xfrm>
            <a:custGeom>
              <a:avLst/>
              <a:gdLst/>
              <a:ahLst/>
              <a:cxnLst/>
              <a:rect l="l" t="t" r="r" b="b"/>
              <a:pathLst>
                <a:path w="85725" h="180339">
                  <a:moveTo>
                    <a:pt x="85390" y="0"/>
                  </a:moveTo>
                  <a:lnTo>
                    <a:pt x="0" y="0"/>
                  </a:lnTo>
                  <a:lnTo>
                    <a:pt x="0" y="180057"/>
                  </a:lnTo>
                  <a:lnTo>
                    <a:pt x="85390" y="180057"/>
                  </a:lnTo>
                  <a:lnTo>
                    <a:pt x="8539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669009" y="4661769"/>
              <a:ext cx="489584" cy="7620"/>
            </a:xfrm>
            <a:custGeom>
              <a:avLst/>
              <a:gdLst/>
              <a:ahLst/>
              <a:cxnLst/>
              <a:rect l="l" t="t" r="r" b="b"/>
              <a:pathLst>
                <a:path w="489584" h="7620">
                  <a:moveTo>
                    <a:pt x="489369" y="2540"/>
                  </a:moveTo>
                  <a:lnTo>
                    <a:pt x="452882" y="2540"/>
                  </a:lnTo>
                  <a:lnTo>
                    <a:pt x="452882" y="1270"/>
                  </a:lnTo>
                  <a:lnTo>
                    <a:pt x="336359" y="1270"/>
                  </a:lnTo>
                  <a:lnTo>
                    <a:pt x="336359" y="0"/>
                  </a:lnTo>
                  <a:lnTo>
                    <a:pt x="153022" y="0"/>
                  </a:lnTo>
                  <a:lnTo>
                    <a:pt x="153022" y="1270"/>
                  </a:lnTo>
                  <a:lnTo>
                    <a:pt x="36474" y="1270"/>
                  </a:lnTo>
                  <a:lnTo>
                    <a:pt x="36474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0" y="5080"/>
                  </a:lnTo>
                  <a:lnTo>
                    <a:pt x="36474" y="5080"/>
                  </a:lnTo>
                  <a:lnTo>
                    <a:pt x="36474" y="6350"/>
                  </a:lnTo>
                  <a:lnTo>
                    <a:pt x="153022" y="6350"/>
                  </a:lnTo>
                  <a:lnTo>
                    <a:pt x="153022" y="7620"/>
                  </a:lnTo>
                  <a:lnTo>
                    <a:pt x="336359" y="7620"/>
                  </a:lnTo>
                  <a:lnTo>
                    <a:pt x="336359" y="6350"/>
                  </a:lnTo>
                  <a:lnTo>
                    <a:pt x="452882" y="6350"/>
                  </a:lnTo>
                  <a:lnTo>
                    <a:pt x="452882" y="5080"/>
                  </a:lnTo>
                  <a:lnTo>
                    <a:pt x="489369" y="5080"/>
                  </a:lnTo>
                  <a:lnTo>
                    <a:pt x="489369" y="3810"/>
                  </a:lnTo>
                  <a:lnTo>
                    <a:pt x="489369" y="254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860630" y="4777781"/>
              <a:ext cx="85725" cy="180340"/>
            </a:xfrm>
            <a:custGeom>
              <a:avLst/>
              <a:gdLst/>
              <a:ahLst/>
              <a:cxnLst/>
              <a:rect l="l" t="t" r="r" b="b"/>
              <a:pathLst>
                <a:path w="85725" h="180339">
                  <a:moveTo>
                    <a:pt x="85390" y="0"/>
                  </a:moveTo>
                  <a:lnTo>
                    <a:pt x="0" y="0"/>
                  </a:lnTo>
                  <a:lnTo>
                    <a:pt x="0" y="180057"/>
                  </a:lnTo>
                  <a:lnTo>
                    <a:pt x="85390" y="180057"/>
                  </a:lnTo>
                  <a:lnTo>
                    <a:pt x="8539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668984" y="5024710"/>
              <a:ext cx="489584" cy="7620"/>
            </a:xfrm>
            <a:custGeom>
              <a:avLst/>
              <a:gdLst/>
              <a:ahLst/>
              <a:cxnLst/>
              <a:rect l="l" t="t" r="r" b="b"/>
              <a:pathLst>
                <a:path w="489584" h="7620">
                  <a:moveTo>
                    <a:pt x="489419" y="3810"/>
                  </a:moveTo>
                  <a:lnTo>
                    <a:pt x="489394" y="2540"/>
                  </a:lnTo>
                  <a:lnTo>
                    <a:pt x="452907" y="2540"/>
                  </a:lnTo>
                  <a:lnTo>
                    <a:pt x="452907" y="1270"/>
                  </a:lnTo>
                  <a:lnTo>
                    <a:pt x="336384" y="1270"/>
                  </a:lnTo>
                  <a:lnTo>
                    <a:pt x="336384" y="0"/>
                  </a:lnTo>
                  <a:lnTo>
                    <a:pt x="153047" y="0"/>
                  </a:lnTo>
                  <a:lnTo>
                    <a:pt x="153047" y="1270"/>
                  </a:lnTo>
                  <a:lnTo>
                    <a:pt x="36499" y="1270"/>
                  </a:lnTo>
                  <a:lnTo>
                    <a:pt x="36499" y="2540"/>
                  </a:lnTo>
                  <a:lnTo>
                    <a:pt x="25" y="2540"/>
                  </a:lnTo>
                  <a:lnTo>
                    <a:pt x="25" y="3810"/>
                  </a:lnTo>
                  <a:lnTo>
                    <a:pt x="0" y="5080"/>
                  </a:lnTo>
                  <a:lnTo>
                    <a:pt x="36334" y="5080"/>
                  </a:lnTo>
                  <a:lnTo>
                    <a:pt x="36334" y="6350"/>
                  </a:lnTo>
                  <a:lnTo>
                    <a:pt x="152844" y="6350"/>
                  </a:lnTo>
                  <a:lnTo>
                    <a:pt x="152844" y="7620"/>
                  </a:lnTo>
                  <a:lnTo>
                    <a:pt x="336575" y="7620"/>
                  </a:lnTo>
                  <a:lnTo>
                    <a:pt x="336575" y="6350"/>
                  </a:lnTo>
                  <a:lnTo>
                    <a:pt x="453085" y="6350"/>
                  </a:lnTo>
                  <a:lnTo>
                    <a:pt x="453085" y="5080"/>
                  </a:lnTo>
                  <a:lnTo>
                    <a:pt x="489419" y="5080"/>
                  </a:lnTo>
                  <a:lnTo>
                    <a:pt x="489419" y="381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860630" y="5140723"/>
              <a:ext cx="85725" cy="180340"/>
            </a:xfrm>
            <a:custGeom>
              <a:avLst/>
              <a:gdLst/>
              <a:ahLst/>
              <a:cxnLst/>
              <a:rect l="l" t="t" r="r" b="b"/>
              <a:pathLst>
                <a:path w="85725" h="180339">
                  <a:moveTo>
                    <a:pt x="85390" y="0"/>
                  </a:moveTo>
                  <a:lnTo>
                    <a:pt x="0" y="0"/>
                  </a:lnTo>
                  <a:lnTo>
                    <a:pt x="0" y="180057"/>
                  </a:lnTo>
                  <a:lnTo>
                    <a:pt x="85390" y="180057"/>
                  </a:lnTo>
                  <a:lnTo>
                    <a:pt x="8539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668984" y="5387650"/>
              <a:ext cx="489584" cy="7620"/>
            </a:xfrm>
            <a:custGeom>
              <a:avLst/>
              <a:gdLst/>
              <a:ahLst/>
              <a:cxnLst/>
              <a:rect l="l" t="t" r="r" b="b"/>
              <a:pathLst>
                <a:path w="489584" h="7620">
                  <a:moveTo>
                    <a:pt x="489419" y="3810"/>
                  </a:moveTo>
                  <a:lnTo>
                    <a:pt x="489394" y="2540"/>
                  </a:lnTo>
                  <a:lnTo>
                    <a:pt x="452907" y="2540"/>
                  </a:lnTo>
                  <a:lnTo>
                    <a:pt x="452907" y="1270"/>
                  </a:lnTo>
                  <a:lnTo>
                    <a:pt x="336384" y="1270"/>
                  </a:lnTo>
                  <a:lnTo>
                    <a:pt x="336384" y="0"/>
                  </a:lnTo>
                  <a:lnTo>
                    <a:pt x="153047" y="0"/>
                  </a:lnTo>
                  <a:lnTo>
                    <a:pt x="153047" y="1270"/>
                  </a:lnTo>
                  <a:lnTo>
                    <a:pt x="36499" y="1270"/>
                  </a:lnTo>
                  <a:lnTo>
                    <a:pt x="36499" y="2540"/>
                  </a:lnTo>
                  <a:lnTo>
                    <a:pt x="25" y="2540"/>
                  </a:lnTo>
                  <a:lnTo>
                    <a:pt x="25" y="3810"/>
                  </a:lnTo>
                  <a:lnTo>
                    <a:pt x="0" y="5080"/>
                  </a:lnTo>
                  <a:lnTo>
                    <a:pt x="36334" y="5080"/>
                  </a:lnTo>
                  <a:lnTo>
                    <a:pt x="36334" y="6350"/>
                  </a:lnTo>
                  <a:lnTo>
                    <a:pt x="152844" y="6350"/>
                  </a:lnTo>
                  <a:lnTo>
                    <a:pt x="152844" y="7620"/>
                  </a:lnTo>
                  <a:lnTo>
                    <a:pt x="336575" y="7620"/>
                  </a:lnTo>
                  <a:lnTo>
                    <a:pt x="336575" y="6350"/>
                  </a:lnTo>
                  <a:lnTo>
                    <a:pt x="453085" y="6350"/>
                  </a:lnTo>
                  <a:lnTo>
                    <a:pt x="453085" y="5080"/>
                  </a:lnTo>
                  <a:lnTo>
                    <a:pt x="489419" y="5080"/>
                  </a:lnTo>
                  <a:lnTo>
                    <a:pt x="489419" y="381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860630" y="5503664"/>
              <a:ext cx="85725" cy="180340"/>
            </a:xfrm>
            <a:custGeom>
              <a:avLst/>
              <a:gdLst/>
              <a:ahLst/>
              <a:cxnLst/>
              <a:rect l="l" t="t" r="r" b="b"/>
              <a:pathLst>
                <a:path w="85725" h="180339">
                  <a:moveTo>
                    <a:pt x="85390" y="0"/>
                  </a:moveTo>
                  <a:lnTo>
                    <a:pt x="0" y="0"/>
                  </a:lnTo>
                  <a:lnTo>
                    <a:pt x="0" y="180057"/>
                  </a:lnTo>
                  <a:lnTo>
                    <a:pt x="85390" y="180057"/>
                  </a:lnTo>
                  <a:lnTo>
                    <a:pt x="8539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7669009" y="5750591"/>
              <a:ext cx="489584" cy="7620"/>
            </a:xfrm>
            <a:custGeom>
              <a:avLst/>
              <a:gdLst/>
              <a:ahLst/>
              <a:cxnLst/>
              <a:rect l="l" t="t" r="r" b="b"/>
              <a:pathLst>
                <a:path w="489584" h="7620">
                  <a:moveTo>
                    <a:pt x="489369" y="2540"/>
                  </a:moveTo>
                  <a:lnTo>
                    <a:pt x="452882" y="2540"/>
                  </a:lnTo>
                  <a:lnTo>
                    <a:pt x="452882" y="1270"/>
                  </a:lnTo>
                  <a:lnTo>
                    <a:pt x="336359" y="1270"/>
                  </a:lnTo>
                  <a:lnTo>
                    <a:pt x="336359" y="0"/>
                  </a:lnTo>
                  <a:lnTo>
                    <a:pt x="153022" y="0"/>
                  </a:lnTo>
                  <a:lnTo>
                    <a:pt x="153022" y="1270"/>
                  </a:lnTo>
                  <a:lnTo>
                    <a:pt x="36474" y="1270"/>
                  </a:lnTo>
                  <a:lnTo>
                    <a:pt x="36474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0" y="5080"/>
                  </a:lnTo>
                  <a:lnTo>
                    <a:pt x="36474" y="5080"/>
                  </a:lnTo>
                  <a:lnTo>
                    <a:pt x="36474" y="6350"/>
                  </a:lnTo>
                  <a:lnTo>
                    <a:pt x="153022" y="6350"/>
                  </a:lnTo>
                  <a:lnTo>
                    <a:pt x="153022" y="7620"/>
                  </a:lnTo>
                  <a:lnTo>
                    <a:pt x="336359" y="7620"/>
                  </a:lnTo>
                  <a:lnTo>
                    <a:pt x="336359" y="6350"/>
                  </a:lnTo>
                  <a:lnTo>
                    <a:pt x="452882" y="6350"/>
                  </a:lnTo>
                  <a:lnTo>
                    <a:pt x="452882" y="5080"/>
                  </a:lnTo>
                  <a:lnTo>
                    <a:pt x="489369" y="5080"/>
                  </a:lnTo>
                  <a:lnTo>
                    <a:pt x="489369" y="3810"/>
                  </a:lnTo>
                  <a:lnTo>
                    <a:pt x="489369" y="254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7860630" y="5866617"/>
              <a:ext cx="85725" cy="180340"/>
            </a:xfrm>
            <a:custGeom>
              <a:avLst/>
              <a:gdLst/>
              <a:ahLst/>
              <a:cxnLst/>
              <a:rect l="l" t="t" r="r" b="b"/>
              <a:pathLst>
                <a:path w="85725" h="180339">
                  <a:moveTo>
                    <a:pt x="85390" y="0"/>
                  </a:moveTo>
                  <a:lnTo>
                    <a:pt x="0" y="0"/>
                  </a:lnTo>
                  <a:lnTo>
                    <a:pt x="0" y="180057"/>
                  </a:lnTo>
                  <a:lnTo>
                    <a:pt x="85390" y="180057"/>
                  </a:lnTo>
                  <a:lnTo>
                    <a:pt x="8539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668971" y="6113532"/>
              <a:ext cx="489584" cy="7620"/>
            </a:xfrm>
            <a:custGeom>
              <a:avLst/>
              <a:gdLst/>
              <a:ahLst/>
              <a:cxnLst/>
              <a:rect l="l" t="t" r="r" b="b"/>
              <a:pathLst>
                <a:path w="489584" h="7620">
                  <a:moveTo>
                    <a:pt x="489445" y="3810"/>
                  </a:moveTo>
                  <a:lnTo>
                    <a:pt x="489407" y="2540"/>
                  </a:lnTo>
                  <a:lnTo>
                    <a:pt x="452920" y="2540"/>
                  </a:lnTo>
                  <a:lnTo>
                    <a:pt x="452920" y="1270"/>
                  </a:lnTo>
                  <a:lnTo>
                    <a:pt x="336397" y="1270"/>
                  </a:lnTo>
                  <a:lnTo>
                    <a:pt x="336397" y="0"/>
                  </a:lnTo>
                  <a:lnTo>
                    <a:pt x="153060" y="0"/>
                  </a:lnTo>
                  <a:lnTo>
                    <a:pt x="153060" y="1270"/>
                  </a:lnTo>
                  <a:lnTo>
                    <a:pt x="36512" y="1270"/>
                  </a:lnTo>
                  <a:lnTo>
                    <a:pt x="36512" y="2540"/>
                  </a:lnTo>
                  <a:lnTo>
                    <a:pt x="38" y="2540"/>
                  </a:lnTo>
                  <a:lnTo>
                    <a:pt x="38" y="3810"/>
                  </a:lnTo>
                  <a:lnTo>
                    <a:pt x="0" y="5080"/>
                  </a:lnTo>
                  <a:lnTo>
                    <a:pt x="36220" y="5080"/>
                  </a:lnTo>
                  <a:lnTo>
                    <a:pt x="36220" y="6350"/>
                  </a:lnTo>
                  <a:lnTo>
                    <a:pt x="151599" y="6350"/>
                  </a:lnTo>
                  <a:lnTo>
                    <a:pt x="151599" y="7620"/>
                  </a:lnTo>
                  <a:lnTo>
                    <a:pt x="337858" y="7620"/>
                  </a:lnTo>
                  <a:lnTo>
                    <a:pt x="337858" y="6350"/>
                  </a:lnTo>
                  <a:lnTo>
                    <a:pt x="453224" y="6350"/>
                  </a:lnTo>
                  <a:lnTo>
                    <a:pt x="453224" y="5080"/>
                  </a:lnTo>
                  <a:lnTo>
                    <a:pt x="489445" y="5080"/>
                  </a:lnTo>
                  <a:lnTo>
                    <a:pt x="489445" y="381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7860630" y="6229548"/>
              <a:ext cx="85725" cy="180340"/>
            </a:xfrm>
            <a:custGeom>
              <a:avLst/>
              <a:gdLst/>
              <a:ahLst/>
              <a:cxnLst/>
              <a:rect l="l" t="t" r="r" b="b"/>
              <a:pathLst>
                <a:path w="85725" h="180339">
                  <a:moveTo>
                    <a:pt x="85390" y="0"/>
                  </a:moveTo>
                  <a:lnTo>
                    <a:pt x="0" y="0"/>
                  </a:lnTo>
                  <a:lnTo>
                    <a:pt x="0" y="180057"/>
                  </a:lnTo>
                  <a:lnTo>
                    <a:pt x="85390" y="180057"/>
                  </a:lnTo>
                  <a:lnTo>
                    <a:pt x="8539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/>
          <p:nvPr/>
        </p:nvSpPr>
        <p:spPr>
          <a:xfrm>
            <a:off x="5610145" y="4633351"/>
            <a:ext cx="742315" cy="2346325"/>
          </a:xfrm>
          <a:custGeom>
            <a:avLst/>
            <a:gdLst/>
            <a:ahLst/>
            <a:cxnLst/>
            <a:rect l="l" t="t" r="r" b="b"/>
            <a:pathLst>
              <a:path w="742314" h="2346325">
                <a:moveTo>
                  <a:pt x="0" y="2346169"/>
                </a:moveTo>
                <a:lnTo>
                  <a:pt x="742247" y="2346169"/>
                </a:lnTo>
                <a:lnTo>
                  <a:pt x="742247" y="0"/>
                </a:lnTo>
                <a:lnTo>
                  <a:pt x="0" y="0"/>
                </a:lnTo>
                <a:lnTo>
                  <a:pt x="0" y="2346169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6" name="object 56" descr=""/>
          <p:cNvGrpSpPr/>
          <p:nvPr/>
        </p:nvGrpSpPr>
        <p:grpSpPr>
          <a:xfrm>
            <a:off x="6352392" y="4633345"/>
            <a:ext cx="749300" cy="2346325"/>
            <a:chOff x="6352392" y="4633345"/>
            <a:chExt cx="749300" cy="2346325"/>
          </a:xfrm>
        </p:grpSpPr>
        <p:sp>
          <p:nvSpPr>
            <p:cNvPr id="57" name="object 57" descr=""/>
            <p:cNvSpPr/>
            <p:nvPr/>
          </p:nvSpPr>
          <p:spPr>
            <a:xfrm>
              <a:off x="7094652" y="4633351"/>
              <a:ext cx="6985" cy="2346325"/>
            </a:xfrm>
            <a:custGeom>
              <a:avLst/>
              <a:gdLst/>
              <a:ahLst/>
              <a:cxnLst/>
              <a:rect l="l" t="t" r="r" b="b"/>
              <a:pathLst>
                <a:path w="6984" h="2346325">
                  <a:moveTo>
                    <a:pt x="0" y="2346169"/>
                  </a:moveTo>
                  <a:lnTo>
                    <a:pt x="6462" y="2346169"/>
                  </a:lnTo>
                  <a:lnTo>
                    <a:pt x="6462" y="0"/>
                  </a:lnTo>
                  <a:lnTo>
                    <a:pt x="0" y="0"/>
                  </a:lnTo>
                  <a:lnTo>
                    <a:pt x="0" y="2346169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6352392" y="4633345"/>
              <a:ext cx="742315" cy="2346325"/>
            </a:xfrm>
            <a:custGeom>
              <a:avLst/>
              <a:gdLst/>
              <a:ahLst/>
              <a:cxnLst/>
              <a:rect l="l" t="t" r="r" b="b"/>
              <a:pathLst>
                <a:path w="742315" h="2346325">
                  <a:moveTo>
                    <a:pt x="742260" y="0"/>
                  </a:moveTo>
                  <a:lnTo>
                    <a:pt x="0" y="0"/>
                  </a:lnTo>
                  <a:lnTo>
                    <a:pt x="0" y="2346169"/>
                  </a:lnTo>
                  <a:lnTo>
                    <a:pt x="742260" y="2346169"/>
                  </a:lnTo>
                  <a:lnTo>
                    <a:pt x="74226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 descr=""/>
          <p:cNvGrpSpPr/>
          <p:nvPr/>
        </p:nvGrpSpPr>
        <p:grpSpPr>
          <a:xfrm>
            <a:off x="5486429" y="4171464"/>
            <a:ext cx="1652270" cy="462280"/>
            <a:chOff x="5486429" y="4171464"/>
            <a:chExt cx="1652270" cy="462280"/>
          </a:xfrm>
        </p:grpSpPr>
        <p:sp>
          <p:nvSpPr>
            <p:cNvPr id="60" name="object 60" descr=""/>
            <p:cNvSpPr/>
            <p:nvPr/>
          </p:nvSpPr>
          <p:spPr>
            <a:xfrm>
              <a:off x="5779656" y="4171464"/>
              <a:ext cx="399415" cy="462280"/>
            </a:xfrm>
            <a:custGeom>
              <a:avLst/>
              <a:gdLst/>
              <a:ahLst/>
              <a:cxnLst/>
              <a:rect l="l" t="t" r="r" b="b"/>
              <a:pathLst>
                <a:path w="399414" h="462279">
                  <a:moveTo>
                    <a:pt x="0" y="461881"/>
                  </a:moveTo>
                  <a:lnTo>
                    <a:pt x="399275" y="461881"/>
                  </a:lnTo>
                  <a:lnTo>
                    <a:pt x="399275" y="0"/>
                  </a:lnTo>
                  <a:lnTo>
                    <a:pt x="0" y="0"/>
                  </a:lnTo>
                  <a:lnTo>
                    <a:pt x="0" y="461881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486425" y="4171473"/>
              <a:ext cx="1652270" cy="462280"/>
            </a:xfrm>
            <a:custGeom>
              <a:avLst/>
              <a:gdLst/>
              <a:ahLst/>
              <a:cxnLst/>
              <a:rect l="l" t="t" r="r" b="b"/>
              <a:pathLst>
                <a:path w="1652270" h="462279">
                  <a:moveTo>
                    <a:pt x="1651660" y="434936"/>
                  </a:moveTo>
                  <a:lnTo>
                    <a:pt x="817435" y="434936"/>
                  </a:lnTo>
                  <a:lnTo>
                    <a:pt x="817435" y="0"/>
                  </a:lnTo>
                  <a:lnTo>
                    <a:pt x="692505" y="0"/>
                  </a:lnTo>
                  <a:lnTo>
                    <a:pt x="692505" y="434936"/>
                  </a:lnTo>
                  <a:lnTo>
                    <a:pt x="0" y="434936"/>
                  </a:lnTo>
                  <a:lnTo>
                    <a:pt x="0" y="461873"/>
                  </a:lnTo>
                  <a:lnTo>
                    <a:pt x="692505" y="461873"/>
                  </a:lnTo>
                  <a:lnTo>
                    <a:pt x="817435" y="461873"/>
                  </a:lnTo>
                  <a:lnTo>
                    <a:pt x="1651660" y="461873"/>
                  </a:lnTo>
                  <a:lnTo>
                    <a:pt x="1651660" y="434936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/>
          <p:nvPr/>
        </p:nvSpPr>
        <p:spPr>
          <a:xfrm>
            <a:off x="5903171" y="4834795"/>
            <a:ext cx="125730" cy="265430"/>
          </a:xfrm>
          <a:custGeom>
            <a:avLst/>
            <a:gdLst/>
            <a:ahLst/>
            <a:cxnLst/>
            <a:rect l="l" t="t" r="r" b="b"/>
            <a:pathLst>
              <a:path w="125729" h="265429">
                <a:moveTo>
                  <a:pt x="125661" y="0"/>
                </a:moveTo>
                <a:lnTo>
                  <a:pt x="0" y="0"/>
                </a:lnTo>
                <a:lnTo>
                  <a:pt x="0" y="264955"/>
                </a:lnTo>
                <a:lnTo>
                  <a:pt x="125661" y="264955"/>
                </a:lnTo>
                <a:lnTo>
                  <a:pt x="1256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5615508" y="5198662"/>
            <a:ext cx="731520" cy="10160"/>
          </a:xfrm>
          <a:custGeom>
            <a:avLst/>
            <a:gdLst/>
            <a:ahLst/>
            <a:cxnLst/>
            <a:rect l="l" t="t" r="r" b="b"/>
            <a:pathLst>
              <a:path w="731520" h="10160">
                <a:moveTo>
                  <a:pt x="731520" y="3810"/>
                </a:moveTo>
                <a:lnTo>
                  <a:pt x="707555" y="3810"/>
                </a:lnTo>
                <a:lnTo>
                  <a:pt x="707555" y="2540"/>
                </a:lnTo>
                <a:lnTo>
                  <a:pt x="654558" y="2540"/>
                </a:lnTo>
                <a:lnTo>
                  <a:pt x="654558" y="1270"/>
                </a:lnTo>
                <a:lnTo>
                  <a:pt x="540385" y="1270"/>
                </a:lnTo>
                <a:lnTo>
                  <a:pt x="540385" y="0"/>
                </a:lnTo>
                <a:lnTo>
                  <a:pt x="191122" y="0"/>
                </a:lnTo>
                <a:lnTo>
                  <a:pt x="191122" y="1270"/>
                </a:lnTo>
                <a:lnTo>
                  <a:pt x="76949" y="1270"/>
                </a:lnTo>
                <a:lnTo>
                  <a:pt x="76949" y="2540"/>
                </a:lnTo>
                <a:lnTo>
                  <a:pt x="23952" y="2540"/>
                </a:lnTo>
                <a:lnTo>
                  <a:pt x="23952" y="3810"/>
                </a:lnTo>
                <a:lnTo>
                  <a:pt x="0" y="3810"/>
                </a:lnTo>
                <a:lnTo>
                  <a:pt x="0" y="5080"/>
                </a:lnTo>
                <a:lnTo>
                  <a:pt x="0" y="6350"/>
                </a:lnTo>
                <a:lnTo>
                  <a:pt x="23952" y="6350"/>
                </a:lnTo>
                <a:lnTo>
                  <a:pt x="23952" y="7620"/>
                </a:lnTo>
                <a:lnTo>
                  <a:pt x="76949" y="7620"/>
                </a:lnTo>
                <a:lnTo>
                  <a:pt x="76949" y="8890"/>
                </a:lnTo>
                <a:lnTo>
                  <a:pt x="191122" y="8890"/>
                </a:lnTo>
                <a:lnTo>
                  <a:pt x="191122" y="10160"/>
                </a:lnTo>
                <a:lnTo>
                  <a:pt x="540385" y="10160"/>
                </a:lnTo>
                <a:lnTo>
                  <a:pt x="540385" y="8890"/>
                </a:lnTo>
                <a:lnTo>
                  <a:pt x="654558" y="8890"/>
                </a:lnTo>
                <a:lnTo>
                  <a:pt x="654558" y="7620"/>
                </a:lnTo>
                <a:lnTo>
                  <a:pt x="707555" y="7620"/>
                </a:lnTo>
                <a:lnTo>
                  <a:pt x="707555" y="6350"/>
                </a:lnTo>
                <a:lnTo>
                  <a:pt x="731520" y="6350"/>
                </a:lnTo>
                <a:lnTo>
                  <a:pt x="731520" y="5080"/>
                </a:lnTo>
                <a:lnTo>
                  <a:pt x="731520" y="381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6651891" y="4834795"/>
            <a:ext cx="125730" cy="265430"/>
          </a:xfrm>
          <a:custGeom>
            <a:avLst/>
            <a:gdLst/>
            <a:ahLst/>
            <a:cxnLst/>
            <a:rect l="l" t="t" r="r" b="b"/>
            <a:pathLst>
              <a:path w="125729" h="265429">
                <a:moveTo>
                  <a:pt x="125650" y="0"/>
                </a:moveTo>
                <a:lnTo>
                  <a:pt x="0" y="0"/>
                </a:lnTo>
                <a:lnTo>
                  <a:pt x="0" y="264955"/>
                </a:lnTo>
                <a:lnTo>
                  <a:pt x="125650" y="264955"/>
                </a:lnTo>
                <a:lnTo>
                  <a:pt x="12565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6364224" y="5198662"/>
            <a:ext cx="731520" cy="10160"/>
          </a:xfrm>
          <a:custGeom>
            <a:avLst/>
            <a:gdLst/>
            <a:ahLst/>
            <a:cxnLst/>
            <a:rect l="l" t="t" r="r" b="b"/>
            <a:pathLst>
              <a:path w="731520" h="10160">
                <a:moveTo>
                  <a:pt x="731520" y="3810"/>
                </a:moveTo>
                <a:lnTo>
                  <a:pt x="707555" y="3810"/>
                </a:lnTo>
                <a:lnTo>
                  <a:pt x="707555" y="2540"/>
                </a:lnTo>
                <a:lnTo>
                  <a:pt x="654558" y="2540"/>
                </a:lnTo>
                <a:lnTo>
                  <a:pt x="654558" y="1270"/>
                </a:lnTo>
                <a:lnTo>
                  <a:pt x="540385" y="1270"/>
                </a:lnTo>
                <a:lnTo>
                  <a:pt x="540385" y="0"/>
                </a:lnTo>
                <a:lnTo>
                  <a:pt x="191122" y="0"/>
                </a:lnTo>
                <a:lnTo>
                  <a:pt x="191122" y="1270"/>
                </a:lnTo>
                <a:lnTo>
                  <a:pt x="76949" y="1270"/>
                </a:lnTo>
                <a:lnTo>
                  <a:pt x="76949" y="2540"/>
                </a:lnTo>
                <a:lnTo>
                  <a:pt x="23952" y="2540"/>
                </a:lnTo>
                <a:lnTo>
                  <a:pt x="23952" y="3810"/>
                </a:lnTo>
                <a:lnTo>
                  <a:pt x="0" y="3810"/>
                </a:lnTo>
                <a:lnTo>
                  <a:pt x="0" y="5080"/>
                </a:lnTo>
                <a:lnTo>
                  <a:pt x="0" y="6350"/>
                </a:lnTo>
                <a:lnTo>
                  <a:pt x="23952" y="6350"/>
                </a:lnTo>
                <a:lnTo>
                  <a:pt x="23952" y="7620"/>
                </a:lnTo>
                <a:lnTo>
                  <a:pt x="76949" y="7620"/>
                </a:lnTo>
                <a:lnTo>
                  <a:pt x="76949" y="8890"/>
                </a:lnTo>
                <a:lnTo>
                  <a:pt x="191122" y="8890"/>
                </a:lnTo>
                <a:lnTo>
                  <a:pt x="191122" y="10160"/>
                </a:lnTo>
                <a:lnTo>
                  <a:pt x="540385" y="10160"/>
                </a:lnTo>
                <a:lnTo>
                  <a:pt x="540385" y="8890"/>
                </a:lnTo>
                <a:lnTo>
                  <a:pt x="654558" y="8890"/>
                </a:lnTo>
                <a:lnTo>
                  <a:pt x="654558" y="7620"/>
                </a:lnTo>
                <a:lnTo>
                  <a:pt x="707555" y="7620"/>
                </a:lnTo>
                <a:lnTo>
                  <a:pt x="707555" y="6350"/>
                </a:lnTo>
                <a:lnTo>
                  <a:pt x="731520" y="6350"/>
                </a:lnTo>
                <a:lnTo>
                  <a:pt x="731520" y="5080"/>
                </a:lnTo>
                <a:lnTo>
                  <a:pt x="731520" y="381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6651891" y="5360842"/>
            <a:ext cx="125730" cy="265430"/>
          </a:xfrm>
          <a:custGeom>
            <a:avLst/>
            <a:gdLst/>
            <a:ahLst/>
            <a:cxnLst/>
            <a:rect l="l" t="t" r="r" b="b"/>
            <a:pathLst>
              <a:path w="125729" h="265429">
                <a:moveTo>
                  <a:pt x="125650" y="0"/>
                </a:moveTo>
                <a:lnTo>
                  <a:pt x="0" y="0"/>
                </a:lnTo>
                <a:lnTo>
                  <a:pt x="0" y="264955"/>
                </a:lnTo>
                <a:lnTo>
                  <a:pt x="125650" y="264955"/>
                </a:lnTo>
                <a:lnTo>
                  <a:pt x="12565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6364224" y="5724708"/>
            <a:ext cx="731520" cy="10160"/>
          </a:xfrm>
          <a:custGeom>
            <a:avLst/>
            <a:gdLst/>
            <a:ahLst/>
            <a:cxnLst/>
            <a:rect l="l" t="t" r="r" b="b"/>
            <a:pathLst>
              <a:path w="731520" h="10160">
                <a:moveTo>
                  <a:pt x="731520" y="3810"/>
                </a:moveTo>
                <a:lnTo>
                  <a:pt x="707555" y="3810"/>
                </a:lnTo>
                <a:lnTo>
                  <a:pt x="707555" y="2540"/>
                </a:lnTo>
                <a:lnTo>
                  <a:pt x="654558" y="2540"/>
                </a:lnTo>
                <a:lnTo>
                  <a:pt x="654558" y="1270"/>
                </a:lnTo>
                <a:lnTo>
                  <a:pt x="540385" y="1270"/>
                </a:lnTo>
                <a:lnTo>
                  <a:pt x="540385" y="0"/>
                </a:lnTo>
                <a:lnTo>
                  <a:pt x="191122" y="0"/>
                </a:lnTo>
                <a:lnTo>
                  <a:pt x="191122" y="1270"/>
                </a:lnTo>
                <a:lnTo>
                  <a:pt x="76949" y="1270"/>
                </a:lnTo>
                <a:lnTo>
                  <a:pt x="76949" y="2540"/>
                </a:lnTo>
                <a:lnTo>
                  <a:pt x="23952" y="2540"/>
                </a:lnTo>
                <a:lnTo>
                  <a:pt x="23952" y="3810"/>
                </a:lnTo>
                <a:lnTo>
                  <a:pt x="0" y="3810"/>
                </a:lnTo>
                <a:lnTo>
                  <a:pt x="0" y="5080"/>
                </a:lnTo>
                <a:lnTo>
                  <a:pt x="0" y="6350"/>
                </a:lnTo>
                <a:lnTo>
                  <a:pt x="23952" y="6350"/>
                </a:lnTo>
                <a:lnTo>
                  <a:pt x="23952" y="7620"/>
                </a:lnTo>
                <a:lnTo>
                  <a:pt x="76949" y="7620"/>
                </a:lnTo>
                <a:lnTo>
                  <a:pt x="76949" y="8890"/>
                </a:lnTo>
                <a:lnTo>
                  <a:pt x="191122" y="8890"/>
                </a:lnTo>
                <a:lnTo>
                  <a:pt x="191122" y="10160"/>
                </a:lnTo>
                <a:lnTo>
                  <a:pt x="540385" y="10160"/>
                </a:lnTo>
                <a:lnTo>
                  <a:pt x="540385" y="8890"/>
                </a:lnTo>
                <a:lnTo>
                  <a:pt x="654558" y="8890"/>
                </a:lnTo>
                <a:lnTo>
                  <a:pt x="654558" y="7620"/>
                </a:lnTo>
                <a:lnTo>
                  <a:pt x="707555" y="7620"/>
                </a:lnTo>
                <a:lnTo>
                  <a:pt x="707555" y="6350"/>
                </a:lnTo>
                <a:lnTo>
                  <a:pt x="731520" y="6350"/>
                </a:lnTo>
                <a:lnTo>
                  <a:pt x="731520" y="5080"/>
                </a:lnTo>
                <a:lnTo>
                  <a:pt x="731520" y="381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6651891" y="5902762"/>
            <a:ext cx="125730" cy="265430"/>
          </a:xfrm>
          <a:custGeom>
            <a:avLst/>
            <a:gdLst/>
            <a:ahLst/>
            <a:cxnLst/>
            <a:rect l="l" t="t" r="r" b="b"/>
            <a:pathLst>
              <a:path w="125729" h="265429">
                <a:moveTo>
                  <a:pt x="125650" y="0"/>
                </a:moveTo>
                <a:lnTo>
                  <a:pt x="0" y="0"/>
                </a:lnTo>
                <a:lnTo>
                  <a:pt x="0" y="264955"/>
                </a:lnTo>
                <a:lnTo>
                  <a:pt x="125650" y="264955"/>
                </a:lnTo>
                <a:lnTo>
                  <a:pt x="12565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6364224" y="6266630"/>
            <a:ext cx="731520" cy="10160"/>
          </a:xfrm>
          <a:custGeom>
            <a:avLst/>
            <a:gdLst/>
            <a:ahLst/>
            <a:cxnLst/>
            <a:rect l="l" t="t" r="r" b="b"/>
            <a:pathLst>
              <a:path w="731520" h="10160">
                <a:moveTo>
                  <a:pt x="731520" y="3810"/>
                </a:moveTo>
                <a:lnTo>
                  <a:pt x="707555" y="3810"/>
                </a:lnTo>
                <a:lnTo>
                  <a:pt x="707555" y="2540"/>
                </a:lnTo>
                <a:lnTo>
                  <a:pt x="654558" y="2540"/>
                </a:lnTo>
                <a:lnTo>
                  <a:pt x="654558" y="1270"/>
                </a:lnTo>
                <a:lnTo>
                  <a:pt x="540385" y="1270"/>
                </a:lnTo>
                <a:lnTo>
                  <a:pt x="540385" y="0"/>
                </a:lnTo>
                <a:lnTo>
                  <a:pt x="191122" y="0"/>
                </a:lnTo>
                <a:lnTo>
                  <a:pt x="191122" y="1270"/>
                </a:lnTo>
                <a:lnTo>
                  <a:pt x="76949" y="1270"/>
                </a:lnTo>
                <a:lnTo>
                  <a:pt x="76949" y="2540"/>
                </a:lnTo>
                <a:lnTo>
                  <a:pt x="23952" y="2540"/>
                </a:lnTo>
                <a:lnTo>
                  <a:pt x="23952" y="3810"/>
                </a:lnTo>
                <a:lnTo>
                  <a:pt x="0" y="3810"/>
                </a:lnTo>
                <a:lnTo>
                  <a:pt x="0" y="5080"/>
                </a:lnTo>
                <a:lnTo>
                  <a:pt x="0" y="6350"/>
                </a:lnTo>
                <a:lnTo>
                  <a:pt x="23952" y="6350"/>
                </a:lnTo>
                <a:lnTo>
                  <a:pt x="23952" y="7620"/>
                </a:lnTo>
                <a:lnTo>
                  <a:pt x="76949" y="7620"/>
                </a:lnTo>
                <a:lnTo>
                  <a:pt x="76949" y="8890"/>
                </a:lnTo>
                <a:lnTo>
                  <a:pt x="191122" y="8890"/>
                </a:lnTo>
                <a:lnTo>
                  <a:pt x="191122" y="10160"/>
                </a:lnTo>
                <a:lnTo>
                  <a:pt x="540385" y="10160"/>
                </a:lnTo>
                <a:lnTo>
                  <a:pt x="540385" y="8890"/>
                </a:lnTo>
                <a:lnTo>
                  <a:pt x="654558" y="8890"/>
                </a:lnTo>
                <a:lnTo>
                  <a:pt x="654558" y="7620"/>
                </a:lnTo>
                <a:lnTo>
                  <a:pt x="707555" y="7620"/>
                </a:lnTo>
                <a:lnTo>
                  <a:pt x="707555" y="6350"/>
                </a:lnTo>
                <a:lnTo>
                  <a:pt x="731520" y="6350"/>
                </a:lnTo>
                <a:lnTo>
                  <a:pt x="731520" y="5080"/>
                </a:lnTo>
                <a:lnTo>
                  <a:pt x="731520" y="381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6651891" y="6444683"/>
            <a:ext cx="125730" cy="265430"/>
          </a:xfrm>
          <a:custGeom>
            <a:avLst/>
            <a:gdLst/>
            <a:ahLst/>
            <a:cxnLst/>
            <a:rect l="l" t="t" r="r" b="b"/>
            <a:pathLst>
              <a:path w="125729" h="265429">
                <a:moveTo>
                  <a:pt x="125650" y="0"/>
                </a:moveTo>
                <a:lnTo>
                  <a:pt x="0" y="0"/>
                </a:lnTo>
                <a:lnTo>
                  <a:pt x="0" y="264955"/>
                </a:lnTo>
                <a:lnTo>
                  <a:pt x="125650" y="264955"/>
                </a:lnTo>
                <a:lnTo>
                  <a:pt x="12565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6364224" y="6808552"/>
            <a:ext cx="731520" cy="10160"/>
          </a:xfrm>
          <a:custGeom>
            <a:avLst/>
            <a:gdLst/>
            <a:ahLst/>
            <a:cxnLst/>
            <a:rect l="l" t="t" r="r" b="b"/>
            <a:pathLst>
              <a:path w="731520" h="10159">
                <a:moveTo>
                  <a:pt x="731520" y="3810"/>
                </a:moveTo>
                <a:lnTo>
                  <a:pt x="707555" y="3810"/>
                </a:lnTo>
                <a:lnTo>
                  <a:pt x="707555" y="2540"/>
                </a:lnTo>
                <a:lnTo>
                  <a:pt x="654558" y="2540"/>
                </a:lnTo>
                <a:lnTo>
                  <a:pt x="654558" y="1270"/>
                </a:lnTo>
                <a:lnTo>
                  <a:pt x="540385" y="1270"/>
                </a:lnTo>
                <a:lnTo>
                  <a:pt x="540385" y="0"/>
                </a:lnTo>
                <a:lnTo>
                  <a:pt x="191122" y="0"/>
                </a:lnTo>
                <a:lnTo>
                  <a:pt x="191122" y="1270"/>
                </a:lnTo>
                <a:lnTo>
                  <a:pt x="76949" y="1270"/>
                </a:lnTo>
                <a:lnTo>
                  <a:pt x="76949" y="2540"/>
                </a:lnTo>
                <a:lnTo>
                  <a:pt x="23952" y="2540"/>
                </a:lnTo>
                <a:lnTo>
                  <a:pt x="23952" y="3810"/>
                </a:lnTo>
                <a:lnTo>
                  <a:pt x="0" y="3810"/>
                </a:lnTo>
                <a:lnTo>
                  <a:pt x="0" y="5080"/>
                </a:lnTo>
                <a:lnTo>
                  <a:pt x="0" y="6350"/>
                </a:lnTo>
                <a:lnTo>
                  <a:pt x="23952" y="6350"/>
                </a:lnTo>
                <a:lnTo>
                  <a:pt x="23952" y="7620"/>
                </a:lnTo>
                <a:lnTo>
                  <a:pt x="76949" y="7620"/>
                </a:lnTo>
                <a:lnTo>
                  <a:pt x="76949" y="8890"/>
                </a:lnTo>
                <a:lnTo>
                  <a:pt x="191122" y="8890"/>
                </a:lnTo>
                <a:lnTo>
                  <a:pt x="191122" y="10160"/>
                </a:lnTo>
                <a:lnTo>
                  <a:pt x="540385" y="10160"/>
                </a:lnTo>
                <a:lnTo>
                  <a:pt x="540385" y="8890"/>
                </a:lnTo>
                <a:lnTo>
                  <a:pt x="654558" y="8890"/>
                </a:lnTo>
                <a:lnTo>
                  <a:pt x="654558" y="7620"/>
                </a:lnTo>
                <a:lnTo>
                  <a:pt x="707555" y="7620"/>
                </a:lnTo>
                <a:lnTo>
                  <a:pt x="707555" y="6350"/>
                </a:lnTo>
                <a:lnTo>
                  <a:pt x="731520" y="6350"/>
                </a:lnTo>
                <a:lnTo>
                  <a:pt x="731520" y="5080"/>
                </a:lnTo>
                <a:lnTo>
                  <a:pt x="731520" y="381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5903171" y="5368873"/>
            <a:ext cx="125730" cy="265430"/>
          </a:xfrm>
          <a:custGeom>
            <a:avLst/>
            <a:gdLst/>
            <a:ahLst/>
            <a:cxnLst/>
            <a:rect l="l" t="t" r="r" b="b"/>
            <a:pathLst>
              <a:path w="125729" h="265429">
                <a:moveTo>
                  <a:pt x="125661" y="0"/>
                </a:moveTo>
                <a:lnTo>
                  <a:pt x="0" y="0"/>
                </a:lnTo>
                <a:lnTo>
                  <a:pt x="0" y="264955"/>
                </a:lnTo>
                <a:lnTo>
                  <a:pt x="125661" y="264955"/>
                </a:lnTo>
                <a:lnTo>
                  <a:pt x="1256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5615495" y="5732735"/>
            <a:ext cx="732155" cy="10160"/>
          </a:xfrm>
          <a:custGeom>
            <a:avLst/>
            <a:gdLst/>
            <a:ahLst/>
            <a:cxnLst/>
            <a:rect l="l" t="t" r="r" b="b"/>
            <a:pathLst>
              <a:path w="732154" h="10160">
                <a:moveTo>
                  <a:pt x="731532" y="3810"/>
                </a:moveTo>
                <a:lnTo>
                  <a:pt x="707567" y="3810"/>
                </a:lnTo>
                <a:lnTo>
                  <a:pt x="707567" y="2540"/>
                </a:lnTo>
                <a:lnTo>
                  <a:pt x="654570" y="2540"/>
                </a:lnTo>
                <a:lnTo>
                  <a:pt x="654570" y="1270"/>
                </a:lnTo>
                <a:lnTo>
                  <a:pt x="540397" y="1270"/>
                </a:lnTo>
                <a:lnTo>
                  <a:pt x="540397" y="0"/>
                </a:lnTo>
                <a:lnTo>
                  <a:pt x="191135" y="0"/>
                </a:lnTo>
                <a:lnTo>
                  <a:pt x="191135" y="1270"/>
                </a:lnTo>
                <a:lnTo>
                  <a:pt x="76962" y="1270"/>
                </a:lnTo>
                <a:lnTo>
                  <a:pt x="76962" y="2540"/>
                </a:lnTo>
                <a:lnTo>
                  <a:pt x="23964" y="2540"/>
                </a:lnTo>
                <a:lnTo>
                  <a:pt x="23964" y="3810"/>
                </a:lnTo>
                <a:lnTo>
                  <a:pt x="12" y="3810"/>
                </a:lnTo>
                <a:lnTo>
                  <a:pt x="12" y="5080"/>
                </a:lnTo>
                <a:lnTo>
                  <a:pt x="0" y="6350"/>
                </a:lnTo>
                <a:lnTo>
                  <a:pt x="23926" y="6350"/>
                </a:lnTo>
                <a:lnTo>
                  <a:pt x="23926" y="7620"/>
                </a:lnTo>
                <a:lnTo>
                  <a:pt x="76174" y="7620"/>
                </a:lnTo>
                <a:lnTo>
                  <a:pt x="76174" y="8890"/>
                </a:lnTo>
                <a:lnTo>
                  <a:pt x="190207" y="8890"/>
                </a:lnTo>
                <a:lnTo>
                  <a:pt x="190207" y="10160"/>
                </a:lnTo>
                <a:lnTo>
                  <a:pt x="541324" y="10160"/>
                </a:lnTo>
                <a:lnTo>
                  <a:pt x="541324" y="8890"/>
                </a:lnTo>
                <a:lnTo>
                  <a:pt x="655358" y="8890"/>
                </a:lnTo>
                <a:lnTo>
                  <a:pt x="655358" y="7620"/>
                </a:lnTo>
                <a:lnTo>
                  <a:pt x="707605" y="7620"/>
                </a:lnTo>
                <a:lnTo>
                  <a:pt x="707605" y="6350"/>
                </a:lnTo>
                <a:lnTo>
                  <a:pt x="731532" y="6350"/>
                </a:lnTo>
                <a:lnTo>
                  <a:pt x="731532" y="5080"/>
                </a:lnTo>
                <a:lnTo>
                  <a:pt x="731532" y="381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5903171" y="5902951"/>
            <a:ext cx="125730" cy="265430"/>
          </a:xfrm>
          <a:custGeom>
            <a:avLst/>
            <a:gdLst/>
            <a:ahLst/>
            <a:cxnLst/>
            <a:rect l="l" t="t" r="r" b="b"/>
            <a:pathLst>
              <a:path w="125729" h="265429">
                <a:moveTo>
                  <a:pt x="125661" y="0"/>
                </a:moveTo>
                <a:lnTo>
                  <a:pt x="0" y="0"/>
                </a:lnTo>
                <a:lnTo>
                  <a:pt x="0" y="264955"/>
                </a:lnTo>
                <a:lnTo>
                  <a:pt x="125661" y="264955"/>
                </a:lnTo>
                <a:lnTo>
                  <a:pt x="1256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5615508" y="6266820"/>
            <a:ext cx="731520" cy="10160"/>
          </a:xfrm>
          <a:custGeom>
            <a:avLst/>
            <a:gdLst/>
            <a:ahLst/>
            <a:cxnLst/>
            <a:rect l="l" t="t" r="r" b="b"/>
            <a:pathLst>
              <a:path w="731520" h="10160">
                <a:moveTo>
                  <a:pt x="731520" y="3810"/>
                </a:moveTo>
                <a:lnTo>
                  <a:pt x="707555" y="3810"/>
                </a:lnTo>
                <a:lnTo>
                  <a:pt x="707555" y="2540"/>
                </a:lnTo>
                <a:lnTo>
                  <a:pt x="654558" y="2540"/>
                </a:lnTo>
                <a:lnTo>
                  <a:pt x="654558" y="1270"/>
                </a:lnTo>
                <a:lnTo>
                  <a:pt x="540385" y="1270"/>
                </a:lnTo>
                <a:lnTo>
                  <a:pt x="540385" y="0"/>
                </a:lnTo>
                <a:lnTo>
                  <a:pt x="191122" y="0"/>
                </a:lnTo>
                <a:lnTo>
                  <a:pt x="191122" y="1270"/>
                </a:lnTo>
                <a:lnTo>
                  <a:pt x="76949" y="1270"/>
                </a:lnTo>
                <a:lnTo>
                  <a:pt x="76949" y="2540"/>
                </a:lnTo>
                <a:lnTo>
                  <a:pt x="23952" y="2540"/>
                </a:lnTo>
                <a:lnTo>
                  <a:pt x="23952" y="3810"/>
                </a:lnTo>
                <a:lnTo>
                  <a:pt x="0" y="3810"/>
                </a:lnTo>
                <a:lnTo>
                  <a:pt x="0" y="5080"/>
                </a:lnTo>
                <a:lnTo>
                  <a:pt x="0" y="6350"/>
                </a:lnTo>
                <a:lnTo>
                  <a:pt x="23952" y="6350"/>
                </a:lnTo>
                <a:lnTo>
                  <a:pt x="23952" y="7620"/>
                </a:lnTo>
                <a:lnTo>
                  <a:pt x="76949" y="7620"/>
                </a:lnTo>
                <a:lnTo>
                  <a:pt x="76949" y="8890"/>
                </a:lnTo>
                <a:lnTo>
                  <a:pt x="191122" y="8890"/>
                </a:lnTo>
                <a:lnTo>
                  <a:pt x="191122" y="10160"/>
                </a:lnTo>
                <a:lnTo>
                  <a:pt x="540385" y="10160"/>
                </a:lnTo>
                <a:lnTo>
                  <a:pt x="540385" y="8890"/>
                </a:lnTo>
                <a:lnTo>
                  <a:pt x="654558" y="8890"/>
                </a:lnTo>
                <a:lnTo>
                  <a:pt x="654558" y="7620"/>
                </a:lnTo>
                <a:lnTo>
                  <a:pt x="707555" y="7620"/>
                </a:lnTo>
                <a:lnTo>
                  <a:pt x="707555" y="6350"/>
                </a:lnTo>
                <a:lnTo>
                  <a:pt x="731520" y="6350"/>
                </a:lnTo>
                <a:lnTo>
                  <a:pt x="731520" y="5080"/>
                </a:lnTo>
                <a:lnTo>
                  <a:pt x="731520" y="381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5903171" y="6437029"/>
            <a:ext cx="125730" cy="265430"/>
          </a:xfrm>
          <a:custGeom>
            <a:avLst/>
            <a:gdLst/>
            <a:ahLst/>
            <a:cxnLst/>
            <a:rect l="l" t="t" r="r" b="b"/>
            <a:pathLst>
              <a:path w="125729" h="265429">
                <a:moveTo>
                  <a:pt x="125661" y="0"/>
                </a:moveTo>
                <a:lnTo>
                  <a:pt x="0" y="0"/>
                </a:lnTo>
                <a:lnTo>
                  <a:pt x="0" y="264955"/>
                </a:lnTo>
                <a:lnTo>
                  <a:pt x="125661" y="264955"/>
                </a:lnTo>
                <a:lnTo>
                  <a:pt x="1256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5615508" y="6800894"/>
            <a:ext cx="731520" cy="10160"/>
          </a:xfrm>
          <a:custGeom>
            <a:avLst/>
            <a:gdLst/>
            <a:ahLst/>
            <a:cxnLst/>
            <a:rect l="l" t="t" r="r" b="b"/>
            <a:pathLst>
              <a:path w="731520" h="10159">
                <a:moveTo>
                  <a:pt x="731520" y="3810"/>
                </a:moveTo>
                <a:lnTo>
                  <a:pt x="707555" y="3810"/>
                </a:lnTo>
                <a:lnTo>
                  <a:pt x="707555" y="2540"/>
                </a:lnTo>
                <a:lnTo>
                  <a:pt x="654558" y="2540"/>
                </a:lnTo>
                <a:lnTo>
                  <a:pt x="654558" y="1270"/>
                </a:lnTo>
                <a:lnTo>
                  <a:pt x="540385" y="1270"/>
                </a:lnTo>
                <a:lnTo>
                  <a:pt x="540385" y="0"/>
                </a:lnTo>
                <a:lnTo>
                  <a:pt x="191122" y="0"/>
                </a:lnTo>
                <a:lnTo>
                  <a:pt x="191122" y="1270"/>
                </a:lnTo>
                <a:lnTo>
                  <a:pt x="76949" y="1270"/>
                </a:lnTo>
                <a:lnTo>
                  <a:pt x="76949" y="2540"/>
                </a:lnTo>
                <a:lnTo>
                  <a:pt x="23952" y="2540"/>
                </a:lnTo>
                <a:lnTo>
                  <a:pt x="23952" y="3810"/>
                </a:lnTo>
                <a:lnTo>
                  <a:pt x="0" y="3810"/>
                </a:lnTo>
                <a:lnTo>
                  <a:pt x="0" y="5080"/>
                </a:lnTo>
                <a:lnTo>
                  <a:pt x="0" y="6350"/>
                </a:lnTo>
                <a:lnTo>
                  <a:pt x="23952" y="6350"/>
                </a:lnTo>
                <a:lnTo>
                  <a:pt x="23952" y="7620"/>
                </a:lnTo>
                <a:lnTo>
                  <a:pt x="76949" y="7620"/>
                </a:lnTo>
                <a:lnTo>
                  <a:pt x="76949" y="8890"/>
                </a:lnTo>
                <a:lnTo>
                  <a:pt x="191122" y="8890"/>
                </a:lnTo>
                <a:lnTo>
                  <a:pt x="191122" y="10160"/>
                </a:lnTo>
                <a:lnTo>
                  <a:pt x="540385" y="10160"/>
                </a:lnTo>
                <a:lnTo>
                  <a:pt x="540385" y="8890"/>
                </a:lnTo>
                <a:lnTo>
                  <a:pt x="654558" y="8890"/>
                </a:lnTo>
                <a:lnTo>
                  <a:pt x="654558" y="7620"/>
                </a:lnTo>
                <a:lnTo>
                  <a:pt x="707555" y="7620"/>
                </a:lnTo>
                <a:lnTo>
                  <a:pt x="707555" y="6350"/>
                </a:lnTo>
                <a:lnTo>
                  <a:pt x="731520" y="6350"/>
                </a:lnTo>
                <a:lnTo>
                  <a:pt x="731520" y="5080"/>
                </a:lnTo>
                <a:lnTo>
                  <a:pt x="731520" y="381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9926346" y="5184681"/>
            <a:ext cx="742315" cy="1254125"/>
          </a:xfrm>
          <a:custGeom>
            <a:avLst/>
            <a:gdLst/>
            <a:ahLst/>
            <a:cxnLst/>
            <a:rect l="l" t="t" r="r" b="b"/>
            <a:pathLst>
              <a:path w="742315" h="1254125">
                <a:moveTo>
                  <a:pt x="0" y="1253499"/>
                </a:moveTo>
                <a:lnTo>
                  <a:pt x="742249" y="1253499"/>
                </a:lnTo>
                <a:lnTo>
                  <a:pt x="742249" y="0"/>
                </a:lnTo>
                <a:lnTo>
                  <a:pt x="0" y="0"/>
                </a:lnTo>
                <a:lnTo>
                  <a:pt x="0" y="1253499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9" name="object 79" descr=""/>
          <p:cNvGrpSpPr/>
          <p:nvPr/>
        </p:nvGrpSpPr>
        <p:grpSpPr>
          <a:xfrm>
            <a:off x="10668596" y="5184680"/>
            <a:ext cx="749300" cy="1254125"/>
            <a:chOff x="10668596" y="5184680"/>
            <a:chExt cx="749300" cy="1254125"/>
          </a:xfrm>
        </p:grpSpPr>
        <p:sp>
          <p:nvSpPr>
            <p:cNvPr id="80" name="object 80" descr=""/>
            <p:cNvSpPr/>
            <p:nvPr/>
          </p:nvSpPr>
          <p:spPr>
            <a:xfrm>
              <a:off x="11410856" y="5184682"/>
              <a:ext cx="6985" cy="1254125"/>
            </a:xfrm>
            <a:custGeom>
              <a:avLst/>
              <a:gdLst/>
              <a:ahLst/>
              <a:cxnLst/>
              <a:rect l="l" t="t" r="r" b="b"/>
              <a:pathLst>
                <a:path w="6984" h="1254125">
                  <a:moveTo>
                    <a:pt x="0" y="1253499"/>
                  </a:moveTo>
                  <a:lnTo>
                    <a:pt x="6460" y="1253499"/>
                  </a:lnTo>
                  <a:lnTo>
                    <a:pt x="6460" y="0"/>
                  </a:lnTo>
                  <a:lnTo>
                    <a:pt x="0" y="0"/>
                  </a:lnTo>
                  <a:lnTo>
                    <a:pt x="0" y="1253499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0668596" y="5184680"/>
              <a:ext cx="742315" cy="1254125"/>
            </a:xfrm>
            <a:custGeom>
              <a:avLst/>
              <a:gdLst/>
              <a:ahLst/>
              <a:cxnLst/>
              <a:rect l="l" t="t" r="r" b="b"/>
              <a:pathLst>
                <a:path w="742315" h="1254125">
                  <a:moveTo>
                    <a:pt x="0" y="1253501"/>
                  </a:moveTo>
                  <a:lnTo>
                    <a:pt x="742260" y="1253501"/>
                  </a:lnTo>
                  <a:lnTo>
                    <a:pt x="742260" y="0"/>
                  </a:lnTo>
                  <a:lnTo>
                    <a:pt x="0" y="0"/>
                  </a:lnTo>
                  <a:lnTo>
                    <a:pt x="0" y="1253501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2" name="object 82" descr=""/>
          <p:cNvGrpSpPr/>
          <p:nvPr/>
        </p:nvGrpSpPr>
        <p:grpSpPr>
          <a:xfrm>
            <a:off x="9802633" y="4722798"/>
            <a:ext cx="1652270" cy="462280"/>
            <a:chOff x="9802633" y="4722798"/>
            <a:chExt cx="1652270" cy="462280"/>
          </a:xfrm>
        </p:grpSpPr>
        <p:sp>
          <p:nvSpPr>
            <p:cNvPr id="83" name="object 83" descr=""/>
            <p:cNvSpPr/>
            <p:nvPr/>
          </p:nvSpPr>
          <p:spPr>
            <a:xfrm>
              <a:off x="10095860" y="4722798"/>
              <a:ext cx="399415" cy="462280"/>
            </a:xfrm>
            <a:custGeom>
              <a:avLst/>
              <a:gdLst/>
              <a:ahLst/>
              <a:cxnLst/>
              <a:rect l="l" t="t" r="r" b="b"/>
              <a:pathLst>
                <a:path w="399415" h="462279">
                  <a:moveTo>
                    <a:pt x="0" y="461881"/>
                  </a:moveTo>
                  <a:lnTo>
                    <a:pt x="399275" y="461881"/>
                  </a:lnTo>
                  <a:lnTo>
                    <a:pt x="399275" y="0"/>
                  </a:lnTo>
                  <a:lnTo>
                    <a:pt x="0" y="0"/>
                  </a:lnTo>
                  <a:lnTo>
                    <a:pt x="0" y="461881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9802622" y="4722805"/>
              <a:ext cx="1652270" cy="462280"/>
            </a:xfrm>
            <a:custGeom>
              <a:avLst/>
              <a:gdLst/>
              <a:ahLst/>
              <a:cxnLst/>
              <a:rect l="l" t="t" r="r" b="b"/>
              <a:pathLst>
                <a:path w="1652270" h="462279">
                  <a:moveTo>
                    <a:pt x="1651673" y="434936"/>
                  </a:moveTo>
                  <a:lnTo>
                    <a:pt x="817448" y="434936"/>
                  </a:lnTo>
                  <a:lnTo>
                    <a:pt x="817448" y="0"/>
                  </a:lnTo>
                  <a:lnTo>
                    <a:pt x="692505" y="0"/>
                  </a:lnTo>
                  <a:lnTo>
                    <a:pt x="692505" y="434936"/>
                  </a:lnTo>
                  <a:lnTo>
                    <a:pt x="0" y="434936"/>
                  </a:lnTo>
                  <a:lnTo>
                    <a:pt x="0" y="461873"/>
                  </a:lnTo>
                  <a:lnTo>
                    <a:pt x="692505" y="461873"/>
                  </a:lnTo>
                  <a:lnTo>
                    <a:pt x="817448" y="461873"/>
                  </a:lnTo>
                  <a:lnTo>
                    <a:pt x="1651673" y="461873"/>
                  </a:lnTo>
                  <a:lnTo>
                    <a:pt x="1651673" y="434936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 descr=""/>
          <p:cNvSpPr/>
          <p:nvPr/>
        </p:nvSpPr>
        <p:spPr>
          <a:xfrm>
            <a:off x="10219364" y="5386129"/>
            <a:ext cx="125730" cy="265430"/>
          </a:xfrm>
          <a:custGeom>
            <a:avLst/>
            <a:gdLst/>
            <a:ahLst/>
            <a:cxnLst/>
            <a:rect l="l" t="t" r="r" b="b"/>
            <a:pathLst>
              <a:path w="125729" h="265429">
                <a:moveTo>
                  <a:pt x="125661" y="0"/>
                </a:moveTo>
                <a:lnTo>
                  <a:pt x="0" y="0"/>
                </a:lnTo>
                <a:lnTo>
                  <a:pt x="0" y="264955"/>
                </a:lnTo>
                <a:lnTo>
                  <a:pt x="125661" y="264955"/>
                </a:lnTo>
                <a:lnTo>
                  <a:pt x="1256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9931705" y="5749994"/>
            <a:ext cx="731520" cy="10160"/>
          </a:xfrm>
          <a:custGeom>
            <a:avLst/>
            <a:gdLst/>
            <a:ahLst/>
            <a:cxnLst/>
            <a:rect l="l" t="t" r="r" b="b"/>
            <a:pathLst>
              <a:path w="731520" h="10160">
                <a:moveTo>
                  <a:pt x="731520" y="3810"/>
                </a:moveTo>
                <a:lnTo>
                  <a:pt x="707555" y="3810"/>
                </a:lnTo>
                <a:lnTo>
                  <a:pt x="707555" y="2540"/>
                </a:lnTo>
                <a:lnTo>
                  <a:pt x="654558" y="2540"/>
                </a:lnTo>
                <a:lnTo>
                  <a:pt x="654558" y="1270"/>
                </a:lnTo>
                <a:lnTo>
                  <a:pt x="540385" y="1270"/>
                </a:lnTo>
                <a:lnTo>
                  <a:pt x="540385" y="0"/>
                </a:lnTo>
                <a:lnTo>
                  <a:pt x="191122" y="0"/>
                </a:lnTo>
                <a:lnTo>
                  <a:pt x="191122" y="1270"/>
                </a:lnTo>
                <a:lnTo>
                  <a:pt x="76949" y="1270"/>
                </a:lnTo>
                <a:lnTo>
                  <a:pt x="76949" y="2540"/>
                </a:lnTo>
                <a:lnTo>
                  <a:pt x="23952" y="2540"/>
                </a:lnTo>
                <a:lnTo>
                  <a:pt x="23952" y="3810"/>
                </a:lnTo>
                <a:lnTo>
                  <a:pt x="0" y="3810"/>
                </a:lnTo>
                <a:lnTo>
                  <a:pt x="0" y="5080"/>
                </a:lnTo>
                <a:lnTo>
                  <a:pt x="0" y="6350"/>
                </a:lnTo>
                <a:lnTo>
                  <a:pt x="23952" y="6350"/>
                </a:lnTo>
                <a:lnTo>
                  <a:pt x="23952" y="7620"/>
                </a:lnTo>
                <a:lnTo>
                  <a:pt x="76949" y="7620"/>
                </a:lnTo>
                <a:lnTo>
                  <a:pt x="76949" y="8890"/>
                </a:lnTo>
                <a:lnTo>
                  <a:pt x="191122" y="8890"/>
                </a:lnTo>
                <a:lnTo>
                  <a:pt x="191122" y="10160"/>
                </a:lnTo>
                <a:lnTo>
                  <a:pt x="540385" y="10160"/>
                </a:lnTo>
                <a:lnTo>
                  <a:pt x="540385" y="8890"/>
                </a:lnTo>
                <a:lnTo>
                  <a:pt x="654558" y="8890"/>
                </a:lnTo>
                <a:lnTo>
                  <a:pt x="654558" y="7620"/>
                </a:lnTo>
                <a:lnTo>
                  <a:pt x="707555" y="7620"/>
                </a:lnTo>
                <a:lnTo>
                  <a:pt x="707555" y="6350"/>
                </a:lnTo>
                <a:lnTo>
                  <a:pt x="731520" y="6350"/>
                </a:lnTo>
                <a:lnTo>
                  <a:pt x="731520" y="5080"/>
                </a:lnTo>
                <a:lnTo>
                  <a:pt x="731520" y="381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10968084" y="5386129"/>
            <a:ext cx="125730" cy="265430"/>
          </a:xfrm>
          <a:custGeom>
            <a:avLst/>
            <a:gdLst/>
            <a:ahLst/>
            <a:cxnLst/>
            <a:rect l="l" t="t" r="r" b="b"/>
            <a:pathLst>
              <a:path w="125729" h="265429">
                <a:moveTo>
                  <a:pt x="125661" y="0"/>
                </a:moveTo>
                <a:lnTo>
                  <a:pt x="0" y="0"/>
                </a:lnTo>
                <a:lnTo>
                  <a:pt x="0" y="264955"/>
                </a:lnTo>
                <a:lnTo>
                  <a:pt x="125661" y="264955"/>
                </a:lnTo>
                <a:lnTo>
                  <a:pt x="125661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10680420" y="5749994"/>
            <a:ext cx="731520" cy="10160"/>
          </a:xfrm>
          <a:custGeom>
            <a:avLst/>
            <a:gdLst/>
            <a:ahLst/>
            <a:cxnLst/>
            <a:rect l="l" t="t" r="r" b="b"/>
            <a:pathLst>
              <a:path w="731520" h="10160">
                <a:moveTo>
                  <a:pt x="731520" y="3810"/>
                </a:moveTo>
                <a:lnTo>
                  <a:pt x="707555" y="3810"/>
                </a:lnTo>
                <a:lnTo>
                  <a:pt x="707555" y="2540"/>
                </a:lnTo>
                <a:lnTo>
                  <a:pt x="654558" y="2540"/>
                </a:lnTo>
                <a:lnTo>
                  <a:pt x="654558" y="1270"/>
                </a:lnTo>
                <a:lnTo>
                  <a:pt x="540385" y="1270"/>
                </a:lnTo>
                <a:lnTo>
                  <a:pt x="540385" y="0"/>
                </a:lnTo>
                <a:lnTo>
                  <a:pt x="191122" y="0"/>
                </a:lnTo>
                <a:lnTo>
                  <a:pt x="191122" y="1270"/>
                </a:lnTo>
                <a:lnTo>
                  <a:pt x="76949" y="1270"/>
                </a:lnTo>
                <a:lnTo>
                  <a:pt x="76949" y="2540"/>
                </a:lnTo>
                <a:lnTo>
                  <a:pt x="23952" y="2540"/>
                </a:lnTo>
                <a:lnTo>
                  <a:pt x="23952" y="3810"/>
                </a:lnTo>
                <a:lnTo>
                  <a:pt x="0" y="3810"/>
                </a:lnTo>
                <a:lnTo>
                  <a:pt x="0" y="5080"/>
                </a:lnTo>
                <a:lnTo>
                  <a:pt x="0" y="6350"/>
                </a:lnTo>
                <a:lnTo>
                  <a:pt x="23952" y="6350"/>
                </a:lnTo>
                <a:lnTo>
                  <a:pt x="23952" y="7620"/>
                </a:lnTo>
                <a:lnTo>
                  <a:pt x="76949" y="7620"/>
                </a:lnTo>
                <a:lnTo>
                  <a:pt x="76949" y="8890"/>
                </a:lnTo>
                <a:lnTo>
                  <a:pt x="191122" y="8890"/>
                </a:lnTo>
                <a:lnTo>
                  <a:pt x="191122" y="10160"/>
                </a:lnTo>
                <a:lnTo>
                  <a:pt x="540385" y="10160"/>
                </a:lnTo>
                <a:lnTo>
                  <a:pt x="540385" y="8890"/>
                </a:lnTo>
                <a:lnTo>
                  <a:pt x="654558" y="8890"/>
                </a:lnTo>
                <a:lnTo>
                  <a:pt x="654558" y="7620"/>
                </a:lnTo>
                <a:lnTo>
                  <a:pt x="707555" y="7620"/>
                </a:lnTo>
                <a:lnTo>
                  <a:pt x="707555" y="6350"/>
                </a:lnTo>
                <a:lnTo>
                  <a:pt x="731520" y="6350"/>
                </a:lnTo>
                <a:lnTo>
                  <a:pt x="731520" y="5080"/>
                </a:lnTo>
                <a:lnTo>
                  <a:pt x="731520" y="381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10968084" y="5912175"/>
            <a:ext cx="125730" cy="265430"/>
          </a:xfrm>
          <a:custGeom>
            <a:avLst/>
            <a:gdLst/>
            <a:ahLst/>
            <a:cxnLst/>
            <a:rect l="l" t="t" r="r" b="b"/>
            <a:pathLst>
              <a:path w="125729" h="265429">
                <a:moveTo>
                  <a:pt x="125661" y="0"/>
                </a:moveTo>
                <a:lnTo>
                  <a:pt x="0" y="0"/>
                </a:lnTo>
                <a:lnTo>
                  <a:pt x="0" y="264955"/>
                </a:lnTo>
                <a:lnTo>
                  <a:pt x="125661" y="264955"/>
                </a:lnTo>
                <a:lnTo>
                  <a:pt x="125661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10680420" y="6276041"/>
            <a:ext cx="731520" cy="10160"/>
          </a:xfrm>
          <a:custGeom>
            <a:avLst/>
            <a:gdLst/>
            <a:ahLst/>
            <a:cxnLst/>
            <a:rect l="l" t="t" r="r" b="b"/>
            <a:pathLst>
              <a:path w="731520" h="10160">
                <a:moveTo>
                  <a:pt x="731520" y="3810"/>
                </a:moveTo>
                <a:lnTo>
                  <a:pt x="707555" y="3810"/>
                </a:lnTo>
                <a:lnTo>
                  <a:pt x="707555" y="2540"/>
                </a:lnTo>
                <a:lnTo>
                  <a:pt x="654558" y="2540"/>
                </a:lnTo>
                <a:lnTo>
                  <a:pt x="654558" y="1270"/>
                </a:lnTo>
                <a:lnTo>
                  <a:pt x="540385" y="1270"/>
                </a:lnTo>
                <a:lnTo>
                  <a:pt x="540385" y="0"/>
                </a:lnTo>
                <a:lnTo>
                  <a:pt x="191122" y="0"/>
                </a:lnTo>
                <a:lnTo>
                  <a:pt x="191122" y="1270"/>
                </a:lnTo>
                <a:lnTo>
                  <a:pt x="76949" y="1270"/>
                </a:lnTo>
                <a:lnTo>
                  <a:pt x="76949" y="2540"/>
                </a:lnTo>
                <a:lnTo>
                  <a:pt x="23952" y="2540"/>
                </a:lnTo>
                <a:lnTo>
                  <a:pt x="23952" y="3810"/>
                </a:lnTo>
                <a:lnTo>
                  <a:pt x="0" y="3810"/>
                </a:lnTo>
                <a:lnTo>
                  <a:pt x="0" y="5080"/>
                </a:lnTo>
                <a:lnTo>
                  <a:pt x="0" y="6350"/>
                </a:lnTo>
                <a:lnTo>
                  <a:pt x="23952" y="6350"/>
                </a:lnTo>
                <a:lnTo>
                  <a:pt x="23952" y="7620"/>
                </a:lnTo>
                <a:lnTo>
                  <a:pt x="76949" y="7620"/>
                </a:lnTo>
                <a:lnTo>
                  <a:pt x="76949" y="8890"/>
                </a:lnTo>
                <a:lnTo>
                  <a:pt x="191122" y="8890"/>
                </a:lnTo>
                <a:lnTo>
                  <a:pt x="191122" y="10160"/>
                </a:lnTo>
                <a:lnTo>
                  <a:pt x="540385" y="10160"/>
                </a:lnTo>
                <a:lnTo>
                  <a:pt x="540385" y="8890"/>
                </a:lnTo>
                <a:lnTo>
                  <a:pt x="654558" y="8890"/>
                </a:lnTo>
                <a:lnTo>
                  <a:pt x="654558" y="7620"/>
                </a:lnTo>
                <a:lnTo>
                  <a:pt x="707555" y="7620"/>
                </a:lnTo>
                <a:lnTo>
                  <a:pt x="707555" y="6350"/>
                </a:lnTo>
                <a:lnTo>
                  <a:pt x="731520" y="6350"/>
                </a:lnTo>
                <a:lnTo>
                  <a:pt x="731520" y="5080"/>
                </a:lnTo>
                <a:lnTo>
                  <a:pt x="731520" y="381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10219364" y="5920207"/>
            <a:ext cx="125730" cy="265430"/>
          </a:xfrm>
          <a:custGeom>
            <a:avLst/>
            <a:gdLst/>
            <a:ahLst/>
            <a:cxnLst/>
            <a:rect l="l" t="t" r="r" b="b"/>
            <a:pathLst>
              <a:path w="125729" h="265429">
                <a:moveTo>
                  <a:pt x="125661" y="0"/>
                </a:moveTo>
                <a:lnTo>
                  <a:pt x="0" y="0"/>
                </a:lnTo>
                <a:lnTo>
                  <a:pt x="0" y="264955"/>
                </a:lnTo>
                <a:lnTo>
                  <a:pt x="125661" y="264955"/>
                </a:lnTo>
                <a:lnTo>
                  <a:pt x="1256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/>
          <p:nvPr/>
        </p:nvSpPr>
        <p:spPr>
          <a:xfrm>
            <a:off x="9931705" y="6284067"/>
            <a:ext cx="731520" cy="10160"/>
          </a:xfrm>
          <a:custGeom>
            <a:avLst/>
            <a:gdLst/>
            <a:ahLst/>
            <a:cxnLst/>
            <a:rect l="l" t="t" r="r" b="b"/>
            <a:pathLst>
              <a:path w="731520" h="10160">
                <a:moveTo>
                  <a:pt x="731520" y="3810"/>
                </a:moveTo>
                <a:lnTo>
                  <a:pt x="707555" y="3810"/>
                </a:lnTo>
                <a:lnTo>
                  <a:pt x="707555" y="2540"/>
                </a:lnTo>
                <a:lnTo>
                  <a:pt x="654558" y="2540"/>
                </a:lnTo>
                <a:lnTo>
                  <a:pt x="654558" y="1270"/>
                </a:lnTo>
                <a:lnTo>
                  <a:pt x="540385" y="1270"/>
                </a:lnTo>
                <a:lnTo>
                  <a:pt x="540385" y="0"/>
                </a:lnTo>
                <a:lnTo>
                  <a:pt x="191122" y="0"/>
                </a:lnTo>
                <a:lnTo>
                  <a:pt x="191122" y="1270"/>
                </a:lnTo>
                <a:lnTo>
                  <a:pt x="76949" y="1270"/>
                </a:lnTo>
                <a:lnTo>
                  <a:pt x="76949" y="2540"/>
                </a:lnTo>
                <a:lnTo>
                  <a:pt x="23952" y="2540"/>
                </a:lnTo>
                <a:lnTo>
                  <a:pt x="23952" y="3810"/>
                </a:lnTo>
                <a:lnTo>
                  <a:pt x="0" y="3810"/>
                </a:lnTo>
                <a:lnTo>
                  <a:pt x="0" y="5080"/>
                </a:lnTo>
                <a:lnTo>
                  <a:pt x="0" y="6350"/>
                </a:lnTo>
                <a:lnTo>
                  <a:pt x="23914" y="6350"/>
                </a:lnTo>
                <a:lnTo>
                  <a:pt x="23914" y="7620"/>
                </a:lnTo>
                <a:lnTo>
                  <a:pt x="76161" y="7620"/>
                </a:lnTo>
                <a:lnTo>
                  <a:pt x="76161" y="8890"/>
                </a:lnTo>
                <a:lnTo>
                  <a:pt x="190195" y="8890"/>
                </a:lnTo>
                <a:lnTo>
                  <a:pt x="190195" y="10160"/>
                </a:lnTo>
                <a:lnTo>
                  <a:pt x="541312" y="10160"/>
                </a:lnTo>
                <a:lnTo>
                  <a:pt x="541312" y="8890"/>
                </a:lnTo>
                <a:lnTo>
                  <a:pt x="655345" y="8890"/>
                </a:lnTo>
                <a:lnTo>
                  <a:pt x="655345" y="7620"/>
                </a:lnTo>
                <a:lnTo>
                  <a:pt x="707605" y="7620"/>
                </a:lnTo>
                <a:lnTo>
                  <a:pt x="707605" y="6350"/>
                </a:lnTo>
                <a:lnTo>
                  <a:pt x="731520" y="6350"/>
                </a:lnTo>
                <a:lnTo>
                  <a:pt x="731520" y="5080"/>
                </a:lnTo>
                <a:lnTo>
                  <a:pt x="731520" y="381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 descr=""/>
          <p:cNvSpPr/>
          <p:nvPr/>
        </p:nvSpPr>
        <p:spPr>
          <a:xfrm>
            <a:off x="13620684" y="8355693"/>
            <a:ext cx="504825" cy="1270"/>
          </a:xfrm>
          <a:custGeom>
            <a:avLst/>
            <a:gdLst/>
            <a:ahLst/>
            <a:cxnLst/>
            <a:rect l="l" t="t" r="r" b="b"/>
            <a:pathLst>
              <a:path w="504825" h="1270">
                <a:moveTo>
                  <a:pt x="0" y="1141"/>
                </a:moveTo>
                <a:lnTo>
                  <a:pt x="504413" y="1141"/>
                </a:lnTo>
                <a:lnTo>
                  <a:pt x="504413" y="0"/>
                </a:lnTo>
                <a:lnTo>
                  <a:pt x="0" y="0"/>
                </a:lnTo>
                <a:lnTo>
                  <a:pt x="0" y="1141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4" name="object 94" descr=""/>
          <p:cNvGrpSpPr/>
          <p:nvPr/>
        </p:nvGrpSpPr>
        <p:grpSpPr>
          <a:xfrm>
            <a:off x="13536612" y="4845747"/>
            <a:ext cx="1823085" cy="3508375"/>
            <a:chOff x="13536612" y="4845747"/>
            <a:chExt cx="1823085" cy="3508375"/>
          </a:xfrm>
        </p:grpSpPr>
        <p:sp>
          <p:nvSpPr>
            <p:cNvPr id="95" name="object 95" descr=""/>
            <p:cNvSpPr/>
            <p:nvPr/>
          </p:nvSpPr>
          <p:spPr>
            <a:xfrm>
              <a:off x="13620685" y="5159643"/>
              <a:ext cx="504825" cy="1278890"/>
            </a:xfrm>
            <a:custGeom>
              <a:avLst/>
              <a:gdLst/>
              <a:ahLst/>
              <a:cxnLst/>
              <a:rect l="l" t="t" r="r" b="b"/>
              <a:pathLst>
                <a:path w="504825" h="1278889">
                  <a:moveTo>
                    <a:pt x="0" y="1278536"/>
                  </a:moveTo>
                  <a:lnTo>
                    <a:pt x="504413" y="1278536"/>
                  </a:lnTo>
                  <a:lnTo>
                    <a:pt x="504413" y="0"/>
                  </a:lnTo>
                  <a:lnTo>
                    <a:pt x="0" y="0"/>
                  </a:lnTo>
                  <a:lnTo>
                    <a:pt x="0" y="1278536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4125099" y="5159633"/>
              <a:ext cx="504825" cy="3188970"/>
            </a:xfrm>
            <a:custGeom>
              <a:avLst/>
              <a:gdLst/>
              <a:ahLst/>
              <a:cxnLst/>
              <a:rect l="l" t="t" r="r" b="b"/>
              <a:pathLst>
                <a:path w="504825" h="3188970">
                  <a:moveTo>
                    <a:pt x="504413" y="0"/>
                  </a:moveTo>
                  <a:lnTo>
                    <a:pt x="0" y="0"/>
                  </a:lnTo>
                  <a:lnTo>
                    <a:pt x="0" y="3188395"/>
                  </a:lnTo>
                  <a:lnTo>
                    <a:pt x="504413" y="3188395"/>
                  </a:lnTo>
                  <a:lnTo>
                    <a:pt x="50441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3735875" y="4845747"/>
              <a:ext cx="271780" cy="314325"/>
            </a:xfrm>
            <a:custGeom>
              <a:avLst/>
              <a:gdLst/>
              <a:ahLst/>
              <a:cxnLst/>
              <a:rect l="l" t="t" r="r" b="b"/>
              <a:pathLst>
                <a:path w="271780" h="314325">
                  <a:moveTo>
                    <a:pt x="0" y="313885"/>
                  </a:moveTo>
                  <a:lnTo>
                    <a:pt x="271332" y="313885"/>
                  </a:lnTo>
                  <a:lnTo>
                    <a:pt x="271332" y="0"/>
                  </a:lnTo>
                  <a:lnTo>
                    <a:pt x="0" y="0"/>
                  </a:lnTo>
                  <a:lnTo>
                    <a:pt x="0" y="313885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4007207" y="4845747"/>
              <a:ext cx="85090" cy="314325"/>
            </a:xfrm>
            <a:custGeom>
              <a:avLst/>
              <a:gdLst/>
              <a:ahLst/>
              <a:cxnLst/>
              <a:rect l="l" t="t" r="r" b="b"/>
              <a:pathLst>
                <a:path w="85090" h="314325">
                  <a:moveTo>
                    <a:pt x="84908" y="0"/>
                  </a:moveTo>
                  <a:lnTo>
                    <a:pt x="0" y="0"/>
                  </a:lnTo>
                  <a:lnTo>
                    <a:pt x="0" y="313885"/>
                  </a:lnTo>
                  <a:lnTo>
                    <a:pt x="84908" y="313885"/>
                  </a:lnTo>
                  <a:lnTo>
                    <a:pt x="84908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3536612" y="5141335"/>
              <a:ext cx="1122680" cy="18415"/>
            </a:xfrm>
            <a:custGeom>
              <a:avLst/>
              <a:gdLst/>
              <a:ahLst/>
              <a:cxnLst/>
              <a:rect l="l" t="t" r="r" b="b"/>
              <a:pathLst>
                <a:path w="1122680" h="18414">
                  <a:moveTo>
                    <a:pt x="1122416" y="0"/>
                  </a:moveTo>
                  <a:lnTo>
                    <a:pt x="0" y="0"/>
                  </a:lnTo>
                  <a:lnTo>
                    <a:pt x="0" y="18303"/>
                  </a:lnTo>
                  <a:lnTo>
                    <a:pt x="1122416" y="18303"/>
                  </a:lnTo>
                  <a:lnTo>
                    <a:pt x="1122416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3819820" y="5296529"/>
              <a:ext cx="85725" cy="180340"/>
            </a:xfrm>
            <a:custGeom>
              <a:avLst/>
              <a:gdLst/>
              <a:ahLst/>
              <a:cxnLst/>
              <a:rect l="l" t="t" r="r" b="b"/>
              <a:pathLst>
                <a:path w="85725" h="180339">
                  <a:moveTo>
                    <a:pt x="85390" y="0"/>
                  </a:moveTo>
                  <a:lnTo>
                    <a:pt x="0" y="0"/>
                  </a:lnTo>
                  <a:lnTo>
                    <a:pt x="0" y="180057"/>
                  </a:lnTo>
                  <a:lnTo>
                    <a:pt x="85390" y="180057"/>
                  </a:lnTo>
                  <a:lnTo>
                    <a:pt x="8539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3628206" y="5296540"/>
              <a:ext cx="998219" cy="2355215"/>
            </a:xfrm>
            <a:custGeom>
              <a:avLst/>
              <a:gdLst/>
              <a:ahLst/>
              <a:cxnLst/>
              <a:rect l="l" t="t" r="r" b="b"/>
              <a:pathLst>
                <a:path w="998219" h="2355215">
                  <a:moveTo>
                    <a:pt x="489356" y="249453"/>
                  </a:moveTo>
                  <a:lnTo>
                    <a:pt x="452882" y="249453"/>
                  </a:lnTo>
                  <a:lnTo>
                    <a:pt x="452882" y="248183"/>
                  </a:lnTo>
                  <a:lnTo>
                    <a:pt x="336346" y="248183"/>
                  </a:lnTo>
                  <a:lnTo>
                    <a:pt x="336346" y="246913"/>
                  </a:lnTo>
                  <a:lnTo>
                    <a:pt x="153009" y="246913"/>
                  </a:lnTo>
                  <a:lnTo>
                    <a:pt x="153009" y="248183"/>
                  </a:lnTo>
                  <a:lnTo>
                    <a:pt x="36474" y="248183"/>
                  </a:lnTo>
                  <a:lnTo>
                    <a:pt x="36474" y="249453"/>
                  </a:lnTo>
                  <a:lnTo>
                    <a:pt x="0" y="249453"/>
                  </a:lnTo>
                  <a:lnTo>
                    <a:pt x="0" y="250723"/>
                  </a:lnTo>
                  <a:lnTo>
                    <a:pt x="0" y="251993"/>
                  </a:lnTo>
                  <a:lnTo>
                    <a:pt x="36474" y="251993"/>
                  </a:lnTo>
                  <a:lnTo>
                    <a:pt x="36474" y="253263"/>
                  </a:lnTo>
                  <a:lnTo>
                    <a:pt x="153009" y="253263"/>
                  </a:lnTo>
                  <a:lnTo>
                    <a:pt x="153009" y="254533"/>
                  </a:lnTo>
                  <a:lnTo>
                    <a:pt x="336346" y="254533"/>
                  </a:lnTo>
                  <a:lnTo>
                    <a:pt x="336346" y="253263"/>
                  </a:lnTo>
                  <a:lnTo>
                    <a:pt x="452882" y="253263"/>
                  </a:lnTo>
                  <a:lnTo>
                    <a:pt x="452882" y="251993"/>
                  </a:lnTo>
                  <a:lnTo>
                    <a:pt x="489356" y="251993"/>
                  </a:lnTo>
                  <a:lnTo>
                    <a:pt x="489356" y="250723"/>
                  </a:lnTo>
                  <a:lnTo>
                    <a:pt x="489356" y="249453"/>
                  </a:lnTo>
                  <a:close/>
                </a:path>
                <a:path w="998219" h="2355215">
                  <a:moveTo>
                    <a:pt x="785799" y="2174837"/>
                  </a:moveTo>
                  <a:lnTo>
                    <a:pt x="700405" y="2174837"/>
                  </a:lnTo>
                  <a:lnTo>
                    <a:pt x="700405" y="2354897"/>
                  </a:lnTo>
                  <a:lnTo>
                    <a:pt x="785799" y="2354897"/>
                  </a:lnTo>
                  <a:lnTo>
                    <a:pt x="785799" y="2174837"/>
                  </a:lnTo>
                  <a:close/>
                </a:path>
                <a:path w="998219" h="2355215">
                  <a:moveTo>
                    <a:pt x="785799" y="1810943"/>
                  </a:moveTo>
                  <a:lnTo>
                    <a:pt x="700405" y="1810943"/>
                  </a:lnTo>
                  <a:lnTo>
                    <a:pt x="700405" y="1991004"/>
                  </a:lnTo>
                  <a:lnTo>
                    <a:pt x="785799" y="1991004"/>
                  </a:lnTo>
                  <a:lnTo>
                    <a:pt x="785799" y="1810943"/>
                  </a:lnTo>
                  <a:close/>
                </a:path>
                <a:path w="998219" h="2355215">
                  <a:moveTo>
                    <a:pt x="785799" y="1451762"/>
                  </a:moveTo>
                  <a:lnTo>
                    <a:pt x="700405" y="1451762"/>
                  </a:lnTo>
                  <a:lnTo>
                    <a:pt x="700405" y="1631823"/>
                  </a:lnTo>
                  <a:lnTo>
                    <a:pt x="785799" y="1631823"/>
                  </a:lnTo>
                  <a:lnTo>
                    <a:pt x="785799" y="1451762"/>
                  </a:lnTo>
                  <a:close/>
                </a:path>
                <a:path w="998219" h="2355215">
                  <a:moveTo>
                    <a:pt x="785799" y="1094028"/>
                  </a:moveTo>
                  <a:lnTo>
                    <a:pt x="700405" y="1094028"/>
                  </a:lnTo>
                  <a:lnTo>
                    <a:pt x="700405" y="1274076"/>
                  </a:lnTo>
                  <a:lnTo>
                    <a:pt x="785799" y="1274076"/>
                  </a:lnTo>
                  <a:lnTo>
                    <a:pt x="785799" y="1094028"/>
                  </a:lnTo>
                  <a:close/>
                </a:path>
                <a:path w="998219" h="2355215">
                  <a:moveTo>
                    <a:pt x="785799" y="725754"/>
                  </a:moveTo>
                  <a:lnTo>
                    <a:pt x="700405" y="725754"/>
                  </a:lnTo>
                  <a:lnTo>
                    <a:pt x="700405" y="905814"/>
                  </a:lnTo>
                  <a:lnTo>
                    <a:pt x="785799" y="905814"/>
                  </a:lnTo>
                  <a:lnTo>
                    <a:pt x="785799" y="725754"/>
                  </a:lnTo>
                  <a:close/>
                </a:path>
                <a:path w="998219" h="2355215">
                  <a:moveTo>
                    <a:pt x="785799" y="357479"/>
                  </a:moveTo>
                  <a:lnTo>
                    <a:pt x="700405" y="357479"/>
                  </a:lnTo>
                  <a:lnTo>
                    <a:pt x="700405" y="537540"/>
                  </a:lnTo>
                  <a:lnTo>
                    <a:pt x="785799" y="537540"/>
                  </a:lnTo>
                  <a:lnTo>
                    <a:pt x="785799" y="357479"/>
                  </a:lnTo>
                  <a:close/>
                </a:path>
                <a:path w="998219" h="2355215">
                  <a:moveTo>
                    <a:pt x="785799" y="0"/>
                  </a:moveTo>
                  <a:lnTo>
                    <a:pt x="700405" y="0"/>
                  </a:lnTo>
                  <a:lnTo>
                    <a:pt x="700405" y="180047"/>
                  </a:lnTo>
                  <a:lnTo>
                    <a:pt x="785799" y="180047"/>
                  </a:lnTo>
                  <a:lnTo>
                    <a:pt x="785799" y="0"/>
                  </a:lnTo>
                  <a:close/>
                </a:path>
                <a:path w="998219" h="2355215">
                  <a:moveTo>
                    <a:pt x="964666" y="2060397"/>
                  </a:moveTo>
                  <a:lnTo>
                    <a:pt x="961682" y="2060397"/>
                  </a:lnTo>
                  <a:lnTo>
                    <a:pt x="961682" y="2059127"/>
                  </a:lnTo>
                  <a:lnTo>
                    <a:pt x="845146" y="2059127"/>
                  </a:lnTo>
                  <a:lnTo>
                    <a:pt x="845146" y="2057857"/>
                  </a:lnTo>
                  <a:lnTo>
                    <a:pt x="661809" y="2057857"/>
                  </a:lnTo>
                  <a:lnTo>
                    <a:pt x="661809" y="2059127"/>
                  </a:lnTo>
                  <a:lnTo>
                    <a:pt x="646023" y="2059127"/>
                  </a:lnTo>
                  <a:lnTo>
                    <a:pt x="646023" y="2060397"/>
                  </a:lnTo>
                  <a:lnTo>
                    <a:pt x="646023" y="2061667"/>
                  </a:lnTo>
                  <a:lnTo>
                    <a:pt x="646023" y="2062937"/>
                  </a:lnTo>
                  <a:lnTo>
                    <a:pt x="646023" y="2064207"/>
                  </a:lnTo>
                  <a:lnTo>
                    <a:pt x="661809" y="2064207"/>
                  </a:lnTo>
                  <a:lnTo>
                    <a:pt x="661809" y="2065477"/>
                  </a:lnTo>
                  <a:lnTo>
                    <a:pt x="845146" y="2065477"/>
                  </a:lnTo>
                  <a:lnTo>
                    <a:pt x="845146" y="2064207"/>
                  </a:lnTo>
                  <a:lnTo>
                    <a:pt x="961682" y="2064207"/>
                  </a:lnTo>
                  <a:lnTo>
                    <a:pt x="961682" y="2062937"/>
                  </a:lnTo>
                  <a:lnTo>
                    <a:pt x="964666" y="2062937"/>
                  </a:lnTo>
                  <a:lnTo>
                    <a:pt x="964666" y="2061667"/>
                  </a:lnTo>
                  <a:lnTo>
                    <a:pt x="964666" y="2060397"/>
                  </a:lnTo>
                  <a:close/>
                </a:path>
                <a:path w="998219" h="2355215">
                  <a:moveTo>
                    <a:pt x="964666" y="1701215"/>
                  </a:moveTo>
                  <a:lnTo>
                    <a:pt x="961682" y="1701215"/>
                  </a:lnTo>
                  <a:lnTo>
                    <a:pt x="961682" y="1699945"/>
                  </a:lnTo>
                  <a:lnTo>
                    <a:pt x="845146" y="1699945"/>
                  </a:lnTo>
                  <a:lnTo>
                    <a:pt x="845146" y="1698675"/>
                  </a:lnTo>
                  <a:lnTo>
                    <a:pt x="661809" y="1698675"/>
                  </a:lnTo>
                  <a:lnTo>
                    <a:pt x="661809" y="1699945"/>
                  </a:lnTo>
                  <a:lnTo>
                    <a:pt x="646023" y="1699945"/>
                  </a:lnTo>
                  <a:lnTo>
                    <a:pt x="646023" y="1701215"/>
                  </a:lnTo>
                  <a:lnTo>
                    <a:pt x="646023" y="1702485"/>
                  </a:lnTo>
                  <a:lnTo>
                    <a:pt x="646023" y="1703755"/>
                  </a:lnTo>
                  <a:lnTo>
                    <a:pt x="646023" y="1705025"/>
                  </a:lnTo>
                  <a:lnTo>
                    <a:pt x="661809" y="1705025"/>
                  </a:lnTo>
                  <a:lnTo>
                    <a:pt x="661809" y="1706295"/>
                  </a:lnTo>
                  <a:lnTo>
                    <a:pt x="845146" y="1706295"/>
                  </a:lnTo>
                  <a:lnTo>
                    <a:pt x="845146" y="1705025"/>
                  </a:lnTo>
                  <a:lnTo>
                    <a:pt x="961682" y="1705025"/>
                  </a:lnTo>
                  <a:lnTo>
                    <a:pt x="961682" y="1703755"/>
                  </a:lnTo>
                  <a:lnTo>
                    <a:pt x="964666" y="1703755"/>
                  </a:lnTo>
                  <a:lnTo>
                    <a:pt x="964666" y="1702485"/>
                  </a:lnTo>
                  <a:lnTo>
                    <a:pt x="964666" y="1701215"/>
                  </a:lnTo>
                  <a:close/>
                </a:path>
                <a:path w="998219" h="2355215">
                  <a:moveTo>
                    <a:pt x="964666" y="1343482"/>
                  </a:moveTo>
                  <a:lnTo>
                    <a:pt x="961682" y="1343482"/>
                  </a:lnTo>
                  <a:lnTo>
                    <a:pt x="961682" y="1342212"/>
                  </a:lnTo>
                  <a:lnTo>
                    <a:pt x="845146" y="1342212"/>
                  </a:lnTo>
                  <a:lnTo>
                    <a:pt x="845146" y="1340942"/>
                  </a:lnTo>
                  <a:lnTo>
                    <a:pt x="661809" y="1340942"/>
                  </a:lnTo>
                  <a:lnTo>
                    <a:pt x="661809" y="1342212"/>
                  </a:lnTo>
                  <a:lnTo>
                    <a:pt x="646023" y="1342212"/>
                  </a:lnTo>
                  <a:lnTo>
                    <a:pt x="646023" y="1343482"/>
                  </a:lnTo>
                  <a:lnTo>
                    <a:pt x="646023" y="1344752"/>
                  </a:lnTo>
                  <a:lnTo>
                    <a:pt x="646023" y="1346022"/>
                  </a:lnTo>
                  <a:lnTo>
                    <a:pt x="646023" y="1347292"/>
                  </a:lnTo>
                  <a:lnTo>
                    <a:pt x="660552" y="1347292"/>
                  </a:lnTo>
                  <a:lnTo>
                    <a:pt x="660552" y="1348562"/>
                  </a:lnTo>
                  <a:lnTo>
                    <a:pt x="846416" y="1348562"/>
                  </a:lnTo>
                  <a:lnTo>
                    <a:pt x="846416" y="1347292"/>
                  </a:lnTo>
                  <a:lnTo>
                    <a:pt x="961809" y="1347292"/>
                  </a:lnTo>
                  <a:lnTo>
                    <a:pt x="961809" y="1346022"/>
                  </a:lnTo>
                  <a:lnTo>
                    <a:pt x="964666" y="1346022"/>
                  </a:lnTo>
                  <a:lnTo>
                    <a:pt x="964666" y="1344752"/>
                  </a:lnTo>
                  <a:lnTo>
                    <a:pt x="964666" y="1343482"/>
                  </a:lnTo>
                  <a:close/>
                </a:path>
                <a:path w="998219" h="2355215">
                  <a:moveTo>
                    <a:pt x="964666" y="975207"/>
                  </a:moveTo>
                  <a:lnTo>
                    <a:pt x="961847" y="975207"/>
                  </a:lnTo>
                  <a:lnTo>
                    <a:pt x="961847" y="973937"/>
                  </a:lnTo>
                  <a:lnTo>
                    <a:pt x="845350" y="973937"/>
                  </a:lnTo>
                  <a:lnTo>
                    <a:pt x="845350" y="972667"/>
                  </a:lnTo>
                  <a:lnTo>
                    <a:pt x="661619" y="972667"/>
                  </a:lnTo>
                  <a:lnTo>
                    <a:pt x="661619" y="973937"/>
                  </a:lnTo>
                  <a:lnTo>
                    <a:pt x="545109" y="973937"/>
                  </a:lnTo>
                  <a:lnTo>
                    <a:pt x="545109" y="975207"/>
                  </a:lnTo>
                  <a:lnTo>
                    <a:pt x="508774" y="975207"/>
                  </a:lnTo>
                  <a:lnTo>
                    <a:pt x="508774" y="976477"/>
                  </a:lnTo>
                  <a:lnTo>
                    <a:pt x="508800" y="977747"/>
                  </a:lnTo>
                  <a:lnTo>
                    <a:pt x="545274" y="977747"/>
                  </a:lnTo>
                  <a:lnTo>
                    <a:pt x="545274" y="979017"/>
                  </a:lnTo>
                  <a:lnTo>
                    <a:pt x="661809" y="979017"/>
                  </a:lnTo>
                  <a:lnTo>
                    <a:pt x="661809" y="980287"/>
                  </a:lnTo>
                  <a:lnTo>
                    <a:pt x="845146" y="980287"/>
                  </a:lnTo>
                  <a:lnTo>
                    <a:pt x="845146" y="979017"/>
                  </a:lnTo>
                  <a:lnTo>
                    <a:pt x="961682" y="979017"/>
                  </a:lnTo>
                  <a:lnTo>
                    <a:pt x="961682" y="977747"/>
                  </a:lnTo>
                  <a:lnTo>
                    <a:pt x="964666" y="977747"/>
                  </a:lnTo>
                  <a:lnTo>
                    <a:pt x="964666" y="976477"/>
                  </a:lnTo>
                  <a:lnTo>
                    <a:pt x="964666" y="975207"/>
                  </a:lnTo>
                  <a:close/>
                </a:path>
                <a:path w="998219" h="2355215">
                  <a:moveTo>
                    <a:pt x="998169" y="606933"/>
                  </a:moveTo>
                  <a:lnTo>
                    <a:pt x="961682" y="606933"/>
                  </a:lnTo>
                  <a:lnTo>
                    <a:pt x="961682" y="605663"/>
                  </a:lnTo>
                  <a:lnTo>
                    <a:pt x="845146" y="605663"/>
                  </a:lnTo>
                  <a:lnTo>
                    <a:pt x="845146" y="604393"/>
                  </a:lnTo>
                  <a:lnTo>
                    <a:pt x="661809" y="604393"/>
                  </a:lnTo>
                  <a:lnTo>
                    <a:pt x="661809" y="605663"/>
                  </a:lnTo>
                  <a:lnTo>
                    <a:pt x="545274" y="605663"/>
                  </a:lnTo>
                  <a:lnTo>
                    <a:pt x="545274" y="606933"/>
                  </a:lnTo>
                  <a:lnTo>
                    <a:pt x="508800" y="606933"/>
                  </a:lnTo>
                  <a:lnTo>
                    <a:pt x="508800" y="608203"/>
                  </a:lnTo>
                  <a:lnTo>
                    <a:pt x="508800" y="609473"/>
                  </a:lnTo>
                  <a:lnTo>
                    <a:pt x="545274" y="609473"/>
                  </a:lnTo>
                  <a:lnTo>
                    <a:pt x="545274" y="610743"/>
                  </a:lnTo>
                  <a:lnTo>
                    <a:pt x="661809" y="610743"/>
                  </a:lnTo>
                  <a:lnTo>
                    <a:pt x="661809" y="612013"/>
                  </a:lnTo>
                  <a:lnTo>
                    <a:pt x="845146" y="612013"/>
                  </a:lnTo>
                  <a:lnTo>
                    <a:pt x="845146" y="610743"/>
                  </a:lnTo>
                  <a:lnTo>
                    <a:pt x="961682" y="610743"/>
                  </a:lnTo>
                  <a:lnTo>
                    <a:pt x="961682" y="609473"/>
                  </a:lnTo>
                  <a:lnTo>
                    <a:pt x="998169" y="609473"/>
                  </a:lnTo>
                  <a:lnTo>
                    <a:pt x="998169" y="608203"/>
                  </a:lnTo>
                  <a:lnTo>
                    <a:pt x="998169" y="606933"/>
                  </a:lnTo>
                  <a:close/>
                </a:path>
                <a:path w="998219" h="2355215">
                  <a:moveTo>
                    <a:pt x="998169" y="249453"/>
                  </a:moveTo>
                  <a:lnTo>
                    <a:pt x="961682" y="249453"/>
                  </a:lnTo>
                  <a:lnTo>
                    <a:pt x="961682" y="248183"/>
                  </a:lnTo>
                  <a:lnTo>
                    <a:pt x="845146" y="248183"/>
                  </a:lnTo>
                  <a:lnTo>
                    <a:pt x="845146" y="246913"/>
                  </a:lnTo>
                  <a:lnTo>
                    <a:pt x="661809" y="246913"/>
                  </a:lnTo>
                  <a:lnTo>
                    <a:pt x="661809" y="248183"/>
                  </a:lnTo>
                  <a:lnTo>
                    <a:pt x="545274" y="248183"/>
                  </a:lnTo>
                  <a:lnTo>
                    <a:pt x="545274" y="249453"/>
                  </a:lnTo>
                  <a:lnTo>
                    <a:pt x="508800" y="249453"/>
                  </a:lnTo>
                  <a:lnTo>
                    <a:pt x="508800" y="250723"/>
                  </a:lnTo>
                  <a:lnTo>
                    <a:pt x="508800" y="251993"/>
                  </a:lnTo>
                  <a:lnTo>
                    <a:pt x="545274" y="251993"/>
                  </a:lnTo>
                  <a:lnTo>
                    <a:pt x="545274" y="253263"/>
                  </a:lnTo>
                  <a:lnTo>
                    <a:pt x="661809" y="253263"/>
                  </a:lnTo>
                  <a:lnTo>
                    <a:pt x="661809" y="254533"/>
                  </a:lnTo>
                  <a:lnTo>
                    <a:pt x="845146" y="254533"/>
                  </a:lnTo>
                  <a:lnTo>
                    <a:pt x="845146" y="253263"/>
                  </a:lnTo>
                  <a:lnTo>
                    <a:pt x="961682" y="253263"/>
                  </a:lnTo>
                  <a:lnTo>
                    <a:pt x="961682" y="251993"/>
                  </a:lnTo>
                  <a:lnTo>
                    <a:pt x="998169" y="251993"/>
                  </a:lnTo>
                  <a:lnTo>
                    <a:pt x="998169" y="250723"/>
                  </a:lnTo>
                  <a:lnTo>
                    <a:pt x="998169" y="249453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3819820" y="5659471"/>
              <a:ext cx="85725" cy="180340"/>
            </a:xfrm>
            <a:custGeom>
              <a:avLst/>
              <a:gdLst/>
              <a:ahLst/>
              <a:cxnLst/>
              <a:rect l="l" t="t" r="r" b="b"/>
              <a:pathLst>
                <a:path w="85725" h="180339">
                  <a:moveTo>
                    <a:pt x="85390" y="0"/>
                  </a:moveTo>
                  <a:lnTo>
                    <a:pt x="0" y="0"/>
                  </a:lnTo>
                  <a:lnTo>
                    <a:pt x="0" y="180057"/>
                  </a:lnTo>
                  <a:lnTo>
                    <a:pt x="85390" y="180057"/>
                  </a:lnTo>
                  <a:lnTo>
                    <a:pt x="8539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3628206" y="5906394"/>
              <a:ext cx="489584" cy="7620"/>
            </a:xfrm>
            <a:custGeom>
              <a:avLst/>
              <a:gdLst/>
              <a:ahLst/>
              <a:cxnLst/>
              <a:rect l="l" t="t" r="r" b="b"/>
              <a:pathLst>
                <a:path w="489584" h="7620">
                  <a:moveTo>
                    <a:pt x="489356" y="2540"/>
                  </a:moveTo>
                  <a:lnTo>
                    <a:pt x="452882" y="2540"/>
                  </a:lnTo>
                  <a:lnTo>
                    <a:pt x="452882" y="1270"/>
                  </a:lnTo>
                  <a:lnTo>
                    <a:pt x="336346" y="1270"/>
                  </a:lnTo>
                  <a:lnTo>
                    <a:pt x="336346" y="0"/>
                  </a:lnTo>
                  <a:lnTo>
                    <a:pt x="153009" y="0"/>
                  </a:lnTo>
                  <a:lnTo>
                    <a:pt x="153009" y="1270"/>
                  </a:lnTo>
                  <a:lnTo>
                    <a:pt x="36474" y="1270"/>
                  </a:lnTo>
                  <a:lnTo>
                    <a:pt x="36474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0" y="5080"/>
                  </a:lnTo>
                  <a:lnTo>
                    <a:pt x="36474" y="5080"/>
                  </a:lnTo>
                  <a:lnTo>
                    <a:pt x="36474" y="6350"/>
                  </a:lnTo>
                  <a:lnTo>
                    <a:pt x="153009" y="6350"/>
                  </a:lnTo>
                  <a:lnTo>
                    <a:pt x="153009" y="7620"/>
                  </a:lnTo>
                  <a:lnTo>
                    <a:pt x="336346" y="7620"/>
                  </a:lnTo>
                  <a:lnTo>
                    <a:pt x="336346" y="6350"/>
                  </a:lnTo>
                  <a:lnTo>
                    <a:pt x="452882" y="6350"/>
                  </a:lnTo>
                  <a:lnTo>
                    <a:pt x="452882" y="5080"/>
                  </a:lnTo>
                  <a:lnTo>
                    <a:pt x="489356" y="5080"/>
                  </a:lnTo>
                  <a:lnTo>
                    <a:pt x="489356" y="3810"/>
                  </a:lnTo>
                  <a:lnTo>
                    <a:pt x="489356" y="254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3819820" y="6022413"/>
              <a:ext cx="85725" cy="180340"/>
            </a:xfrm>
            <a:custGeom>
              <a:avLst/>
              <a:gdLst/>
              <a:ahLst/>
              <a:cxnLst/>
              <a:rect l="l" t="t" r="r" b="b"/>
              <a:pathLst>
                <a:path w="85725" h="180339">
                  <a:moveTo>
                    <a:pt x="85390" y="0"/>
                  </a:moveTo>
                  <a:lnTo>
                    <a:pt x="0" y="0"/>
                  </a:lnTo>
                  <a:lnTo>
                    <a:pt x="0" y="180057"/>
                  </a:lnTo>
                  <a:lnTo>
                    <a:pt x="85390" y="180057"/>
                  </a:lnTo>
                  <a:lnTo>
                    <a:pt x="8539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3628180" y="6269335"/>
              <a:ext cx="489584" cy="7620"/>
            </a:xfrm>
            <a:custGeom>
              <a:avLst/>
              <a:gdLst/>
              <a:ahLst/>
              <a:cxnLst/>
              <a:rect l="l" t="t" r="r" b="b"/>
              <a:pathLst>
                <a:path w="489584" h="7620">
                  <a:moveTo>
                    <a:pt x="489419" y="3810"/>
                  </a:moveTo>
                  <a:lnTo>
                    <a:pt x="489381" y="2540"/>
                  </a:lnTo>
                  <a:lnTo>
                    <a:pt x="452907" y="2540"/>
                  </a:lnTo>
                  <a:lnTo>
                    <a:pt x="452907" y="1270"/>
                  </a:lnTo>
                  <a:lnTo>
                    <a:pt x="336372" y="1270"/>
                  </a:lnTo>
                  <a:lnTo>
                    <a:pt x="336372" y="0"/>
                  </a:lnTo>
                  <a:lnTo>
                    <a:pt x="153035" y="0"/>
                  </a:lnTo>
                  <a:lnTo>
                    <a:pt x="153035" y="1270"/>
                  </a:lnTo>
                  <a:lnTo>
                    <a:pt x="36499" y="1270"/>
                  </a:lnTo>
                  <a:lnTo>
                    <a:pt x="36499" y="2540"/>
                  </a:lnTo>
                  <a:lnTo>
                    <a:pt x="25" y="2540"/>
                  </a:lnTo>
                  <a:lnTo>
                    <a:pt x="25" y="3810"/>
                  </a:lnTo>
                  <a:lnTo>
                    <a:pt x="0" y="5080"/>
                  </a:lnTo>
                  <a:lnTo>
                    <a:pt x="36322" y="5080"/>
                  </a:lnTo>
                  <a:lnTo>
                    <a:pt x="36322" y="6350"/>
                  </a:lnTo>
                  <a:lnTo>
                    <a:pt x="152844" y="6350"/>
                  </a:lnTo>
                  <a:lnTo>
                    <a:pt x="152844" y="7620"/>
                  </a:lnTo>
                  <a:lnTo>
                    <a:pt x="336562" y="7620"/>
                  </a:lnTo>
                  <a:lnTo>
                    <a:pt x="336562" y="6350"/>
                  </a:lnTo>
                  <a:lnTo>
                    <a:pt x="453072" y="6350"/>
                  </a:lnTo>
                  <a:lnTo>
                    <a:pt x="453072" y="5080"/>
                  </a:lnTo>
                  <a:lnTo>
                    <a:pt x="489419" y="5080"/>
                  </a:lnTo>
                  <a:lnTo>
                    <a:pt x="489419" y="381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3819820" y="6385355"/>
              <a:ext cx="85725" cy="53340"/>
            </a:xfrm>
            <a:custGeom>
              <a:avLst/>
              <a:gdLst/>
              <a:ahLst/>
              <a:cxnLst/>
              <a:rect l="l" t="t" r="r" b="b"/>
              <a:pathLst>
                <a:path w="85725" h="53339">
                  <a:moveTo>
                    <a:pt x="0" y="52825"/>
                  </a:moveTo>
                  <a:lnTo>
                    <a:pt x="85390" y="52825"/>
                  </a:lnTo>
                  <a:lnTo>
                    <a:pt x="85390" y="0"/>
                  </a:lnTo>
                  <a:lnTo>
                    <a:pt x="0" y="0"/>
                  </a:lnTo>
                  <a:lnTo>
                    <a:pt x="0" y="52825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4592875" y="5993733"/>
              <a:ext cx="372745" cy="2360295"/>
            </a:xfrm>
            <a:custGeom>
              <a:avLst/>
              <a:gdLst/>
              <a:ahLst/>
              <a:cxnLst/>
              <a:rect l="l" t="t" r="r" b="b"/>
              <a:pathLst>
                <a:path w="372744" h="2360295">
                  <a:moveTo>
                    <a:pt x="0" y="2360210"/>
                  </a:moveTo>
                  <a:lnTo>
                    <a:pt x="372365" y="2360210"/>
                  </a:lnTo>
                  <a:lnTo>
                    <a:pt x="372365" y="0"/>
                  </a:lnTo>
                  <a:lnTo>
                    <a:pt x="0" y="0"/>
                  </a:lnTo>
                  <a:lnTo>
                    <a:pt x="0" y="236021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4965236" y="5993745"/>
              <a:ext cx="372745" cy="2353945"/>
            </a:xfrm>
            <a:custGeom>
              <a:avLst/>
              <a:gdLst/>
              <a:ahLst/>
              <a:cxnLst/>
              <a:rect l="l" t="t" r="r" b="b"/>
              <a:pathLst>
                <a:path w="372744" h="2353945">
                  <a:moveTo>
                    <a:pt x="372364" y="2115705"/>
                  </a:moveTo>
                  <a:lnTo>
                    <a:pt x="0" y="2115705"/>
                  </a:lnTo>
                  <a:lnTo>
                    <a:pt x="0" y="2353716"/>
                  </a:lnTo>
                  <a:lnTo>
                    <a:pt x="372364" y="2353716"/>
                  </a:lnTo>
                  <a:lnTo>
                    <a:pt x="372364" y="2115705"/>
                  </a:lnTo>
                  <a:close/>
                </a:path>
                <a:path w="372744" h="2353945">
                  <a:moveTo>
                    <a:pt x="372364" y="0"/>
                  </a:moveTo>
                  <a:lnTo>
                    <a:pt x="0" y="0"/>
                  </a:lnTo>
                  <a:lnTo>
                    <a:pt x="0" y="1465453"/>
                  </a:lnTo>
                  <a:lnTo>
                    <a:pt x="372364" y="1465453"/>
                  </a:lnTo>
                  <a:lnTo>
                    <a:pt x="372364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4677920" y="5762023"/>
              <a:ext cx="200660" cy="231775"/>
            </a:xfrm>
            <a:custGeom>
              <a:avLst/>
              <a:gdLst/>
              <a:ahLst/>
              <a:cxnLst/>
              <a:rect l="l" t="t" r="r" b="b"/>
              <a:pathLst>
                <a:path w="200659" h="231775">
                  <a:moveTo>
                    <a:pt x="0" y="231710"/>
                  </a:moveTo>
                  <a:lnTo>
                    <a:pt x="200297" y="231710"/>
                  </a:lnTo>
                  <a:lnTo>
                    <a:pt x="200297" y="0"/>
                  </a:lnTo>
                  <a:lnTo>
                    <a:pt x="0" y="0"/>
                  </a:lnTo>
                  <a:lnTo>
                    <a:pt x="0" y="23171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4878217" y="5762023"/>
              <a:ext cx="62865" cy="231775"/>
            </a:xfrm>
            <a:custGeom>
              <a:avLst/>
              <a:gdLst/>
              <a:ahLst/>
              <a:cxnLst/>
              <a:rect l="l" t="t" r="r" b="b"/>
              <a:pathLst>
                <a:path w="62865" h="231775">
                  <a:moveTo>
                    <a:pt x="62678" y="0"/>
                  </a:moveTo>
                  <a:lnTo>
                    <a:pt x="0" y="0"/>
                  </a:lnTo>
                  <a:lnTo>
                    <a:pt x="0" y="231710"/>
                  </a:lnTo>
                  <a:lnTo>
                    <a:pt x="62678" y="231710"/>
                  </a:lnTo>
                  <a:lnTo>
                    <a:pt x="62678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4530810" y="5980217"/>
              <a:ext cx="828675" cy="13970"/>
            </a:xfrm>
            <a:custGeom>
              <a:avLst/>
              <a:gdLst/>
              <a:ahLst/>
              <a:cxnLst/>
              <a:rect l="l" t="t" r="r" b="b"/>
              <a:pathLst>
                <a:path w="828675" h="13970">
                  <a:moveTo>
                    <a:pt x="828582" y="0"/>
                  </a:moveTo>
                  <a:lnTo>
                    <a:pt x="0" y="0"/>
                  </a:lnTo>
                  <a:lnTo>
                    <a:pt x="0" y="13517"/>
                  </a:lnTo>
                  <a:lnTo>
                    <a:pt x="828582" y="13517"/>
                  </a:lnTo>
                  <a:lnTo>
                    <a:pt x="82858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4739886" y="6094798"/>
              <a:ext cx="63500" cy="133350"/>
            </a:xfrm>
            <a:custGeom>
              <a:avLst/>
              <a:gdLst/>
              <a:ahLst/>
              <a:cxnLst/>
              <a:rect l="l" t="t" r="r" b="b"/>
              <a:pathLst>
                <a:path w="63500" h="133350">
                  <a:moveTo>
                    <a:pt x="63034" y="0"/>
                  </a:moveTo>
                  <a:lnTo>
                    <a:pt x="0" y="0"/>
                  </a:lnTo>
                  <a:lnTo>
                    <a:pt x="0" y="132917"/>
                  </a:lnTo>
                  <a:lnTo>
                    <a:pt x="63034" y="132917"/>
                  </a:lnTo>
                  <a:lnTo>
                    <a:pt x="63034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4602270" y="6094799"/>
              <a:ext cx="729615" cy="1364615"/>
            </a:xfrm>
            <a:custGeom>
              <a:avLst/>
              <a:gdLst/>
              <a:ahLst/>
              <a:cxnLst/>
              <a:rect l="l" t="t" r="r" b="b"/>
              <a:pathLst>
                <a:path w="729615" h="1364615">
                  <a:moveTo>
                    <a:pt x="353555" y="183819"/>
                  </a:moveTo>
                  <a:lnTo>
                    <a:pt x="296214" y="183819"/>
                  </a:lnTo>
                  <a:lnTo>
                    <a:pt x="296214" y="182549"/>
                  </a:lnTo>
                  <a:lnTo>
                    <a:pt x="57340" y="182549"/>
                  </a:lnTo>
                  <a:lnTo>
                    <a:pt x="57340" y="183819"/>
                  </a:lnTo>
                  <a:lnTo>
                    <a:pt x="0" y="183819"/>
                  </a:lnTo>
                  <a:lnTo>
                    <a:pt x="0" y="185089"/>
                  </a:lnTo>
                  <a:lnTo>
                    <a:pt x="0" y="186359"/>
                  </a:lnTo>
                  <a:lnTo>
                    <a:pt x="57340" y="186359"/>
                  </a:lnTo>
                  <a:lnTo>
                    <a:pt x="57340" y="187629"/>
                  </a:lnTo>
                  <a:lnTo>
                    <a:pt x="296214" y="187629"/>
                  </a:lnTo>
                  <a:lnTo>
                    <a:pt x="296214" y="186359"/>
                  </a:lnTo>
                  <a:lnTo>
                    <a:pt x="353555" y="186359"/>
                  </a:lnTo>
                  <a:lnTo>
                    <a:pt x="353555" y="185089"/>
                  </a:lnTo>
                  <a:lnTo>
                    <a:pt x="353555" y="183819"/>
                  </a:lnTo>
                  <a:close/>
                </a:path>
                <a:path w="729615" h="1364615">
                  <a:moveTo>
                    <a:pt x="576249" y="1336878"/>
                  </a:moveTo>
                  <a:lnTo>
                    <a:pt x="513207" y="1336878"/>
                  </a:lnTo>
                  <a:lnTo>
                    <a:pt x="513207" y="1364399"/>
                  </a:lnTo>
                  <a:lnTo>
                    <a:pt x="576249" y="1364399"/>
                  </a:lnTo>
                  <a:lnTo>
                    <a:pt x="576249" y="1336878"/>
                  </a:lnTo>
                  <a:close/>
                </a:path>
                <a:path w="729615" h="1364615">
                  <a:moveTo>
                    <a:pt x="576249" y="1071714"/>
                  </a:moveTo>
                  <a:lnTo>
                    <a:pt x="513207" y="1071714"/>
                  </a:lnTo>
                  <a:lnTo>
                    <a:pt x="513207" y="1204633"/>
                  </a:lnTo>
                  <a:lnTo>
                    <a:pt x="576249" y="1204633"/>
                  </a:lnTo>
                  <a:lnTo>
                    <a:pt x="576249" y="1071714"/>
                  </a:lnTo>
                  <a:close/>
                </a:path>
                <a:path w="729615" h="1364615">
                  <a:moveTo>
                    <a:pt x="576249" y="807631"/>
                  </a:moveTo>
                  <a:lnTo>
                    <a:pt x="513207" y="807631"/>
                  </a:lnTo>
                  <a:lnTo>
                    <a:pt x="513207" y="940549"/>
                  </a:lnTo>
                  <a:lnTo>
                    <a:pt x="576249" y="940549"/>
                  </a:lnTo>
                  <a:lnTo>
                    <a:pt x="576249" y="807631"/>
                  </a:lnTo>
                  <a:close/>
                </a:path>
                <a:path w="729615" h="1364615">
                  <a:moveTo>
                    <a:pt x="576249" y="535774"/>
                  </a:moveTo>
                  <a:lnTo>
                    <a:pt x="513207" y="535774"/>
                  </a:lnTo>
                  <a:lnTo>
                    <a:pt x="513207" y="668680"/>
                  </a:lnTo>
                  <a:lnTo>
                    <a:pt x="576249" y="668680"/>
                  </a:lnTo>
                  <a:lnTo>
                    <a:pt x="576249" y="535774"/>
                  </a:lnTo>
                  <a:close/>
                </a:path>
                <a:path w="729615" h="1364615">
                  <a:moveTo>
                    <a:pt x="576249" y="263893"/>
                  </a:moveTo>
                  <a:lnTo>
                    <a:pt x="513207" y="263893"/>
                  </a:lnTo>
                  <a:lnTo>
                    <a:pt x="513207" y="396824"/>
                  </a:lnTo>
                  <a:lnTo>
                    <a:pt x="576249" y="396824"/>
                  </a:lnTo>
                  <a:lnTo>
                    <a:pt x="576249" y="263893"/>
                  </a:lnTo>
                  <a:close/>
                </a:path>
                <a:path w="729615" h="1364615">
                  <a:moveTo>
                    <a:pt x="576249" y="0"/>
                  </a:moveTo>
                  <a:lnTo>
                    <a:pt x="513207" y="0"/>
                  </a:lnTo>
                  <a:lnTo>
                    <a:pt x="513207" y="132918"/>
                  </a:lnTo>
                  <a:lnTo>
                    <a:pt x="576249" y="132918"/>
                  </a:lnTo>
                  <a:lnTo>
                    <a:pt x="576249" y="0"/>
                  </a:lnTo>
                  <a:close/>
                </a:path>
                <a:path w="729615" h="1364615">
                  <a:moveTo>
                    <a:pt x="729157" y="1255534"/>
                  </a:moveTo>
                  <a:lnTo>
                    <a:pt x="671830" y="1255534"/>
                  </a:lnTo>
                  <a:lnTo>
                    <a:pt x="671830" y="1254264"/>
                  </a:lnTo>
                  <a:lnTo>
                    <a:pt x="432943" y="1254264"/>
                  </a:lnTo>
                  <a:lnTo>
                    <a:pt x="432943" y="1255534"/>
                  </a:lnTo>
                  <a:lnTo>
                    <a:pt x="375602" y="1255534"/>
                  </a:lnTo>
                  <a:lnTo>
                    <a:pt x="375602" y="1256804"/>
                  </a:lnTo>
                  <a:lnTo>
                    <a:pt x="375602" y="1258074"/>
                  </a:lnTo>
                  <a:lnTo>
                    <a:pt x="432943" y="1258074"/>
                  </a:lnTo>
                  <a:lnTo>
                    <a:pt x="432943" y="1259344"/>
                  </a:lnTo>
                  <a:lnTo>
                    <a:pt x="671830" y="1259344"/>
                  </a:lnTo>
                  <a:lnTo>
                    <a:pt x="671830" y="1258074"/>
                  </a:lnTo>
                  <a:lnTo>
                    <a:pt x="729157" y="1258074"/>
                  </a:lnTo>
                  <a:lnTo>
                    <a:pt x="729157" y="1256804"/>
                  </a:lnTo>
                  <a:lnTo>
                    <a:pt x="729157" y="1255534"/>
                  </a:lnTo>
                  <a:close/>
                </a:path>
                <a:path w="729615" h="1364615">
                  <a:moveTo>
                    <a:pt x="729157" y="719582"/>
                  </a:moveTo>
                  <a:lnTo>
                    <a:pt x="671830" y="719582"/>
                  </a:lnTo>
                  <a:lnTo>
                    <a:pt x="671830" y="718312"/>
                  </a:lnTo>
                  <a:lnTo>
                    <a:pt x="432943" y="718312"/>
                  </a:lnTo>
                  <a:lnTo>
                    <a:pt x="432943" y="719582"/>
                  </a:lnTo>
                  <a:lnTo>
                    <a:pt x="375602" y="719582"/>
                  </a:lnTo>
                  <a:lnTo>
                    <a:pt x="375602" y="720852"/>
                  </a:lnTo>
                  <a:lnTo>
                    <a:pt x="375602" y="722122"/>
                  </a:lnTo>
                  <a:lnTo>
                    <a:pt x="432943" y="722122"/>
                  </a:lnTo>
                  <a:lnTo>
                    <a:pt x="432943" y="723392"/>
                  </a:lnTo>
                  <a:lnTo>
                    <a:pt x="671830" y="723392"/>
                  </a:lnTo>
                  <a:lnTo>
                    <a:pt x="671830" y="722122"/>
                  </a:lnTo>
                  <a:lnTo>
                    <a:pt x="729157" y="722122"/>
                  </a:lnTo>
                  <a:lnTo>
                    <a:pt x="729157" y="720852"/>
                  </a:lnTo>
                  <a:lnTo>
                    <a:pt x="729157" y="719582"/>
                  </a:lnTo>
                  <a:close/>
                </a:path>
                <a:path w="729615" h="1364615">
                  <a:moveTo>
                    <a:pt x="729157" y="447725"/>
                  </a:moveTo>
                  <a:lnTo>
                    <a:pt x="671830" y="447725"/>
                  </a:lnTo>
                  <a:lnTo>
                    <a:pt x="671830" y="446455"/>
                  </a:lnTo>
                  <a:lnTo>
                    <a:pt x="432943" y="446455"/>
                  </a:lnTo>
                  <a:lnTo>
                    <a:pt x="432943" y="447725"/>
                  </a:lnTo>
                  <a:lnTo>
                    <a:pt x="375602" y="447725"/>
                  </a:lnTo>
                  <a:lnTo>
                    <a:pt x="375602" y="448995"/>
                  </a:lnTo>
                  <a:lnTo>
                    <a:pt x="375602" y="450265"/>
                  </a:lnTo>
                  <a:lnTo>
                    <a:pt x="432943" y="450265"/>
                  </a:lnTo>
                  <a:lnTo>
                    <a:pt x="432943" y="451535"/>
                  </a:lnTo>
                  <a:lnTo>
                    <a:pt x="671830" y="451535"/>
                  </a:lnTo>
                  <a:lnTo>
                    <a:pt x="671830" y="450265"/>
                  </a:lnTo>
                  <a:lnTo>
                    <a:pt x="729157" y="450265"/>
                  </a:lnTo>
                  <a:lnTo>
                    <a:pt x="729157" y="448995"/>
                  </a:lnTo>
                  <a:lnTo>
                    <a:pt x="729157" y="447725"/>
                  </a:lnTo>
                  <a:close/>
                </a:path>
                <a:path w="729615" h="1364615">
                  <a:moveTo>
                    <a:pt x="729157" y="183819"/>
                  </a:moveTo>
                  <a:lnTo>
                    <a:pt x="671830" y="183819"/>
                  </a:lnTo>
                  <a:lnTo>
                    <a:pt x="671830" y="182549"/>
                  </a:lnTo>
                  <a:lnTo>
                    <a:pt x="432943" y="182549"/>
                  </a:lnTo>
                  <a:lnTo>
                    <a:pt x="432943" y="183819"/>
                  </a:lnTo>
                  <a:lnTo>
                    <a:pt x="375602" y="183819"/>
                  </a:lnTo>
                  <a:lnTo>
                    <a:pt x="375602" y="185089"/>
                  </a:lnTo>
                  <a:lnTo>
                    <a:pt x="375602" y="186359"/>
                  </a:lnTo>
                  <a:lnTo>
                    <a:pt x="432943" y="186359"/>
                  </a:lnTo>
                  <a:lnTo>
                    <a:pt x="432943" y="187629"/>
                  </a:lnTo>
                  <a:lnTo>
                    <a:pt x="671830" y="187629"/>
                  </a:lnTo>
                  <a:lnTo>
                    <a:pt x="671830" y="186359"/>
                  </a:lnTo>
                  <a:lnTo>
                    <a:pt x="729157" y="186359"/>
                  </a:lnTo>
                  <a:lnTo>
                    <a:pt x="729157" y="185089"/>
                  </a:lnTo>
                  <a:lnTo>
                    <a:pt x="729157" y="183819"/>
                  </a:lnTo>
                  <a:close/>
                </a:path>
                <a:path w="729615" h="1364615">
                  <a:moveTo>
                    <a:pt x="729183" y="992720"/>
                  </a:moveTo>
                  <a:lnTo>
                    <a:pt x="729157" y="991450"/>
                  </a:lnTo>
                  <a:lnTo>
                    <a:pt x="671830" y="991450"/>
                  </a:lnTo>
                  <a:lnTo>
                    <a:pt x="671830" y="990180"/>
                  </a:lnTo>
                  <a:lnTo>
                    <a:pt x="432943" y="990180"/>
                  </a:lnTo>
                  <a:lnTo>
                    <a:pt x="432943" y="991450"/>
                  </a:lnTo>
                  <a:lnTo>
                    <a:pt x="375602" y="991450"/>
                  </a:lnTo>
                  <a:lnTo>
                    <a:pt x="375602" y="992720"/>
                  </a:lnTo>
                  <a:lnTo>
                    <a:pt x="375589" y="993990"/>
                  </a:lnTo>
                  <a:lnTo>
                    <a:pt x="432295" y="993990"/>
                  </a:lnTo>
                  <a:lnTo>
                    <a:pt x="432295" y="995260"/>
                  </a:lnTo>
                  <a:lnTo>
                    <a:pt x="672477" y="995260"/>
                  </a:lnTo>
                  <a:lnTo>
                    <a:pt x="672477" y="993990"/>
                  </a:lnTo>
                  <a:lnTo>
                    <a:pt x="729183" y="993990"/>
                  </a:lnTo>
                  <a:lnTo>
                    <a:pt x="729183" y="99272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4739886" y="6362727"/>
              <a:ext cx="63500" cy="133350"/>
            </a:xfrm>
            <a:custGeom>
              <a:avLst/>
              <a:gdLst/>
              <a:ahLst/>
              <a:cxnLst/>
              <a:rect l="l" t="t" r="r" b="b"/>
              <a:pathLst>
                <a:path w="63500" h="133350">
                  <a:moveTo>
                    <a:pt x="63034" y="0"/>
                  </a:moveTo>
                  <a:lnTo>
                    <a:pt x="0" y="0"/>
                  </a:lnTo>
                  <a:lnTo>
                    <a:pt x="0" y="132917"/>
                  </a:lnTo>
                  <a:lnTo>
                    <a:pt x="63034" y="132917"/>
                  </a:lnTo>
                  <a:lnTo>
                    <a:pt x="63034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4602270" y="6545281"/>
              <a:ext cx="353695" cy="5080"/>
            </a:xfrm>
            <a:custGeom>
              <a:avLst/>
              <a:gdLst/>
              <a:ahLst/>
              <a:cxnLst/>
              <a:rect l="l" t="t" r="r" b="b"/>
              <a:pathLst>
                <a:path w="353694" h="5079">
                  <a:moveTo>
                    <a:pt x="353555" y="1270"/>
                  </a:moveTo>
                  <a:lnTo>
                    <a:pt x="296214" y="1270"/>
                  </a:lnTo>
                  <a:lnTo>
                    <a:pt x="296214" y="0"/>
                  </a:lnTo>
                  <a:lnTo>
                    <a:pt x="57340" y="0"/>
                  </a:lnTo>
                  <a:lnTo>
                    <a:pt x="57340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57340" y="3810"/>
                  </a:lnTo>
                  <a:lnTo>
                    <a:pt x="57340" y="5080"/>
                  </a:lnTo>
                  <a:lnTo>
                    <a:pt x="296214" y="5080"/>
                  </a:lnTo>
                  <a:lnTo>
                    <a:pt x="296214" y="3810"/>
                  </a:lnTo>
                  <a:lnTo>
                    <a:pt x="353555" y="3810"/>
                  </a:lnTo>
                  <a:lnTo>
                    <a:pt x="353555" y="2540"/>
                  </a:lnTo>
                  <a:lnTo>
                    <a:pt x="353555" y="127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4739886" y="6630656"/>
              <a:ext cx="63500" cy="133350"/>
            </a:xfrm>
            <a:custGeom>
              <a:avLst/>
              <a:gdLst/>
              <a:ahLst/>
              <a:cxnLst/>
              <a:rect l="l" t="t" r="r" b="b"/>
              <a:pathLst>
                <a:path w="63500" h="133350">
                  <a:moveTo>
                    <a:pt x="63034" y="0"/>
                  </a:moveTo>
                  <a:lnTo>
                    <a:pt x="0" y="0"/>
                  </a:lnTo>
                  <a:lnTo>
                    <a:pt x="0" y="132917"/>
                  </a:lnTo>
                  <a:lnTo>
                    <a:pt x="63034" y="132917"/>
                  </a:lnTo>
                  <a:lnTo>
                    <a:pt x="63034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4602270" y="6813200"/>
              <a:ext cx="353695" cy="5080"/>
            </a:xfrm>
            <a:custGeom>
              <a:avLst/>
              <a:gdLst/>
              <a:ahLst/>
              <a:cxnLst/>
              <a:rect l="l" t="t" r="r" b="b"/>
              <a:pathLst>
                <a:path w="353694" h="5079">
                  <a:moveTo>
                    <a:pt x="353555" y="1270"/>
                  </a:moveTo>
                  <a:lnTo>
                    <a:pt x="296214" y="1270"/>
                  </a:lnTo>
                  <a:lnTo>
                    <a:pt x="296214" y="0"/>
                  </a:lnTo>
                  <a:lnTo>
                    <a:pt x="57340" y="0"/>
                  </a:lnTo>
                  <a:lnTo>
                    <a:pt x="57340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57340" y="3810"/>
                  </a:lnTo>
                  <a:lnTo>
                    <a:pt x="57340" y="5080"/>
                  </a:lnTo>
                  <a:lnTo>
                    <a:pt x="296214" y="5080"/>
                  </a:lnTo>
                  <a:lnTo>
                    <a:pt x="296214" y="3810"/>
                  </a:lnTo>
                  <a:lnTo>
                    <a:pt x="353555" y="3810"/>
                  </a:lnTo>
                  <a:lnTo>
                    <a:pt x="353555" y="2540"/>
                  </a:lnTo>
                  <a:lnTo>
                    <a:pt x="353555" y="127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4739886" y="6898585"/>
              <a:ext cx="63500" cy="133350"/>
            </a:xfrm>
            <a:custGeom>
              <a:avLst/>
              <a:gdLst/>
              <a:ahLst/>
              <a:cxnLst/>
              <a:rect l="l" t="t" r="r" b="b"/>
              <a:pathLst>
                <a:path w="63500" h="133350">
                  <a:moveTo>
                    <a:pt x="63034" y="0"/>
                  </a:moveTo>
                  <a:lnTo>
                    <a:pt x="0" y="0"/>
                  </a:lnTo>
                  <a:lnTo>
                    <a:pt x="0" y="132917"/>
                  </a:lnTo>
                  <a:lnTo>
                    <a:pt x="63034" y="132917"/>
                  </a:lnTo>
                  <a:lnTo>
                    <a:pt x="63034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4602270" y="7081132"/>
              <a:ext cx="353695" cy="5080"/>
            </a:xfrm>
            <a:custGeom>
              <a:avLst/>
              <a:gdLst/>
              <a:ahLst/>
              <a:cxnLst/>
              <a:rect l="l" t="t" r="r" b="b"/>
              <a:pathLst>
                <a:path w="353694" h="5079">
                  <a:moveTo>
                    <a:pt x="353555" y="1270"/>
                  </a:moveTo>
                  <a:lnTo>
                    <a:pt x="296214" y="1270"/>
                  </a:lnTo>
                  <a:lnTo>
                    <a:pt x="296214" y="0"/>
                  </a:lnTo>
                  <a:lnTo>
                    <a:pt x="57340" y="0"/>
                  </a:lnTo>
                  <a:lnTo>
                    <a:pt x="57340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57340" y="3810"/>
                  </a:lnTo>
                  <a:lnTo>
                    <a:pt x="57340" y="5080"/>
                  </a:lnTo>
                  <a:lnTo>
                    <a:pt x="296214" y="5080"/>
                  </a:lnTo>
                  <a:lnTo>
                    <a:pt x="296214" y="3810"/>
                  </a:lnTo>
                  <a:lnTo>
                    <a:pt x="353555" y="3810"/>
                  </a:lnTo>
                  <a:lnTo>
                    <a:pt x="353555" y="2540"/>
                  </a:lnTo>
                  <a:lnTo>
                    <a:pt x="353555" y="127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4739886" y="7166514"/>
              <a:ext cx="63500" cy="133350"/>
            </a:xfrm>
            <a:custGeom>
              <a:avLst/>
              <a:gdLst/>
              <a:ahLst/>
              <a:cxnLst/>
              <a:rect l="l" t="t" r="r" b="b"/>
              <a:pathLst>
                <a:path w="63500" h="133350">
                  <a:moveTo>
                    <a:pt x="63034" y="0"/>
                  </a:moveTo>
                  <a:lnTo>
                    <a:pt x="0" y="0"/>
                  </a:lnTo>
                  <a:lnTo>
                    <a:pt x="0" y="132917"/>
                  </a:lnTo>
                  <a:lnTo>
                    <a:pt x="63034" y="132917"/>
                  </a:lnTo>
                  <a:lnTo>
                    <a:pt x="63034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4602270" y="7349064"/>
              <a:ext cx="353695" cy="5080"/>
            </a:xfrm>
            <a:custGeom>
              <a:avLst/>
              <a:gdLst/>
              <a:ahLst/>
              <a:cxnLst/>
              <a:rect l="l" t="t" r="r" b="b"/>
              <a:pathLst>
                <a:path w="353694" h="5079">
                  <a:moveTo>
                    <a:pt x="353555" y="1270"/>
                  </a:moveTo>
                  <a:lnTo>
                    <a:pt x="296214" y="1270"/>
                  </a:lnTo>
                  <a:lnTo>
                    <a:pt x="296214" y="0"/>
                  </a:lnTo>
                  <a:lnTo>
                    <a:pt x="57340" y="0"/>
                  </a:lnTo>
                  <a:lnTo>
                    <a:pt x="57340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57340" y="3810"/>
                  </a:lnTo>
                  <a:lnTo>
                    <a:pt x="57340" y="5080"/>
                  </a:lnTo>
                  <a:lnTo>
                    <a:pt x="296214" y="5080"/>
                  </a:lnTo>
                  <a:lnTo>
                    <a:pt x="296214" y="3810"/>
                  </a:lnTo>
                  <a:lnTo>
                    <a:pt x="353555" y="3810"/>
                  </a:lnTo>
                  <a:lnTo>
                    <a:pt x="353555" y="2540"/>
                  </a:lnTo>
                  <a:lnTo>
                    <a:pt x="353555" y="127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4739886" y="7434443"/>
              <a:ext cx="63500" cy="133350"/>
            </a:xfrm>
            <a:custGeom>
              <a:avLst/>
              <a:gdLst/>
              <a:ahLst/>
              <a:cxnLst/>
              <a:rect l="l" t="t" r="r" b="b"/>
              <a:pathLst>
                <a:path w="63500" h="133350">
                  <a:moveTo>
                    <a:pt x="63034" y="0"/>
                  </a:moveTo>
                  <a:lnTo>
                    <a:pt x="0" y="0"/>
                  </a:lnTo>
                  <a:lnTo>
                    <a:pt x="0" y="132917"/>
                  </a:lnTo>
                  <a:lnTo>
                    <a:pt x="63034" y="132917"/>
                  </a:lnTo>
                  <a:lnTo>
                    <a:pt x="63034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4602270" y="7616996"/>
              <a:ext cx="275590" cy="5080"/>
            </a:xfrm>
            <a:custGeom>
              <a:avLst/>
              <a:gdLst/>
              <a:ahLst/>
              <a:cxnLst/>
              <a:rect l="l" t="t" r="r" b="b"/>
              <a:pathLst>
                <a:path w="275590" h="5079">
                  <a:moveTo>
                    <a:pt x="275348" y="0"/>
                  </a:moveTo>
                  <a:lnTo>
                    <a:pt x="57340" y="0"/>
                  </a:lnTo>
                  <a:lnTo>
                    <a:pt x="57340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57340" y="3810"/>
                  </a:lnTo>
                  <a:lnTo>
                    <a:pt x="57340" y="5080"/>
                  </a:lnTo>
                  <a:lnTo>
                    <a:pt x="275348" y="5080"/>
                  </a:lnTo>
                  <a:lnTo>
                    <a:pt x="275348" y="3810"/>
                  </a:lnTo>
                  <a:lnTo>
                    <a:pt x="275348" y="2540"/>
                  </a:lnTo>
                  <a:lnTo>
                    <a:pt x="275348" y="1270"/>
                  </a:lnTo>
                  <a:lnTo>
                    <a:pt x="27534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4739886" y="7702372"/>
              <a:ext cx="63500" cy="133350"/>
            </a:xfrm>
            <a:custGeom>
              <a:avLst/>
              <a:gdLst/>
              <a:ahLst/>
              <a:cxnLst/>
              <a:rect l="l" t="t" r="r" b="b"/>
              <a:pathLst>
                <a:path w="63500" h="133350">
                  <a:moveTo>
                    <a:pt x="63034" y="0"/>
                  </a:moveTo>
                  <a:lnTo>
                    <a:pt x="0" y="0"/>
                  </a:lnTo>
                  <a:lnTo>
                    <a:pt x="0" y="132917"/>
                  </a:lnTo>
                  <a:lnTo>
                    <a:pt x="63034" y="132917"/>
                  </a:lnTo>
                  <a:lnTo>
                    <a:pt x="63034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5" name="object 125" descr=""/>
          <p:cNvSpPr/>
          <p:nvPr/>
        </p:nvSpPr>
        <p:spPr>
          <a:xfrm>
            <a:off x="13576179" y="3621660"/>
            <a:ext cx="1797050" cy="447040"/>
          </a:xfrm>
          <a:custGeom>
            <a:avLst/>
            <a:gdLst/>
            <a:ahLst/>
            <a:cxnLst/>
            <a:rect l="l" t="t" r="r" b="b"/>
            <a:pathLst>
              <a:path w="1797050" h="447039">
                <a:moveTo>
                  <a:pt x="1071830" y="0"/>
                </a:moveTo>
                <a:lnTo>
                  <a:pt x="1023420" y="9166"/>
                </a:lnTo>
                <a:lnTo>
                  <a:pt x="975891" y="25344"/>
                </a:lnTo>
                <a:lnTo>
                  <a:pt x="930453" y="46049"/>
                </a:lnTo>
                <a:lnTo>
                  <a:pt x="886484" y="68928"/>
                </a:lnTo>
                <a:lnTo>
                  <a:pt x="842228" y="91660"/>
                </a:lnTo>
                <a:lnTo>
                  <a:pt x="797188" y="111810"/>
                </a:lnTo>
                <a:lnTo>
                  <a:pt x="750869" y="126943"/>
                </a:lnTo>
                <a:lnTo>
                  <a:pt x="702774" y="134623"/>
                </a:lnTo>
                <a:lnTo>
                  <a:pt x="648523" y="133678"/>
                </a:lnTo>
                <a:lnTo>
                  <a:pt x="593959" y="129758"/>
                </a:lnTo>
                <a:lnTo>
                  <a:pt x="541066" y="131505"/>
                </a:lnTo>
                <a:lnTo>
                  <a:pt x="491827" y="147565"/>
                </a:lnTo>
                <a:lnTo>
                  <a:pt x="460503" y="171416"/>
                </a:lnTo>
                <a:lnTo>
                  <a:pt x="433666" y="200970"/>
                </a:lnTo>
                <a:lnTo>
                  <a:pt x="407510" y="231582"/>
                </a:lnTo>
                <a:lnTo>
                  <a:pt x="378229" y="258608"/>
                </a:lnTo>
                <a:lnTo>
                  <a:pt x="344666" y="277533"/>
                </a:lnTo>
                <a:lnTo>
                  <a:pt x="307766" y="289262"/>
                </a:lnTo>
                <a:lnTo>
                  <a:pt x="268976" y="295729"/>
                </a:lnTo>
                <a:lnTo>
                  <a:pt x="229741" y="298869"/>
                </a:lnTo>
                <a:lnTo>
                  <a:pt x="190551" y="300924"/>
                </a:lnTo>
                <a:lnTo>
                  <a:pt x="151450" y="304313"/>
                </a:lnTo>
                <a:lnTo>
                  <a:pt x="113222" y="311233"/>
                </a:lnTo>
                <a:lnTo>
                  <a:pt x="76646" y="323884"/>
                </a:lnTo>
                <a:lnTo>
                  <a:pt x="43327" y="345026"/>
                </a:lnTo>
                <a:lnTo>
                  <a:pt x="16896" y="374249"/>
                </a:lnTo>
                <a:lnTo>
                  <a:pt x="1178" y="408993"/>
                </a:lnTo>
                <a:lnTo>
                  <a:pt x="0" y="446697"/>
                </a:lnTo>
                <a:lnTo>
                  <a:pt x="1796615" y="428970"/>
                </a:lnTo>
                <a:lnTo>
                  <a:pt x="1793589" y="387415"/>
                </a:lnTo>
                <a:lnTo>
                  <a:pt x="1774939" y="349008"/>
                </a:lnTo>
                <a:lnTo>
                  <a:pt x="1743985" y="314727"/>
                </a:lnTo>
                <a:lnTo>
                  <a:pt x="1704046" y="285548"/>
                </a:lnTo>
                <a:lnTo>
                  <a:pt x="1658439" y="262450"/>
                </a:lnTo>
                <a:lnTo>
                  <a:pt x="1610485" y="246412"/>
                </a:lnTo>
                <a:lnTo>
                  <a:pt x="1563502" y="238410"/>
                </a:lnTo>
                <a:lnTo>
                  <a:pt x="1525361" y="237001"/>
                </a:lnTo>
                <a:lnTo>
                  <a:pt x="1487102" y="236621"/>
                </a:lnTo>
                <a:lnTo>
                  <a:pt x="1449340" y="233879"/>
                </a:lnTo>
                <a:lnTo>
                  <a:pt x="1371715" y="204461"/>
                </a:lnTo>
                <a:lnTo>
                  <a:pt x="1336231" y="174870"/>
                </a:lnTo>
                <a:lnTo>
                  <a:pt x="1304103" y="139919"/>
                </a:lnTo>
                <a:lnTo>
                  <a:pt x="1273196" y="102913"/>
                </a:lnTo>
                <a:lnTo>
                  <a:pt x="1241376" y="67161"/>
                </a:lnTo>
                <a:lnTo>
                  <a:pt x="1206507" y="35970"/>
                </a:lnTo>
                <a:lnTo>
                  <a:pt x="1166456" y="12647"/>
                </a:lnTo>
                <a:lnTo>
                  <a:pt x="1119912" y="331"/>
                </a:lnTo>
                <a:lnTo>
                  <a:pt x="107183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 descr=""/>
          <p:cNvSpPr/>
          <p:nvPr/>
        </p:nvSpPr>
        <p:spPr>
          <a:xfrm>
            <a:off x="10728087" y="3457566"/>
            <a:ext cx="1563370" cy="389255"/>
          </a:xfrm>
          <a:custGeom>
            <a:avLst/>
            <a:gdLst/>
            <a:ahLst/>
            <a:cxnLst/>
            <a:rect l="l" t="t" r="r" b="b"/>
            <a:pathLst>
              <a:path w="1563370" h="389254">
                <a:moveTo>
                  <a:pt x="963848" y="0"/>
                </a:moveTo>
                <a:lnTo>
                  <a:pt x="911307" y="3763"/>
                </a:lnTo>
                <a:lnTo>
                  <a:pt x="859143" y="18747"/>
                </a:lnTo>
                <a:lnTo>
                  <a:pt x="809409" y="40726"/>
                </a:lnTo>
                <a:lnTo>
                  <a:pt x="761577" y="65670"/>
                </a:lnTo>
                <a:lnTo>
                  <a:pt x="713185" y="89585"/>
                </a:lnTo>
                <a:lnTo>
                  <a:pt x="663391" y="108335"/>
                </a:lnTo>
                <a:lnTo>
                  <a:pt x="611353" y="117782"/>
                </a:lnTo>
                <a:lnTo>
                  <a:pt x="564158" y="116958"/>
                </a:lnTo>
                <a:lnTo>
                  <a:pt x="516691" y="113548"/>
                </a:lnTo>
                <a:lnTo>
                  <a:pt x="470676" y="115071"/>
                </a:lnTo>
                <a:lnTo>
                  <a:pt x="427840" y="129048"/>
                </a:lnTo>
                <a:lnTo>
                  <a:pt x="400591" y="149792"/>
                </a:lnTo>
                <a:lnTo>
                  <a:pt x="377247" y="175499"/>
                </a:lnTo>
                <a:lnTo>
                  <a:pt x="354496" y="202126"/>
                </a:lnTo>
                <a:lnTo>
                  <a:pt x="329026" y="225632"/>
                </a:lnTo>
                <a:lnTo>
                  <a:pt x="267728" y="252301"/>
                </a:lnTo>
                <a:lnTo>
                  <a:pt x="199857" y="260657"/>
                </a:lnTo>
                <a:lnTo>
                  <a:pt x="165762" y="262446"/>
                </a:lnTo>
                <a:lnTo>
                  <a:pt x="131748" y="265396"/>
                </a:lnTo>
                <a:lnTo>
                  <a:pt x="66678" y="282426"/>
                </a:lnTo>
                <a:lnTo>
                  <a:pt x="14699" y="326239"/>
                </a:lnTo>
                <a:lnTo>
                  <a:pt x="0" y="389260"/>
                </a:lnTo>
                <a:lnTo>
                  <a:pt x="1562894" y="373837"/>
                </a:lnTo>
                <a:lnTo>
                  <a:pt x="1558423" y="331907"/>
                </a:lnTo>
                <a:lnTo>
                  <a:pt x="1536108" y="293896"/>
                </a:lnTo>
                <a:lnTo>
                  <a:pt x="1500535" y="261154"/>
                </a:lnTo>
                <a:lnTo>
                  <a:pt x="1456288" y="235034"/>
                </a:lnTo>
                <a:lnTo>
                  <a:pt x="1407953" y="216886"/>
                </a:lnTo>
                <a:lnTo>
                  <a:pt x="1360115" y="208062"/>
                </a:lnTo>
                <a:lnTo>
                  <a:pt x="1293647" y="206508"/>
                </a:lnTo>
                <a:lnTo>
                  <a:pt x="1260796" y="204123"/>
                </a:lnTo>
                <a:lnTo>
                  <a:pt x="1187845" y="174687"/>
                </a:lnTo>
                <a:lnTo>
                  <a:pt x="1152853" y="143032"/>
                </a:lnTo>
                <a:lnTo>
                  <a:pt x="1120993" y="106334"/>
                </a:lnTo>
                <a:lnTo>
                  <a:pt x="1089315" y="69164"/>
                </a:lnTo>
                <a:lnTo>
                  <a:pt x="1054871" y="36090"/>
                </a:lnTo>
                <a:lnTo>
                  <a:pt x="1014712" y="11680"/>
                </a:lnTo>
                <a:lnTo>
                  <a:pt x="963848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 descr=""/>
          <p:cNvSpPr/>
          <p:nvPr/>
        </p:nvSpPr>
        <p:spPr>
          <a:xfrm>
            <a:off x="4513831" y="8355691"/>
            <a:ext cx="78740" cy="0"/>
          </a:xfrm>
          <a:custGeom>
            <a:avLst/>
            <a:gdLst/>
            <a:ahLst/>
            <a:cxnLst/>
            <a:rect l="l" t="t" r="r" b="b"/>
            <a:pathLst>
              <a:path w="78739" h="0">
                <a:moveTo>
                  <a:pt x="0" y="0"/>
                </a:moveTo>
                <a:lnTo>
                  <a:pt x="7854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 descr=""/>
          <p:cNvSpPr/>
          <p:nvPr/>
        </p:nvSpPr>
        <p:spPr>
          <a:xfrm>
            <a:off x="4759352" y="8355691"/>
            <a:ext cx="5014595" cy="0"/>
          </a:xfrm>
          <a:custGeom>
            <a:avLst/>
            <a:gdLst/>
            <a:ahLst/>
            <a:cxnLst/>
            <a:rect l="l" t="t" r="r" b="b"/>
            <a:pathLst>
              <a:path w="5014595" h="0">
                <a:moveTo>
                  <a:pt x="0" y="0"/>
                </a:moveTo>
                <a:lnTo>
                  <a:pt x="501404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 descr=""/>
          <p:cNvSpPr/>
          <p:nvPr/>
        </p:nvSpPr>
        <p:spPr>
          <a:xfrm>
            <a:off x="14274235" y="8355691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5" h="0">
                <a:moveTo>
                  <a:pt x="0" y="0"/>
                </a:moveTo>
                <a:lnTo>
                  <a:pt x="167520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0" name="object 130" descr=""/>
          <p:cNvGrpSpPr/>
          <p:nvPr/>
        </p:nvGrpSpPr>
        <p:grpSpPr>
          <a:xfrm>
            <a:off x="8905933" y="2907288"/>
            <a:ext cx="5368925" cy="5448935"/>
            <a:chOff x="8905933" y="2907288"/>
            <a:chExt cx="5368925" cy="5448935"/>
          </a:xfrm>
        </p:grpSpPr>
        <p:sp>
          <p:nvSpPr>
            <p:cNvPr id="131" name="object 131" descr=""/>
            <p:cNvSpPr/>
            <p:nvPr/>
          </p:nvSpPr>
          <p:spPr>
            <a:xfrm>
              <a:off x="11563362" y="4579270"/>
              <a:ext cx="1876425" cy="1922780"/>
            </a:xfrm>
            <a:custGeom>
              <a:avLst/>
              <a:gdLst/>
              <a:ahLst/>
              <a:cxnLst/>
              <a:rect l="l" t="t" r="r" b="b"/>
              <a:pathLst>
                <a:path w="1876425" h="1922779">
                  <a:moveTo>
                    <a:pt x="1876183" y="236220"/>
                  </a:moveTo>
                  <a:lnTo>
                    <a:pt x="1767420" y="236220"/>
                  </a:lnTo>
                  <a:lnTo>
                    <a:pt x="1767420" y="0"/>
                  </a:lnTo>
                  <a:lnTo>
                    <a:pt x="117830" y="0"/>
                  </a:lnTo>
                  <a:lnTo>
                    <a:pt x="117830" y="236220"/>
                  </a:lnTo>
                  <a:lnTo>
                    <a:pt x="0" y="236220"/>
                  </a:lnTo>
                  <a:lnTo>
                    <a:pt x="0" y="1922780"/>
                  </a:lnTo>
                  <a:lnTo>
                    <a:pt x="1876183" y="1922780"/>
                  </a:lnTo>
                  <a:lnTo>
                    <a:pt x="1876183" y="23622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1563420" y="4811635"/>
              <a:ext cx="1823720" cy="8890"/>
            </a:xfrm>
            <a:custGeom>
              <a:avLst/>
              <a:gdLst/>
              <a:ahLst/>
              <a:cxnLst/>
              <a:rect l="l" t="t" r="r" b="b"/>
              <a:pathLst>
                <a:path w="1823719" h="8889">
                  <a:moveTo>
                    <a:pt x="911794" y="0"/>
                  </a:moveTo>
                  <a:lnTo>
                    <a:pt x="385921" y="761"/>
                  </a:lnTo>
                  <a:lnTo>
                    <a:pt x="124468" y="2060"/>
                  </a:lnTo>
                  <a:lnTo>
                    <a:pt x="32564" y="3052"/>
                  </a:lnTo>
                  <a:lnTo>
                    <a:pt x="0" y="4156"/>
                  </a:lnTo>
                  <a:lnTo>
                    <a:pt x="3725" y="4534"/>
                  </a:lnTo>
                  <a:lnTo>
                    <a:pt x="32564" y="5261"/>
                  </a:lnTo>
                  <a:lnTo>
                    <a:pt x="124468" y="6253"/>
                  </a:lnTo>
                  <a:lnTo>
                    <a:pt x="385921" y="7552"/>
                  </a:lnTo>
                  <a:lnTo>
                    <a:pt x="911794" y="8313"/>
                  </a:lnTo>
                  <a:lnTo>
                    <a:pt x="1437569" y="7552"/>
                  </a:lnTo>
                  <a:lnTo>
                    <a:pt x="1699027" y="6253"/>
                  </a:lnTo>
                  <a:lnTo>
                    <a:pt x="1790944" y="5261"/>
                  </a:lnTo>
                  <a:lnTo>
                    <a:pt x="1819788" y="4534"/>
                  </a:lnTo>
                  <a:lnTo>
                    <a:pt x="1823515" y="4156"/>
                  </a:lnTo>
                  <a:lnTo>
                    <a:pt x="1819788" y="3778"/>
                  </a:lnTo>
                  <a:lnTo>
                    <a:pt x="1790944" y="3052"/>
                  </a:lnTo>
                  <a:lnTo>
                    <a:pt x="1699027" y="2060"/>
                  </a:lnTo>
                  <a:lnTo>
                    <a:pt x="1437569" y="761"/>
                  </a:lnTo>
                  <a:lnTo>
                    <a:pt x="911794" y="0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1729747" y="4926980"/>
              <a:ext cx="1548130" cy="171450"/>
            </a:xfrm>
            <a:custGeom>
              <a:avLst/>
              <a:gdLst/>
              <a:ahLst/>
              <a:cxnLst/>
              <a:rect l="l" t="t" r="r" b="b"/>
              <a:pathLst>
                <a:path w="1548130" h="171450">
                  <a:moveTo>
                    <a:pt x="1547638" y="0"/>
                  </a:moveTo>
                  <a:lnTo>
                    <a:pt x="0" y="0"/>
                  </a:lnTo>
                  <a:lnTo>
                    <a:pt x="0" y="171198"/>
                  </a:lnTo>
                  <a:lnTo>
                    <a:pt x="1547638" y="171198"/>
                  </a:lnTo>
                  <a:lnTo>
                    <a:pt x="15476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1863281" y="4926976"/>
              <a:ext cx="1240155" cy="171450"/>
            </a:xfrm>
            <a:custGeom>
              <a:avLst/>
              <a:gdLst/>
              <a:ahLst/>
              <a:cxnLst/>
              <a:rect l="l" t="t" r="r" b="b"/>
              <a:pathLst>
                <a:path w="1240155" h="171450">
                  <a:moveTo>
                    <a:pt x="0" y="0"/>
                  </a:moveTo>
                  <a:lnTo>
                    <a:pt x="0" y="171198"/>
                  </a:lnTo>
                </a:path>
                <a:path w="1240155" h="171450">
                  <a:moveTo>
                    <a:pt x="137742" y="0"/>
                  </a:moveTo>
                  <a:lnTo>
                    <a:pt x="137742" y="171198"/>
                  </a:lnTo>
                </a:path>
                <a:path w="1240155" h="171450">
                  <a:moveTo>
                    <a:pt x="275486" y="0"/>
                  </a:moveTo>
                  <a:lnTo>
                    <a:pt x="275486" y="171198"/>
                  </a:lnTo>
                </a:path>
                <a:path w="1240155" h="171450">
                  <a:moveTo>
                    <a:pt x="413230" y="0"/>
                  </a:moveTo>
                  <a:lnTo>
                    <a:pt x="413230" y="171198"/>
                  </a:lnTo>
                </a:path>
                <a:path w="1240155" h="171450">
                  <a:moveTo>
                    <a:pt x="550972" y="0"/>
                  </a:moveTo>
                  <a:lnTo>
                    <a:pt x="550972" y="171198"/>
                  </a:lnTo>
                </a:path>
                <a:path w="1240155" h="171450">
                  <a:moveTo>
                    <a:pt x="688717" y="0"/>
                  </a:moveTo>
                  <a:lnTo>
                    <a:pt x="688717" y="171198"/>
                  </a:lnTo>
                </a:path>
                <a:path w="1240155" h="171450">
                  <a:moveTo>
                    <a:pt x="826459" y="0"/>
                  </a:moveTo>
                  <a:lnTo>
                    <a:pt x="826459" y="171198"/>
                  </a:lnTo>
                </a:path>
                <a:path w="1240155" h="171450">
                  <a:moveTo>
                    <a:pt x="964205" y="0"/>
                  </a:moveTo>
                  <a:lnTo>
                    <a:pt x="964205" y="171198"/>
                  </a:lnTo>
                </a:path>
                <a:path w="1240155" h="171450">
                  <a:moveTo>
                    <a:pt x="1101948" y="0"/>
                  </a:moveTo>
                  <a:lnTo>
                    <a:pt x="1101948" y="171198"/>
                  </a:lnTo>
                </a:path>
                <a:path w="1240155" h="171450">
                  <a:moveTo>
                    <a:pt x="1239692" y="0"/>
                  </a:moveTo>
                  <a:lnTo>
                    <a:pt x="1239692" y="171198"/>
                  </a:lnTo>
                </a:path>
              </a:pathLst>
            </a:custGeom>
            <a:ln w="8313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1729747" y="5223380"/>
              <a:ext cx="1548130" cy="171450"/>
            </a:xfrm>
            <a:custGeom>
              <a:avLst/>
              <a:gdLst/>
              <a:ahLst/>
              <a:cxnLst/>
              <a:rect l="l" t="t" r="r" b="b"/>
              <a:pathLst>
                <a:path w="1548130" h="171450">
                  <a:moveTo>
                    <a:pt x="1547638" y="0"/>
                  </a:moveTo>
                  <a:lnTo>
                    <a:pt x="0" y="0"/>
                  </a:lnTo>
                  <a:lnTo>
                    <a:pt x="0" y="171198"/>
                  </a:lnTo>
                  <a:lnTo>
                    <a:pt x="1547638" y="171198"/>
                  </a:lnTo>
                  <a:lnTo>
                    <a:pt x="15476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1863281" y="5223381"/>
              <a:ext cx="1240155" cy="171450"/>
            </a:xfrm>
            <a:custGeom>
              <a:avLst/>
              <a:gdLst/>
              <a:ahLst/>
              <a:cxnLst/>
              <a:rect l="l" t="t" r="r" b="b"/>
              <a:pathLst>
                <a:path w="1240155" h="171450">
                  <a:moveTo>
                    <a:pt x="0" y="0"/>
                  </a:moveTo>
                  <a:lnTo>
                    <a:pt x="0" y="171198"/>
                  </a:lnTo>
                </a:path>
                <a:path w="1240155" h="171450">
                  <a:moveTo>
                    <a:pt x="137742" y="0"/>
                  </a:moveTo>
                  <a:lnTo>
                    <a:pt x="137742" y="171198"/>
                  </a:lnTo>
                </a:path>
                <a:path w="1240155" h="171450">
                  <a:moveTo>
                    <a:pt x="275486" y="0"/>
                  </a:moveTo>
                  <a:lnTo>
                    <a:pt x="275486" y="171198"/>
                  </a:lnTo>
                </a:path>
                <a:path w="1240155" h="171450">
                  <a:moveTo>
                    <a:pt x="413230" y="0"/>
                  </a:moveTo>
                  <a:lnTo>
                    <a:pt x="413230" y="171198"/>
                  </a:lnTo>
                </a:path>
                <a:path w="1240155" h="171450">
                  <a:moveTo>
                    <a:pt x="550972" y="0"/>
                  </a:moveTo>
                  <a:lnTo>
                    <a:pt x="550972" y="171198"/>
                  </a:lnTo>
                </a:path>
                <a:path w="1240155" h="171450">
                  <a:moveTo>
                    <a:pt x="688717" y="0"/>
                  </a:moveTo>
                  <a:lnTo>
                    <a:pt x="688717" y="171198"/>
                  </a:lnTo>
                </a:path>
                <a:path w="1240155" h="171450">
                  <a:moveTo>
                    <a:pt x="826459" y="0"/>
                  </a:moveTo>
                  <a:lnTo>
                    <a:pt x="826459" y="171198"/>
                  </a:lnTo>
                </a:path>
                <a:path w="1240155" h="171450">
                  <a:moveTo>
                    <a:pt x="964205" y="0"/>
                  </a:moveTo>
                  <a:lnTo>
                    <a:pt x="964205" y="171198"/>
                  </a:lnTo>
                </a:path>
                <a:path w="1240155" h="171450">
                  <a:moveTo>
                    <a:pt x="1101948" y="0"/>
                  </a:moveTo>
                  <a:lnTo>
                    <a:pt x="1101948" y="171198"/>
                  </a:lnTo>
                </a:path>
                <a:path w="1240155" h="171450">
                  <a:moveTo>
                    <a:pt x="1239692" y="0"/>
                  </a:moveTo>
                  <a:lnTo>
                    <a:pt x="1239692" y="171198"/>
                  </a:lnTo>
                </a:path>
              </a:pathLst>
            </a:custGeom>
            <a:ln w="8313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1729747" y="5519779"/>
              <a:ext cx="1548130" cy="171450"/>
            </a:xfrm>
            <a:custGeom>
              <a:avLst/>
              <a:gdLst/>
              <a:ahLst/>
              <a:cxnLst/>
              <a:rect l="l" t="t" r="r" b="b"/>
              <a:pathLst>
                <a:path w="1548130" h="171450">
                  <a:moveTo>
                    <a:pt x="1547638" y="0"/>
                  </a:moveTo>
                  <a:lnTo>
                    <a:pt x="0" y="0"/>
                  </a:lnTo>
                  <a:lnTo>
                    <a:pt x="0" y="171198"/>
                  </a:lnTo>
                  <a:lnTo>
                    <a:pt x="1547638" y="171198"/>
                  </a:lnTo>
                  <a:lnTo>
                    <a:pt x="15476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1863281" y="5519784"/>
              <a:ext cx="1240155" cy="171450"/>
            </a:xfrm>
            <a:custGeom>
              <a:avLst/>
              <a:gdLst/>
              <a:ahLst/>
              <a:cxnLst/>
              <a:rect l="l" t="t" r="r" b="b"/>
              <a:pathLst>
                <a:path w="1240155" h="171450">
                  <a:moveTo>
                    <a:pt x="0" y="0"/>
                  </a:moveTo>
                  <a:lnTo>
                    <a:pt x="0" y="171198"/>
                  </a:lnTo>
                </a:path>
                <a:path w="1240155" h="171450">
                  <a:moveTo>
                    <a:pt x="137742" y="0"/>
                  </a:moveTo>
                  <a:lnTo>
                    <a:pt x="137742" y="171198"/>
                  </a:lnTo>
                </a:path>
                <a:path w="1240155" h="171450">
                  <a:moveTo>
                    <a:pt x="275486" y="0"/>
                  </a:moveTo>
                  <a:lnTo>
                    <a:pt x="275486" y="171198"/>
                  </a:lnTo>
                </a:path>
                <a:path w="1240155" h="171450">
                  <a:moveTo>
                    <a:pt x="413230" y="0"/>
                  </a:moveTo>
                  <a:lnTo>
                    <a:pt x="413230" y="171198"/>
                  </a:lnTo>
                </a:path>
                <a:path w="1240155" h="171450">
                  <a:moveTo>
                    <a:pt x="550972" y="0"/>
                  </a:moveTo>
                  <a:lnTo>
                    <a:pt x="550972" y="171198"/>
                  </a:lnTo>
                </a:path>
                <a:path w="1240155" h="171450">
                  <a:moveTo>
                    <a:pt x="688717" y="0"/>
                  </a:moveTo>
                  <a:lnTo>
                    <a:pt x="688717" y="171198"/>
                  </a:lnTo>
                </a:path>
                <a:path w="1240155" h="171450">
                  <a:moveTo>
                    <a:pt x="826459" y="0"/>
                  </a:moveTo>
                  <a:lnTo>
                    <a:pt x="826459" y="171198"/>
                  </a:lnTo>
                </a:path>
                <a:path w="1240155" h="171450">
                  <a:moveTo>
                    <a:pt x="964205" y="0"/>
                  </a:moveTo>
                  <a:lnTo>
                    <a:pt x="964205" y="171198"/>
                  </a:lnTo>
                </a:path>
                <a:path w="1240155" h="171450">
                  <a:moveTo>
                    <a:pt x="1101948" y="0"/>
                  </a:moveTo>
                  <a:lnTo>
                    <a:pt x="1101948" y="171198"/>
                  </a:lnTo>
                </a:path>
                <a:path w="1240155" h="171450">
                  <a:moveTo>
                    <a:pt x="1239692" y="0"/>
                  </a:moveTo>
                  <a:lnTo>
                    <a:pt x="1239692" y="171198"/>
                  </a:lnTo>
                </a:path>
              </a:pathLst>
            </a:custGeom>
            <a:ln w="8313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1729747" y="5816189"/>
              <a:ext cx="1548130" cy="171450"/>
            </a:xfrm>
            <a:custGeom>
              <a:avLst/>
              <a:gdLst/>
              <a:ahLst/>
              <a:cxnLst/>
              <a:rect l="l" t="t" r="r" b="b"/>
              <a:pathLst>
                <a:path w="1548130" h="171450">
                  <a:moveTo>
                    <a:pt x="1547638" y="0"/>
                  </a:moveTo>
                  <a:lnTo>
                    <a:pt x="0" y="0"/>
                  </a:lnTo>
                  <a:lnTo>
                    <a:pt x="0" y="171198"/>
                  </a:lnTo>
                  <a:lnTo>
                    <a:pt x="1547638" y="171198"/>
                  </a:lnTo>
                  <a:lnTo>
                    <a:pt x="15476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1863281" y="5816187"/>
              <a:ext cx="1240155" cy="171450"/>
            </a:xfrm>
            <a:custGeom>
              <a:avLst/>
              <a:gdLst/>
              <a:ahLst/>
              <a:cxnLst/>
              <a:rect l="l" t="t" r="r" b="b"/>
              <a:pathLst>
                <a:path w="1240155" h="171450">
                  <a:moveTo>
                    <a:pt x="0" y="0"/>
                  </a:moveTo>
                  <a:lnTo>
                    <a:pt x="0" y="171198"/>
                  </a:lnTo>
                </a:path>
                <a:path w="1240155" h="171450">
                  <a:moveTo>
                    <a:pt x="137742" y="0"/>
                  </a:moveTo>
                  <a:lnTo>
                    <a:pt x="137742" y="171198"/>
                  </a:lnTo>
                </a:path>
                <a:path w="1240155" h="171450">
                  <a:moveTo>
                    <a:pt x="275486" y="0"/>
                  </a:moveTo>
                  <a:lnTo>
                    <a:pt x="275486" y="171198"/>
                  </a:lnTo>
                </a:path>
                <a:path w="1240155" h="171450">
                  <a:moveTo>
                    <a:pt x="413230" y="0"/>
                  </a:moveTo>
                  <a:lnTo>
                    <a:pt x="413230" y="171198"/>
                  </a:lnTo>
                </a:path>
                <a:path w="1240155" h="171450">
                  <a:moveTo>
                    <a:pt x="550972" y="0"/>
                  </a:moveTo>
                  <a:lnTo>
                    <a:pt x="550972" y="171198"/>
                  </a:lnTo>
                </a:path>
                <a:path w="1240155" h="171450">
                  <a:moveTo>
                    <a:pt x="688717" y="0"/>
                  </a:moveTo>
                  <a:lnTo>
                    <a:pt x="688717" y="171198"/>
                  </a:lnTo>
                </a:path>
                <a:path w="1240155" h="171450">
                  <a:moveTo>
                    <a:pt x="826459" y="0"/>
                  </a:moveTo>
                  <a:lnTo>
                    <a:pt x="826459" y="171198"/>
                  </a:lnTo>
                </a:path>
                <a:path w="1240155" h="171450">
                  <a:moveTo>
                    <a:pt x="964205" y="0"/>
                  </a:moveTo>
                  <a:lnTo>
                    <a:pt x="964205" y="171198"/>
                  </a:lnTo>
                </a:path>
                <a:path w="1240155" h="171450">
                  <a:moveTo>
                    <a:pt x="1101948" y="0"/>
                  </a:moveTo>
                  <a:lnTo>
                    <a:pt x="1101948" y="171198"/>
                  </a:lnTo>
                </a:path>
                <a:path w="1240155" h="171450">
                  <a:moveTo>
                    <a:pt x="1239692" y="0"/>
                  </a:moveTo>
                  <a:lnTo>
                    <a:pt x="1239692" y="171198"/>
                  </a:lnTo>
                </a:path>
              </a:pathLst>
            </a:custGeom>
            <a:ln w="8313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1729747" y="6112588"/>
              <a:ext cx="1548130" cy="171450"/>
            </a:xfrm>
            <a:custGeom>
              <a:avLst/>
              <a:gdLst/>
              <a:ahLst/>
              <a:cxnLst/>
              <a:rect l="l" t="t" r="r" b="b"/>
              <a:pathLst>
                <a:path w="1548130" h="171450">
                  <a:moveTo>
                    <a:pt x="1547638" y="0"/>
                  </a:moveTo>
                  <a:lnTo>
                    <a:pt x="0" y="0"/>
                  </a:lnTo>
                  <a:lnTo>
                    <a:pt x="0" y="171198"/>
                  </a:lnTo>
                  <a:lnTo>
                    <a:pt x="1547638" y="171198"/>
                  </a:lnTo>
                  <a:lnTo>
                    <a:pt x="15476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1863281" y="6112591"/>
              <a:ext cx="1240155" cy="171450"/>
            </a:xfrm>
            <a:custGeom>
              <a:avLst/>
              <a:gdLst/>
              <a:ahLst/>
              <a:cxnLst/>
              <a:rect l="l" t="t" r="r" b="b"/>
              <a:pathLst>
                <a:path w="1240155" h="171450">
                  <a:moveTo>
                    <a:pt x="0" y="0"/>
                  </a:moveTo>
                  <a:lnTo>
                    <a:pt x="0" y="171198"/>
                  </a:lnTo>
                </a:path>
                <a:path w="1240155" h="171450">
                  <a:moveTo>
                    <a:pt x="137742" y="0"/>
                  </a:moveTo>
                  <a:lnTo>
                    <a:pt x="137742" y="171198"/>
                  </a:lnTo>
                </a:path>
                <a:path w="1240155" h="171450">
                  <a:moveTo>
                    <a:pt x="275486" y="0"/>
                  </a:moveTo>
                  <a:lnTo>
                    <a:pt x="275486" y="171198"/>
                  </a:lnTo>
                </a:path>
                <a:path w="1240155" h="171450">
                  <a:moveTo>
                    <a:pt x="413230" y="0"/>
                  </a:moveTo>
                  <a:lnTo>
                    <a:pt x="413230" y="171198"/>
                  </a:lnTo>
                </a:path>
                <a:path w="1240155" h="171450">
                  <a:moveTo>
                    <a:pt x="550972" y="0"/>
                  </a:moveTo>
                  <a:lnTo>
                    <a:pt x="550972" y="171198"/>
                  </a:lnTo>
                </a:path>
                <a:path w="1240155" h="171450">
                  <a:moveTo>
                    <a:pt x="688717" y="0"/>
                  </a:moveTo>
                  <a:lnTo>
                    <a:pt x="688717" y="171198"/>
                  </a:lnTo>
                </a:path>
                <a:path w="1240155" h="171450">
                  <a:moveTo>
                    <a:pt x="826459" y="0"/>
                  </a:moveTo>
                  <a:lnTo>
                    <a:pt x="826459" y="171198"/>
                  </a:lnTo>
                </a:path>
                <a:path w="1240155" h="171450">
                  <a:moveTo>
                    <a:pt x="964205" y="0"/>
                  </a:moveTo>
                  <a:lnTo>
                    <a:pt x="964205" y="171198"/>
                  </a:lnTo>
                </a:path>
                <a:path w="1240155" h="171450">
                  <a:moveTo>
                    <a:pt x="1101948" y="0"/>
                  </a:moveTo>
                  <a:lnTo>
                    <a:pt x="1101948" y="171198"/>
                  </a:lnTo>
                </a:path>
                <a:path w="1240155" h="171450">
                  <a:moveTo>
                    <a:pt x="1239692" y="0"/>
                  </a:moveTo>
                  <a:lnTo>
                    <a:pt x="1239692" y="171198"/>
                  </a:lnTo>
                </a:path>
              </a:pathLst>
            </a:custGeom>
            <a:ln w="8313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9773398" y="6438181"/>
              <a:ext cx="4500880" cy="1917700"/>
            </a:xfrm>
            <a:custGeom>
              <a:avLst/>
              <a:gdLst/>
              <a:ahLst/>
              <a:cxnLst/>
              <a:rect l="l" t="t" r="r" b="b"/>
              <a:pathLst>
                <a:path w="4500880" h="1917700">
                  <a:moveTo>
                    <a:pt x="4500836" y="0"/>
                  </a:moveTo>
                  <a:lnTo>
                    <a:pt x="0" y="0"/>
                  </a:lnTo>
                  <a:lnTo>
                    <a:pt x="0" y="1917512"/>
                  </a:lnTo>
                  <a:lnTo>
                    <a:pt x="4500836" y="1917512"/>
                  </a:lnTo>
                  <a:lnTo>
                    <a:pt x="4500836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0974231" y="6787594"/>
              <a:ext cx="2970530" cy="414655"/>
            </a:xfrm>
            <a:custGeom>
              <a:avLst/>
              <a:gdLst/>
              <a:ahLst/>
              <a:cxnLst/>
              <a:rect l="l" t="t" r="r" b="b"/>
              <a:pathLst>
                <a:path w="2970530" h="414654">
                  <a:moveTo>
                    <a:pt x="2970276" y="0"/>
                  </a:moveTo>
                  <a:lnTo>
                    <a:pt x="0" y="0"/>
                  </a:lnTo>
                  <a:lnTo>
                    <a:pt x="0" y="414332"/>
                  </a:lnTo>
                  <a:lnTo>
                    <a:pt x="2970276" y="414332"/>
                  </a:lnTo>
                  <a:lnTo>
                    <a:pt x="29702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1405565" y="7541634"/>
              <a:ext cx="1694180" cy="814069"/>
            </a:xfrm>
            <a:custGeom>
              <a:avLst/>
              <a:gdLst/>
              <a:ahLst/>
              <a:cxnLst/>
              <a:rect l="l" t="t" r="r" b="b"/>
              <a:pathLst>
                <a:path w="1694180" h="814070">
                  <a:moveTo>
                    <a:pt x="813904" y="0"/>
                  </a:moveTo>
                  <a:lnTo>
                    <a:pt x="0" y="0"/>
                  </a:lnTo>
                  <a:lnTo>
                    <a:pt x="0" y="814070"/>
                  </a:lnTo>
                  <a:lnTo>
                    <a:pt x="813904" y="814070"/>
                  </a:lnTo>
                  <a:lnTo>
                    <a:pt x="813904" y="0"/>
                  </a:lnTo>
                  <a:close/>
                </a:path>
                <a:path w="1694180" h="814070">
                  <a:moveTo>
                    <a:pt x="1694103" y="0"/>
                  </a:moveTo>
                  <a:lnTo>
                    <a:pt x="874763" y="0"/>
                  </a:lnTo>
                  <a:lnTo>
                    <a:pt x="874763" y="814070"/>
                  </a:lnTo>
                  <a:lnTo>
                    <a:pt x="1694103" y="814070"/>
                  </a:lnTo>
                  <a:lnTo>
                    <a:pt x="1694103" y="0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0792650" y="6518522"/>
              <a:ext cx="3330575" cy="1101090"/>
            </a:xfrm>
            <a:custGeom>
              <a:avLst/>
              <a:gdLst/>
              <a:ahLst/>
              <a:cxnLst/>
              <a:rect l="l" t="t" r="r" b="b"/>
              <a:pathLst>
                <a:path w="3330575" h="1101090">
                  <a:moveTo>
                    <a:pt x="403301" y="936548"/>
                  </a:moveTo>
                  <a:lnTo>
                    <a:pt x="400189" y="936548"/>
                  </a:lnTo>
                  <a:lnTo>
                    <a:pt x="400189" y="1096505"/>
                  </a:lnTo>
                  <a:lnTo>
                    <a:pt x="397433" y="1096340"/>
                  </a:lnTo>
                  <a:lnTo>
                    <a:pt x="369849" y="1095667"/>
                  </a:lnTo>
                  <a:lnTo>
                    <a:pt x="8153" y="1092708"/>
                  </a:lnTo>
                  <a:lnTo>
                    <a:pt x="8229" y="1053744"/>
                  </a:lnTo>
                  <a:lnTo>
                    <a:pt x="8331" y="947318"/>
                  </a:lnTo>
                  <a:lnTo>
                    <a:pt x="8331" y="943584"/>
                  </a:lnTo>
                  <a:lnTo>
                    <a:pt x="397497" y="942352"/>
                  </a:lnTo>
                  <a:lnTo>
                    <a:pt x="399034" y="1053744"/>
                  </a:lnTo>
                  <a:lnTo>
                    <a:pt x="399961" y="1092555"/>
                  </a:lnTo>
                  <a:lnTo>
                    <a:pt x="400189" y="1096505"/>
                  </a:lnTo>
                  <a:lnTo>
                    <a:pt x="400189" y="936548"/>
                  </a:lnTo>
                  <a:lnTo>
                    <a:pt x="4191" y="935291"/>
                  </a:lnTo>
                  <a:lnTo>
                    <a:pt x="12" y="939444"/>
                  </a:lnTo>
                  <a:lnTo>
                    <a:pt x="88" y="1020267"/>
                  </a:lnTo>
                  <a:lnTo>
                    <a:pt x="190" y="1100683"/>
                  </a:lnTo>
                  <a:lnTo>
                    <a:pt x="371640" y="1097673"/>
                  </a:lnTo>
                  <a:lnTo>
                    <a:pt x="393242" y="1097165"/>
                  </a:lnTo>
                  <a:lnTo>
                    <a:pt x="398081" y="1097000"/>
                  </a:lnTo>
                  <a:lnTo>
                    <a:pt x="400532" y="1096848"/>
                  </a:lnTo>
                  <a:lnTo>
                    <a:pt x="400786" y="1092555"/>
                  </a:lnTo>
                  <a:lnTo>
                    <a:pt x="400989" y="1085265"/>
                  </a:lnTo>
                  <a:lnTo>
                    <a:pt x="401688" y="1055497"/>
                  </a:lnTo>
                  <a:lnTo>
                    <a:pt x="403263" y="939444"/>
                  </a:lnTo>
                  <a:lnTo>
                    <a:pt x="403275" y="938530"/>
                  </a:lnTo>
                  <a:lnTo>
                    <a:pt x="403301" y="936548"/>
                  </a:lnTo>
                  <a:close/>
                </a:path>
                <a:path w="3330575" h="1101090">
                  <a:moveTo>
                    <a:pt x="588175" y="774636"/>
                  </a:moveTo>
                  <a:lnTo>
                    <a:pt x="191985" y="774636"/>
                  </a:lnTo>
                  <a:lnTo>
                    <a:pt x="191985" y="931862"/>
                  </a:lnTo>
                  <a:lnTo>
                    <a:pt x="588175" y="931862"/>
                  </a:lnTo>
                  <a:lnTo>
                    <a:pt x="588175" y="774636"/>
                  </a:lnTo>
                  <a:close/>
                </a:path>
                <a:path w="3330575" h="1101090">
                  <a:moveTo>
                    <a:pt x="3330117" y="1270"/>
                  </a:moveTo>
                  <a:lnTo>
                    <a:pt x="3327006" y="1270"/>
                  </a:lnTo>
                  <a:lnTo>
                    <a:pt x="3327006" y="161226"/>
                  </a:lnTo>
                  <a:lnTo>
                    <a:pt x="3324250" y="161061"/>
                  </a:lnTo>
                  <a:lnTo>
                    <a:pt x="3296666" y="160388"/>
                  </a:lnTo>
                  <a:lnTo>
                    <a:pt x="2934970" y="157429"/>
                  </a:lnTo>
                  <a:lnTo>
                    <a:pt x="2935046" y="118465"/>
                  </a:lnTo>
                  <a:lnTo>
                    <a:pt x="2935147" y="12039"/>
                  </a:lnTo>
                  <a:lnTo>
                    <a:pt x="2935147" y="8305"/>
                  </a:lnTo>
                  <a:lnTo>
                    <a:pt x="3324314" y="7073"/>
                  </a:lnTo>
                  <a:lnTo>
                    <a:pt x="3325850" y="118465"/>
                  </a:lnTo>
                  <a:lnTo>
                    <a:pt x="3326777" y="157264"/>
                  </a:lnTo>
                  <a:lnTo>
                    <a:pt x="3327006" y="161226"/>
                  </a:lnTo>
                  <a:lnTo>
                    <a:pt x="3327006" y="1270"/>
                  </a:lnTo>
                  <a:lnTo>
                    <a:pt x="2931007" y="0"/>
                  </a:lnTo>
                  <a:lnTo>
                    <a:pt x="2926829" y="4165"/>
                  </a:lnTo>
                  <a:lnTo>
                    <a:pt x="2926715" y="4292"/>
                  </a:lnTo>
                  <a:lnTo>
                    <a:pt x="2926905" y="84988"/>
                  </a:lnTo>
                  <a:lnTo>
                    <a:pt x="2927007" y="165404"/>
                  </a:lnTo>
                  <a:lnTo>
                    <a:pt x="3298456" y="162394"/>
                  </a:lnTo>
                  <a:lnTo>
                    <a:pt x="3320046" y="161886"/>
                  </a:lnTo>
                  <a:lnTo>
                    <a:pt x="3324910" y="161709"/>
                  </a:lnTo>
                  <a:lnTo>
                    <a:pt x="3327336" y="161569"/>
                  </a:lnTo>
                  <a:lnTo>
                    <a:pt x="3327603" y="157264"/>
                  </a:lnTo>
                  <a:lnTo>
                    <a:pt x="3327806" y="149974"/>
                  </a:lnTo>
                  <a:lnTo>
                    <a:pt x="3328505" y="120205"/>
                  </a:lnTo>
                  <a:lnTo>
                    <a:pt x="3330079" y="4165"/>
                  </a:lnTo>
                  <a:lnTo>
                    <a:pt x="3330092" y="3251"/>
                  </a:lnTo>
                  <a:lnTo>
                    <a:pt x="3330117" y="1270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0974222" y="6761613"/>
              <a:ext cx="2974975" cy="466725"/>
            </a:xfrm>
            <a:custGeom>
              <a:avLst/>
              <a:gdLst/>
              <a:ahLst/>
              <a:cxnLst/>
              <a:rect l="l" t="t" r="r" b="b"/>
              <a:pathLst>
                <a:path w="2974975" h="466725">
                  <a:moveTo>
                    <a:pt x="2974429" y="233172"/>
                  </a:moveTo>
                  <a:lnTo>
                    <a:pt x="2974213" y="159461"/>
                  </a:lnTo>
                  <a:lnTo>
                    <a:pt x="2973628" y="95453"/>
                  </a:lnTo>
                  <a:lnTo>
                    <a:pt x="2972727" y="44983"/>
                  </a:lnTo>
                  <a:lnTo>
                    <a:pt x="2970276" y="0"/>
                  </a:lnTo>
                  <a:lnTo>
                    <a:pt x="2968968" y="11874"/>
                  </a:lnTo>
                  <a:lnTo>
                    <a:pt x="2967825" y="44983"/>
                  </a:lnTo>
                  <a:lnTo>
                    <a:pt x="2966923" y="95453"/>
                  </a:lnTo>
                  <a:lnTo>
                    <a:pt x="2966326" y="159461"/>
                  </a:lnTo>
                  <a:lnTo>
                    <a:pt x="2966135" y="228028"/>
                  </a:lnTo>
                  <a:lnTo>
                    <a:pt x="2933662" y="227368"/>
                  </a:lnTo>
                  <a:lnTo>
                    <a:pt x="2787078" y="226504"/>
                  </a:lnTo>
                  <a:lnTo>
                    <a:pt x="2786900" y="159461"/>
                  </a:lnTo>
                  <a:lnTo>
                    <a:pt x="2786303" y="95453"/>
                  </a:lnTo>
                  <a:lnTo>
                    <a:pt x="2785402" y="44983"/>
                  </a:lnTo>
                  <a:lnTo>
                    <a:pt x="2784259" y="11874"/>
                  </a:lnTo>
                  <a:lnTo>
                    <a:pt x="2782951" y="0"/>
                  </a:lnTo>
                  <a:lnTo>
                    <a:pt x="2781643" y="11874"/>
                  </a:lnTo>
                  <a:lnTo>
                    <a:pt x="2780500" y="44983"/>
                  </a:lnTo>
                  <a:lnTo>
                    <a:pt x="2779598" y="95453"/>
                  </a:lnTo>
                  <a:lnTo>
                    <a:pt x="2779001" y="159461"/>
                  </a:lnTo>
                  <a:lnTo>
                    <a:pt x="2778810" y="226453"/>
                  </a:lnTo>
                  <a:lnTo>
                    <a:pt x="2664815" y="225767"/>
                  </a:lnTo>
                  <a:lnTo>
                    <a:pt x="2599753" y="225691"/>
                  </a:lnTo>
                  <a:lnTo>
                    <a:pt x="2599563" y="159461"/>
                  </a:lnTo>
                  <a:lnTo>
                    <a:pt x="2598978" y="95453"/>
                  </a:lnTo>
                  <a:lnTo>
                    <a:pt x="2598077" y="44983"/>
                  </a:lnTo>
                  <a:lnTo>
                    <a:pt x="2596934" y="11874"/>
                  </a:lnTo>
                  <a:lnTo>
                    <a:pt x="2595626" y="0"/>
                  </a:lnTo>
                  <a:lnTo>
                    <a:pt x="2594305" y="11874"/>
                  </a:lnTo>
                  <a:lnTo>
                    <a:pt x="2593175" y="44983"/>
                  </a:lnTo>
                  <a:lnTo>
                    <a:pt x="2592273" y="95453"/>
                  </a:lnTo>
                  <a:lnTo>
                    <a:pt x="2591676" y="159461"/>
                  </a:lnTo>
                  <a:lnTo>
                    <a:pt x="2591485" y="225679"/>
                  </a:lnTo>
                  <a:lnTo>
                    <a:pt x="2412428" y="225437"/>
                  </a:lnTo>
                  <a:lnTo>
                    <a:pt x="2412250" y="159461"/>
                  </a:lnTo>
                  <a:lnTo>
                    <a:pt x="2411653" y="95453"/>
                  </a:lnTo>
                  <a:lnTo>
                    <a:pt x="2410752" y="44983"/>
                  </a:lnTo>
                  <a:lnTo>
                    <a:pt x="2408301" y="0"/>
                  </a:lnTo>
                  <a:lnTo>
                    <a:pt x="2406993" y="11874"/>
                  </a:lnTo>
                  <a:lnTo>
                    <a:pt x="2405850" y="44983"/>
                  </a:lnTo>
                  <a:lnTo>
                    <a:pt x="2404948" y="95453"/>
                  </a:lnTo>
                  <a:lnTo>
                    <a:pt x="2404351" y="159461"/>
                  </a:lnTo>
                  <a:lnTo>
                    <a:pt x="2404160" y="225425"/>
                  </a:lnTo>
                  <a:lnTo>
                    <a:pt x="2225103" y="225183"/>
                  </a:lnTo>
                  <a:lnTo>
                    <a:pt x="2224925" y="159461"/>
                  </a:lnTo>
                  <a:lnTo>
                    <a:pt x="2224328" y="95453"/>
                  </a:lnTo>
                  <a:lnTo>
                    <a:pt x="2223427" y="44983"/>
                  </a:lnTo>
                  <a:lnTo>
                    <a:pt x="2220976" y="0"/>
                  </a:lnTo>
                  <a:lnTo>
                    <a:pt x="2219668" y="11874"/>
                  </a:lnTo>
                  <a:lnTo>
                    <a:pt x="2218525" y="44983"/>
                  </a:lnTo>
                  <a:lnTo>
                    <a:pt x="2217623" y="95453"/>
                  </a:lnTo>
                  <a:lnTo>
                    <a:pt x="2217026" y="159461"/>
                  </a:lnTo>
                  <a:lnTo>
                    <a:pt x="2216835" y="225171"/>
                  </a:lnTo>
                  <a:lnTo>
                    <a:pt x="2037778" y="224917"/>
                  </a:lnTo>
                  <a:lnTo>
                    <a:pt x="2037600" y="159461"/>
                  </a:lnTo>
                  <a:lnTo>
                    <a:pt x="2037003" y="95453"/>
                  </a:lnTo>
                  <a:lnTo>
                    <a:pt x="2036102" y="44983"/>
                  </a:lnTo>
                  <a:lnTo>
                    <a:pt x="2033651" y="0"/>
                  </a:lnTo>
                  <a:lnTo>
                    <a:pt x="2032342" y="11874"/>
                  </a:lnTo>
                  <a:lnTo>
                    <a:pt x="2031199" y="44983"/>
                  </a:lnTo>
                  <a:lnTo>
                    <a:pt x="2030298" y="95453"/>
                  </a:lnTo>
                  <a:lnTo>
                    <a:pt x="2029701" y="159461"/>
                  </a:lnTo>
                  <a:lnTo>
                    <a:pt x="2029510" y="224904"/>
                  </a:lnTo>
                  <a:lnTo>
                    <a:pt x="1850453" y="224650"/>
                  </a:lnTo>
                  <a:lnTo>
                    <a:pt x="1850275" y="159461"/>
                  </a:lnTo>
                  <a:lnTo>
                    <a:pt x="1849678" y="95453"/>
                  </a:lnTo>
                  <a:lnTo>
                    <a:pt x="1848777" y="44983"/>
                  </a:lnTo>
                  <a:lnTo>
                    <a:pt x="1846326" y="0"/>
                  </a:lnTo>
                  <a:lnTo>
                    <a:pt x="1845017" y="11874"/>
                  </a:lnTo>
                  <a:lnTo>
                    <a:pt x="1843874" y="44983"/>
                  </a:lnTo>
                  <a:lnTo>
                    <a:pt x="1842973" y="95453"/>
                  </a:lnTo>
                  <a:lnTo>
                    <a:pt x="1842376" y="159461"/>
                  </a:lnTo>
                  <a:lnTo>
                    <a:pt x="1842185" y="224637"/>
                  </a:lnTo>
                  <a:lnTo>
                    <a:pt x="1663128" y="224383"/>
                  </a:lnTo>
                  <a:lnTo>
                    <a:pt x="1662950" y="159461"/>
                  </a:lnTo>
                  <a:lnTo>
                    <a:pt x="1662353" y="95453"/>
                  </a:lnTo>
                  <a:lnTo>
                    <a:pt x="1661452" y="44983"/>
                  </a:lnTo>
                  <a:lnTo>
                    <a:pt x="1659001" y="0"/>
                  </a:lnTo>
                  <a:lnTo>
                    <a:pt x="1657692" y="11874"/>
                  </a:lnTo>
                  <a:lnTo>
                    <a:pt x="1656549" y="44983"/>
                  </a:lnTo>
                  <a:lnTo>
                    <a:pt x="1655648" y="95453"/>
                  </a:lnTo>
                  <a:lnTo>
                    <a:pt x="1655051" y="159461"/>
                  </a:lnTo>
                  <a:lnTo>
                    <a:pt x="1654860" y="224370"/>
                  </a:lnTo>
                  <a:lnTo>
                    <a:pt x="1485214" y="224129"/>
                  </a:lnTo>
                  <a:lnTo>
                    <a:pt x="1475803" y="224155"/>
                  </a:lnTo>
                  <a:lnTo>
                    <a:pt x="1475625" y="159461"/>
                  </a:lnTo>
                  <a:lnTo>
                    <a:pt x="1475028" y="95453"/>
                  </a:lnTo>
                  <a:lnTo>
                    <a:pt x="1474127" y="44983"/>
                  </a:lnTo>
                  <a:lnTo>
                    <a:pt x="1472984" y="11874"/>
                  </a:lnTo>
                  <a:lnTo>
                    <a:pt x="1471676" y="0"/>
                  </a:lnTo>
                  <a:lnTo>
                    <a:pt x="1470367" y="11874"/>
                  </a:lnTo>
                  <a:lnTo>
                    <a:pt x="1469224" y="44983"/>
                  </a:lnTo>
                  <a:lnTo>
                    <a:pt x="1468323" y="95453"/>
                  </a:lnTo>
                  <a:lnTo>
                    <a:pt x="1467726" y="159461"/>
                  </a:lnTo>
                  <a:lnTo>
                    <a:pt x="1467535" y="224155"/>
                  </a:lnTo>
                  <a:lnTo>
                    <a:pt x="1288478" y="224396"/>
                  </a:lnTo>
                  <a:lnTo>
                    <a:pt x="1288300" y="159461"/>
                  </a:lnTo>
                  <a:lnTo>
                    <a:pt x="1287703" y="95453"/>
                  </a:lnTo>
                  <a:lnTo>
                    <a:pt x="1286802" y="44983"/>
                  </a:lnTo>
                  <a:lnTo>
                    <a:pt x="1284351" y="0"/>
                  </a:lnTo>
                  <a:lnTo>
                    <a:pt x="1283042" y="11874"/>
                  </a:lnTo>
                  <a:lnTo>
                    <a:pt x="1281899" y="44983"/>
                  </a:lnTo>
                  <a:lnTo>
                    <a:pt x="1280998" y="95453"/>
                  </a:lnTo>
                  <a:lnTo>
                    <a:pt x="1280401" y="159461"/>
                  </a:lnTo>
                  <a:lnTo>
                    <a:pt x="1280210" y="224409"/>
                  </a:lnTo>
                  <a:lnTo>
                    <a:pt x="1101153" y="224637"/>
                  </a:lnTo>
                  <a:lnTo>
                    <a:pt x="1100975" y="159461"/>
                  </a:lnTo>
                  <a:lnTo>
                    <a:pt x="1100378" y="95453"/>
                  </a:lnTo>
                  <a:lnTo>
                    <a:pt x="1099477" y="44983"/>
                  </a:lnTo>
                  <a:lnTo>
                    <a:pt x="1097026" y="0"/>
                  </a:lnTo>
                  <a:lnTo>
                    <a:pt x="1095717" y="11874"/>
                  </a:lnTo>
                  <a:lnTo>
                    <a:pt x="1094574" y="44983"/>
                  </a:lnTo>
                  <a:lnTo>
                    <a:pt x="1093673" y="95453"/>
                  </a:lnTo>
                  <a:lnTo>
                    <a:pt x="1093076" y="159461"/>
                  </a:lnTo>
                  <a:lnTo>
                    <a:pt x="1092885" y="224650"/>
                  </a:lnTo>
                  <a:lnTo>
                    <a:pt x="913828" y="224878"/>
                  </a:lnTo>
                  <a:lnTo>
                    <a:pt x="913650" y="159461"/>
                  </a:lnTo>
                  <a:lnTo>
                    <a:pt x="913053" y="95453"/>
                  </a:lnTo>
                  <a:lnTo>
                    <a:pt x="912152" y="44983"/>
                  </a:lnTo>
                  <a:lnTo>
                    <a:pt x="909701" y="0"/>
                  </a:lnTo>
                  <a:lnTo>
                    <a:pt x="908392" y="11874"/>
                  </a:lnTo>
                  <a:lnTo>
                    <a:pt x="907249" y="44983"/>
                  </a:lnTo>
                  <a:lnTo>
                    <a:pt x="906348" y="95453"/>
                  </a:lnTo>
                  <a:lnTo>
                    <a:pt x="905764" y="159461"/>
                  </a:lnTo>
                  <a:lnTo>
                    <a:pt x="905560" y="224891"/>
                  </a:lnTo>
                  <a:lnTo>
                    <a:pt x="726503" y="225120"/>
                  </a:lnTo>
                  <a:lnTo>
                    <a:pt x="726325" y="159461"/>
                  </a:lnTo>
                  <a:lnTo>
                    <a:pt x="725728" y="95453"/>
                  </a:lnTo>
                  <a:lnTo>
                    <a:pt x="724827" y="44983"/>
                  </a:lnTo>
                  <a:lnTo>
                    <a:pt x="722376" y="0"/>
                  </a:lnTo>
                  <a:lnTo>
                    <a:pt x="721067" y="11874"/>
                  </a:lnTo>
                  <a:lnTo>
                    <a:pt x="719924" y="44983"/>
                  </a:lnTo>
                  <a:lnTo>
                    <a:pt x="719023" y="95453"/>
                  </a:lnTo>
                  <a:lnTo>
                    <a:pt x="718426" y="159461"/>
                  </a:lnTo>
                  <a:lnTo>
                    <a:pt x="718235" y="225132"/>
                  </a:lnTo>
                  <a:lnTo>
                    <a:pt x="539178" y="225361"/>
                  </a:lnTo>
                  <a:lnTo>
                    <a:pt x="539000" y="159461"/>
                  </a:lnTo>
                  <a:lnTo>
                    <a:pt x="538403" y="95453"/>
                  </a:lnTo>
                  <a:lnTo>
                    <a:pt x="537502" y="44983"/>
                  </a:lnTo>
                  <a:lnTo>
                    <a:pt x="535051" y="0"/>
                  </a:lnTo>
                  <a:lnTo>
                    <a:pt x="533742" y="11874"/>
                  </a:lnTo>
                  <a:lnTo>
                    <a:pt x="532599" y="44983"/>
                  </a:lnTo>
                  <a:lnTo>
                    <a:pt x="531698" y="95453"/>
                  </a:lnTo>
                  <a:lnTo>
                    <a:pt x="531101" y="159461"/>
                  </a:lnTo>
                  <a:lnTo>
                    <a:pt x="530910" y="225374"/>
                  </a:lnTo>
                  <a:lnTo>
                    <a:pt x="354914" y="225590"/>
                  </a:lnTo>
                  <a:lnTo>
                    <a:pt x="351853" y="225615"/>
                  </a:lnTo>
                  <a:lnTo>
                    <a:pt x="351675" y="159461"/>
                  </a:lnTo>
                  <a:lnTo>
                    <a:pt x="351078" y="95453"/>
                  </a:lnTo>
                  <a:lnTo>
                    <a:pt x="350177" y="44983"/>
                  </a:lnTo>
                  <a:lnTo>
                    <a:pt x="349034" y="11874"/>
                  </a:lnTo>
                  <a:lnTo>
                    <a:pt x="347726" y="0"/>
                  </a:lnTo>
                  <a:lnTo>
                    <a:pt x="346417" y="11874"/>
                  </a:lnTo>
                  <a:lnTo>
                    <a:pt x="345274" y="44983"/>
                  </a:lnTo>
                  <a:lnTo>
                    <a:pt x="344373" y="95453"/>
                  </a:lnTo>
                  <a:lnTo>
                    <a:pt x="343776" y="159461"/>
                  </a:lnTo>
                  <a:lnTo>
                    <a:pt x="343585" y="225666"/>
                  </a:lnTo>
                  <a:lnTo>
                    <a:pt x="172504" y="226618"/>
                  </a:lnTo>
                  <a:lnTo>
                    <a:pt x="172313" y="159461"/>
                  </a:lnTo>
                  <a:lnTo>
                    <a:pt x="171729" y="95453"/>
                  </a:lnTo>
                  <a:lnTo>
                    <a:pt x="170827" y="44983"/>
                  </a:lnTo>
                  <a:lnTo>
                    <a:pt x="168376" y="0"/>
                  </a:lnTo>
                  <a:lnTo>
                    <a:pt x="167055" y="11874"/>
                  </a:lnTo>
                  <a:lnTo>
                    <a:pt x="165925" y="44983"/>
                  </a:lnTo>
                  <a:lnTo>
                    <a:pt x="165023" y="95453"/>
                  </a:lnTo>
                  <a:lnTo>
                    <a:pt x="164426" y="159461"/>
                  </a:lnTo>
                  <a:lnTo>
                    <a:pt x="164223" y="226656"/>
                  </a:lnTo>
                  <a:lnTo>
                    <a:pt x="36601" y="227368"/>
                  </a:lnTo>
                  <a:lnTo>
                    <a:pt x="2349" y="228053"/>
                  </a:lnTo>
                  <a:lnTo>
                    <a:pt x="0" y="228295"/>
                  </a:lnTo>
                  <a:lnTo>
                    <a:pt x="2349" y="228523"/>
                  </a:lnTo>
                  <a:lnTo>
                    <a:pt x="36601" y="229209"/>
                  </a:lnTo>
                  <a:lnTo>
                    <a:pt x="164211" y="229971"/>
                  </a:lnTo>
                  <a:lnTo>
                    <a:pt x="164211" y="233172"/>
                  </a:lnTo>
                  <a:lnTo>
                    <a:pt x="164426" y="306857"/>
                  </a:lnTo>
                  <a:lnTo>
                    <a:pt x="165023" y="370852"/>
                  </a:lnTo>
                  <a:lnTo>
                    <a:pt x="165925" y="421335"/>
                  </a:lnTo>
                  <a:lnTo>
                    <a:pt x="168376" y="466318"/>
                  </a:lnTo>
                  <a:lnTo>
                    <a:pt x="169684" y="454431"/>
                  </a:lnTo>
                  <a:lnTo>
                    <a:pt x="170827" y="421335"/>
                  </a:lnTo>
                  <a:lnTo>
                    <a:pt x="171729" y="370852"/>
                  </a:lnTo>
                  <a:lnTo>
                    <a:pt x="172313" y="306857"/>
                  </a:lnTo>
                  <a:lnTo>
                    <a:pt x="172529" y="233172"/>
                  </a:lnTo>
                  <a:lnTo>
                    <a:pt x="172516" y="230022"/>
                  </a:lnTo>
                  <a:lnTo>
                    <a:pt x="305422" y="230809"/>
                  </a:lnTo>
                  <a:lnTo>
                    <a:pt x="343573" y="230873"/>
                  </a:lnTo>
                  <a:lnTo>
                    <a:pt x="343573" y="233172"/>
                  </a:lnTo>
                  <a:lnTo>
                    <a:pt x="343776" y="306857"/>
                  </a:lnTo>
                  <a:lnTo>
                    <a:pt x="344373" y="370852"/>
                  </a:lnTo>
                  <a:lnTo>
                    <a:pt x="345274" y="421335"/>
                  </a:lnTo>
                  <a:lnTo>
                    <a:pt x="346417" y="454431"/>
                  </a:lnTo>
                  <a:lnTo>
                    <a:pt x="347726" y="466318"/>
                  </a:lnTo>
                  <a:lnTo>
                    <a:pt x="349034" y="454431"/>
                  </a:lnTo>
                  <a:lnTo>
                    <a:pt x="350177" y="421335"/>
                  </a:lnTo>
                  <a:lnTo>
                    <a:pt x="351078" y="370852"/>
                  </a:lnTo>
                  <a:lnTo>
                    <a:pt x="351675" y="306857"/>
                  </a:lnTo>
                  <a:lnTo>
                    <a:pt x="351878" y="233172"/>
                  </a:lnTo>
                  <a:lnTo>
                    <a:pt x="351866" y="230886"/>
                  </a:lnTo>
                  <a:lnTo>
                    <a:pt x="530898" y="231140"/>
                  </a:lnTo>
                  <a:lnTo>
                    <a:pt x="530898" y="233172"/>
                  </a:lnTo>
                  <a:lnTo>
                    <a:pt x="531101" y="306857"/>
                  </a:lnTo>
                  <a:lnTo>
                    <a:pt x="531698" y="370852"/>
                  </a:lnTo>
                  <a:lnTo>
                    <a:pt x="532599" y="421335"/>
                  </a:lnTo>
                  <a:lnTo>
                    <a:pt x="533742" y="454431"/>
                  </a:lnTo>
                  <a:lnTo>
                    <a:pt x="535051" y="466318"/>
                  </a:lnTo>
                  <a:lnTo>
                    <a:pt x="536359" y="454431"/>
                  </a:lnTo>
                  <a:lnTo>
                    <a:pt x="537502" y="421335"/>
                  </a:lnTo>
                  <a:lnTo>
                    <a:pt x="538403" y="370852"/>
                  </a:lnTo>
                  <a:lnTo>
                    <a:pt x="539000" y="306857"/>
                  </a:lnTo>
                  <a:lnTo>
                    <a:pt x="539203" y="233172"/>
                  </a:lnTo>
                  <a:lnTo>
                    <a:pt x="539191" y="231152"/>
                  </a:lnTo>
                  <a:lnTo>
                    <a:pt x="718223" y="231406"/>
                  </a:lnTo>
                  <a:lnTo>
                    <a:pt x="718223" y="233172"/>
                  </a:lnTo>
                  <a:lnTo>
                    <a:pt x="718426" y="306857"/>
                  </a:lnTo>
                  <a:lnTo>
                    <a:pt x="719023" y="370852"/>
                  </a:lnTo>
                  <a:lnTo>
                    <a:pt x="719924" y="421335"/>
                  </a:lnTo>
                  <a:lnTo>
                    <a:pt x="721067" y="454431"/>
                  </a:lnTo>
                  <a:lnTo>
                    <a:pt x="722376" y="466318"/>
                  </a:lnTo>
                  <a:lnTo>
                    <a:pt x="723684" y="454431"/>
                  </a:lnTo>
                  <a:lnTo>
                    <a:pt x="724827" y="421335"/>
                  </a:lnTo>
                  <a:lnTo>
                    <a:pt x="725728" y="370852"/>
                  </a:lnTo>
                  <a:lnTo>
                    <a:pt x="726325" y="306857"/>
                  </a:lnTo>
                  <a:lnTo>
                    <a:pt x="726528" y="233172"/>
                  </a:lnTo>
                  <a:lnTo>
                    <a:pt x="726516" y="231419"/>
                  </a:lnTo>
                  <a:lnTo>
                    <a:pt x="905548" y="231673"/>
                  </a:lnTo>
                  <a:lnTo>
                    <a:pt x="905548" y="233172"/>
                  </a:lnTo>
                  <a:lnTo>
                    <a:pt x="905764" y="306857"/>
                  </a:lnTo>
                  <a:lnTo>
                    <a:pt x="906348" y="370852"/>
                  </a:lnTo>
                  <a:lnTo>
                    <a:pt x="907249" y="421335"/>
                  </a:lnTo>
                  <a:lnTo>
                    <a:pt x="908392" y="454431"/>
                  </a:lnTo>
                  <a:lnTo>
                    <a:pt x="909701" y="466318"/>
                  </a:lnTo>
                  <a:lnTo>
                    <a:pt x="911021" y="454431"/>
                  </a:lnTo>
                  <a:lnTo>
                    <a:pt x="912152" y="421335"/>
                  </a:lnTo>
                  <a:lnTo>
                    <a:pt x="913053" y="370852"/>
                  </a:lnTo>
                  <a:lnTo>
                    <a:pt x="913650" y="306857"/>
                  </a:lnTo>
                  <a:lnTo>
                    <a:pt x="913853" y="233172"/>
                  </a:lnTo>
                  <a:lnTo>
                    <a:pt x="913841" y="231686"/>
                  </a:lnTo>
                  <a:lnTo>
                    <a:pt x="1092873" y="231927"/>
                  </a:lnTo>
                  <a:lnTo>
                    <a:pt x="1092873" y="233172"/>
                  </a:lnTo>
                  <a:lnTo>
                    <a:pt x="1093076" y="306857"/>
                  </a:lnTo>
                  <a:lnTo>
                    <a:pt x="1093673" y="370852"/>
                  </a:lnTo>
                  <a:lnTo>
                    <a:pt x="1094574" y="421335"/>
                  </a:lnTo>
                  <a:lnTo>
                    <a:pt x="1095717" y="454431"/>
                  </a:lnTo>
                  <a:lnTo>
                    <a:pt x="1097026" y="466318"/>
                  </a:lnTo>
                  <a:lnTo>
                    <a:pt x="1098334" y="454431"/>
                  </a:lnTo>
                  <a:lnTo>
                    <a:pt x="1099477" y="421335"/>
                  </a:lnTo>
                  <a:lnTo>
                    <a:pt x="1100378" y="370852"/>
                  </a:lnTo>
                  <a:lnTo>
                    <a:pt x="1100975" y="306857"/>
                  </a:lnTo>
                  <a:lnTo>
                    <a:pt x="1101178" y="233172"/>
                  </a:lnTo>
                  <a:lnTo>
                    <a:pt x="1101166" y="231940"/>
                  </a:lnTo>
                  <a:lnTo>
                    <a:pt x="1280198" y="232181"/>
                  </a:lnTo>
                  <a:lnTo>
                    <a:pt x="1280198" y="233172"/>
                  </a:lnTo>
                  <a:lnTo>
                    <a:pt x="1280401" y="306857"/>
                  </a:lnTo>
                  <a:lnTo>
                    <a:pt x="1280998" y="370852"/>
                  </a:lnTo>
                  <a:lnTo>
                    <a:pt x="1281899" y="421335"/>
                  </a:lnTo>
                  <a:lnTo>
                    <a:pt x="1283042" y="454431"/>
                  </a:lnTo>
                  <a:lnTo>
                    <a:pt x="1284351" y="466318"/>
                  </a:lnTo>
                  <a:lnTo>
                    <a:pt x="1285659" y="454431"/>
                  </a:lnTo>
                  <a:lnTo>
                    <a:pt x="1286802" y="421335"/>
                  </a:lnTo>
                  <a:lnTo>
                    <a:pt x="1287703" y="370852"/>
                  </a:lnTo>
                  <a:lnTo>
                    <a:pt x="1288300" y="306857"/>
                  </a:lnTo>
                  <a:lnTo>
                    <a:pt x="1288503" y="233172"/>
                  </a:lnTo>
                  <a:lnTo>
                    <a:pt x="1288491" y="232194"/>
                  </a:lnTo>
                  <a:lnTo>
                    <a:pt x="1467523" y="232435"/>
                  </a:lnTo>
                  <a:lnTo>
                    <a:pt x="1467523" y="233172"/>
                  </a:lnTo>
                  <a:lnTo>
                    <a:pt x="1467726" y="306857"/>
                  </a:lnTo>
                  <a:lnTo>
                    <a:pt x="1468323" y="370852"/>
                  </a:lnTo>
                  <a:lnTo>
                    <a:pt x="1469224" y="421335"/>
                  </a:lnTo>
                  <a:lnTo>
                    <a:pt x="1470367" y="454431"/>
                  </a:lnTo>
                  <a:lnTo>
                    <a:pt x="1471676" y="466318"/>
                  </a:lnTo>
                  <a:lnTo>
                    <a:pt x="1472984" y="454431"/>
                  </a:lnTo>
                  <a:lnTo>
                    <a:pt x="1474127" y="421335"/>
                  </a:lnTo>
                  <a:lnTo>
                    <a:pt x="1475028" y="370852"/>
                  </a:lnTo>
                  <a:lnTo>
                    <a:pt x="1475625" y="306857"/>
                  </a:lnTo>
                  <a:lnTo>
                    <a:pt x="1475828" y="233172"/>
                  </a:lnTo>
                  <a:lnTo>
                    <a:pt x="1475816" y="232448"/>
                  </a:lnTo>
                  <a:lnTo>
                    <a:pt x="1485214" y="232448"/>
                  </a:lnTo>
                  <a:lnTo>
                    <a:pt x="1654848" y="232232"/>
                  </a:lnTo>
                  <a:lnTo>
                    <a:pt x="1654848" y="233172"/>
                  </a:lnTo>
                  <a:lnTo>
                    <a:pt x="1655051" y="306857"/>
                  </a:lnTo>
                  <a:lnTo>
                    <a:pt x="1655648" y="370852"/>
                  </a:lnTo>
                  <a:lnTo>
                    <a:pt x="1656549" y="421335"/>
                  </a:lnTo>
                  <a:lnTo>
                    <a:pt x="1657692" y="454431"/>
                  </a:lnTo>
                  <a:lnTo>
                    <a:pt x="1659001" y="466318"/>
                  </a:lnTo>
                  <a:lnTo>
                    <a:pt x="1660309" y="454431"/>
                  </a:lnTo>
                  <a:lnTo>
                    <a:pt x="1661452" y="421335"/>
                  </a:lnTo>
                  <a:lnTo>
                    <a:pt x="1662353" y="370852"/>
                  </a:lnTo>
                  <a:lnTo>
                    <a:pt x="1662950" y="306857"/>
                  </a:lnTo>
                  <a:lnTo>
                    <a:pt x="1663153" y="233172"/>
                  </a:lnTo>
                  <a:lnTo>
                    <a:pt x="1663141" y="232219"/>
                  </a:lnTo>
                  <a:lnTo>
                    <a:pt x="1842173" y="231990"/>
                  </a:lnTo>
                  <a:lnTo>
                    <a:pt x="1842173" y="233172"/>
                  </a:lnTo>
                  <a:lnTo>
                    <a:pt x="1842376" y="306857"/>
                  </a:lnTo>
                  <a:lnTo>
                    <a:pt x="1842973" y="370852"/>
                  </a:lnTo>
                  <a:lnTo>
                    <a:pt x="1843874" y="421335"/>
                  </a:lnTo>
                  <a:lnTo>
                    <a:pt x="1845017" y="454431"/>
                  </a:lnTo>
                  <a:lnTo>
                    <a:pt x="1846326" y="466318"/>
                  </a:lnTo>
                  <a:lnTo>
                    <a:pt x="1847634" y="454431"/>
                  </a:lnTo>
                  <a:lnTo>
                    <a:pt x="1848777" y="421335"/>
                  </a:lnTo>
                  <a:lnTo>
                    <a:pt x="1849678" y="370852"/>
                  </a:lnTo>
                  <a:lnTo>
                    <a:pt x="1850275" y="306857"/>
                  </a:lnTo>
                  <a:lnTo>
                    <a:pt x="1850478" y="233172"/>
                  </a:lnTo>
                  <a:lnTo>
                    <a:pt x="1850466" y="231978"/>
                  </a:lnTo>
                  <a:lnTo>
                    <a:pt x="2029498" y="231749"/>
                  </a:lnTo>
                  <a:lnTo>
                    <a:pt x="2029498" y="233172"/>
                  </a:lnTo>
                  <a:lnTo>
                    <a:pt x="2029701" y="306857"/>
                  </a:lnTo>
                  <a:lnTo>
                    <a:pt x="2030298" y="370852"/>
                  </a:lnTo>
                  <a:lnTo>
                    <a:pt x="2031199" y="421335"/>
                  </a:lnTo>
                  <a:lnTo>
                    <a:pt x="2032342" y="454431"/>
                  </a:lnTo>
                  <a:lnTo>
                    <a:pt x="2033651" y="466318"/>
                  </a:lnTo>
                  <a:lnTo>
                    <a:pt x="2034959" y="454431"/>
                  </a:lnTo>
                  <a:lnTo>
                    <a:pt x="2036102" y="421335"/>
                  </a:lnTo>
                  <a:lnTo>
                    <a:pt x="2037003" y="370852"/>
                  </a:lnTo>
                  <a:lnTo>
                    <a:pt x="2037600" y="306857"/>
                  </a:lnTo>
                  <a:lnTo>
                    <a:pt x="2037803" y="233172"/>
                  </a:lnTo>
                  <a:lnTo>
                    <a:pt x="2037791" y="231736"/>
                  </a:lnTo>
                  <a:lnTo>
                    <a:pt x="2216823" y="231508"/>
                  </a:lnTo>
                  <a:lnTo>
                    <a:pt x="2216823" y="233172"/>
                  </a:lnTo>
                  <a:lnTo>
                    <a:pt x="2217026" y="306857"/>
                  </a:lnTo>
                  <a:lnTo>
                    <a:pt x="2217623" y="370852"/>
                  </a:lnTo>
                  <a:lnTo>
                    <a:pt x="2218525" y="421335"/>
                  </a:lnTo>
                  <a:lnTo>
                    <a:pt x="2219668" y="454431"/>
                  </a:lnTo>
                  <a:lnTo>
                    <a:pt x="2220976" y="466318"/>
                  </a:lnTo>
                  <a:lnTo>
                    <a:pt x="2222284" y="454431"/>
                  </a:lnTo>
                  <a:lnTo>
                    <a:pt x="2223427" y="421335"/>
                  </a:lnTo>
                  <a:lnTo>
                    <a:pt x="2224328" y="370852"/>
                  </a:lnTo>
                  <a:lnTo>
                    <a:pt x="2224925" y="306857"/>
                  </a:lnTo>
                  <a:lnTo>
                    <a:pt x="2225129" y="233172"/>
                  </a:lnTo>
                  <a:lnTo>
                    <a:pt x="2225116" y="231495"/>
                  </a:lnTo>
                  <a:lnTo>
                    <a:pt x="2404148" y="231267"/>
                  </a:lnTo>
                  <a:lnTo>
                    <a:pt x="2404148" y="233172"/>
                  </a:lnTo>
                  <a:lnTo>
                    <a:pt x="2404351" y="306857"/>
                  </a:lnTo>
                  <a:lnTo>
                    <a:pt x="2404948" y="370852"/>
                  </a:lnTo>
                  <a:lnTo>
                    <a:pt x="2405850" y="421335"/>
                  </a:lnTo>
                  <a:lnTo>
                    <a:pt x="2406993" y="454431"/>
                  </a:lnTo>
                  <a:lnTo>
                    <a:pt x="2408301" y="466318"/>
                  </a:lnTo>
                  <a:lnTo>
                    <a:pt x="2409609" y="454431"/>
                  </a:lnTo>
                  <a:lnTo>
                    <a:pt x="2410752" y="421335"/>
                  </a:lnTo>
                  <a:lnTo>
                    <a:pt x="2411653" y="370852"/>
                  </a:lnTo>
                  <a:lnTo>
                    <a:pt x="2412250" y="306857"/>
                  </a:lnTo>
                  <a:lnTo>
                    <a:pt x="2412454" y="233172"/>
                  </a:lnTo>
                  <a:lnTo>
                    <a:pt x="2412441" y="231254"/>
                  </a:lnTo>
                  <a:lnTo>
                    <a:pt x="2591473" y="231025"/>
                  </a:lnTo>
                  <a:lnTo>
                    <a:pt x="2591473" y="233172"/>
                  </a:lnTo>
                  <a:lnTo>
                    <a:pt x="2591676" y="306857"/>
                  </a:lnTo>
                  <a:lnTo>
                    <a:pt x="2592273" y="370852"/>
                  </a:lnTo>
                  <a:lnTo>
                    <a:pt x="2593175" y="421335"/>
                  </a:lnTo>
                  <a:lnTo>
                    <a:pt x="2594305" y="454431"/>
                  </a:lnTo>
                  <a:lnTo>
                    <a:pt x="2595626" y="466318"/>
                  </a:lnTo>
                  <a:lnTo>
                    <a:pt x="2596934" y="454431"/>
                  </a:lnTo>
                  <a:lnTo>
                    <a:pt x="2598077" y="421335"/>
                  </a:lnTo>
                  <a:lnTo>
                    <a:pt x="2598978" y="370852"/>
                  </a:lnTo>
                  <a:lnTo>
                    <a:pt x="2599563" y="306857"/>
                  </a:lnTo>
                  <a:lnTo>
                    <a:pt x="2599779" y="233172"/>
                  </a:lnTo>
                  <a:lnTo>
                    <a:pt x="2599766" y="231013"/>
                  </a:lnTo>
                  <a:lnTo>
                    <a:pt x="2615323" y="230987"/>
                  </a:lnTo>
                  <a:lnTo>
                    <a:pt x="2778798" y="230085"/>
                  </a:lnTo>
                  <a:lnTo>
                    <a:pt x="2778798" y="233172"/>
                  </a:lnTo>
                  <a:lnTo>
                    <a:pt x="2779001" y="306857"/>
                  </a:lnTo>
                  <a:lnTo>
                    <a:pt x="2779598" y="370852"/>
                  </a:lnTo>
                  <a:lnTo>
                    <a:pt x="2780500" y="421335"/>
                  </a:lnTo>
                  <a:lnTo>
                    <a:pt x="2781643" y="454431"/>
                  </a:lnTo>
                  <a:lnTo>
                    <a:pt x="2782951" y="466318"/>
                  </a:lnTo>
                  <a:lnTo>
                    <a:pt x="2784259" y="454431"/>
                  </a:lnTo>
                  <a:lnTo>
                    <a:pt x="2785402" y="421335"/>
                  </a:lnTo>
                  <a:lnTo>
                    <a:pt x="2786303" y="370852"/>
                  </a:lnTo>
                  <a:lnTo>
                    <a:pt x="2786900" y="306857"/>
                  </a:lnTo>
                  <a:lnTo>
                    <a:pt x="2787104" y="233172"/>
                  </a:lnTo>
                  <a:lnTo>
                    <a:pt x="2787091" y="230035"/>
                  </a:lnTo>
                  <a:lnTo>
                    <a:pt x="2933662" y="229209"/>
                  </a:lnTo>
                  <a:lnTo>
                    <a:pt x="2966135" y="228561"/>
                  </a:lnTo>
                  <a:lnTo>
                    <a:pt x="2966123" y="233172"/>
                  </a:lnTo>
                  <a:lnTo>
                    <a:pt x="2966326" y="306857"/>
                  </a:lnTo>
                  <a:lnTo>
                    <a:pt x="2966923" y="370852"/>
                  </a:lnTo>
                  <a:lnTo>
                    <a:pt x="2967825" y="421335"/>
                  </a:lnTo>
                  <a:lnTo>
                    <a:pt x="2968968" y="454431"/>
                  </a:lnTo>
                  <a:lnTo>
                    <a:pt x="2970276" y="466318"/>
                  </a:lnTo>
                  <a:lnTo>
                    <a:pt x="2971584" y="454431"/>
                  </a:lnTo>
                  <a:lnTo>
                    <a:pt x="2972727" y="421335"/>
                  </a:lnTo>
                  <a:lnTo>
                    <a:pt x="2973628" y="370852"/>
                  </a:lnTo>
                  <a:lnTo>
                    <a:pt x="2974213" y="306857"/>
                  </a:lnTo>
                  <a:lnTo>
                    <a:pt x="2974429" y="233172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2550036" y="7954731"/>
              <a:ext cx="260350" cy="200660"/>
            </a:xfrm>
            <a:custGeom>
              <a:avLst/>
              <a:gdLst/>
              <a:ahLst/>
              <a:cxnLst/>
              <a:rect l="l" t="t" r="r" b="b"/>
              <a:pathLst>
                <a:path w="260350" h="200659">
                  <a:moveTo>
                    <a:pt x="260033" y="0"/>
                  </a:moveTo>
                  <a:lnTo>
                    <a:pt x="0" y="0"/>
                  </a:lnTo>
                  <a:lnTo>
                    <a:pt x="0" y="200559"/>
                  </a:lnTo>
                  <a:lnTo>
                    <a:pt x="260033" y="200559"/>
                  </a:lnTo>
                  <a:lnTo>
                    <a:pt x="260033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2550036" y="7954731"/>
              <a:ext cx="216535" cy="200660"/>
            </a:xfrm>
            <a:custGeom>
              <a:avLst/>
              <a:gdLst/>
              <a:ahLst/>
              <a:cxnLst/>
              <a:rect l="l" t="t" r="r" b="b"/>
              <a:pathLst>
                <a:path w="216534" h="200659">
                  <a:moveTo>
                    <a:pt x="0" y="200559"/>
                  </a:moveTo>
                  <a:lnTo>
                    <a:pt x="216464" y="200559"/>
                  </a:lnTo>
                  <a:lnTo>
                    <a:pt x="216464" y="0"/>
                  </a:lnTo>
                  <a:lnTo>
                    <a:pt x="0" y="0"/>
                  </a:lnTo>
                  <a:lnTo>
                    <a:pt x="0" y="200559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2550026" y="7954498"/>
              <a:ext cx="216535" cy="200660"/>
            </a:xfrm>
            <a:custGeom>
              <a:avLst/>
              <a:gdLst/>
              <a:ahLst/>
              <a:cxnLst/>
              <a:rect l="l" t="t" r="r" b="b"/>
              <a:pathLst>
                <a:path w="216534" h="200659">
                  <a:moveTo>
                    <a:pt x="108877" y="157403"/>
                  </a:moveTo>
                  <a:lnTo>
                    <a:pt x="79336" y="157403"/>
                  </a:lnTo>
                  <a:lnTo>
                    <a:pt x="79336" y="200202"/>
                  </a:lnTo>
                  <a:lnTo>
                    <a:pt x="108877" y="200202"/>
                  </a:lnTo>
                  <a:lnTo>
                    <a:pt x="108877" y="157403"/>
                  </a:lnTo>
                  <a:close/>
                </a:path>
                <a:path w="216534" h="200659">
                  <a:moveTo>
                    <a:pt x="108877" y="749"/>
                  </a:moveTo>
                  <a:lnTo>
                    <a:pt x="79336" y="749"/>
                  </a:lnTo>
                  <a:lnTo>
                    <a:pt x="79336" y="43548"/>
                  </a:lnTo>
                  <a:lnTo>
                    <a:pt x="108877" y="43548"/>
                  </a:lnTo>
                  <a:lnTo>
                    <a:pt x="108877" y="749"/>
                  </a:lnTo>
                  <a:close/>
                </a:path>
                <a:path w="216534" h="200659">
                  <a:moveTo>
                    <a:pt x="216471" y="228"/>
                  </a:moveTo>
                  <a:lnTo>
                    <a:pt x="195033" y="228"/>
                  </a:lnTo>
                  <a:lnTo>
                    <a:pt x="195033" y="0"/>
                  </a:lnTo>
                  <a:lnTo>
                    <a:pt x="194741" y="0"/>
                  </a:lnTo>
                  <a:lnTo>
                    <a:pt x="194741" y="228"/>
                  </a:lnTo>
                  <a:lnTo>
                    <a:pt x="0" y="228"/>
                  </a:lnTo>
                  <a:lnTo>
                    <a:pt x="194741" y="241"/>
                  </a:lnTo>
                  <a:lnTo>
                    <a:pt x="194741" y="29210"/>
                  </a:lnTo>
                  <a:lnTo>
                    <a:pt x="194589" y="29210"/>
                  </a:lnTo>
                  <a:lnTo>
                    <a:pt x="194589" y="170180"/>
                  </a:lnTo>
                  <a:lnTo>
                    <a:pt x="194741" y="170180"/>
                  </a:lnTo>
                  <a:lnTo>
                    <a:pt x="194741" y="199390"/>
                  </a:lnTo>
                  <a:lnTo>
                    <a:pt x="195033" y="199390"/>
                  </a:lnTo>
                  <a:lnTo>
                    <a:pt x="195033" y="170180"/>
                  </a:lnTo>
                  <a:lnTo>
                    <a:pt x="195186" y="170180"/>
                  </a:lnTo>
                  <a:lnTo>
                    <a:pt x="195186" y="29210"/>
                  </a:lnTo>
                  <a:lnTo>
                    <a:pt x="195033" y="29210"/>
                  </a:lnTo>
                  <a:lnTo>
                    <a:pt x="195033" y="241"/>
                  </a:lnTo>
                  <a:lnTo>
                    <a:pt x="216471" y="241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2766500" y="7954490"/>
              <a:ext cx="260350" cy="200660"/>
            </a:xfrm>
            <a:custGeom>
              <a:avLst/>
              <a:gdLst/>
              <a:ahLst/>
              <a:cxnLst/>
              <a:rect l="l" t="t" r="r" b="b"/>
              <a:pathLst>
                <a:path w="260350" h="200659">
                  <a:moveTo>
                    <a:pt x="260033" y="0"/>
                  </a:moveTo>
                  <a:lnTo>
                    <a:pt x="0" y="0"/>
                  </a:lnTo>
                  <a:lnTo>
                    <a:pt x="0" y="200559"/>
                  </a:lnTo>
                  <a:lnTo>
                    <a:pt x="260033" y="200559"/>
                  </a:lnTo>
                  <a:lnTo>
                    <a:pt x="260033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2961087" y="7954244"/>
              <a:ext cx="635" cy="199390"/>
            </a:xfrm>
            <a:custGeom>
              <a:avLst/>
              <a:gdLst/>
              <a:ahLst/>
              <a:cxnLst/>
              <a:rect l="l" t="t" r="r" b="b"/>
              <a:pathLst>
                <a:path w="634" h="199390">
                  <a:moveTo>
                    <a:pt x="584" y="29210"/>
                  </a:moveTo>
                  <a:lnTo>
                    <a:pt x="444" y="29210"/>
                  </a:lnTo>
                  <a:lnTo>
                    <a:pt x="444" y="0"/>
                  </a:lnTo>
                  <a:lnTo>
                    <a:pt x="139" y="0"/>
                  </a:lnTo>
                  <a:lnTo>
                    <a:pt x="139" y="29210"/>
                  </a:lnTo>
                  <a:lnTo>
                    <a:pt x="0" y="29210"/>
                  </a:lnTo>
                  <a:lnTo>
                    <a:pt x="0" y="170180"/>
                  </a:lnTo>
                  <a:lnTo>
                    <a:pt x="139" y="170180"/>
                  </a:lnTo>
                  <a:lnTo>
                    <a:pt x="139" y="199390"/>
                  </a:lnTo>
                  <a:lnTo>
                    <a:pt x="444" y="199390"/>
                  </a:lnTo>
                  <a:lnTo>
                    <a:pt x="444" y="170180"/>
                  </a:lnTo>
                  <a:lnTo>
                    <a:pt x="584" y="170180"/>
                  </a:lnTo>
                  <a:lnTo>
                    <a:pt x="584" y="29210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2984546" y="8109397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19936" y="0"/>
                  </a:moveTo>
                  <a:lnTo>
                    <a:pt x="0" y="0"/>
                  </a:lnTo>
                  <a:lnTo>
                    <a:pt x="0" y="22533"/>
                  </a:lnTo>
                  <a:lnTo>
                    <a:pt x="19936" y="22533"/>
                  </a:lnTo>
                  <a:lnTo>
                    <a:pt x="19936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12845821" y="7955006"/>
              <a:ext cx="29845" cy="200025"/>
            </a:xfrm>
            <a:custGeom>
              <a:avLst/>
              <a:gdLst/>
              <a:ahLst/>
              <a:cxnLst/>
              <a:rect l="l" t="t" r="r" b="b"/>
              <a:pathLst>
                <a:path w="29845" h="200025">
                  <a:moveTo>
                    <a:pt x="29540" y="156654"/>
                  </a:moveTo>
                  <a:lnTo>
                    <a:pt x="0" y="156654"/>
                  </a:lnTo>
                  <a:lnTo>
                    <a:pt x="0" y="199453"/>
                  </a:lnTo>
                  <a:lnTo>
                    <a:pt x="29540" y="199453"/>
                  </a:lnTo>
                  <a:lnTo>
                    <a:pt x="29540" y="156654"/>
                  </a:lnTo>
                  <a:close/>
                </a:path>
                <a:path w="29845" h="200025">
                  <a:moveTo>
                    <a:pt x="29540" y="0"/>
                  </a:moveTo>
                  <a:lnTo>
                    <a:pt x="0" y="0"/>
                  </a:lnTo>
                  <a:lnTo>
                    <a:pt x="0" y="42799"/>
                  </a:lnTo>
                  <a:lnTo>
                    <a:pt x="29540" y="42799"/>
                  </a:lnTo>
                  <a:lnTo>
                    <a:pt x="29540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2766485" y="7954486"/>
              <a:ext cx="257810" cy="635"/>
            </a:xfrm>
            <a:custGeom>
              <a:avLst/>
              <a:gdLst/>
              <a:ahLst/>
              <a:cxnLst/>
              <a:rect l="l" t="t" r="r" b="b"/>
              <a:pathLst>
                <a:path w="257809" h="634">
                  <a:moveTo>
                    <a:pt x="257771" y="0"/>
                  </a:moveTo>
                  <a:lnTo>
                    <a:pt x="0" y="0"/>
                  </a:lnTo>
                  <a:lnTo>
                    <a:pt x="257771" y="12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2781097" y="7753920"/>
              <a:ext cx="260350" cy="200660"/>
            </a:xfrm>
            <a:custGeom>
              <a:avLst/>
              <a:gdLst/>
              <a:ahLst/>
              <a:cxnLst/>
              <a:rect l="l" t="t" r="r" b="b"/>
              <a:pathLst>
                <a:path w="260350" h="200659">
                  <a:moveTo>
                    <a:pt x="260033" y="0"/>
                  </a:moveTo>
                  <a:lnTo>
                    <a:pt x="0" y="0"/>
                  </a:lnTo>
                  <a:lnTo>
                    <a:pt x="0" y="200559"/>
                  </a:lnTo>
                  <a:lnTo>
                    <a:pt x="260033" y="200559"/>
                  </a:lnTo>
                  <a:lnTo>
                    <a:pt x="260033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2975679" y="7753673"/>
              <a:ext cx="635" cy="199390"/>
            </a:xfrm>
            <a:custGeom>
              <a:avLst/>
              <a:gdLst/>
              <a:ahLst/>
              <a:cxnLst/>
              <a:rect l="l" t="t" r="r" b="b"/>
              <a:pathLst>
                <a:path w="634" h="199390">
                  <a:moveTo>
                    <a:pt x="596" y="29210"/>
                  </a:moveTo>
                  <a:lnTo>
                    <a:pt x="444" y="29210"/>
                  </a:lnTo>
                  <a:lnTo>
                    <a:pt x="444" y="0"/>
                  </a:lnTo>
                  <a:lnTo>
                    <a:pt x="139" y="0"/>
                  </a:lnTo>
                  <a:lnTo>
                    <a:pt x="139" y="29210"/>
                  </a:lnTo>
                  <a:lnTo>
                    <a:pt x="0" y="29210"/>
                  </a:lnTo>
                  <a:lnTo>
                    <a:pt x="0" y="170180"/>
                  </a:lnTo>
                  <a:lnTo>
                    <a:pt x="152" y="170180"/>
                  </a:lnTo>
                  <a:lnTo>
                    <a:pt x="152" y="199390"/>
                  </a:lnTo>
                  <a:lnTo>
                    <a:pt x="444" y="199390"/>
                  </a:lnTo>
                  <a:lnTo>
                    <a:pt x="444" y="170180"/>
                  </a:lnTo>
                  <a:lnTo>
                    <a:pt x="596" y="170180"/>
                  </a:lnTo>
                  <a:lnTo>
                    <a:pt x="596" y="29210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2999143" y="7908827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19936" y="0"/>
                  </a:moveTo>
                  <a:lnTo>
                    <a:pt x="0" y="0"/>
                  </a:lnTo>
                  <a:lnTo>
                    <a:pt x="0" y="22533"/>
                  </a:lnTo>
                  <a:lnTo>
                    <a:pt x="19936" y="22533"/>
                  </a:lnTo>
                  <a:lnTo>
                    <a:pt x="19936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2781090" y="7753915"/>
              <a:ext cx="257810" cy="200025"/>
            </a:xfrm>
            <a:custGeom>
              <a:avLst/>
              <a:gdLst/>
              <a:ahLst/>
              <a:cxnLst/>
              <a:rect l="l" t="t" r="r" b="b"/>
              <a:pathLst>
                <a:path w="257809" h="200025">
                  <a:moveTo>
                    <a:pt x="108864" y="157175"/>
                  </a:moveTo>
                  <a:lnTo>
                    <a:pt x="79324" y="157175"/>
                  </a:lnTo>
                  <a:lnTo>
                    <a:pt x="79324" y="199974"/>
                  </a:lnTo>
                  <a:lnTo>
                    <a:pt x="108864" y="199974"/>
                  </a:lnTo>
                  <a:lnTo>
                    <a:pt x="108864" y="157175"/>
                  </a:lnTo>
                  <a:close/>
                </a:path>
                <a:path w="257809" h="200025">
                  <a:moveTo>
                    <a:pt x="108864" y="520"/>
                  </a:moveTo>
                  <a:lnTo>
                    <a:pt x="79324" y="520"/>
                  </a:lnTo>
                  <a:lnTo>
                    <a:pt x="79324" y="43319"/>
                  </a:lnTo>
                  <a:lnTo>
                    <a:pt x="108864" y="43319"/>
                  </a:lnTo>
                  <a:lnTo>
                    <a:pt x="108864" y="520"/>
                  </a:lnTo>
                  <a:close/>
                </a:path>
                <a:path w="257809" h="200025">
                  <a:moveTo>
                    <a:pt x="257771" y="0"/>
                  </a:moveTo>
                  <a:lnTo>
                    <a:pt x="0" y="12"/>
                  </a:lnTo>
                  <a:lnTo>
                    <a:pt x="257771" y="12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2775160" y="8155134"/>
              <a:ext cx="260350" cy="200660"/>
            </a:xfrm>
            <a:custGeom>
              <a:avLst/>
              <a:gdLst/>
              <a:ahLst/>
              <a:cxnLst/>
              <a:rect l="l" t="t" r="r" b="b"/>
              <a:pathLst>
                <a:path w="260350" h="200659">
                  <a:moveTo>
                    <a:pt x="260033" y="0"/>
                  </a:moveTo>
                  <a:lnTo>
                    <a:pt x="0" y="0"/>
                  </a:lnTo>
                  <a:lnTo>
                    <a:pt x="0" y="200559"/>
                  </a:lnTo>
                  <a:lnTo>
                    <a:pt x="260033" y="200559"/>
                  </a:lnTo>
                  <a:lnTo>
                    <a:pt x="260033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2775160" y="8155134"/>
              <a:ext cx="260350" cy="200660"/>
            </a:xfrm>
            <a:custGeom>
              <a:avLst/>
              <a:gdLst/>
              <a:ahLst/>
              <a:cxnLst/>
              <a:rect l="l" t="t" r="r" b="b"/>
              <a:pathLst>
                <a:path w="260350" h="200659">
                  <a:moveTo>
                    <a:pt x="260033" y="0"/>
                  </a:moveTo>
                  <a:lnTo>
                    <a:pt x="0" y="0"/>
                  </a:lnTo>
                  <a:lnTo>
                    <a:pt x="0" y="200559"/>
                  </a:lnTo>
                  <a:lnTo>
                    <a:pt x="260033" y="200559"/>
                  </a:lnTo>
                  <a:lnTo>
                    <a:pt x="260033" y="0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2969748" y="8154892"/>
              <a:ext cx="635" cy="199390"/>
            </a:xfrm>
            <a:custGeom>
              <a:avLst/>
              <a:gdLst/>
              <a:ahLst/>
              <a:cxnLst/>
              <a:rect l="l" t="t" r="r" b="b"/>
              <a:pathLst>
                <a:path w="634" h="199390">
                  <a:moveTo>
                    <a:pt x="584" y="29210"/>
                  </a:moveTo>
                  <a:lnTo>
                    <a:pt x="444" y="29210"/>
                  </a:lnTo>
                  <a:lnTo>
                    <a:pt x="444" y="0"/>
                  </a:lnTo>
                  <a:lnTo>
                    <a:pt x="139" y="0"/>
                  </a:lnTo>
                  <a:lnTo>
                    <a:pt x="139" y="29210"/>
                  </a:lnTo>
                  <a:lnTo>
                    <a:pt x="0" y="29210"/>
                  </a:lnTo>
                  <a:lnTo>
                    <a:pt x="0" y="170180"/>
                  </a:lnTo>
                  <a:lnTo>
                    <a:pt x="139" y="170180"/>
                  </a:lnTo>
                  <a:lnTo>
                    <a:pt x="139" y="199390"/>
                  </a:lnTo>
                  <a:lnTo>
                    <a:pt x="444" y="199390"/>
                  </a:lnTo>
                  <a:lnTo>
                    <a:pt x="444" y="170180"/>
                  </a:lnTo>
                  <a:lnTo>
                    <a:pt x="584" y="170180"/>
                  </a:lnTo>
                  <a:lnTo>
                    <a:pt x="584" y="29210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2993216" y="831004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19936" y="0"/>
                  </a:moveTo>
                  <a:lnTo>
                    <a:pt x="0" y="0"/>
                  </a:lnTo>
                  <a:lnTo>
                    <a:pt x="0" y="22533"/>
                  </a:lnTo>
                  <a:lnTo>
                    <a:pt x="19936" y="22533"/>
                  </a:lnTo>
                  <a:lnTo>
                    <a:pt x="19936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2775146" y="8155120"/>
              <a:ext cx="257810" cy="200025"/>
            </a:xfrm>
            <a:custGeom>
              <a:avLst/>
              <a:gdLst/>
              <a:ahLst/>
              <a:cxnLst/>
              <a:rect l="l" t="t" r="r" b="b"/>
              <a:pathLst>
                <a:path w="257809" h="200025">
                  <a:moveTo>
                    <a:pt x="108877" y="157187"/>
                  </a:moveTo>
                  <a:lnTo>
                    <a:pt x="79336" y="157187"/>
                  </a:lnTo>
                  <a:lnTo>
                    <a:pt x="79336" y="199986"/>
                  </a:lnTo>
                  <a:lnTo>
                    <a:pt x="108877" y="199986"/>
                  </a:lnTo>
                  <a:lnTo>
                    <a:pt x="108877" y="157187"/>
                  </a:lnTo>
                  <a:close/>
                </a:path>
                <a:path w="257809" h="200025">
                  <a:moveTo>
                    <a:pt x="108877" y="533"/>
                  </a:moveTo>
                  <a:lnTo>
                    <a:pt x="79336" y="533"/>
                  </a:lnTo>
                  <a:lnTo>
                    <a:pt x="79336" y="43332"/>
                  </a:lnTo>
                  <a:lnTo>
                    <a:pt x="108877" y="43332"/>
                  </a:lnTo>
                  <a:lnTo>
                    <a:pt x="108877" y="533"/>
                  </a:lnTo>
                  <a:close/>
                </a:path>
                <a:path w="257809" h="200025">
                  <a:moveTo>
                    <a:pt x="257771" y="0"/>
                  </a:moveTo>
                  <a:lnTo>
                    <a:pt x="0" y="25"/>
                  </a:lnTo>
                  <a:lnTo>
                    <a:pt x="257771" y="12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2502425" y="8155134"/>
              <a:ext cx="260350" cy="200660"/>
            </a:xfrm>
            <a:custGeom>
              <a:avLst/>
              <a:gdLst/>
              <a:ahLst/>
              <a:cxnLst/>
              <a:rect l="l" t="t" r="r" b="b"/>
              <a:pathLst>
                <a:path w="260350" h="200659">
                  <a:moveTo>
                    <a:pt x="260033" y="0"/>
                  </a:moveTo>
                  <a:lnTo>
                    <a:pt x="0" y="0"/>
                  </a:lnTo>
                  <a:lnTo>
                    <a:pt x="0" y="200559"/>
                  </a:lnTo>
                  <a:lnTo>
                    <a:pt x="260033" y="200559"/>
                  </a:lnTo>
                  <a:lnTo>
                    <a:pt x="260033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2697003" y="8154892"/>
              <a:ext cx="635" cy="199390"/>
            </a:xfrm>
            <a:custGeom>
              <a:avLst/>
              <a:gdLst/>
              <a:ahLst/>
              <a:cxnLst/>
              <a:rect l="l" t="t" r="r" b="b"/>
              <a:pathLst>
                <a:path w="634" h="199390">
                  <a:moveTo>
                    <a:pt x="596" y="29210"/>
                  </a:moveTo>
                  <a:lnTo>
                    <a:pt x="444" y="29210"/>
                  </a:lnTo>
                  <a:lnTo>
                    <a:pt x="444" y="0"/>
                  </a:lnTo>
                  <a:lnTo>
                    <a:pt x="152" y="0"/>
                  </a:lnTo>
                  <a:lnTo>
                    <a:pt x="152" y="29210"/>
                  </a:lnTo>
                  <a:lnTo>
                    <a:pt x="0" y="29210"/>
                  </a:lnTo>
                  <a:lnTo>
                    <a:pt x="0" y="170180"/>
                  </a:lnTo>
                  <a:lnTo>
                    <a:pt x="152" y="170180"/>
                  </a:lnTo>
                  <a:lnTo>
                    <a:pt x="152" y="199390"/>
                  </a:lnTo>
                  <a:lnTo>
                    <a:pt x="444" y="199390"/>
                  </a:lnTo>
                  <a:lnTo>
                    <a:pt x="444" y="170180"/>
                  </a:lnTo>
                  <a:lnTo>
                    <a:pt x="596" y="170180"/>
                  </a:lnTo>
                  <a:lnTo>
                    <a:pt x="596" y="29210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2720471" y="831004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20" h="22859">
                  <a:moveTo>
                    <a:pt x="19936" y="0"/>
                  </a:moveTo>
                  <a:lnTo>
                    <a:pt x="0" y="0"/>
                  </a:lnTo>
                  <a:lnTo>
                    <a:pt x="0" y="22533"/>
                  </a:lnTo>
                  <a:lnTo>
                    <a:pt x="19936" y="22533"/>
                  </a:lnTo>
                  <a:lnTo>
                    <a:pt x="19936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2581750" y="8155654"/>
              <a:ext cx="29845" cy="200025"/>
            </a:xfrm>
            <a:custGeom>
              <a:avLst/>
              <a:gdLst/>
              <a:ahLst/>
              <a:cxnLst/>
              <a:rect l="l" t="t" r="r" b="b"/>
              <a:pathLst>
                <a:path w="29845" h="200025">
                  <a:moveTo>
                    <a:pt x="29540" y="156654"/>
                  </a:moveTo>
                  <a:lnTo>
                    <a:pt x="0" y="156654"/>
                  </a:lnTo>
                  <a:lnTo>
                    <a:pt x="0" y="199453"/>
                  </a:lnTo>
                  <a:lnTo>
                    <a:pt x="29540" y="199453"/>
                  </a:lnTo>
                  <a:lnTo>
                    <a:pt x="29540" y="156654"/>
                  </a:lnTo>
                  <a:close/>
                </a:path>
                <a:path w="29845" h="200025">
                  <a:moveTo>
                    <a:pt x="29540" y="0"/>
                  </a:moveTo>
                  <a:lnTo>
                    <a:pt x="0" y="0"/>
                  </a:lnTo>
                  <a:lnTo>
                    <a:pt x="0" y="42799"/>
                  </a:lnTo>
                  <a:lnTo>
                    <a:pt x="29540" y="42799"/>
                  </a:lnTo>
                  <a:lnTo>
                    <a:pt x="29540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10814443" y="6434333"/>
              <a:ext cx="3374390" cy="1720850"/>
            </a:xfrm>
            <a:custGeom>
              <a:avLst/>
              <a:gdLst/>
              <a:ahLst/>
              <a:cxnLst/>
              <a:rect l="l" t="t" r="r" b="b"/>
              <a:pathLst>
                <a:path w="3374390" h="1720850">
                  <a:moveTo>
                    <a:pt x="1945741" y="1720786"/>
                  </a:moveTo>
                  <a:lnTo>
                    <a:pt x="1687969" y="1720811"/>
                  </a:lnTo>
                  <a:lnTo>
                    <a:pt x="1945741" y="1720799"/>
                  </a:lnTo>
                  <a:close/>
                </a:path>
                <a:path w="3374390" h="1720850">
                  <a:moveTo>
                    <a:pt x="3374021" y="3848"/>
                  </a:moveTo>
                  <a:lnTo>
                    <a:pt x="3371951" y="3644"/>
                  </a:lnTo>
                  <a:lnTo>
                    <a:pt x="3324009" y="2844"/>
                  </a:lnTo>
                  <a:lnTo>
                    <a:pt x="2851823" y="838"/>
                  </a:lnTo>
                  <a:lnTo>
                    <a:pt x="1048740" y="0"/>
                  </a:lnTo>
                  <a:lnTo>
                    <a:pt x="124904" y="2273"/>
                  </a:lnTo>
                  <a:lnTo>
                    <a:pt x="8191" y="3429"/>
                  </a:lnTo>
                  <a:lnTo>
                    <a:pt x="0" y="3848"/>
                  </a:lnTo>
                  <a:lnTo>
                    <a:pt x="2057" y="4051"/>
                  </a:lnTo>
                  <a:lnTo>
                    <a:pt x="49999" y="4851"/>
                  </a:lnTo>
                  <a:lnTo>
                    <a:pt x="522160" y="6858"/>
                  </a:lnTo>
                  <a:lnTo>
                    <a:pt x="2325281" y="7696"/>
                  </a:lnTo>
                  <a:lnTo>
                    <a:pt x="3249091" y="5422"/>
                  </a:lnTo>
                  <a:lnTo>
                    <a:pt x="3365830" y="4254"/>
                  </a:lnTo>
                  <a:lnTo>
                    <a:pt x="3374021" y="3848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8910216" y="2909644"/>
              <a:ext cx="862965" cy="2591435"/>
            </a:xfrm>
            <a:custGeom>
              <a:avLst/>
              <a:gdLst/>
              <a:ahLst/>
              <a:cxnLst/>
              <a:rect l="l" t="t" r="r" b="b"/>
              <a:pathLst>
                <a:path w="862965" h="2591435">
                  <a:moveTo>
                    <a:pt x="723171" y="0"/>
                  </a:moveTo>
                  <a:lnTo>
                    <a:pt x="140508" y="0"/>
                  </a:lnTo>
                  <a:lnTo>
                    <a:pt x="0" y="2591240"/>
                  </a:lnTo>
                  <a:lnTo>
                    <a:pt x="862581" y="2591240"/>
                  </a:lnTo>
                  <a:lnTo>
                    <a:pt x="723171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8925687" y="2909652"/>
              <a:ext cx="832485" cy="2309495"/>
            </a:xfrm>
            <a:custGeom>
              <a:avLst/>
              <a:gdLst/>
              <a:ahLst/>
              <a:cxnLst/>
              <a:rect l="l" t="t" r="r" b="b"/>
              <a:pathLst>
                <a:path w="832484" h="2309495">
                  <a:moveTo>
                    <a:pt x="715962" y="153619"/>
                  </a:moveTo>
                  <a:lnTo>
                    <a:pt x="709955" y="0"/>
                  </a:lnTo>
                  <a:lnTo>
                    <a:pt x="125031" y="0"/>
                  </a:lnTo>
                  <a:lnTo>
                    <a:pt x="116700" y="153619"/>
                  </a:lnTo>
                  <a:lnTo>
                    <a:pt x="715962" y="153619"/>
                  </a:lnTo>
                  <a:close/>
                </a:path>
                <a:path w="832484" h="2309495">
                  <a:moveTo>
                    <a:pt x="740778" y="614972"/>
                  </a:moveTo>
                  <a:lnTo>
                    <a:pt x="729716" y="409181"/>
                  </a:lnTo>
                  <a:lnTo>
                    <a:pt x="102844" y="409181"/>
                  </a:lnTo>
                  <a:lnTo>
                    <a:pt x="91681" y="614972"/>
                  </a:lnTo>
                  <a:lnTo>
                    <a:pt x="740778" y="614972"/>
                  </a:lnTo>
                  <a:close/>
                </a:path>
                <a:path w="832484" h="2309495">
                  <a:moveTo>
                    <a:pt x="763524" y="1037666"/>
                  </a:moveTo>
                  <a:lnTo>
                    <a:pt x="754545" y="831875"/>
                  </a:lnTo>
                  <a:lnTo>
                    <a:pt x="79921" y="831875"/>
                  </a:lnTo>
                  <a:lnTo>
                    <a:pt x="68770" y="1037666"/>
                  </a:lnTo>
                  <a:lnTo>
                    <a:pt x="763524" y="1037666"/>
                  </a:lnTo>
                  <a:close/>
                </a:path>
                <a:path w="832484" h="2309495">
                  <a:moveTo>
                    <a:pt x="786257" y="1460360"/>
                  </a:moveTo>
                  <a:lnTo>
                    <a:pt x="775195" y="1254569"/>
                  </a:lnTo>
                  <a:lnTo>
                    <a:pt x="57010" y="1254569"/>
                  </a:lnTo>
                  <a:lnTo>
                    <a:pt x="45847" y="1460360"/>
                  </a:lnTo>
                  <a:lnTo>
                    <a:pt x="786257" y="1460360"/>
                  </a:lnTo>
                  <a:close/>
                </a:path>
                <a:path w="832484" h="2309495">
                  <a:moveTo>
                    <a:pt x="809091" y="1884807"/>
                  </a:moveTo>
                  <a:lnTo>
                    <a:pt x="798156" y="1677276"/>
                  </a:lnTo>
                  <a:lnTo>
                    <a:pt x="33210" y="1677276"/>
                  </a:lnTo>
                  <a:lnTo>
                    <a:pt x="22923" y="1883054"/>
                  </a:lnTo>
                  <a:lnTo>
                    <a:pt x="809091" y="1884807"/>
                  </a:lnTo>
                  <a:close/>
                </a:path>
                <a:path w="832484" h="2309495">
                  <a:moveTo>
                    <a:pt x="831938" y="2309253"/>
                  </a:moveTo>
                  <a:lnTo>
                    <a:pt x="820674" y="2099957"/>
                  </a:lnTo>
                  <a:lnTo>
                    <a:pt x="11163" y="2099957"/>
                  </a:lnTo>
                  <a:lnTo>
                    <a:pt x="0" y="2305761"/>
                  </a:lnTo>
                  <a:lnTo>
                    <a:pt x="831938" y="2309253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8905933" y="2907288"/>
              <a:ext cx="871855" cy="2597785"/>
            </a:xfrm>
            <a:custGeom>
              <a:avLst/>
              <a:gdLst/>
              <a:ahLst/>
              <a:cxnLst/>
              <a:rect l="l" t="t" r="r" b="b"/>
              <a:pathLst>
                <a:path w="871854" h="2597785">
                  <a:moveTo>
                    <a:pt x="144791" y="2355"/>
                  </a:moveTo>
                  <a:lnTo>
                    <a:pt x="141485" y="53359"/>
                  </a:lnTo>
                  <a:lnTo>
                    <a:pt x="133017" y="199554"/>
                  </a:lnTo>
                  <a:lnTo>
                    <a:pt x="102551" y="740071"/>
                  </a:lnTo>
                  <a:lnTo>
                    <a:pt x="0" y="2597659"/>
                  </a:lnTo>
                  <a:lnTo>
                    <a:pt x="871250" y="2597753"/>
                  </a:lnTo>
                  <a:lnTo>
                    <a:pt x="871036" y="2593826"/>
                  </a:lnTo>
                  <a:lnTo>
                    <a:pt x="862716" y="2593816"/>
                  </a:lnTo>
                  <a:lnTo>
                    <a:pt x="8334" y="2593816"/>
                  </a:lnTo>
                  <a:lnTo>
                    <a:pt x="4282" y="2589544"/>
                  </a:lnTo>
                  <a:lnTo>
                    <a:pt x="106865" y="743034"/>
                  </a:lnTo>
                  <a:lnTo>
                    <a:pt x="135277" y="197606"/>
                  </a:lnTo>
                  <a:lnTo>
                    <a:pt x="142609" y="52323"/>
                  </a:lnTo>
                  <a:lnTo>
                    <a:pt x="144728" y="6858"/>
                  </a:lnTo>
                  <a:lnTo>
                    <a:pt x="144791" y="2355"/>
                  </a:lnTo>
                  <a:close/>
                </a:path>
                <a:path w="871854" h="2597785">
                  <a:moveTo>
                    <a:pt x="866863" y="2589449"/>
                  </a:moveTo>
                  <a:lnTo>
                    <a:pt x="862484" y="2589450"/>
                  </a:lnTo>
                  <a:lnTo>
                    <a:pt x="862717" y="2593826"/>
                  </a:lnTo>
                  <a:lnTo>
                    <a:pt x="866863" y="2589449"/>
                  </a:lnTo>
                  <a:close/>
                </a:path>
                <a:path w="871854" h="2597785">
                  <a:moveTo>
                    <a:pt x="870798" y="2589449"/>
                  </a:moveTo>
                  <a:lnTo>
                    <a:pt x="866863" y="2589449"/>
                  </a:lnTo>
                  <a:lnTo>
                    <a:pt x="862717" y="2593826"/>
                  </a:lnTo>
                  <a:lnTo>
                    <a:pt x="871036" y="2593826"/>
                  </a:lnTo>
                  <a:lnTo>
                    <a:pt x="870798" y="2589449"/>
                  </a:lnTo>
                  <a:close/>
                </a:path>
                <a:path w="871854" h="2597785">
                  <a:moveTo>
                    <a:pt x="862484" y="2589450"/>
                  </a:moveTo>
                  <a:lnTo>
                    <a:pt x="4282" y="2589544"/>
                  </a:lnTo>
                  <a:lnTo>
                    <a:pt x="8334" y="2593816"/>
                  </a:lnTo>
                  <a:lnTo>
                    <a:pt x="8562" y="2589543"/>
                  </a:lnTo>
                  <a:lnTo>
                    <a:pt x="862489" y="2589543"/>
                  </a:lnTo>
                  <a:close/>
                </a:path>
                <a:path w="871854" h="2597785">
                  <a:moveTo>
                    <a:pt x="862489" y="2589543"/>
                  </a:moveTo>
                  <a:lnTo>
                    <a:pt x="8562" y="2589544"/>
                  </a:lnTo>
                  <a:lnTo>
                    <a:pt x="8334" y="2593816"/>
                  </a:lnTo>
                  <a:lnTo>
                    <a:pt x="862716" y="2593816"/>
                  </a:lnTo>
                  <a:lnTo>
                    <a:pt x="862489" y="2589543"/>
                  </a:lnTo>
                  <a:close/>
                </a:path>
                <a:path w="871854" h="2597785">
                  <a:moveTo>
                    <a:pt x="725226" y="4694"/>
                  </a:moveTo>
                  <a:lnTo>
                    <a:pt x="862484" y="2589450"/>
                  </a:lnTo>
                  <a:lnTo>
                    <a:pt x="870798" y="2589449"/>
                  </a:lnTo>
                  <a:lnTo>
                    <a:pt x="729930" y="4701"/>
                  </a:lnTo>
                  <a:lnTo>
                    <a:pt x="725226" y="4694"/>
                  </a:lnTo>
                  <a:close/>
                </a:path>
                <a:path w="871854" h="2597785">
                  <a:moveTo>
                    <a:pt x="725108" y="2481"/>
                  </a:moveTo>
                  <a:lnTo>
                    <a:pt x="725226" y="4694"/>
                  </a:lnTo>
                  <a:lnTo>
                    <a:pt x="727454" y="4701"/>
                  </a:lnTo>
                  <a:lnTo>
                    <a:pt x="725108" y="2481"/>
                  </a:lnTo>
                  <a:close/>
                </a:path>
                <a:path w="871854" h="2597785">
                  <a:moveTo>
                    <a:pt x="729809" y="2481"/>
                  </a:moveTo>
                  <a:lnTo>
                    <a:pt x="725108" y="2481"/>
                  </a:lnTo>
                  <a:lnTo>
                    <a:pt x="727454" y="4701"/>
                  </a:lnTo>
                  <a:lnTo>
                    <a:pt x="729930" y="4701"/>
                  </a:lnTo>
                  <a:lnTo>
                    <a:pt x="729809" y="2481"/>
                  </a:lnTo>
                  <a:close/>
                </a:path>
                <a:path w="871854" h="2597785">
                  <a:moveTo>
                    <a:pt x="729674" y="0"/>
                  </a:moveTo>
                  <a:lnTo>
                    <a:pt x="147974" y="2198"/>
                  </a:lnTo>
                  <a:lnTo>
                    <a:pt x="144791" y="2355"/>
                  </a:lnTo>
                  <a:lnTo>
                    <a:pt x="148278" y="2513"/>
                  </a:lnTo>
                  <a:lnTo>
                    <a:pt x="725226" y="4694"/>
                  </a:lnTo>
                  <a:lnTo>
                    <a:pt x="725108" y="2481"/>
                  </a:lnTo>
                  <a:lnTo>
                    <a:pt x="729809" y="2481"/>
                  </a:lnTo>
                  <a:lnTo>
                    <a:pt x="729674" y="0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8926045" y="3120820"/>
              <a:ext cx="831215" cy="132080"/>
            </a:xfrm>
            <a:custGeom>
              <a:avLst/>
              <a:gdLst/>
              <a:ahLst/>
              <a:cxnLst/>
              <a:rect l="l" t="t" r="r" b="b"/>
              <a:pathLst>
                <a:path w="831215" h="132079">
                  <a:moveTo>
                    <a:pt x="764992" y="0"/>
                  </a:moveTo>
                  <a:lnTo>
                    <a:pt x="65935" y="0"/>
                  </a:lnTo>
                  <a:lnTo>
                    <a:pt x="40269" y="5182"/>
                  </a:lnTo>
                  <a:lnTo>
                    <a:pt x="19310" y="19314"/>
                  </a:lnTo>
                  <a:lnTo>
                    <a:pt x="5181" y="40273"/>
                  </a:lnTo>
                  <a:lnTo>
                    <a:pt x="0" y="65935"/>
                  </a:lnTo>
                  <a:lnTo>
                    <a:pt x="5181" y="91601"/>
                  </a:lnTo>
                  <a:lnTo>
                    <a:pt x="19310" y="112559"/>
                  </a:lnTo>
                  <a:lnTo>
                    <a:pt x="40269" y="126689"/>
                  </a:lnTo>
                  <a:lnTo>
                    <a:pt x="65935" y="131870"/>
                  </a:lnTo>
                  <a:lnTo>
                    <a:pt x="764992" y="131870"/>
                  </a:lnTo>
                  <a:lnTo>
                    <a:pt x="790658" y="126689"/>
                  </a:lnTo>
                  <a:lnTo>
                    <a:pt x="811616" y="112559"/>
                  </a:lnTo>
                  <a:lnTo>
                    <a:pt x="825746" y="91601"/>
                  </a:lnTo>
                  <a:lnTo>
                    <a:pt x="830927" y="65935"/>
                  </a:lnTo>
                  <a:lnTo>
                    <a:pt x="825746" y="40273"/>
                  </a:lnTo>
                  <a:lnTo>
                    <a:pt x="811616" y="19314"/>
                  </a:lnTo>
                  <a:lnTo>
                    <a:pt x="790658" y="5182"/>
                  </a:lnTo>
                  <a:lnTo>
                    <a:pt x="76499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8922935" y="3116664"/>
              <a:ext cx="836294" cy="140335"/>
            </a:xfrm>
            <a:custGeom>
              <a:avLst/>
              <a:gdLst/>
              <a:ahLst/>
              <a:cxnLst/>
              <a:rect l="l" t="t" r="r" b="b"/>
              <a:pathLst>
                <a:path w="836295" h="140335">
                  <a:moveTo>
                    <a:pt x="69086" y="0"/>
                  </a:moveTo>
                  <a:lnTo>
                    <a:pt x="23526" y="16860"/>
                  </a:lnTo>
                  <a:lnTo>
                    <a:pt x="0" y="58553"/>
                  </a:lnTo>
                  <a:lnTo>
                    <a:pt x="115" y="82644"/>
                  </a:lnTo>
                  <a:lnTo>
                    <a:pt x="23465" y="123272"/>
                  </a:lnTo>
                  <a:lnTo>
                    <a:pt x="58699" y="139754"/>
                  </a:lnTo>
                  <a:lnTo>
                    <a:pt x="74050" y="140194"/>
                  </a:lnTo>
                  <a:lnTo>
                    <a:pt x="81107" y="140006"/>
                  </a:lnTo>
                  <a:lnTo>
                    <a:pt x="116473" y="140006"/>
                  </a:lnTo>
                  <a:lnTo>
                    <a:pt x="696900" y="137639"/>
                  </a:lnTo>
                  <a:lnTo>
                    <a:pt x="749694" y="136864"/>
                  </a:lnTo>
                  <a:lnTo>
                    <a:pt x="768102" y="136173"/>
                  </a:lnTo>
                  <a:lnTo>
                    <a:pt x="768090" y="135879"/>
                  </a:lnTo>
                  <a:lnTo>
                    <a:pt x="766521" y="135744"/>
                  </a:lnTo>
                  <a:lnTo>
                    <a:pt x="763421" y="135597"/>
                  </a:lnTo>
                  <a:lnTo>
                    <a:pt x="749694" y="135189"/>
                  </a:lnTo>
                  <a:lnTo>
                    <a:pt x="66797" y="131842"/>
                  </a:lnTo>
                  <a:lnTo>
                    <a:pt x="56468" y="130695"/>
                  </a:lnTo>
                  <a:lnTo>
                    <a:pt x="15559" y="100877"/>
                  </a:lnTo>
                  <a:lnTo>
                    <a:pt x="8156" y="59903"/>
                  </a:lnTo>
                  <a:lnTo>
                    <a:pt x="10824" y="49546"/>
                  </a:lnTo>
                  <a:lnTo>
                    <a:pt x="37851" y="16837"/>
                  </a:lnTo>
                  <a:lnTo>
                    <a:pt x="793658" y="6806"/>
                  </a:lnTo>
                  <a:lnTo>
                    <a:pt x="782348" y="3089"/>
                  </a:lnTo>
                  <a:lnTo>
                    <a:pt x="768259" y="1518"/>
                  </a:lnTo>
                  <a:lnTo>
                    <a:pt x="69086" y="0"/>
                  </a:lnTo>
                  <a:close/>
                </a:path>
                <a:path w="836295" h="140335">
                  <a:moveTo>
                    <a:pt x="116473" y="140006"/>
                  </a:moveTo>
                  <a:lnTo>
                    <a:pt x="81107" y="140006"/>
                  </a:lnTo>
                  <a:lnTo>
                    <a:pt x="88416" y="140048"/>
                  </a:lnTo>
                  <a:lnTo>
                    <a:pt x="116473" y="140006"/>
                  </a:lnTo>
                  <a:close/>
                </a:path>
                <a:path w="836295" h="140335">
                  <a:moveTo>
                    <a:pt x="768060" y="135503"/>
                  </a:moveTo>
                  <a:lnTo>
                    <a:pt x="768102" y="136027"/>
                  </a:lnTo>
                  <a:lnTo>
                    <a:pt x="774573" y="137126"/>
                  </a:lnTo>
                  <a:lnTo>
                    <a:pt x="779369" y="135964"/>
                  </a:lnTo>
                  <a:lnTo>
                    <a:pt x="774562" y="135964"/>
                  </a:lnTo>
                  <a:lnTo>
                    <a:pt x="768060" y="135503"/>
                  </a:lnTo>
                  <a:close/>
                </a:path>
                <a:path w="836295" h="140335">
                  <a:moveTo>
                    <a:pt x="793658" y="6806"/>
                  </a:moveTo>
                  <a:lnTo>
                    <a:pt x="768248" y="6806"/>
                  </a:lnTo>
                  <a:lnTo>
                    <a:pt x="781286" y="8112"/>
                  </a:lnTo>
                  <a:lnTo>
                    <a:pt x="793399" y="11935"/>
                  </a:lnTo>
                  <a:lnTo>
                    <a:pt x="826308" y="44125"/>
                  </a:lnTo>
                  <a:lnTo>
                    <a:pt x="831949" y="74376"/>
                  </a:lnTo>
                  <a:lnTo>
                    <a:pt x="830706" y="83771"/>
                  </a:lnTo>
                  <a:lnTo>
                    <a:pt x="805581" y="122747"/>
                  </a:lnTo>
                  <a:lnTo>
                    <a:pt x="774562" y="135964"/>
                  </a:lnTo>
                  <a:lnTo>
                    <a:pt x="779369" y="135964"/>
                  </a:lnTo>
                  <a:lnTo>
                    <a:pt x="817923" y="115321"/>
                  </a:lnTo>
                  <a:lnTo>
                    <a:pt x="835722" y="74622"/>
                  </a:lnTo>
                  <a:lnTo>
                    <a:pt x="835712" y="64092"/>
                  </a:lnTo>
                  <a:lnTo>
                    <a:pt x="816750" y="22250"/>
                  </a:lnTo>
                  <a:lnTo>
                    <a:pt x="795382" y="7372"/>
                  </a:lnTo>
                  <a:lnTo>
                    <a:pt x="793658" y="6806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5" name="object 175" descr=""/>
          <p:cNvGrpSpPr/>
          <p:nvPr/>
        </p:nvGrpSpPr>
        <p:grpSpPr>
          <a:xfrm>
            <a:off x="4589831" y="4637551"/>
            <a:ext cx="6199505" cy="3718560"/>
            <a:chOff x="4589831" y="4637551"/>
            <a:chExt cx="6199505" cy="3718560"/>
          </a:xfrm>
        </p:grpSpPr>
        <p:sp>
          <p:nvSpPr>
            <p:cNvPr id="176" name="object 176" descr=""/>
            <p:cNvSpPr/>
            <p:nvPr/>
          </p:nvSpPr>
          <p:spPr>
            <a:xfrm>
              <a:off x="4589830" y="5025192"/>
              <a:ext cx="506095" cy="1626870"/>
            </a:xfrm>
            <a:custGeom>
              <a:avLst/>
              <a:gdLst/>
              <a:ahLst/>
              <a:cxnLst/>
              <a:rect l="l" t="t" r="r" b="b"/>
              <a:pathLst>
                <a:path w="506095" h="1626870">
                  <a:moveTo>
                    <a:pt x="505917" y="101803"/>
                  </a:moveTo>
                  <a:lnTo>
                    <a:pt x="497903" y="62217"/>
                  </a:lnTo>
                  <a:lnTo>
                    <a:pt x="476072" y="29857"/>
                  </a:lnTo>
                  <a:lnTo>
                    <a:pt x="443712" y="8013"/>
                  </a:lnTo>
                  <a:lnTo>
                    <a:pt x="404114" y="0"/>
                  </a:lnTo>
                  <a:lnTo>
                    <a:pt x="101777" y="0"/>
                  </a:lnTo>
                  <a:lnTo>
                    <a:pt x="62204" y="8013"/>
                  </a:lnTo>
                  <a:lnTo>
                    <a:pt x="29845" y="29857"/>
                  </a:lnTo>
                  <a:lnTo>
                    <a:pt x="8001" y="62217"/>
                  </a:lnTo>
                  <a:lnTo>
                    <a:pt x="0" y="101803"/>
                  </a:lnTo>
                  <a:lnTo>
                    <a:pt x="0" y="1524622"/>
                  </a:lnTo>
                  <a:lnTo>
                    <a:pt x="8001" y="1564195"/>
                  </a:lnTo>
                  <a:lnTo>
                    <a:pt x="29845" y="1596555"/>
                  </a:lnTo>
                  <a:lnTo>
                    <a:pt x="62204" y="1618386"/>
                  </a:lnTo>
                  <a:lnTo>
                    <a:pt x="101777" y="1626400"/>
                  </a:lnTo>
                  <a:lnTo>
                    <a:pt x="335686" y="1626400"/>
                  </a:lnTo>
                  <a:lnTo>
                    <a:pt x="335686" y="1594459"/>
                  </a:lnTo>
                  <a:lnTo>
                    <a:pt x="101777" y="1594459"/>
                  </a:lnTo>
                  <a:lnTo>
                    <a:pt x="74625" y="1588960"/>
                  </a:lnTo>
                  <a:lnTo>
                    <a:pt x="52412" y="1573974"/>
                  </a:lnTo>
                  <a:lnTo>
                    <a:pt x="37426" y="1551774"/>
                  </a:lnTo>
                  <a:lnTo>
                    <a:pt x="31927" y="1524622"/>
                  </a:lnTo>
                  <a:lnTo>
                    <a:pt x="31927" y="1312697"/>
                  </a:lnTo>
                  <a:lnTo>
                    <a:pt x="355663" y="1312697"/>
                  </a:lnTo>
                  <a:lnTo>
                    <a:pt x="355663" y="1280756"/>
                  </a:lnTo>
                  <a:lnTo>
                    <a:pt x="31927" y="1280756"/>
                  </a:lnTo>
                  <a:lnTo>
                    <a:pt x="31927" y="1039012"/>
                  </a:lnTo>
                  <a:lnTo>
                    <a:pt x="355663" y="1039012"/>
                  </a:lnTo>
                  <a:lnTo>
                    <a:pt x="355663" y="1007084"/>
                  </a:lnTo>
                  <a:lnTo>
                    <a:pt x="31927" y="1007084"/>
                  </a:lnTo>
                  <a:lnTo>
                    <a:pt x="31927" y="765340"/>
                  </a:lnTo>
                  <a:lnTo>
                    <a:pt x="355663" y="765340"/>
                  </a:lnTo>
                  <a:lnTo>
                    <a:pt x="355663" y="733412"/>
                  </a:lnTo>
                  <a:lnTo>
                    <a:pt x="31927" y="733412"/>
                  </a:lnTo>
                  <a:lnTo>
                    <a:pt x="31927" y="491667"/>
                  </a:lnTo>
                  <a:lnTo>
                    <a:pt x="355663" y="491667"/>
                  </a:lnTo>
                  <a:lnTo>
                    <a:pt x="355663" y="459740"/>
                  </a:lnTo>
                  <a:lnTo>
                    <a:pt x="31927" y="459740"/>
                  </a:lnTo>
                  <a:lnTo>
                    <a:pt x="31927" y="101803"/>
                  </a:lnTo>
                  <a:lnTo>
                    <a:pt x="37426" y="74637"/>
                  </a:lnTo>
                  <a:lnTo>
                    <a:pt x="52412" y="52425"/>
                  </a:lnTo>
                  <a:lnTo>
                    <a:pt x="74625" y="37439"/>
                  </a:lnTo>
                  <a:lnTo>
                    <a:pt x="101777" y="31940"/>
                  </a:lnTo>
                  <a:lnTo>
                    <a:pt x="404114" y="31940"/>
                  </a:lnTo>
                  <a:lnTo>
                    <a:pt x="431292" y="37439"/>
                  </a:lnTo>
                  <a:lnTo>
                    <a:pt x="453491" y="52425"/>
                  </a:lnTo>
                  <a:lnTo>
                    <a:pt x="468477" y="74637"/>
                  </a:lnTo>
                  <a:lnTo>
                    <a:pt x="473976" y="101803"/>
                  </a:lnTo>
                  <a:lnTo>
                    <a:pt x="473976" y="312153"/>
                  </a:lnTo>
                  <a:lnTo>
                    <a:pt x="505917" y="312153"/>
                  </a:lnTo>
                  <a:lnTo>
                    <a:pt x="505917" y="101803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4929539" y="4689666"/>
              <a:ext cx="5859780" cy="3666490"/>
            </a:xfrm>
            <a:custGeom>
              <a:avLst/>
              <a:gdLst/>
              <a:ahLst/>
              <a:cxnLst/>
              <a:rect l="l" t="t" r="r" b="b"/>
              <a:pathLst>
                <a:path w="5859780" h="3666490">
                  <a:moveTo>
                    <a:pt x="2885702" y="0"/>
                  </a:moveTo>
                  <a:lnTo>
                    <a:pt x="1398679" y="691978"/>
                  </a:lnTo>
                  <a:lnTo>
                    <a:pt x="1398679" y="0"/>
                  </a:lnTo>
                  <a:lnTo>
                    <a:pt x="0" y="677256"/>
                  </a:lnTo>
                  <a:lnTo>
                    <a:pt x="0" y="3666024"/>
                  </a:lnTo>
                  <a:lnTo>
                    <a:pt x="5859748" y="3666024"/>
                  </a:lnTo>
                  <a:lnTo>
                    <a:pt x="5859748" y="706700"/>
                  </a:lnTo>
                  <a:lnTo>
                    <a:pt x="2885702" y="706700"/>
                  </a:lnTo>
                  <a:lnTo>
                    <a:pt x="2885702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5289796" y="6234700"/>
              <a:ext cx="4862830" cy="802005"/>
            </a:xfrm>
            <a:custGeom>
              <a:avLst/>
              <a:gdLst/>
              <a:ahLst/>
              <a:cxnLst/>
              <a:rect l="l" t="t" r="r" b="b"/>
              <a:pathLst>
                <a:path w="4862830" h="802004">
                  <a:moveTo>
                    <a:pt x="4862710" y="0"/>
                  </a:moveTo>
                  <a:lnTo>
                    <a:pt x="0" y="0"/>
                  </a:lnTo>
                  <a:lnTo>
                    <a:pt x="0" y="801839"/>
                  </a:lnTo>
                  <a:lnTo>
                    <a:pt x="4862710" y="801839"/>
                  </a:lnTo>
                  <a:lnTo>
                    <a:pt x="48627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5268811" y="6159404"/>
              <a:ext cx="5069840" cy="906144"/>
            </a:xfrm>
            <a:custGeom>
              <a:avLst/>
              <a:gdLst/>
              <a:ahLst/>
              <a:cxnLst/>
              <a:rect l="l" t="t" r="r" b="b"/>
              <a:pathLst>
                <a:path w="5069840" h="906145">
                  <a:moveTo>
                    <a:pt x="5069611" y="476224"/>
                  </a:moveTo>
                  <a:lnTo>
                    <a:pt x="5068252" y="476084"/>
                  </a:lnTo>
                  <a:lnTo>
                    <a:pt x="4940376" y="474903"/>
                  </a:lnTo>
                  <a:lnTo>
                    <a:pt x="4536084" y="474611"/>
                  </a:lnTo>
                  <a:lnTo>
                    <a:pt x="4536046" y="378079"/>
                  </a:lnTo>
                  <a:lnTo>
                    <a:pt x="4535868" y="327177"/>
                  </a:lnTo>
                  <a:lnTo>
                    <a:pt x="4535640" y="279552"/>
                  </a:lnTo>
                  <a:lnTo>
                    <a:pt x="4535335" y="235686"/>
                  </a:lnTo>
                  <a:lnTo>
                    <a:pt x="4534979" y="196075"/>
                  </a:lnTo>
                  <a:lnTo>
                    <a:pt x="4533658" y="107708"/>
                  </a:lnTo>
                  <a:lnTo>
                    <a:pt x="4532338" y="75298"/>
                  </a:lnTo>
                  <a:lnTo>
                    <a:pt x="4531753" y="75298"/>
                  </a:lnTo>
                  <a:lnTo>
                    <a:pt x="4529099" y="196075"/>
                  </a:lnTo>
                  <a:lnTo>
                    <a:pt x="4528744" y="235686"/>
                  </a:lnTo>
                  <a:lnTo>
                    <a:pt x="4528451" y="279552"/>
                  </a:lnTo>
                  <a:lnTo>
                    <a:pt x="4528210" y="327177"/>
                  </a:lnTo>
                  <a:lnTo>
                    <a:pt x="4528032" y="378079"/>
                  </a:lnTo>
                  <a:lnTo>
                    <a:pt x="4527982" y="474599"/>
                  </a:lnTo>
                  <a:lnTo>
                    <a:pt x="4184434" y="474345"/>
                  </a:lnTo>
                  <a:lnTo>
                    <a:pt x="4184396" y="380339"/>
                  </a:lnTo>
                  <a:lnTo>
                    <a:pt x="4184231" y="329057"/>
                  </a:lnTo>
                  <a:lnTo>
                    <a:pt x="4183989" y="281076"/>
                  </a:lnTo>
                  <a:lnTo>
                    <a:pt x="4183684" y="236893"/>
                  </a:lnTo>
                  <a:lnTo>
                    <a:pt x="4183329" y="196989"/>
                  </a:lnTo>
                  <a:lnTo>
                    <a:pt x="4182021" y="107950"/>
                  </a:lnTo>
                  <a:lnTo>
                    <a:pt x="4180675" y="75311"/>
                  </a:lnTo>
                  <a:lnTo>
                    <a:pt x="4180103" y="75311"/>
                  </a:lnTo>
                  <a:lnTo>
                    <a:pt x="4177449" y="196989"/>
                  </a:lnTo>
                  <a:lnTo>
                    <a:pt x="4177093" y="236893"/>
                  </a:lnTo>
                  <a:lnTo>
                    <a:pt x="4176801" y="281076"/>
                  </a:lnTo>
                  <a:lnTo>
                    <a:pt x="4176560" y="329057"/>
                  </a:lnTo>
                  <a:lnTo>
                    <a:pt x="4176382" y="380339"/>
                  </a:lnTo>
                  <a:lnTo>
                    <a:pt x="4176331" y="474345"/>
                  </a:lnTo>
                  <a:lnTo>
                    <a:pt x="3832796" y="474078"/>
                  </a:lnTo>
                  <a:lnTo>
                    <a:pt x="3832745" y="383159"/>
                  </a:lnTo>
                  <a:lnTo>
                    <a:pt x="3832580" y="331406"/>
                  </a:lnTo>
                  <a:lnTo>
                    <a:pt x="3832339" y="282981"/>
                  </a:lnTo>
                  <a:lnTo>
                    <a:pt x="3832034" y="238379"/>
                  </a:lnTo>
                  <a:lnTo>
                    <a:pt x="3831679" y="198107"/>
                  </a:lnTo>
                  <a:lnTo>
                    <a:pt x="3830370" y="108254"/>
                  </a:lnTo>
                  <a:lnTo>
                    <a:pt x="3829037" y="75298"/>
                  </a:lnTo>
                  <a:lnTo>
                    <a:pt x="3828465" y="75298"/>
                  </a:lnTo>
                  <a:lnTo>
                    <a:pt x="3825798" y="198107"/>
                  </a:lnTo>
                  <a:lnTo>
                    <a:pt x="3825443" y="238379"/>
                  </a:lnTo>
                  <a:lnTo>
                    <a:pt x="3825151" y="282981"/>
                  </a:lnTo>
                  <a:lnTo>
                    <a:pt x="3824909" y="331406"/>
                  </a:lnTo>
                  <a:lnTo>
                    <a:pt x="3824732" y="383159"/>
                  </a:lnTo>
                  <a:lnTo>
                    <a:pt x="3824668" y="474078"/>
                  </a:lnTo>
                  <a:lnTo>
                    <a:pt x="3481146" y="473811"/>
                  </a:lnTo>
                  <a:lnTo>
                    <a:pt x="3480041" y="199250"/>
                  </a:lnTo>
                  <a:lnTo>
                    <a:pt x="3478720" y="108546"/>
                  </a:lnTo>
                  <a:lnTo>
                    <a:pt x="3477374" y="75311"/>
                  </a:lnTo>
                  <a:lnTo>
                    <a:pt x="3476815" y="75311"/>
                  </a:lnTo>
                  <a:lnTo>
                    <a:pt x="3474148" y="199250"/>
                  </a:lnTo>
                  <a:lnTo>
                    <a:pt x="3473031" y="473811"/>
                  </a:lnTo>
                  <a:lnTo>
                    <a:pt x="3129470" y="473544"/>
                  </a:lnTo>
                  <a:lnTo>
                    <a:pt x="3128391" y="200367"/>
                  </a:lnTo>
                  <a:lnTo>
                    <a:pt x="3127070" y="108851"/>
                  </a:lnTo>
                  <a:lnTo>
                    <a:pt x="3125724" y="75298"/>
                  </a:lnTo>
                  <a:lnTo>
                    <a:pt x="3125165" y="75298"/>
                  </a:lnTo>
                  <a:lnTo>
                    <a:pt x="3122498" y="200367"/>
                  </a:lnTo>
                  <a:lnTo>
                    <a:pt x="3121406" y="473544"/>
                  </a:lnTo>
                  <a:lnTo>
                    <a:pt x="2777807" y="473278"/>
                  </a:lnTo>
                  <a:lnTo>
                    <a:pt x="2776740" y="201498"/>
                  </a:lnTo>
                  <a:lnTo>
                    <a:pt x="2775420" y="109156"/>
                  </a:lnTo>
                  <a:lnTo>
                    <a:pt x="2774086" y="75298"/>
                  </a:lnTo>
                  <a:lnTo>
                    <a:pt x="2773515" y="75298"/>
                  </a:lnTo>
                  <a:lnTo>
                    <a:pt x="2770848" y="201498"/>
                  </a:lnTo>
                  <a:lnTo>
                    <a:pt x="2769768" y="473278"/>
                  </a:lnTo>
                  <a:lnTo>
                    <a:pt x="2426195" y="473011"/>
                  </a:lnTo>
                  <a:lnTo>
                    <a:pt x="2426157" y="374332"/>
                  </a:lnTo>
                  <a:lnTo>
                    <a:pt x="2425979" y="322681"/>
                  </a:lnTo>
                  <a:lnTo>
                    <a:pt x="2425738" y="274358"/>
                  </a:lnTo>
                  <a:lnTo>
                    <a:pt x="2425433" y="229857"/>
                  </a:lnTo>
                  <a:lnTo>
                    <a:pt x="2425090" y="189661"/>
                  </a:lnTo>
                  <a:lnTo>
                    <a:pt x="2423769" y="99987"/>
                  </a:lnTo>
                  <a:lnTo>
                    <a:pt x="2422423" y="67106"/>
                  </a:lnTo>
                  <a:lnTo>
                    <a:pt x="2421864" y="67106"/>
                  </a:lnTo>
                  <a:lnTo>
                    <a:pt x="2419197" y="189661"/>
                  </a:lnTo>
                  <a:lnTo>
                    <a:pt x="2418854" y="229857"/>
                  </a:lnTo>
                  <a:lnTo>
                    <a:pt x="2418550" y="274358"/>
                  </a:lnTo>
                  <a:lnTo>
                    <a:pt x="2418308" y="322681"/>
                  </a:lnTo>
                  <a:lnTo>
                    <a:pt x="2418130" y="374332"/>
                  </a:lnTo>
                  <a:lnTo>
                    <a:pt x="2418080" y="473011"/>
                  </a:lnTo>
                  <a:lnTo>
                    <a:pt x="2074646" y="472744"/>
                  </a:lnTo>
                  <a:lnTo>
                    <a:pt x="2073440" y="138874"/>
                  </a:lnTo>
                  <a:lnTo>
                    <a:pt x="2072119" y="37261"/>
                  </a:lnTo>
                  <a:lnTo>
                    <a:pt x="2070773" y="0"/>
                  </a:lnTo>
                  <a:lnTo>
                    <a:pt x="2070214" y="0"/>
                  </a:lnTo>
                  <a:lnTo>
                    <a:pt x="2067560" y="138874"/>
                  </a:lnTo>
                  <a:lnTo>
                    <a:pt x="2066340" y="472744"/>
                  </a:lnTo>
                  <a:lnTo>
                    <a:pt x="1722920" y="472478"/>
                  </a:lnTo>
                  <a:lnTo>
                    <a:pt x="1721789" y="191363"/>
                  </a:lnTo>
                  <a:lnTo>
                    <a:pt x="1720469" y="100431"/>
                  </a:lnTo>
                  <a:lnTo>
                    <a:pt x="1719135" y="67094"/>
                  </a:lnTo>
                  <a:lnTo>
                    <a:pt x="1718564" y="67094"/>
                  </a:lnTo>
                  <a:lnTo>
                    <a:pt x="1715909" y="191363"/>
                  </a:lnTo>
                  <a:lnTo>
                    <a:pt x="1714766" y="472465"/>
                  </a:lnTo>
                  <a:lnTo>
                    <a:pt x="1584667" y="472363"/>
                  </a:lnTo>
                  <a:lnTo>
                    <a:pt x="1371346" y="472821"/>
                  </a:lnTo>
                  <a:lnTo>
                    <a:pt x="1371358" y="468934"/>
                  </a:lnTo>
                  <a:lnTo>
                    <a:pt x="1370139" y="145961"/>
                  </a:lnTo>
                  <a:lnTo>
                    <a:pt x="1368818" y="48082"/>
                  </a:lnTo>
                  <a:lnTo>
                    <a:pt x="1368031" y="21475"/>
                  </a:lnTo>
                  <a:lnTo>
                    <a:pt x="1367764" y="15392"/>
                  </a:lnTo>
                  <a:lnTo>
                    <a:pt x="1367485" y="12204"/>
                  </a:lnTo>
                  <a:lnTo>
                    <a:pt x="1366913" y="12204"/>
                  </a:lnTo>
                  <a:lnTo>
                    <a:pt x="1364259" y="145961"/>
                  </a:lnTo>
                  <a:lnTo>
                    <a:pt x="1363040" y="468934"/>
                  </a:lnTo>
                  <a:lnTo>
                    <a:pt x="1363040" y="472846"/>
                  </a:lnTo>
                  <a:lnTo>
                    <a:pt x="1019606" y="473570"/>
                  </a:lnTo>
                  <a:lnTo>
                    <a:pt x="1018489" y="193522"/>
                  </a:lnTo>
                  <a:lnTo>
                    <a:pt x="1017168" y="101015"/>
                  </a:lnTo>
                  <a:lnTo>
                    <a:pt x="1015834" y="67094"/>
                  </a:lnTo>
                  <a:lnTo>
                    <a:pt x="1015263" y="67094"/>
                  </a:lnTo>
                  <a:lnTo>
                    <a:pt x="1012609" y="193522"/>
                  </a:lnTo>
                  <a:lnTo>
                    <a:pt x="1011478" y="473595"/>
                  </a:lnTo>
                  <a:lnTo>
                    <a:pt x="668020" y="474319"/>
                  </a:lnTo>
                  <a:lnTo>
                    <a:pt x="666838" y="160032"/>
                  </a:lnTo>
                  <a:lnTo>
                    <a:pt x="665518" y="62166"/>
                  </a:lnTo>
                  <a:lnTo>
                    <a:pt x="664197" y="26276"/>
                  </a:lnTo>
                  <a:lnTo>
                    <a:pt x="663613" y="26276"/>
                  </a:lnTo>
                  <a:lnTo>
                    <a:pt x="660958" y="160032"/>
                  </a:lnTo>
                  <a:lnTo>
                    <a:pt x="659765" y="474332"/>
                  </a:lnTo>
                  <a:lnTo>
                    <a:pt x="316344" y="475056"/>
                  </a:lnTo>
                  <a:lnTo>
                    <a:pt x="315188" y="167081"/>
                  </a:lnTo>
                  <a:lnTo>
                    <a:pt x="313867" y="69202"/>
                  </a:lnTo>
                  <a:lnTo>
                    <a:pt x="312547" y="33324"/>
                  </a:lnTo>
                  <a:lnTo>
                    <a:pt x="311962" y="33324"/>
                  </a:lnTo>
                  <a:lnTo>
                    <a:pt x="309308" y="167081"/>
                  </a:lnTo>
                  <a:lnTo>
                    <a:pt x="308140" y="475081"/>
                  </a:lnTo>
                  <a:lnTo>
                    <a:pt x="21336" y="475678"/>
                  </a:lnTo>
                  <a:lnTo>
                    <a:pt x="0" y="476224"/>
                  </a:lnTo>
                  <a:lnTo>
                    <a:pt x="1346" y="476351"/>
                  </a:lnTo>
                  <a:lnTo>
                    <a:pt x="129209" y="477532"/>
                  </a:lnTo>
                  <a:lnTo>
                    <a:pt x="308127" y="477672"/>
                  </a:lnTo>
                  <a:lnTo>
                    <a:pt x="308089" y="490054"/>
                  </a:lnTo>
                  <a:lnTo>
                    <a:pt x="308140" y="558215"/>
                  </a:lnTo>
                  <a:lnTo>
                    <a:pt x="308267" y="623227"/>
                  </a:lnTo>
                  <a:lnTo>
                    <a:pt x="308483" y="684339"/>
                  </a:lnTo>
                  <a:lnTo>
                    <a:pt x="308775" y="740829"/>
                  </a:lnTo>
                  <a:lnTo>
                    <a:pt x="309130" y="791946"/>
                  </a:lnTo>
                  <a:lnTo>
                    <a:pt x="309549" y="836968"/>
                  </a:lnTo>
                  <a:lnTo>
                    <a:pt x="310019" y="875245"/>
                  </a:lnTo>
                  <a:lnTo>
                    <a:pt x="310540" y="905725"/>
                  </a:lnTo>
                  <a:lnTo>
                    <a:pt x="313956" y="905725"/>
                  </a:lnTo>
                  <a:lnTo>
                    <a:pt x="313131" y="875131"/>
                  </a:lnTo>
                  <a:lnTo>
                    <a:pt x="313956" y="905725"/>
                  </a:lnTo>
                  <a:lnTo>
                    <a:pt x="314477" y="875245"/>
                  </a:lnTo>
                  <a:lnTo>
                    <a:pt x="314604" y="864717"/>
                  </a:lnTo>
                  <a:lnTo>
                    <a:pt x="314947" y="836968"/>
                  </a:lnTo>
                  <a:lnTo>
                    <a:pt x="315366" y="791946"/>
                  </a:lnTo>
                  <a:lnTo>
                    <a:pt x="315722" y="740829"/>
                  </a:lnTo>
                  <a:lnTo>
                    <a:pt x="316014" y="684339"/>
                  </a:lnTo>
                  <a:lnTo>
                    <a:pt x="316230" y="623227"/>
                  </a:lnTo>
                  <a:lnTo>
                    <a:pt x="316357" y="558215"/>
                  </a:lnTo>
                  <a:lnTo>
                    <a:pt x="316407" y="490054"/>
                  </a:lnTo>
                  <a:lnTo>
                    <a:pt x="316357" y="477685"/>
                  </a:lnTo>
                  <a:lnTo>
                    <a:pt x="659752" y="477951"/>
                  </a:lnTo>
                  <a:lnTo>
                    <a:pt x="659790" y="551180"/>
                  </a:lnTo>
                  <a:lnTo>
                    <a:pt x="659917" y="616178"/>
                  </a:lnTo>
                  <a:lnTo>
                    <a:pt x="660133" y="677303"/>
                  </a:lnTo>
                  <a:lnTo>
                    <a:pt x="660425" y="733793"/>
                  </a:lnTo>
                  <a:lnTo>
                    <a:pt x="660781" y="784910"/>
                  </a:lnTo>
                  <a:lnTo>
                    <a:pt x="661200" y="829919"/>
                  </a:lnTo>
                  <a:lnTo>
                    <a:pt x="661670" y="868210"/>
                  </a:lnTo>
                  <a:lnTo>
                    <a:pt x="662190" y="898690"/>
                  </a:lnTo>
                  <a:lnTo>
                    <a:pt x="665607" y="898690"/>
                  </a:lnTo>
                  <a:lnTo>
                    <a:pt x="664781" y="868095"/>
                  </a:lnTo>
                  <a:lnTo>
                    <a:pt x="665607" y="898690"/>
                  </a:lnTo>
                  <a:lnTo>
                    <a:pt x="666127" y="868210"/>
                  </a:lnTo>
                  <a:lnTo>
                    <a:pt x="666254" y="857681"/>
                  </a:lnTo>
                  <a:lnTo>
                    <a:pt x="666597" y="829919"/>
                  </a:lnTo>
                  <a:lnTo>
                    <a:pt x="667016" y="784910"/>
                  </a:lnTo>
                  <a:lnTo>
                    <a:pt x="667372" y="733793"/>
                  </a:lnTo>
                  <a:lnTo>
                    <a:pt x="667664" y="677303"/>
                  </a:lnTo>
                  <a:lnTo>
                    <a:pt x="667880" y="616178"/>
                  </a:lnTo>
                  <a:lnTo>
                    <a:pt x="668007" y="551180"/>
                  </a:lnTo>
                  <a:lnTo>
                    <a:pt x="668058" y="483006"/>
                  </a:lnTo>
                  <a:lnTo>
                    <a:pt x="668032" y="477951"/>
                  </a:lnTo>
                  <a:lnTo>
                    <a:pt x="1011466" y="478218"/>
                  </a:lnTo>
                  <a:lnTo>
                    <a:pt x="1011389" y="498779"/>
                  </a:lnTo>
                  <a:lnTo>
                    <a:pt x="1011440" y="563194"/>
                  </a:lnTo>
                  <a:lnTo>
                    <a:pt x="1011567" y="624636"/>
                  </a:lnTo>
                  <a:lnTo>
                    <a:pt x="1011783" y="682409"/>
                  </a:lnTo>
                  <a:lnTo>
                    <a:pt x="1012075" y="735799"/>
                  </a:lnTo>
                  <a:lnTo>
                    <a:pt x="1012431" y="784110"/>
                  </a:lnTo>
                  <a:lnTo>
                    <a:pt x="1012850" y="826655"/>
                  </a:lnTo>
                  <a:lnTo>
                    <a:pt x="1013841" y="891641"/>
                  </a:lnTo>
                  <a:lnTo>
                    <a:pt x="1017257" y="891641"/>
                  </a:lnTo>
                  <a:lnTo>
                    <a:pt x="1016431" y="862736"/>
                  </a:lnTo>
                  <a:lnTo>
                    <a:pt x="1017257" y="891641"/>
                  </a:lnTo>
                  <a:lnTo>
                    <a:pt x="1017778" y="862825"/>
                  </a:lnTo>
                  <a:lnTo>
                    <a:pt x="1017905" y="852893"/>
                  </a:lnTo>
                  <a:lnTo>
                    <a:pt x="1018247" y="826655"/>
                  </a:lnTo>
                  <a:lnTo>
                    <a:pt x="1018667" y="784110"/>
                  </a:lnTo>
                  <a:lnTo>
                    <a:pt x="1019022" y="735799"/>
                  </a:lnTo>
                  <a:lnTo>
                    <a:pt x="1019314" y="682409"/>
                  </a:lnTo>
                  <a:lnTo>
                    <a:pt x="1019530" y="624636"/>
                  </a:lnTo>
                  <a:lnTo>
                    <a:pt x="1019657" y="563194"/>
                  </a:lnTo>
                  <a:lnTo>
                    <a:pt x="1019708" y="498779"/>
                  </a:lnTo>
                  <a:lnTo>
                    <a:pt x="1019619" y="478218"/>
                  </a:lnTo>
                  <a:lnTo>
                    <a:pt x="1363040" y="478485"/>
                  </a:lnTo>
                  <a:lnTo>
                    <a:pt x="1363091" y="537095"/>
                  </a:lnTo>
                  <a:lnTo>
                    <a:pt x="1363218" y="602107"/>
                  </a:lnTo>
                  <a:lnTo>
                    <a:pt x="1363433" y="663219"/>
                  </a:lnTo>
                  <a:lnTo>
                    <a:pt x="1363726" y="719709"/>
                  </a:lnTo>
                  <a:lnTo>
                    <a:pt x="1364081" y="770826"/>
                  </a:lnTo>
                  <a:lnTo>
                    <a:pt x="1364500" y="815848"/>
                  </a:lnTo>
                  <a:lnTo>
                    <a:pt x="1364970" y="854125"/>
                  </a:lnTo>
                  <a:lnTo>
                    <a:pt x="1365491" y="884605"/>
                  </a:lnTo>
                  <a:lnTo>
                    <a:pt x="1368907" y="884605"/>
                  </a:lnTo>
                  <a:lnTo>
                    <a:pt x="1369428" y="854125"/>
                  </a:lnTo>
                  <a:lnTo>
                    <a:pt x="1369555" y="843597"/>
                  </a:lnTo>
                  <a:lnTo>
                    <a:pt x="1369898" y="815848"/>
                  </a:lnTo>
                  <a:lnTo>
                    <a:pt x="1370317" y="770826"/>
                  </a:lnTo>
                  <a:lnTo>
                    <a:pt x="1370672" y="719709"/>
                  </a:lnTo>
                  <a:lnTo>
                    <a:pt x="1370965" y="663219"/>
                  </a:lnTo>
                  <a:lnTo>
                    <a:pt x="1371180" y="602107"/>
                  </a:lnTo>
                  <a:lnTo>
                    <a:pt x="1371307" y="537095"/>
                  </a:lnTo>
                  <a:lnTo>
                    <a:pt x="1371346" y="478485"/>
                  </a:lnTo>
                  <a:lnTo>
                    <a:pt x="1714741" y="478751"/>
                  </a:lnTo>
                  <a:lnTo>
                    <a:pt x="1714690" y="491401"/>
                  </a:lnTo>
                  <a:lnTo>
                    <a:pt x="1714741" y="554723"/>
                  </a:lnTo>
                  <a:lnTo>
                    <a:pt x="1714868" y="615111"/>
                  </a:lnTo>
                  <a:lnTo>
                    <a:pt x="1715084" y="671893"/>
                  </a:lnTo>
                  <a:lnTo>
                    <a:pt x="1715376" y="724369"/>
                  </a:lnTo>
                  <a:lnTo>
                    <a:pt x="1715731" y="771867"/>
                  </a:lnTo>
                  <a:lnTo>
                    <a:pt x="1716151" y="813689"/>
                  </a:lnTo>
                  <a:lnTo>
                    <a:pt x="1717141" y="877570"/>
                  </a:lnTo>
                  <a:lnTo>
                    <a:pt x="1717954" y="849147"/>
                  </a:lnTo>
                  <a:lnTo>
                    <a:pt x="1717141" y="877570"/>
                  </a:lnTo>
                  <a:lnTo>
                    <a:pt x="1720557" y="877570"/>
                  </a:lnTo>
                  <a:lnTo>
                    <a:pt x="1721205" y="839470"/>
                  </a:lnTo>
                  <a:lnTo>
                    <a:pt x="1721967" y="771867"/>
                  </a:lnTo>
                  <a:lnTo>
                    <a:pt x="1722323" y="724369"/>
                  </a:lnTo>
                  <a:lnTo>
                    <a:pt x="1722615" y="671893"/>
                  </a:lnTo>
                  <a:lnTo>
                    <a:pt x="1722818" y="615111"/>
                  </a:lnTo>
                  <a:lnTo>
                    <a:pt x="1722958" y="554723"/>
                  </a:lnTo>
                  <a:lnTo>
                    <a:pt x="1723009" y="491401"/>
                  </a:lnTo>
                  <a:lnTo>
                    <a:pt x="1722945" y="478751"/>
                  </a:lnTo>
                  <a:lnTo>
                    <a:pt x="2066340" y="479018"/>
                  </a:lnTo>
                  <a:lnTo>
                    <a:pt x="2066391" y="544944"/>
                  </a:lnTo>
                  <a:lnTo>
                    <a:pt x="2066518" y="612432"/>
                  </a:lnTo>
                  <a:lnTo>
                    <a:pt x="2066734" y="675881"/>
                  </a:lnTo>
                  <a:lnTo>
                    <a:pt x="2067026" y="734529"/>
                  </a:lnTo>
                  <a:lnTo>
                    <a:pt x="2067382" y="787603"/>
                  </a:lnTo>
                  <a:lnTo>
                    <a:pt x="2067801" y="834339"/>
                  </a:lnTo>
                  <a:lnTo>
                    <a:pt x="2068271" y="874077"/>
                  </a:lnTo>
                  <a:lnTo>
                    <a:pt x="2068791" y="905725"/>
                  </a:lnTo>
                  <a:lnTo>
                    <a:pt x="2069604" y="873975"/>
                  </a:lnTo>
                  <a:lnTo>
                    <a:pt x="2068791" y="905725"/>
                  </a:lnTo>
                  <a:lnTo>
                    <a:pt x="2072208" y="905725"/>
                  </a:lnTo>
                  <a:lnTo>
                    <a:pt x="2072855" y="863155"/>
                  </a:lnTo>
                  <a:lnTo>
                    <a:pt x="2073617" y="787603"/>
                  </a:lnTo>
                  <a:lnTo>
                    <a:pt x="2073973" y="734529"/>
                  </a:lnTo>
                  <a:lnTo>
                    <a:pt x="2074252" y="675881"/>
                  </a:lnTo>
                  <a:lnTo>
                    <a:pt x="2074468" y="612432"/>
                  </a:lnTo>
                  <a:lnTo>
                    <a:pt x="2074608" y="544944"/>
                  </a:lnTo>
                  <a:lnTo>
                    <a:pt x="2074646" y="479018"/>
                  </a:lnTo>
                  <a:lnTo>
                    <a:pt x="2418080" y="479285"/>
                  </a:lnTo>
                  <a:lnTo>
                    <a:pt x="2418054" y="556768"/>
                  </a:lnTo>
                  <a:lnTo>
                    <a:pt x="2418219" y="624027"/>
                  </a:lnTo>
                  <a:lnTo>
                    <a:pt x="2418499" y="686371"/>
                  </a:lnTo>
                  <a:lnTo>
                    <a:pt x="2418867" y="742810"/>
                  </a:lnTo>
                  <a:lnTo>
                    <a:pt x="2419324" y="792302"/>
                  </a:lnTo>
                  <a:lnTo>
                    <a:pt x="2419832" y="832205"/>
                  </a:lnTo>
                  <a:lnTo>
                    <a:pt x="2420442" y="866495"/>
                  </a:lnTo>
                  <a:lnTo>
                    <a:pt x="2423858" y="866495"/>
                  </a:lnTo>
                  <a:lnTo>
                    <a:pt x="2424468" y="832205"/>
                  </a:lnTo>
                  <a:lnTo>
                    <a:pt x="2424506" y="828916"/>
                  </a:lnTo>
                  <a:lnTo>
                    <a:pt x="2424976" y="792302"/>
                  </a:lnTo>
                  <a:lnTo>
                    <a:pt x="2425420" y="742810"/>
                  </a:lnTo>
                  <a:lnTo>
                    <a:pt x="2425789" y="686371"/>
                  </a:lnTo>
                  <a:lnTo>
                    <a:pt x="2426068" y="624027"/>
                  </a:lnTo>
                  <a:lnTo>
                    <a:pt x="2426246" y="556768"/>
                  </a:lnTo>
                  <a:lnTo>
                    <a:pt x="2426208" y="479285"/>
                  </a:lnTo>
                  <a:lnTo>
                    <a:pt x="2769743" y="479552"/>
                  </a:lnTo>
                  <a:lnTo>
                    <a:pt x="2769641" y="506222"/>
                  </a:lnTo>
                  <a:lnTo>
                    <a:pt x="2769679" y="570534"/>
                  </a:lnTo>
                  <a:lnTo>
                    <a:pt x="2769819" y="631875"/>
                  </a:lnTo>
                  <a:lnTo>
                    <a:pt x="2770035" y="689546"/>
                  </a:lnTo>
                  <a:lnTo>
                    <a:pt x="2770314" y="742835"/>
                  </a:lnTo>
                  <a:lnTo>
                    <a:pt x="2770682" y="791070"/>
                  </a:lnTo>
                  <a:lnTo>
                    <a:pt x="2771089" y="833539"/>
                  </a:lnTo>
                  <a:lnTo>
                    <a:pt x="2772092" y="898423"/>
                  </a:lnTo>
                  <a:lnTo>
                    <a:pt x="2772905" y="869556"/>
                  </a:lnTo>
                  <a:lnTo>
                    <a:pt x="2772092" y="898423"/>
                  </a:lnTo>
                  <a:lnTo>
                    <a:pt x="2775496" y="898423"/>
                  </a:lnTo>
                  <a:lnTo>
                    <a:pt x="2776156" y="859726"/>
                  </a:lnTo>
                  <a:lnTo>
                    <a:pt x="2776905" y="791070"/>
                  </a:lnTo>
                  <a:lnTo>
                    <a:pt x="2777274" y="742835"/>
                  </a:lnTo>
                  <a:lnTo>
                    <a:pt x="2777553" y="689546"/>
                  </a:lnTo>
                  <a:lnTo>
                    <a:pt x="2777769" y="631875"/>
                  </a:lnTo>
                  <a:lnTo>
                    <a:pt x="2777909" y="570534"/>
                  </a:lnTo>
                  <a:lnTo>
                    <a:pt x="2777947" y="506222"/>
                  </a:lnTo>
                  <a:lnTo>
                    <a:pt x="2777833" y="479552"/>
                  </a:lnTo>
                  <a:lnTo>
                    <a:pt x="3121380" y="479806"/>
                  </a:lnTo>
                  <a:lnTo>
                    <a:pt x="3121291" y="502373"/>
                  </a:lnTo>
                  <a:lnTo>
                    <a:pt x="3121329" y="566102"/>
                  </a:lnTo>
                  <a:lnTo>
                    <a:pt x="3121469" y="626897"/>
                  </a:lnTo>
                  <a:lnTo>
                    <a:pt x="3121685" y="684047"/>
                  </a:lnTo>
                  <a:lnTo>
                    <a:pt x="3121964" y="736866"/>
                  </a:lnTo>
                  <a:lnTo>
                    <a:pt x="3122333" y="784669"/>
                  </a:lnTo>
                  <a:lnTo>
                    <a:pt x="3122739" y="826757"/>
                  </a:lnTo>
                  <a:lnTo>
                    <a:pt x="3123742" y="891057"/>
                  </a:lnTo>
                  <a:lnTo>
                    <a:pt x="3124555" y="862457"/>
                  </a:lnTo>
                  <a:lnTo>
                    <a:pt x="3123742" y="891057"/>
                  </a:lnTo>
                  <a:lnTo>
                    <a:pt x="3127146" y="891057"/>
                  </a:lnTo>
                  <a:lnTo>
                    <a:pt x="3127667" y="862545"/>
                  </a:lnTo>
                  <a:lnTo>
                    <a:pt x="3127794" y="852703"/>
                  </a:lnTo>
                  <a:lnTo>
                    <a:pt x="3128149" y="826757"/>
                  </a:lnTo>
                  <a:lnTo>
                    <a:pt x="3128556" y="784669"/>
                  </a:lnTo>
                  <a:lnTo>
                    <a:pt x="3128924" y="736866"/>
                  </a:lnTo>
                  <a:lnTo>
                    <a:pt x="3129203" y="684047"/>
                  </a:lnTo>
                  <a:lnTo>
                    <a:pt x="3129419" y="626897"/>
                  </a:lnTo>
                  <a:lnTo>
                    <a:pt x="3129559" y="566102"/>
                  </a:lnTo>
                  <a:lnTo>
                    <a:pt x="3129597" y="502373"/>
                  </a:lnTo>
                  <a:lnTo>
                    <a:pt x="3129496" y="479818"/>
                  </a:lnTo>
                  <a:lnTo>
                    <a:pt x="3473005" y="480072"/>
                  </a:lnTo>
                  <a:lnTo>
                    <a:pt x="3472942" y="498513"/>
                  </a:lnTo>
                  <a:lnTo>
                    <a:pt x="3472980" y="561682"/>
                  </a:lnTo>
                  <a:lnTo>
                    <a:pt x="3473119" y="621919"/>
                  </a:lnTo>
                  <a:lnTo>
                    <a:pt x="3473335" y="678548"/>
                  </a:lnTo>
                  <a:lnTo>
                    <a:pt x="3473615" y="730885"/>
                  </a:lnTo>
                  <a:lnTo>
                    <a:pt x="3473970" y="778256"/>
                  </a:lnTo>
                  <a:lnTo>
                    <a:pt x="3474389" y="819975"/>
                  </a:lnTo>
                  <a:lnTo>
                    <a:pt x="3475380" y="883691"/>
                  </a:lnTo>
                  <a:lnTo>
                    <a:pt x="3476206" y="855345"/>
                  </a:lnTo>
                  <a:lnTo>
                    <a:pt x="3475380" y="883691"/>
                  </a:lnTo>
                  <a:lnTo>
                    <a:pt x="3478796" y="883691"/>
                  </a:lnTo>
                  <a:lnTo>
                    <a:pt x="3479317" y="855433"/>
                  </a:lnTo>
                  <a:lnTo>
                    <a:pt x="3479444" y="845693"/>
                  </a:lnTo>
                  <a:lnTo>
                    <a:pt x="3479787" y="819975"/>
                  </a:lnTo>
                  <a:lnTo>
                    <a:pt x="3480206" y="778256"/>
                  </a:lnTo>
                  <a:lnTo>
                    <a:pt x="3480562" y="730885"/>
                  </a:lnTo>
                  <a:lnTo>
                    <a:pt x="3480854" y="678548"/>
                  </a:lnTo>
                  <a:lnTo>
                    <a:pt x="3481070" y="621919"/>
                  </a:lnTo>
                  <a:lnTo>
                    <a:pt x="3481209" y="561682"/>
                  </a:lnTo>
                  <a:lnTo>
                    <a:pt x="3481247" y="498513"/>
                  </a:lnTo>
                  <a:lnTo>
                    <a:pt x="3481171" y="480072"/>
                  </a:lnTo>
                  <a:lnTo>
                    <a:pt x="3484943" y="480072"/>
                  </a:lnTo>
                  <a:lnTo>
                    <a:pt x="3824668" y="479361"/>
                  </a:lnTo>
                  <a:lnTo>
                    <a:pt x="3824630" y="557237"/>
                  </a:lnTo>
                  <a:lnTo>
                    <a:pt x="3824770" y="616927"/>
                  </a:lnTo>
                  <a:lnTo>
                    <a:pt x="3824986" y="673049"/>
                  </a:lnTo>
                  <a:lnTo>
                    <a:pt x="3825265" y="724916"/>
                  </a:lnTo>
                  <a:lnTo>
                    <a:pt x="3825621" y="771855"/>
                  </a:lnTo>
                  <a:lnTo>
                    <a:pt x="3826040" y="813193"/>
                  </a:lnTo>
                  <a:lnTo>
                    <a:pt x="3827030" y="876325"/>
                  </a:lnTo>
                  <a:lnTo>
                    <a:pt x="3827856" y="848233"/>
                  </a:lnTo>
                  <a:lnTo>
                    <a:pt x="3827030" y="876325"/>
                  </a:lnTo>
                  <a:lnTo>
                    <a:pt x="3830447" y="876325"/>
                  </a:lnTo>
                  <a:lnTo>
                    <a:pt x="3830967" y="848321"/>
                  </a:lnTo>
                  <a:lnTo>
                    <a:pt x="3831094" y="838669"/>
                  </a:lnTo>
                  <a:lnTo>
                    <a:pt x="3831437" y="813193"/>
                  </a:lnTo>
                  <a:lnTo>
                    <a:pt x="3831856" y="771855"/>
                  </a:lnTo>
                  <a:lnTo>
                    <a:pt x="3832212" y="724916"/>
                  </a:lnTo>
                  <a:lnTo>
                    <a:pt x="3832504" y="673049"/>
                  </a:lnTo>
                  <a:lnTo>
                    <a:pt x="3832720" y="616927"/>
                  </a:lnTo>
                  <a:lnTo>
                    <a:pt x="3832847" y="557237"/>
                  </a:lnTo>
                  <a:lnTo>
                    <a:pt x="3832796" y="479336"/>
                  </a:lnTo>
                  <a:lnTo>
                    <a:pt x="4176331" y="478612"/>
                  </a:lnTo>
                  <a:lnTo>
                    <a:pt x="4176293" y="561454"/>
                  </a:lnTo>
                  <a:lnTo>
                    <a:pt x="4176471" y="628230"/>
                  </a:lnTo>
                  <a:lnTo>
                    <a:pt x="4176750" y="690130"/>
                  </a:lnTo>
                  <a:lnTo>
                    <a:pt x="4177119" y="746163"/>
                  </a:lnTo>
                  <a:lnTo>
                    <a:pt x="4177563" y="795312"/>
                  </a:lnTo>
                  <a:lnTo>
                    <a:pt x="4178071" y="834910"/>
                  </a:lnTo>
                  <a:lnTo>
                    <a:pt x="4178681" y="868959"/>
                  </a:lnTo>
                  <a:lnTo>
                    <a:pt x="4182097" y="868959"/>
                  </a:lnTo>
                  <a:lnTo>
                    <a:pt x="4183215" y="795312"/>
                  </a:lnTo>
                  <a:lnTo>
                    <a:pt x="4183672" y="746163"/>
                  </a:lnTo>
                  <a:lnTo>
                    <a:pt x="4184040" y="690130"/>
                  </a:lnTo>
                  <a:lnTo>
                    <a:pt x="4184319" y="628230"/>
                  </a:lnTo>
                  <a:lnTo>
                    <a:pt x="4184485" y="561454"/>
                  </a:lnTo>
                  <a:lnTo>
                    <a:pt x="4184434" y="478599"/>
                  </a:lnTo>
                  <a:lnTo>
                    <a:pt x="4527982" y="477875"/>
                  </a:lnTo>
                  <a:lnTo>
                    <a:pt x="4527943" y="557847"/>
                  </a:lnTo>
                  <a:lnTo>
                    <a:pt x="4528121" y="624128"/>
                  </a:lnTo>
                  <a:lnTo>
                    <a:pt x="4528388" y="685571"/>
                  </a:lnTo>
                  <a:lnTo>
                    <a:pt x="4528769" y="741184"/>
                  </a:lnTo>
                  <a:lnTo>
                    <a:pt x="4529213" y="789978"/>
                  </a:lnTo>
                  <a:lnTo>
                    <a:pt x="4529721" y="829297"/>
                  </a:lnTo>
                  <a:lnTo>
                    <a:pt x="4530331" y="863079"/>
                  </a:lnTo>
                  <a:lnTo>
                    <a:pt x="4533747" y="863079"/>
                  </a:lnTo>
                  <a:lnTo>
                    <a:pt x="4534865" y="789978"/>
                  </a:lnTo>
                  <a:lnTo>
                    <a:pt x="4535322" y="741184"/>
                  </a:lnTo>
                  <a:lnTo>
                    <a:pt x="4535690" y="685571"/>
                  </a:lnTo>
                  <a:lnTo>
                    <a:pt x="4535970" y="624128"/>
                  </a:lnTo>
                  <a:lnTo>
                    <a:pt x="4536135" y="557847"/>
                  </a:lnTo>
                  <a:lnTo>
                    <a:pt x="4536084" y="477850"/>
                  </a:lnTo>
                  <a:lnTo>
                    <a:pt x="5048262" y="476758"/>
                  </a:lnTo>
                  <a:lnTo>
                    <a:pt x="5069611" y="476224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6368135" y="5917558"/>
              <a:ext cx="945515" cy="2438400"/>
            </a:xfrm>
            <a:custGeom>
              <a:avLst/>
              <a:gdLst/>
              <a:ahLst/>
              <a:cxnLst/>
              <a:rect l="l" t="t" r="r" b="b"/>
              <a:pathLst>
                <a:path w="945515" h="2438400">
                  <a:moveTo>
                    <a:pt x="262204" y="131102"/>
                  </a:moveTo>
                  <a:lnTo>
                    <a:pt x="251891" y="80073"/>
                  </a:lnTo>
                  <a:lnTo>
                    <a:pt x="223799" y="38404"/>
                  </a:lnTo>
                  <a:lnTo>
                    <a:pt x="182130" y="10299"/>
                  </a:lnTo>
                  <a:lnTo>
                    <a:pt x="131089" y="0"/>
                  </a:lnTo>
                  <a:lnTo>
                    <a:pt x="80073" y="10299"/>
                  </a:lnTo>
                  <a:lnTo>
                    <a:pt x="38392" y="38404"/>
                  </a:lnTo>
                  <a:lnTo>
                    <a:pt x="10299" y="80073"/>
                  </a:lnTo>
                  <a:lnTo>
                    <a:pt x="0" y="131102"/>
                  </a:lnTo>
                  <a:lnTo>
                    <a:pt x="0" y="2438133"/>
                  </a:lnTo>
                  <a:lnTo>
                    <a:pt x="262204" y="2438133"/>
                  </a:lnTo>
                  <a:lnTo>
                    <a:pt x="262204" y="131102"/>
                  </a:lnTo>
                  <a:close/>
                </a:path>
                <a:path w="945515" h="2438400">
                  <a:moveTo>
                    <a:pt x="945362" y="85979"/>
                  </a:moveTo>
                  <a:lnTo>
                    <a:pt x="938606" y="52514"/>
                  </a:lnTo>
                  <a:lnTo>
                    <a:pt x="920178" y="25184"/>
                  </a:lnTo>
                  <a:lnTo>
                    <a:pt x="892848" y="6756"/>
                  </a:lnTo>
                  <a:lnTo>
                    <a:pt x="859383" y="0"/>
                  </a:lnTo>
                  <a:lnTo>
                    <a:pt x="769137" y="0"/>
                  </a:lnTo>
                  <a:lnTo>
                    <a:pt x="735660" y="6756"/>
                  </a:lnTo>
                  <a:lnTo>
                    <a:pt x="708342" y="25184"/>
                  </a:lnTo>
                  <a:lnTo>
                    <a:pt x="689914" y="52514"/>
                  </a:lnTo>
                  <a:lnTo>
                    <a:pt x="683158" y="85979"/>
                  </a:lnTo>
                  <a:lnTo>
                    <a:pt x="683158" y="2438133"/>
                  </a:lnTo>
                  <a:lnTo>
                    <a:pt x="945362" y="2438133"/>
                  </a:lnTo>
                  <a:lnTo>
                    <a:pt x="945362" y="85979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6225146" y="5774569"/>
              <a:ext cx="922655" cy="2581275"/>
            </a:xfrm>
            <a:custGeom>
              <a:avLst/>
              <a:gdLst/>
              <a:ahLst/>
              <a:cxnLst/>
              <a:rect l="l" t="t" r="r" b="b"/>
              <a:pathLst>
                <a:path w="922654" h="2581275">
                  <a:moveTo>
                    <a:pt x="262204" y="131114"/>
                  </a:moveTo>
                  <a:lnTo>
                    <a:pt x="251904" y="80073"/>
                  </a:lnTo>
                  <a:lnTo>
                    <a:pt x="223799" y="38404"/>
                  </a:lnTo>
                  <a:lnTo>
                    <a:pt x="182130" y="10299"/>
                  </a:lnTo>
                  <a:lnTo>
                    <a:pt x="131102" y="0"/>
                  </a:lnTo>
                  <a:lnTo>
                    <a:pt x="80060" y="10299"/>
                  </a:lnTo>
                  <a:lnTo>
                    <a:pt x="38392" y="38404"/>
                  </a:lnTo>
                  <a:lnTo>
                    <a:pt x="10299" y="80073"/>
                  </a:lnTo>
                  <a:lnTo>
                    <a:pt x="0" y="131114"/>
                  </a:lnTo>
                  <a:lnTo>
                    <a:pt x="0" y="2581122"/>
                  </a:lnTo>
                  <a:lnTo>
                    <a:pt x="262204" y="2581122"/>
                  </a:lnTo>
                  <a:lnTo>
                    <a:pt x="262204" y="131114"/>
                  </a:lnTo>
                  <a:close/>
                </a:path>
                <a:path w="922654" h="2581275">
                  <a:moveTo>
                    <a:pt x="922121" y="131114"/>
                  </a:moveTo>
                  <a:lnTo>
                    <a:pt x="911821" y="80073"/>
                  </a:lnTo>
                  <a:lnTo>
                    <a:pt x="883729" y="38404"/>
                  </a:lnTo>
                  <a:lnTo>
                    <a:pt x="842048" y="10299"/>
                  </a:lnTo>
                  <a:lnTo>
                    <a:pt x="791019" y="0"/>
                  </a:lnTo>
                  <a:lnTo>
                    <a:pt x="739990" y="10299"/>
                  </a:lnTo>
                  <a:lnTo>
                    <a:pt x="698322" y="38404"/>
                  </a:lnTo>
                  <a:lnTo>
                    <a:pt x="670229" y="80073"/>
                  </a:lnTo>
                  <a:lnTo>
                    <a:pt x="659917" y="131114"/>
                  </a:lnTo>
                  <a:lnTo>
                    <a:pt x="659917" y="2581122"/>
                  </a:lnTo>
                  <a:lnTo>
                    <a:pt x="922121" y="2581122"/>
                  </a:lnTo>
                  <a:lnTo>
                    <a:pt x="922121" y="131114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4945494" y="4689671"/>
              <a:ext cx="2870200" cy="685800"/>
            </a:xfrm>
            <a:custGeom>
              <a:avLst/>
              <a:gdLst/>
              <a:ahLst/>
              <a:cxnLst/>
              <a:rect l="l" t="t" r="r" b="b"/>
              <a:pathLst>
                <a:path w="2870200" h="685800">
                  <a:moveTo>
                    <a:pt x="1382725" y="0"/>
                  </a:moveTo>
                  <a:lnTo>
                    <a:pt x="0" y="677265"/>
                  </a:lnTo>
                  <a:lnTo>
                    <a:pt x="1382725" y="104787"/>
                  </a:lnTo>
                  <a:lnTo>
                    <a:pt x="1382725" y="0"/>
                  </a:lnTo>
                  <a:close/>
                </a:path>
                <a:path w="2870200" h="685800">
                  <a:moveTo>
                    <a:pt x="2869742" y="13855"/>
                  </a:moveTo>
                  <a:lnTo>
                    <a:pt x="1432102" y="685736"/>
                  </a:lnTo>
                  <a:lnTo>
                    <a:pt x="2869742" y="118643"/>
                  </a:lnTo>
                  <a:lnTo>
                    <a:pt x="2869742" y="13855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4922545" y="4637550"/>
              <a:ext cx="2900045" cy="758825"/>
            </a:xfrm>
            <a:custGeom>
              <a:avLst/>
              <a:gdLst/>
              <a:ahLst/>
              <a:cxnLst/>
              <a:rect l="l" t="t" r="r" b="b"/>
              <a:pathLst>
                <a:path w="2900045" h="758825">
                  <a:moveTo>
                    <a:pt x="1480807" y="28702"/>
                  </a:moveTo>
                  <a:lnTo>
                    <a:pt x="1466824" y="0"/>
                  </a:lnTo>
                  <a:lnTo>
                    <a:pt x="0" y="715048"/>
                  </a:lnTo>
                  <a:lnTo>
                    <a:pt x="13982" y="743737"/>
                  </a:lnTo>
                  <a:lnTo>
                    <a:pt x="1480807" y="28702"/>
                  </a:lnTo>
                  <a:close/>
                </a:path>
                <a:path w="2900045" h="758825">
                  <a:moveTo>
                    <a:pt x="2899422" y="66598"/>
                  </a:moveTo>
                  <a:lnTo>
                    <a:pt x="2885948" y="37642"/>
                  </a:lnTo>
                  <a:lnTo>
                    <a:pt x="1398930" y="729640"/>
                  </a:lnTo>
                  <a:lnTo>
                    <a:pt x="1412405" y="758571"/>
                  </a:lnTo>
                  <a:lnTo>
                    <a:pt x="2899422" y="66598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4925314" y="5471699"/>
              <a:ext cx="5620385" cy="2572385"/>
            </a:xfrm>
            <a:custGeom>
              <a:avLst/>
              <a:gdLst/>
              <a:ahLst/>
              <a:cxnLst/>
              <a:rect l="l" t="t" r="r" b="b"/>
              <a:pathLst>
                <a:path w="5620384" h="2572384">
                  <a:moveTo>
                    <a:pt x="579272" y="110426"/>
                  </a:moveTo>
                  <a:lnTo>
                    <a:pt x="400240" y="110426"/>
                  </a:lnTo>
                  <a:lnTo>
                    <a:pt x="400240" y="424027"/>
                  </a:lnTo>
                  <a:lnTo>
                    <a:pt x="397471" y="423862"/>
                  </a:lnTo>
                  <a:lnTo>
                    <a:pt x="369900" y="423202"/>
                  </a:lnTo>
                  <a:lnTo>
                    <a:pt x="8216" y="420243"/>
                  </a:lnTo>
                  <a:lnTo>
                    <a:pt x="8331" y="347789"/>
                  </a:lnTo>
                  <a:lnTo>
                    <a:pt x="8369" y="274840"/>
                  </a:lnTo>
                  <a:lnTo>
                    <a:pt x="8369" y="271119"/>
                  </a:lnTo>
                  <a:lnTo>
                    <a:pt x="397548" y="269875"/>
                  </a:lnTo>
                  <a:lnTo>
                    <a:pt x="399072" y="381266"/>
                  </a:lnTo>
                  <a:lnTo>
                    <a:pt x="400011" y="420077"/>
                  </a:lnTo>
                  <a:lnTo>
                    <a:pt x="400240" y="424027"/>
                  </a:lnTo>
                  <a:lnTo>
                    <a:pt x="400240" y="110426"/>
                  </a:lnTo>
                  <a:lnTo>
                    <a:pt x="183095" y="110426"/>
                  </a:lnTo>
                  <a:lnTo>
                    <a:pt x="183095" y="263385"/>
                  </a:lnTo>
                  <a:lnTo>
                    <a:pt x="4254" y="262813"/>
                  </a:lnTo>
                  <a:lnTo>
                    <a:pt x="5168" y="261886"/>
                  </a:lnTo>
                  <a:lnTo>
                    <a:pt x="50" y="266979"/>
                  </a:lnTo>
                  <a:lnTo>
                    <a:pt x="127" y="347789"/>
                  </a:lnTo>
                  <a:lnTo>
                    <a:pt x="241" y="428205"/>
                  </a:lnTo>
                  <a:lnTo>
                    <a:pt x="371690" y="425208"/>
                  </a:lnTo>
                  <a:lnTo>
                    <a:pt x="393280" y="424688"/>
                  </a:lnTo>
                  <a:lnTo>
                    <a:pt x="398132" y="424522"/>
                  </a:lnTo>
                  <a:lnTo>
                    <a:pt x="400570" y="424370"/>
                  </a:lnTo>
                  <a:lnTo>
                    <a:pt x="400824" y="420077"/>
                  </a:lnTo>
                  <a:lnTo>
                    <a:pt x="401040" y="412788"/>
                  </a:lnTo>
                  <a:lnTo>
                    <a:pt x="401739" y="383019"/>
                  </a:lnTo>
                  <a:lnTo>
                    <a:pt x="403288" y="267665"/>
                  </a:lnTo>
                  <a:lnTo>
                    <a:pt x="579272" y="267665"/>
                  </a:lnTo>
                  <a:lnTo>
                    <a:pt x="579272" y="110426"/>
                  </a:lnTo>
                  <a:close/>
                </a:path>
                <a:path w="5620384" h="2572384">
                  <a:moveTo>
                    <a:pt x="938657" y="1922348"/>
                  </a:moveTo>
                  <a:lnTo>
                    <a:pt x="935558" y="1922348"/>
                  </a:lnTo>
                  <a:lnTo>
                    <a:pt x="935558" y="2082304"/>
                  </a:lnTo>
                  <a:lnTo>
                    <a:pt x="932789" y="2082126"/>
                  </a:lnTo>
                  <a:lnTo>
                    <a:pt x="905217" y="2081466"/>
                  </a:lnTo>
                  <a:lnTo>
                    <a:pt x="543521" y="2078507"/>
                  </a:lnTo>
                  <a:lnTo>
                    <a:pt x="543598" y="2039531"/>
                  </a:lnTo>
                  <a:lnTo>
                    <a:pt x="543687" y="1933105"/>
                  </a:lnTo>
                  <a:lnTo>
                    <a:pt x="543687" y="1929384"/>
                  </a:lnTo>
                  <a:lnTo>
                    <a:pt x="932865" y="1928152"/>
                  </a:lnTo>
                  <a:lnTo>
                    <a:pt x="934389" y="2039531"/>
                  </a:lnTo>
                  <a:lnTo>
                    <a:pt x="935329" y="2078342"/>
                  </a:lnTo>
                  <a:lnTo>
                    <a:pt x="935558" y="2082304"/>
                  </a:lnTo>
                  <a:lnTo>
                    <a:pt x="935558" y="1922348"/>
                  </a:lnTo>
                  <a:lnTo>
                    <a:pt x="539559" y="1921078"/>
                  </a:lnTo>
                  <a:lnTo>
                    <a:pt x="535368" y="1925231"/>
                  </a:lnTo>
                  <a:lnTo>
                    <a:pt x="535457" y="2006066"/>
                  </a:lnTo>
                  <a:lnTo>
                    <a:pt x="535559" y="2086470"/>
                  </a:lnTo>
                  <a:lnTo>
                    <a:pt x="907008" y="2083473"/>
                  </a:lnTo>
                  <a:lnTo>
                    <a:pt x="928598" y="2082965"/>
                  </a:lnTo>
                  <a:lnTo>
                    <a:pt x="933450" y="2082787"/>
                  </a:lnTo>
                  <a:lnTo>
                    <a:pt x="935888" y="2082634"/>
                  </a:lnTo>
                  <a:lnTo>
                    <a:pt x="936142" y="2078342"/>
                  </a:lnTo>
                  <a:lnTo>
                    <a:pt x="936358" y="2071052"/>
                  </a:lnTo>
                  <a:lnTo>
                    <a:pt x="937056" y="2041283"/>
                  </a:lnTo>
                  <a:lnTo>
                    <a:pt x="938618" y="1925231"/>
                  </a:lnTo>
                  <a:lnTo>
                    <a:pt x="938631" y="1924342"/>
                  </a:lnTo>
                  <a:lnTo>
                    <a:pt x="938657" y="1922348"/>
                  </a:lnTo>
                  <a:close/>
                </a:path>
                <a:path w="5620384" h="2572384">
                  <a:moveTo>
                    <a:pt x="2608973" y="2184"/>
                  </a:moveTo>
                  <a:lnTo>
                    <a:pt x="2605862" y="2184"/>
                  </a:lnTo>
                  <a:lnTo>
                    <a:pt x="2605862" y="162140"/>
                  </a:lnTo>
                  <a:lnTo>
                    <a:pt x="2603106" y="161975"/>
                  </a:lnTo>
                  <a:lnTo>
                    <a:pt x="2575522" y="161302"/>
                  </a:lnTo>
                  <a:lnTo>
                    <a:pt x="2213826" y="158343"/>
                  </a:lnTo>
                  <a:lnTo>
                    <a:pt x="2213902" y="119380"/>
                  </a:lnTo>
                  <a:lnTo>
                    <a:pt x="2214003" y="12954"/>
                  </a:lnTo>
                  <a:lnTo>
                    <a:pt x="2214003" y="9220"/>
                  </a:lnTo>
                  <a:lnTo>
                    <a:pt x="2603169" y="7988"/>
                  </a:lnTo>
                  <a:lnTo>
                    <a:pt x="2604706" y="119380"/>
                  </a:lnTo>
                  <a:lnTo>
                    <a:pt x="2605633" y="158178"/>
                  </a:lnTo>
                  <a:lnTo>
                    <a:pt x="2605862" y="162140"/>
                  </a:lnTo>
                  <a:lnTo>
                    <a:pt x="2605862" y="2184"/>
                  </a:lnTo>
                  <a:lnTo>
                    <a:pt x="2209863" y="927"/>
                  </a:lnTo>
                  <a:lnTo>
                    <a:pt x="2210778" y="0"/>
                  </a:lnTo>
                  <a:lnTo>
                    <a:pt x="2205685" y="5080"/>
                  </a:lnTo>
                  <a:lnTo>
                    <a:pt x="2205761" y="85902"/>
                  </a:lnTo>
                  <a:lnTo>
                    <a:pt x="2205863" y="166319"/>
                  </a:lnTo>
                  <a:lnTo>
                    <a:pt x="2577312" y="163309"/>
                  </a:lnTo>
                  <a:lnTo>
                    <a:pt x="2598915" y="162801"/>
                  </a:lnTo>
                  <a:lnTo>
                    <a:pt x="2603766" y="162636"/>
                  </a:lnTo>
                  <a:lnTo>
                    <a:pt x="2606192" y="162483"/>
                  </a:lnTo>
                  <a:lnTo>
                    <a:pt x="2606459" y="158178"/>
                  </a:lnTo>
                  <a:lnTo>
                    <a:pt x="2606662" y="150901"/>
                  </a:lnTo>
                  <a:lnTo>
                    <a:pt x="2607360" y="121132"/>
                  </a:lnTo>
                  <a:lnTo>
                    <a:pt x="2608935" y="5080"/>
                  </a:lnTo>
                  <a:lnTo>
                    <a:pt x="2608948" y="4165"/>
                  </a:lnTo>
                  <a:lnTo>
                    <a:pt x="2608973" y="2184"/>
                  </a:lnTo>
                  <a:close/>
                </a:path>
                <a:path w="5620384" h="2572384">
                  <a:moveTo>
                    <a:pt x="3502317" y="428282"/>
                  </a:moveTo>
                  <a:lnTo>
                    <a:pt x="3106128" y="428282"/>
                  </a:lnTo>
                  <a:lnTo>
                    <a:pt x="3106128" y="585520"/>
                  </a:lnTo>
                  <a:lnTo>
                    <a:pt x="3502317" y="585520"/>
                  </a:lnTo>
                  <a:lnTo>
                    <a:pt x="3502317" y="428282"/>
                  </a:lnTo>
                  <a:close/>
                </a:path>
                <a:path w="5620384" h="2572384">
                  <a:moveTo>
                    <a:pt x="3508552" y="2254402"/>
                  </a:moveTo>
                  <a:lnTo>
                    <a:pt x="3329508" y="2254402"/>
                  </a:lnTo>
                  <a:lnTo>
                    <a:pt x="3329508" y="2568016"/>
                  </a:lnTo>
                  <a:lnTo>
                    <a:pt x="3326752" y="2567838"/>
                  </a:lnTo>
                  <a:lnTo>
                    <a:pt x="3299168" y="2567178"/>
                  </a:lnTo>
                  <a:lnTo>
                    <a:pt x="2937484" y="2564219"/>
                  </a:lnTo>
                  <a:lnTo>
                    <a:pt x="2937611" y="2491778"/>
                  </a:lnTo>
                  <a:lnTo>
                    <a:pt x="2937649" y="2418816"/>
                  </a:lnTo>
                  <a:lnTo>
                    <a:pt x="2937649" y="2415095"/>
                  </a:lnTo>
                  <a:lnTo>
                    <a:pt x="3326815" y="2413863"/>
                  </a:lnTo>
                  <a:lnTo>
                    <a:pt x="3328352" y="2525242"/>
                  </a:lnTo>
                  <a:lnTo>
                    <a:pt x="3329279" y="2564053"/>
                  </a:lnTo>
                  <a:lnTo>
                    <a:pt x="3329508" y="2568016"/>
                  </a:lnTo>
                  <a:lnTo>
                    <a:pt x="3329508" y="2254402"/>
                  </a:lnTo>
                  <a:lnTo>
                    <a:pt x="3112363" y="2254402"/>
                  </a:lnTo>
                  <a:lnTo>
                    <a:pt x="3112363" y="2407361"/>
                  </a:lnTo>
                  <a:lnTo>
                    <a:pt x="2938551" y="2406815"/>
                  </a:lnTo>
                  <a:lnTo>
                    <a:pt x="2938551" y="2410053"/>
                  </a:lnTo>
                  <a:lnTo>
                    <a:pt x="2937662" y="2410955"/>
                  </a:lnTo>
                  <a:lnTo>
                    <a:pt x="2933509" y="2415108"/>
                  </a:lnTo>
                  <a:lnTo>
                    <a:pt x="2937624" y="2410968"/>
                  </a:lnTo>
                  <a:lnTo>
                    <a:pt x="2938551" y="2410053"/>
                  </a:lnTo>
                  <a:lnTo>
                    <a:pt x="2938551" y="2406815"/>
                  </a:lnTo>
                  <a:lnTo>
                    <a:pt x="2933509" y="2406789"/>
                  </a:lnTo>
                  <a:lnTo>
                    <a:pt x="2929318" y="2410955"/>
                  </a:lnTo>
                  <a:lnTo>
                    <a:pt x="2929407" y="2491778"/>
                  </a:lnTo>
                  <a:lnTo>
                    <a:pt x="2929509" y="2572181"/>
                  </a:lnTo>
                  <a:lnTo>
                    <a:pt x="3300958" y="2569184"/>
                  </a:lnTo>
                  <a:lnTo>
                    <a:pt x="3322561" y="2568676"/>
                  </a:lnTo>
                  <a:lnTo>
                    <a:pt x="3327412" y="2568498"/>
                  </a:lnTo>
                  <a:lnTo>
                    <a:pt x="3329838" y="2568359"/>
                  </a:lnTo>
                  <a:lnTo>
                    <a:pt x="3330105" y="2564053"/>
                  </a:lnTo>
                  <a:lnTo>
                    <a:pt x="3330308" y="2556764"/>
                  </a:lnTo>
                  <a:lnTo>
                    <a:pt x="3331006" y="2526995"/>
                  </a:lnTo>
                  <a:lnTo>
                    <a:pt x="3332569" y="2411641"/>
                  </a:lnTo>
                  <a:lnTo>
                    <a:pt x="3508552" y="2411641"/>
                  </a:lnTo>
                  <a:lnTo>
                    <a:pt x="3508552" y="2254402"/>
                  </a:lnTo>
                  <a:close/>
                </a:path>
                <a:path w="5620384" h="2572384">
                  <a:moveTo>
                    <a:pt x="5388318" y="89420"/>
                  </a:moveTo>
                  <a:lnTo>
                    <a:pt x="4992128" y="89420"/>
                  </a:lnTo>
                  <a:lnTo>
                    <a:pt x="4992128" y="239826"/>
                  </a:lnTo>
                  <a:lnTo>
                    <a:pt x="4991963" y="239826"/>
                  </a:lnTo>
                  <a:lnTo>
                    <a:pt x="4991963" y="399770"/>
                  </a:lnTo>
                  <a:lnTo>
                    <a:pt x="4989195" y="399605"/>
                  </a:lnTo>
                  <a:lnTo>
                    <a:pt x="4961623" y="398932"/>
                  </a:lnTo>
                  <a:lnTo>
                    <a:pt x="4599940" y="395986"/>
                  </a:lnTo>
                  <a:lnTo>
                    <a:pt x="4600054" y="323532"/>
                  </a:lnTo>
                  <a:lnTo>
                    <a:pt x="4600092" y="250583"/>
                  </a:lnTo>
                  <a:lnTo>
                    <a:pt x="4600092" y="246862"/>
                  </a:lnTo>
                  <a:lnTo>
                    <a:pt x="4989271" y="245618"/>
                  </a:lnTo>
                  <a:lnTo>
                    <a:pt x="4990795" y="357009"/>
                  </a:lnTo>
                  <a:lnTo>
                    <a:pt x="4991557" y="389636"/>
                  </a:lnTo>
                  <a:lnTo>
                    <a:pt x="4991735" y="395820"/>
                  </a:lnTo>
                  <a:lnTo>
                    <a:pt x="4991887" y="398932"/>
                  </a:lnTo>
                  <a:lnTo>
                    <a:pt x="4991963" y="399770"/>
                  </a:lnTo>
                  <a:lnTo>
                    <a:pt x="4991963" y="239826"/>
                  </a:lnTo>
                  <a:lnTo>
                    <a:pt x="4595965" y="238556"/>
                  </a:lnTo>
                  <a:lnTo>
                    <a:pt x="4591774" y="242709"/>
                  </a:lnTo>
                  <a:lnTo>
                    <a:pt x="4591863" y="323532"/>
                  </a:lnTo>
                  <a:lnTo>
                    <a:pt x="4591964" y="403948"/>
                  </a:lnTo>
                  <a:lnTo>
                    <a:pt x="4963414" y="400951"/>
                  </a:lnTo>
                  <a:lnTo>
                    <a:pt x="4985004" y="400431"/>
                  </a:lnTo>
                  <a:lnTo>
                    <a:pt x="4989855" y="400265"/>
                  </a:lnTo>
                  <a:lnTo>
                    <a:pt x="4992294" y="400113"/>
                  </a:lnTo>
                  <a:lnTo>
                    <a:pt x="4992548" y="395820"/>
                  </a:lnTo>
                  <a:lnTo>
                    <a:pt x="4992763" y="388531"/>
                  </a:lnTo>
                  <a:lnTo>
                    <a:pt x="4993462" y="358762"/>
                  </a:lnTo>
                  <a:lnTo>
                    <a:pt x="4994961" y="246646"/>
                  </a:lnTo>
                  <a:lnTo>
                    <a:pt x="5388318" y="246646"/>
                  </a:lnTo>
                  <a:lnTo>
                    <a:pt x="5388318" y="89420"/>
                  </a:lnTo>
                  <a:close/>
                </a:path>
                <a:path w="5620384" h="2572384">
                  <a:moveTo>
                    <a:pt x="5620016" y="1721675"/>
                  </a:moveTo>
                  <a:lnTo>
                    <a:pt x="5616943" y="1721675"/>
                  </a:lnTo>
                  <a:lnTo>
                    <a:pt x="5616943" y="1881632"/>
                  </a:lnTo>
                  <a:lnTo>
                    <a:pt x="5614187" y="1881466"/>
                  </a:lnTo>
                  <a:lnTo>
                    <a:pt x="5586603" y="1880793"/>
                  </a:lnTo>
                  <a:lnTo>
                    <a:pt x="5224919" y="1877834"/>
                  </a:lnTo>
                  <a:lnTo>
                    <a:pt x="5224983" y="1838871"/>
                  </a:lnTo>
                  <a:lnTo>
                    <a:pt x="5225085" y="1732445"/>
                  </a:lnTo>
                  <a:lnTo>
                    <a:pt x="5225085" y="1728711"/>
                  </a:lnTo>
                  <a:lnTo>
                    <a:pt x="5614251" y="1727479"/>
                  </a:lnTo>
                  <a:lnTo>
                    <a:pt x="5615787" y="1838871"/>
                  </a:lnTo>
                  <a:lnTo>
                    <a:pt x="5616714" y="1877669"/>
                  </a:lnTo>
                  <a:lnTo>
                    <a:pt x="5616943" y="1881632"/>
                  </a:lnTo>
                  <a:lnTo>
                    <a:pt x="5616943" y="1721675"/>
                  </a:lnTo>
                  <a:lnTo>
                    <a:pt x="5220944" y="1720418"/>
                  </a:lnTo>
                  <a:lnTo>
                    <a:pt x="5216753" y="1724583"/>
                  </a:lnTo>
                  <a:lnTo>
                    <a:pt x="5216842" y="1805393"/>
                  </a:lnTo>
                  <a:lnTo>
                    <a:pt x="5216957" y="1885810"/>
                  </a:lnTo>
                  <a:lnTo>
                    <a:pt x="5588393" y="1882800"/>
                  </a:lnTo>
                  <a:lnTo>
                    <a:pt x="5614848" y="1882140"/>
                  </a:lnTo>
                  <a:lnTo>
                    <a:pt x="5617273" y="1881974"/>
                  </a:lnTo>
                  <a:lnTo>
                    <a:pt x="5617540" y="1877669"/>
                  </a:lnTo>
                  <a:lnTo>
                    <a:pt x="5617756" y="1870379"/>
                  </a:lnTo>
                  <a:lnTo>
                    <a:pt x="5618442" y="1840611"/>
                  </a:lnTo>
                  <a:lnTo>
                    <a:pt x="5620016" y="1724583"/>
                  </a:lnTo>
                  <a:lnTo>
                    <a:pt x="5620016" y="1723669"/>
                  </a:lnTo>
                  <a:lnTo>
                    <a:pt x="5620016" y="1721675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8745911" y="7483416"/>
              <a:ext cx="872490" cy="872490"/>
            </a:xfrm>
            <a:custGeom>
              <a:avLst/>
              <a:gdLst/>
              <a:ahLst/>
              <a:cxnLst/>
              <a:rect l="l" t="t" r="r" b="b"/>
              <a:pathLst>
                <a:path w="872490" h="872490">
                  <a:moveTo>
                    <a:pt x="872277" y="0"/>
                  </a:moveTo>
                  <a:lnTo>
                    <a:pt x="0" y="0"/>
                  </a:lnTo>
                  <a:lnTo>
                    <a:pt x="0" y="872277"/>
                  </a:lnTo>
                  <a:lnTo>
                    <a:pt x="872277" y="872277"/>
                  </a:lnTo>
                  <a:lnTo>
                    <a:pt x="872277" y="0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6" name="object 18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58674" y="7459186"/>
            <a:ext cx="2195574" cy="899272"/>
          </a:xfrm>
          <a:prstGeom prst="rect">
            <a:avLst/>
          </a:prstGeom>
        </p:spPr>
      </p:pic>
      <p:sp>
        <p:nvSpPr>
          <p:cNvPr id="187" name="object 187" descr=""/>
          <p:cNvSpPr/>
          <p:nvPr/>
        </p:nvSpPr>
        <p:spPr>
          <a:xfrm>
            <a:off x="12484155" y="9984078"/>
            <a:ext cx="2253615" cy="244475"/>
          </a:xfrm>
          <a:custGeom>
            <a:avLst/>
            <a:gdLst/>
            <a:ahLst/>
            <a:cxnLst/>
            <a:rect l="l" t="t" r="r" b="b"/>
            <a:pathLst>
              <a:path w="2253615" h="244475">
                <a:moveTo>
                  <a:pt x="1126771" y="0"/>
                </a:moveTo>
                <a:lnTo>
                  <a:pt x="1049626" y="281"/>
                </a:lnTo>
                <a:lnTo>
                  <a:pt x="973876" y="1115"/>
                </a:lnTo>
                <a:lnTo>
                  <a:pt x="899689" y="2482"/>
                </a:lnTo>
                <a:lnTo>
                  <a:pt x="827232" y="4364"/>
                </a:lnTo>
                <a:lnTo>
                  <a:pt x="756674" y="6743"/>
                </a:lnTo>
                <a:lnTo>
                  <a:pt x="688183" y="9601"/>
                </a:lnTo>
                <a:lnTo>
                  <a:pt x="621925" y="12919"/>
                </a:lnTo>
                <a:lnTo>
                  <a:pt x="558070" y="16680"/>
                </a:lnTo>
                <a:lnTo>
                  <a:pt x="496784" y="20865"/>
                </a:lnTo>
                <a:lnTo>
                  <a:pt x="438236" y="25456"/>
                </a:lnTo>
                <a:lnTo>
                  <a:pt x="382594" y="30435"/>
                </a:lnTo>
                <a:lnTo>
                  <a:pt x="330025" y="35784"/>
                </a:lnTo>
                <a:lnTo>
                  <a:pt x="280697" y="41484"/>
                </a:lnTo>
                <a:lnTo>
                  <a:pt x="234778" y="47517"/>
                </a:lnTo>
                <a:lnTo>
                  <a:pt x="192435" y="53865"/>
                </a:lnTo>
                <a:lnTo>
                  <a:pt x="153838" y="60510"/>
                </a:lnTo>
                <a:lnTo>
                  <a:pt x="88547" y="74618"/>
                </a:lnTo>
                <a:lnTo>
                  <a:pt x="40249" y="89695"/>
                </a:lnTo>
                <a:lnTo>
                  <a:pt x="2599" y="113809"/>
                </a:lnTo>
                <a:lnTo>
                  <a:pt x="0" y="122174"/>
                </a:lnTo>
                <a:lnTo>
                  <a:pt x="2599" y="130539"/>
                </a:lnTo>
                <a:lnTo>
                  <a:pt x="40249" y="154652"/>
                </a:lnTo>
                <a:lnTo>
                  <a:pt x="88547" y="169729"/>
                </a:lnTo>
                <a:lnTo>
                  <a:pt x="153838" y="183837"/>
                </a:lnTo>
                <a:lnTo>
                  <a:pt x="192435" y="190482"/>
                </a:lnTo>
                <a:lnTo>
                  <a:pt x="234778" y="196831"/>
                </a:lnTo>
                <a:lnTo>
                  <a:pt x="280697" y="202864"/>
                </a:lnTo>
                <a:lnTo>
                  <a:pt x="330025" y="208564"/>
                </a:lnTo>
                <a:lnTo>
                  <a:pt x="382594" y="213912"/>
                </a:lnTo>
                <a:lnTo>
                  <a:pt x="438236" y="218891"/>
                </a:lnTo>
                <a:lnTo>
                  <a:pt x="496784" y="223482"/>
                </a:lnTo>
                <a:lnTo>
                  <a:pt x="558070" y="227668"/>
                </a:lnTo>
                <a:lnTo>
                  <a:pt x="621925" y="231428"/>
                </a:lnTo>
                <a:lnTo>
                  <a:pt x="688183" y="234747"/>
                </a:lnTo>
                <a:lnTo>
                  <a:pt x="756674" y="237605"/>
                </a:lnTo>
                <a:lnTo>
                  <a:pt x="827232" y="239984"/>
                </a:lnTo>
                <a:lnTo>
                  <a:pt x="899689" y="241866"/>
                </a:lnTo>
                <a:lnTo>
                  <a:pt x="973876" y="243233"/>
                </a:lnTo>
                <a:lnTo>
                  <a:pt x="1049626" y="244066"/>
                </a:lnTo>
                <a:lnTo>
                  <a:pt x="1126771" y="244348"/>
                </a:lnTo>
                <a:lnTo>
                  <a:pt x="1203917" y="244066"/>
                </a:lnTo>
                <a:lnTo>
                  <a:pt x="1279667" y="243233"/>
                </a:lnTo>
                <a:lnTo>
                  <a:pt x="1353854" y="241866"/>
                </a:lnTo>
                <a:lnTo>
                  <a:pt x="1426311" y="239984"/>
                </a:lnTo>
                <a:lnTo>
                  <a:pt x="1496869" y="237605"/>
                </a:lnTo>
                <a:lnTo>
                  <a:pt x="1565360" y="234747"/>
                </a:lnTo>
                <a:lnTo>
                  <a:pt x="1631618" y="231428"/>
                </a:lnTo>
                <a:lnTo>
                  <a:pt x="1695473" y="227668"/>
                </a:lnTo>
                <a:lnTo>
                  <a:pt x="1756759" y="223482"/>
                </a:lnTo>
                <a:lnTo>
                  <a:pt x="1815307" y="218891"/>
                </a:lnTo>
                <a:lnTo>
                  <a:pt x="1870949" y="213912"/>
                </a:lnTo>
                <a:lnTo>
                  <a:pt x="1923518" y="208564"/>
                </a:lnTo>
                <a:lnTo>
                  <a:pt x="1972846" y="202864"/>
                </a:lnTo>
                <a:lnTo>
                  <a:pt x="2018765" y="196831"/>
                </a:lnTo>
                <a:lnTo>
                  <a:pt x="2061107" y="190482"/>
                </a:lnTo>
                <a:lnTo>
                  <a:pt x="2099705" y="183837"/>
                </a:lnTo>
                <a:lnTo>
                  <a:pt x="2164996" y="169729"/>
                </a:lnTo>
                <a:lnTo>
                  <a:pt x="2213294" y="154652"/>
                </a:lnTo>
                <a:lnTo>
                  <a:pt x="2250944" y="130539"/>
                </a:lnTo>
                <a:lnTo>
                  <a:pt x="2253543" y="122174"/>
                </a:lnTo>
                <a:lnTo>
                  <a:pt x="2250944" y="113809"/>
                </a:lnTo>
                <a:lnTo>
                  <a:pt x="2213294" y="89695"/>
                </a:lnTo>
                <a:lnTo>
                  <a:pt x="2164996" y="74618"/>
                </a:lnTo>
                <a:lnTo>
                  <a:pt x="2099705" y="60510"/>
                </a:lnTo>
                <a:lnTo>
                  <a:pt x="2061107" y="53865"/>
                </a:lnTo>
                <a:lnTo>
                  <a:pt x="2018765" y="47517"/>
                </a:lnTo>
                <a:lnTo>
                  <a:pt x="1972846" y="41484"/>
                </a:lnTo>
                <a:lnTo>
                  <a:pt x="1923518" y="35784"/>
                </a:lnTo>
                <a:lnTo>
                  <a:pt x="1870949" y="30435"/>
                </a:lnTo>
                <a:lnTo>
                  <a:pt x="1815307" y="25456"/>
                </a:lnTo>
                <a:lnTo>
                  <a:pt x="1756759" y="20865"/>
                </a:lnTo>
                <a:lnTo>
                  <a:pt x="1695473" y="16680"/>
                </a:lnTo>
                <a:lnTo>
                  <a:pt x="1631618" y="12919"/>
                </a:lnTo>
                <a:lnTo>
                  <a:pt x="1565360" y="9601"/>
                </a:lnTo>
                <a:lnTo>
                  <a:pt x="1496869" y="6743"/>
                </a:lnTo>
                <a:lnTo>
                  <a:pt x="1426311" y="4364"/>
                </a:lnTo>
                <a:lnTo>
                  <a:pt x="1353854" y="2482"/>
                </a:lnTo>
                <a:lnTo>
                  <a:pt x="1279667" y="1115"/>
                </a:lnTo>
                <a:lnTo>
                  <a:pt x="1203917" y="281"/>
                </a:lnTo>
                <a:lnTo>
                  <a:pt x="1126771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 descr=""/>
          <p:cNvSpPr/>
          <p:nvPr/>
        </p:nvSpPr>
        <p:spPr>
          <a:xfrm>
            <a:off x="15148931" y="9984078"/>
            <a:ext cx="2140585" cy="244475"/>
          </a:xfrm>
          <a:custGeom>
            <a:avLst/>
            <a:gdLst/>
            <a:ahLst/>
            <a:cxnLst/>
            <a:rect l="l" t="t" r="r" b="b"/>
            <a:pathLst>
              <a:path w="2140584" h="244475">
                <a:moveTo>
                  <a:pt x="1070197" y="0"/>
                </a:moveTo>
                <a:lnTo>
                  <a:pt x="990328" y="335"/>
                </a:lnTo>
                <a:lnTo>
                  <a:pt x="912052" y="1324"/>
                </a:lnTo>
                <a:lnTo>
                  <a:pt x="835578" y="2945"/>
                </a:lnTo>
                <a:lnTo>
                  <a:pt x="761111" y="5172"/>
                </a:lnTo>
                <a:lnTo>
                  <a:pt x="688860" y="7984"/>
                </a:lnTo>
                <a:lnTo>
                  <a:pt x="619031" y="11355"/>
                </a:lnTo>
                <a:lnTo>
                  <a:pt x="551830" y="15262"/>
                </a:lnTo>
                <a:lnTo>
                  <a:pt x="487465" y="19683"/>
                </a:lnTo>
                <a:lnTo>
                  <a:pt x="426143" y="24592"/>
                </a:lnTo>
                <a:lnTo>
                  <a:pt x="368070" y="29967"/>
                </a:lnTo>
                <a:lnTo>
                  <a:pt x="313455" y="35784"/>
                </a:lnTo>
                <a:lnTo>
                  <a:pt x="262502" y="42019"/>
                </a:lnTo>
                <a:lnTo>
                  <a:pt x="215420" y="48648"/>
                </a:lnTo>
                <a:lnTo>
                  <a:pt x="172416" y="55649"/>
                </a:lnTo>
                <a:lnTo>
                  <a:pt x="133696" y="62997"/>
                </a:lnTo>
                <a:lnTo>
                  <a:pt x="69936" y="78640"/>
                </a:lnTo>
                <a:lnTo>
                  <a:pt x="25798" y="95390"/>
                </a:lnTo>
                <a:lnTo>
                  <a:pt x="0" y="122174"/>
                </a:lnTo>
                <a:lnTo>
                  <a:pt x="2935" y="131292"/>
                </a:lnTo>
                <a:lnTo>
                  <a:pt x="45311" y="157459"/>
                </a:lnTo>
                <a:lnTo>
                  <a:pt x="99467" y="173679"/>
                </a:lnTo>
                <a:lnTo>
                  <a:pt x="172416" y="188699"/>
                </a:lnTo>
                <a:lnTo>
                  <a:pt x="215420" y="195699"/>
                </a:lnTo>
                <a:lnTo>
                  <a:pt x="262502" y="202329"/>
                </a:lnTo>
                <a:lnTo>
                  <a:pt x="313455" y="208564"/>
                </a:lnTo>
                <a:lnTo>
                  <a:pt x="368070" y="214381"/>
                </a:lnTo>
                <a:lnTo>
                  <a:pt x="426143" y="219755"/>
                </a:lnTo>
                <a:lnTo>
                  <a:pt x="487465" y="224665"/>
                </a:lnTo>
                <a:lnTo>
                  <a:pt x="551830" y="229085"/>
                </a:lnTo>
                <a:lnTo>
                  <a:pt x="619031" y="232993"/>
                </a:lnTo>
                <a:lnTo>
                  <a:pt x="688860" y="236364"/>
                </a:lnTo>
                <a:lnTo>
                  <a:pt x="761111" y="239175"/>
                </a:lnTo>
                <a:lnTo>
                  <a:pt x="835578" y="241403"/>
                </a:lnTo>
                <a:lnTo>
                  <a:pt x="912052" y="243023"/>
                </a:lnTo>
                <a:lnTo>
                  <a:pt x="990328" y="244013"/>
                </a:lnTo>
                <a:lnTo>
                  <a:pt x="1070197" y="244348"/>
                </a:lnTo>
                <a:lnTo>
                  <a:pt x="1150067" y="244013"/>
                </a:lnTo>
                <a:lnTo>
                  <a:pt x="1228342" y="243023"/>
                </a:lnTo>
                <a:lnTo>
                  <a:pt x="1304817" y="241403"/>
                </a:lnTo>
                <a:lnTo>
                  <a:pt x="1379283" y="239175"/>
                </a:lnTo>
                <a:lnTo>
                  <a:pt x="1451535" y="236364"/>
                </a:lnTo>
                <a:lnTo>
                  <a:pt x="1521364" y="232993"/>
                </a:lnTo>
                <a:lnTo>
                  <a:pt x="1588565" y="229085"/>
                </a:lnTo>
                <a:lnTo>
                  <a:pt x="1652929" y="224665"/>
                </a:lnTo>
                <a:lnTo>
                  <a:pt x="1714252" y="219755"/>
                </a:lnTo>
                <a:lnTo>
                  <a:pt x="1772324" y="214381"/>
                </a:lnTo>
                <a:lnTo>
                  <a:pt x="1826940" y="208564"/>
                </a:lnTo>
                <a:lnTo>
                  <a:pt x="1877892" y="202329"/>
                </a:lnTo>
                <a:lnTo>
                  <a:pt x="1924974" y="195699"/>
                </a:lnTo>
                <a:lnTo>
                  <a:pt x="1967979" y="188699"/>
                </a:lnTo>
                <a:lnTo>
                  <a:pt x="2006699" y="181351"/>
                </a:lnTo>
                <a:lnTo>
                  <a:pt x="2070458" y="165707"/>
                </a:lnTo>
                <a:lnTo>
                  <a:pt x="2114597" y="148958"/>
                </a:lnTo>
                <a:lnTo>
                  <a:pt x="2140395" y="122174"/>
                </a:lnTo>
                <a:lnTo>
                  <a:pt x="2137460" y="113056"/>
                </a:lnTo>
                <a:lnTo>
                  <a:pt x="2095084" y="86888"/>
                </a:lnTo>
                <a:lnTo>
                  <a:pt x="2040928" y="70668"/>
                </a:lnTo>
                <a:lnTo>
                  <a:pt x="1967979" y="55649"/>
                </a:lnTo>
                <a:lnTo>
                  <a:pt x="1924974" y="48648"/>
                </a:lnTo>
                <a:lnTo>
                  <a:pt x="1877892" y="42019"/>
                </a:lnTo>
                <a:lnTo>
                  <a:pt x="1826940" y="35784"/>
                </a:lnTo>
                <a:lnTo>
                  <a:pt x="1772324" y="29967"/>
                </a:lnTo>
                <a:lnTo>
                  <a:pt x="1714252" y="24592"/>
                </a:lnTo>
                <a:lnTo>
                  <a:pt x="1652929" y="19683"/>
                </a:lnTo>
                <a:lnTo>
                  <a:pt x="1588565" y="15262"/>
                </a:lnTo>
                <a:lnTo>
                  <a:pt x="1521364" y="11355"/>
                </a:lnTo>
                <a:lnTo>
                  <a:pt x="1451535" y="7984"/>
                </a:lnTo>
                <a:lnTo>
                  <a:pt x="1379283" y="5172"/>
                </a:lnTo>
                <a:lnTo>
                  <a:pt x="1304817" y="2945"/>
                </a:lnTo>
                <a:lnTo>
                  <a:pt x="1228342" y="1324"/>
                </a:lnTo>
                <a:lnTo>
                  <a:pt x="1150067" y="335"/>
                </a:lnTo>
                <a:lnTo>
                  <a:pt x="1070197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 descr=""/>
          <p:cNvSpPr/>
          <p:nvPr/>
        </p:nvSpPr>
        <p:spPr>
          <a:xfrm>
            <a:off x="8919038" y="9955555"/>
            <a:ext cx="2790190" cy="273050"/>
          </a:xfrm>
          <a:custGeom>
            <a:avLst/>
            <a:gdLst/>
            <a:ahLst/>
            <a:cxnLst/>
            <a:rect l="l" t="t" r="r" b="b"/>
            <a:pathLst>
              <a:path w="2790190" h="273050">
                <a:moveTo>
                  <a:pt x="1395046" y="0"/>
                </a:moveTo>
                <a:lnTo>
                  <a:pt x="1315882" y="215"/>
                </a:lnTo>
                <a:lnTo>
                  <a:pt x="1237877" y="856"/>
                </a:lnTo>
                <a:lnTo>
                  <a:pt x="1161149" y="1909"/>
                </a:lnTo>
                <a:lnTo>
                  <a:pt x="1085814" y="3363"/>
                </a:lnTo>
                <a:lnTo>
                  <a:pt x="1011992" y="5206"/>
                </a:lnTo>
                <a:lnTo>
                  <a:pt x="939799" y="7428"/>
                </a:lnTo>
                <a:lnTo>
                  <a:pt x="869353" y="10017"/>
                </a:lnTo>
                <a:lnTo>
                  <a:pt x="800773" y="12961"/>
                </a:lnTo>
                <a:lnTo>
                  <a:pt x="734175" y="16248"/>
                </a:lnTo>
                <a:lnTo>
                  <a:pt x="669679" y="19868"/>
                </a:lnTo>
                <a:lnTo>
                  <a:pt x="607400" y="23808"/>
                </a:lnTo>
                <a:lnTo>
                  <a:pt x="547458" y="28058"/>
                </a:lnTo>
                <a:lnTo>
                  <a:pt x="489970" y="32604"/>
                </a:lnTo>
                <a:lnTo>
                  <a:pt x="435054" y="37438"/>
                </a:lnTo>
                <a:lnTo>
                  <a:pt x="382827" y="42545"/>
                </a:lnTo>
                <a:lnTo>
                  <a:pt x="333408" y="47916"/>
                </a:lnTo>
                <a:lnTo>
                  <a:pt x="286913" y="53538"/>
                </a:lnTo>
                <a:lnTo>
                  <a:pt x="243462" y="59400"/>
                </a:lnTo>
                <a:lnTo>
                  <a:pt x="203171" y="65491"/>
                </a:lnTo>
                <a:lnTo>
                  <a:pt x="132541" y="78312"/>
                </a:lnTo>
                <a:lnTo>
                  <a:pt x="75967" y="91909"/>
                </a:lnTo>
                <a:lnTo>
                  <a:pt x="34391" y="106190"/>
                </a:lnTo>
                <a:lnTo>
                  <a:pt x="2208" y="128692"/>
                </a:lnTo>
                <a:lnTo>
                  <a:pt x="0" y="136435"/>
                </a:lnTo>
                <a:lnTo>
                  <a:pt x="2208" y="144178"/>
                </a:lnTo>
                <a:lnTo>
                  <a:pt x="34391" y="166680"/>
                </a:lnTo>
                <a:lnTo>
                  <a:pt x="75967" y="180961"/>
                </a:lnTo>
                <a:lnTo>
                  <a:pt x="132541" y="194558"/>
                </a:lnTo>
                <a:lnTo>
                  <a:pt x="203171" y="207379"/>
                </a:lnTo>
                <a:lnTo>
                  <a:pt x="243462" y="213470"/>
                </a:lnTo>
                <a:lnTo>
                  <a:pt x="286913" y="219332"/>
                </a:lnTo>
                <a:lnTo>
                  <a:pt x="333408" y="224955"/>
                </a:lnTo>
                <a:lnTo>
                  <a:pt x="382827" y="230325"/>
                </a:lnTo>
                <a:lnTo>
                  <a:pt x="435054" y="235433"/>
                </a:lnTo>
                <a:lnTo>
                  <a:pt x="489970" y="240266"/>
                </a:lnTo>
                <a:lnTo>
                  <a:pt x="547458" y="244813"/>
                </a:lnTo>
                <a:lnTo>
                  <a:pt x="607400" y="249062"/>
                </a:lnTo>
                <a:lnTo>
                  <a:pt x="669679" y="253002"/>
                </a:lnTo>
                <a:lnTo>
                  <a:pt x="734175" y="256622"/>
                </a:lnTo>
                <a:lnTo>
                  <a:pt x="800773" y="259909"/>
                </a:lnTo>
                <a:lnTo>
                  <a:pt x="869353" y="262853"/>
                </a:lnTo>
                <a:lnTo>
                  <a:pt x="939799" y="265442"/>
                </a:lnTo>
                <a:lnTo>
                  <a:pt x="1011992" y="267664"/>
                </a:lnTo>
                <a:lnTo>
                  <a:pt x="1085814" y="269508"/>
                </a:lnTo>
                <a:lnTo>
                  <a:pt x="1161149" y="270962"/>
                </a:lnTo>
                <a:lnTo>
                  <a:pt x="1237877" y="272015"/>
                </a:lnTo>
                <a:lnTo>
                  <a:pt x="1315882" y="272655"/>
                </a:lnTo>
                <a:lnTo>
                  <a:pt x="1395046" y="272871"/>
                </a:lnTo>
                <a:lnTo>
                  <a:pt x="1474209" y="272655"/>
                </a:lnTo>
                <a:lnTo>
                  <a:pt x="1552213" y="272015"/>
                </a:lnTo>
                <a:lnTo>
                  <a:pt x="1628941" y="270962"/>
                </a:lnTo>
                <a:lnTo>
                  <a:pt x="1704275" y="269508"/>
                </a:lnTo>
                <a:lnTo>
                  <a:pt x="1778097" y="267664"/>
                </a:lnTo>
                <a:lnTo>
                  <a:pt x="1850289" y="265442"/>
                </a:lnTo>
                <a:lnTo>
                  <a:pt x="1920735" y="262853"/>
                </a:lnTo>
                <a:lnTo>
                  <a:pt x="1989315" y="259909"/>
                </a:lnTo>
                <a:lnTo>
                  <a:pt x="2055912" y="256622"/>
                </a:lnTo>
                <a:lnTo>
                  <a:pt x="2120409" y="253002"/>
                </a:lnTo>
                <a:lnTo>
                  <a:pt x="2182687" y="249062"/>
                </a:lnTo>
                <a:lnTo>
                  <a:pt x="2242629" y="244813"/>
                </a:lnTo>
                <a:lnTo>
                  <a:pt x="2300118" y="240266"/>
                </a:lnTo>
                <a:lnTo>
                  <a:pt x="2355034" y="235433"/>
                </a:lnTo>
                <a:lnTo>
                  <a:pt x="2407261" y="230325"/>
                </a:lnTo>
                <a:lnTo>
                  <a:pt x="2456681" y="224955"/>
                </a:lnTo>
                <a:lnTo>
                  <a:pt x="2503176" y="219332"/>
                </a:lnTo>
                <a:lnTo>
                  <a:pt x="2546628" y="213470"/>
                </a:lnTo>
                <a:lnTo>
                  <a:pt x="2586919" y="207379"/>
                </a:lnTo>
                <a:lnTo>
                  <a:pt x="2657549" y="194558"/>
                </a:lnTo>
                <a:lnTo>
                  <a:pt x="2714124" y="180961"/>
                </a:lnTo>
                <a:lnTo>
                  <a:pt x="2755700" y="166680"/>
                </a:lnTo>
                <a:lnTo>
                  <a:pt x="2787884" y="144178"/>
                </a:lnTo>
                <a:lnTo>
                  <a:pt x="2790093" y="136435"/>
                </a:lnTo>
                <a:lnTo>
                  <a:pt x="2787884" y="128692"/>
                </a:lnTo>
                <a:lnTo>
                  <a:pt x="2755700" y="106190"/>
                </a:lnTo>
                <a:lnTo>
                  <a:pt x="2714124" y="91909"/>
                </a:lnTo>
                <a:lnTo>
                  <a:pt x="2657549" y="78312"/>
                </a:lnTo>
                <a:lnTo>
                  <a:pt x="2586919" y="65491"/>
                </a:lnTo>
                <a:lnTo>
                  <a:pt x="2546628" y="59400"/>
                </a:lnTo>
                <a:lnTo>
                  <a:pt x="2503176" y="53538"/>
                </a:lnTo>
                <a:lnTo>
                  <a:pt x="2456681" y="47916"/>
                </a:lnTo>
                <a:lnTo>
                  <a:pt x="2407261" y="42545"/>
                </a:lnTo>
                <a:lnTo>
                  <a:pt x="2355034" y="37438"/>
                </a:lnTo>
                <a:lnTo>
                  <a:pt x="2300118" y="32604"/>
                </a:lnTo>
                <a:lnTo>
                  <a:pt x="2242629" y="28058"/>
                </a:lnTo>
                <a:lnTo>
                  <a:pt x="2182687" y="23808"/>
                </a:lnTo>
                <a:lnTo>
                  <a:pt x="2120409" y="19868"/>
                </a:lnTo>
                <a:lnTo>
                  <a:pt x="2055912" y="16248"/>
                </a:lnTo>
                <a:lnTo>
                  <a:pt x="1989315" y="12961"/>
                </a:lnTo>
                <a:lnTo>
                  <a:pt x="1920735" y="10017"/>
                </a:lnTo>
                <a:lnTo>
                  <a:pt x="1850289" y="7428"/>
                </a:lnTo>
                <a:lnTo>
                  <a:pt x="1778097" y="5206"/>
                </a:lnTo>
                <a:lnTo>
                  <a:pt x="1704275" y="3363"/>
                </a:lnTo>
                <a:lnTo>
                  <a:pt x="1628941" y="1909"/>
                </a:lnTo>
                <a:lnTo>
                  <a:pt x="1552213" y="856"/>
                </a:lnTo>
                <a:lnTo>
                  <a:pt x="1474209" y="215"/>
                </a:lnTo>
                <a:lnTo>
                  <a:pt x="1395046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 descr=""/>
          <p:cNvSpPr/>
          <p:nvPr/>
        </p:nvSpPr>
        <p:spPr>
          <a:xfrm>
            <a:off x="13950497" y="9448229"/>
            <a:ext cx="485775" cy="702310"/>
          </a:xfrm>
          <a:custGeom>
            <a:avLst/>
            <a:gdLst/>
            <a:ahLst/>
            <a:cxnLst/>
            <a:rect l="l" t="t" r="r" b="b"/>
            <a:pathLst>
              <a:path w="485775" h="702309">
                <a:moveTo>
                  <a:pt x="235402" y="0"/>
                </a:moveTo>
                <a:lnTo>
                  <a:pt x="172172" y="2442"/>
                </a:lnTo>
                <a:lnTo>
                  <a:pt x="119854" y="9358"/>
                </a:lnTo>
                <a:lnTo>
                  <a:pt x="81008" y="52968"/>
                </a:lnTo>
                <a:lnTo>
                  <a:pt x="80964" y="96826"/>
                </a:lnTo>
                <a:lnTo>
                  <a:pt x="83846" y="149835"/>
                </a:lnTo>
                <a:lnTo>
                  <a:pt x="92877" y="268402"/>
                </a:lnTo>
                <a:lnTo>
                  <a:pt x="96266" y="326506"/>
                </a:lnTo>
                <a:lnTo>
                  <a:pt x="97065" y="378855"/>
                </a:lnTo>
                <a:lnTo>
                  <a:pt x="93896" y="421721"/>
                </a:lnTo>
                <a:lnTo>
                  <a:pt x="85379" y="451379"/>
                </a:lnTo>
                <a:lnTo>
                  <a:pt x="65968" y="468357"/>
                </a:lnTo>
                <a:lnTo>
                  <a:pt x="46562" y="503723"/>
                </a:lnTo>
                <a:lnTo>
                  <a:pt x="32981" y="546047"/>
                </a:lnTo>
                <a:lnTo>
                  <a:pt x="31046" y="583898"/>
                </a:lnTo>
                <a:lnTo>
                  <a:pt x="0" y="589207"/>
                </a:lnTo>
                <a:lnTo>
                  <a:pt x="7758" y="668723"/>
                </a:lnTo>
                <a:lnTo>
                  <a:pt x="185268" y="695226"/>
                </a:lnTo>
                <a:lnTo>
                  <a:pt x="292937" y="701852"/>
                </a:lnTo>
                <a:lnTo>
                  <a:pt x="374413" y="686612"/>
                </a:lnTo>
                <a:lnTo>
                  <a:pt x="473346" y="647519"/>
                </a:lnTo>
                <a:lnTo>
                  <a:pt x="480143" y="607444"/>
                </a:lnTo>
                <a:lnTo>
                  <a:pt x="483939" y="563106"/>
                </a:lnTo>
                <a:lnTo>
                  <a:pt x="485243" y="515265"/>
                </a:lnTo>
                <a:lnTo>
                  <a:pt x="484565" y="464680"/>
                </a:lnTo>
                <a:lnTo>
                  <a:pt x="482415" y="412113"/>
                </a:lnTo>
                <a:lnTo>
                  <a:pt x="479302" y="358322"/>
                </a:lnTo>
                <a:lnTo>
                  <a:pt x="472225" y="250112"/>
                </a:lnTo>
                <a:lnTo>
                  <a:pt x="469281" y="197212"/>
                </a:lnTo>
                <a:lnTo>
                  <a:pt x="467411" y="146129"/>
                </a:lnTo>
                <a:lnTo>
                  <a:pt x="467125" y="97623"/>
                </a:lnTo>
                <a:lnTo>
                  <a:pt x="468934" y="52454"/>
                </a:lnTo>
                <a:lnTo>
                  <a:pt x="473346" y="11382"/>
                </a:lnTo>
                <a:lnTo>
                  <a:pt x="459221" y="10101"/>
                </a:lnTo>
                <a:lnTo>
                  <a:pt x="421453" y="7080"/>
                </a:lnTo>
                <a:lnTo>
                  <a:pt x="366954" y="3561"/>
                </a:lnTo>
                <a:lnTo>
                  <a:pt x="302633" y="787"/>
                </a:lnTo>
                <a:lnTo>
                  <a:pt x="2354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 descr=""/>
          <p:cNvSpPr/>
          <p:nvPr/>
        </p:nvSpPr>
        <p:spPr>
          <a:xfrm>
            <a:off x="12876082" y="9356290"/>
            <a:ext cx="880744" cy="766445"/>
          </a:xfrm>
          <a:custGeom>
            <a:avLst/>
            <a:gdLst/>
            <a:ahLst/>
            <a:cxnLst/>
            <a:rect l="l" t="t" r="r" b="b"/>
            <a:pathLst>
              <a:path w="880744" h="766445">
                <a:moveTo>
                  <a:pt x="818351" y="0"/>
                </a:moveTo>
                <a:lnTo>
                  <a:pt x="515721" y="15517"/>
                </a:lnTo>
                <a:lnTo>
                  <a:pt x="522008" y="64026"/>
                </a:lnTo>
                <a:lnTo>
                  <a:pt x="524297" y="112073"/>
                </a:lnTo>
                <a:lnTo>
                  <a:pt x="522514" y="159356"/>
                </a:lnTo>
                <a:lnTo>
                  <a:pt x="516585" y="205576"/>
                </a:lnTo>
                <a:lnTo>
                  <a:pt x="506437" y="250431"/>
                </a:lnTo>
                <a:lnTo>
                  <a:pt x="491996" y="293622"/>
                </a:lnTo>
                <a:lnTo>
                  <a:pt x="473187" y="334848"/>
                </a:lnTo>
                <a:lnTo>
                  <a:pt x="449938" y="373808"/>
                </a:lnTo>
                <a:lnTo>
                  <a:pt x="422173" y="410202"/>
                </a:lnTo>
                <a:lnTo>
                  <a:pt x="389821" y="443730"/>
                </a:lnTo>
                <a:lnTo>
                  <a:pt x="352806" y="474091"/>
                </a:lnTo>
                <a:lnTo>
                  <a:pt x="311055" y="500984"/>
                </a:lnTo>
                <a:lnTo>
                  <a:pt x="264494" y="524109"/>
                </a:lnTo>
                <a:lnTo>
                  <a:pt x="213050" y="543166"/>
                </a:lnTo>
                <a:lnTo>
                  <a:pt x="159658" y="547902"/>
                </a:lnTo>
                <a:lnTo>
                  <a:pt x="113308" y="557226"/>
                </a:lnTo>
                <a:lnTo>
                  <a:pt x="74366" y="571911"/>
                </a:lnTo>
                <a:lnTo>
                  <a:pt x="20169" y="620446"/>
                </a:lnTo>
                <a:lnTo>
                  <a:pt x="5648" y="655837"/>
                </a:lnTo>
                <a:lnTo>
                  <a:pt x="0" y="699671"/>
                </a:lnTo>
                <a:lnTo>
                  <a:pt x="3590" y="752720"/>
                </a:lnTo>
                <a:lnTo>
                  <a:pt x="49468" y="757089"/>
                </a:lnTo>
                <a:lnTo>
                  <a:pt x="96860" y="760522"/>
                </a:lnTo>
                <a:lnTo>
                  <a:pt x="145571" y="763072"/>
                </a:lnTo>
                <a:lnTo>
                  <a:pt x="195406" y="764797"/>
                </a:lnTo>
                <a:lnTo>
                  <a:pt x="246172" y="765751"/>
                </a:lnTo>
                <a:lnTo>
                  <a:pt x="297673" y="765990"/>
                </a:lnTo>
                <a:lnTo>
                  <a:pt x="349715" y="765568"/>
                </a:lnTo>
                <a:lnTo>
                  <a:pt x="402105" y="764542"/>
                </a:lnTo>
                <a:lnTo>
                  <a:pt x="454647" y="762966"/>
                </a:lnTo>
                <a:lnTo>
                  <a:pt x="507147" y="760896"/>
                </a:lnTo>
                <a:lnTo>
                  <a:pt x="559411" y="758388"/>
                </a:lnTo>
                <a:lnTo>
                  <a:pt x="611244" y="755496"/>
                </a:lnTo>
                <a:lnTo>
                  <a:pt x="662452" y="752276"/>
                </a:lnTo>
                <a:lnTo>
                  <a:pt x="712841" y="748783"/>
                </a:lnTo>
                <a:lnTo>
                  <a:pt x="762215" y="745074"/>
                </a:lnTo>
                <a:lnTo>
                  <a:pt x="810382" y="741202"/>
                </a:lnTo>
                <a:lnTo>
                  <a:pt x="857145" y="737223"/>
                </a:lnTo>
                <a:lnTo>
                  <a:pt x="880049" y="692346"/>
                </a:lnTo>
                <a:lnTo>
                  <a:pt x="880134" y="652412"/>
                </a:lnTo>
                <a:lnTo>
                  <a:pt x="874855" y="604815"/>
                </a:lnTo>
                <a:lnTo>
                  <a:pt x="865871" y="552558"/>
                </a:lnTo>
                <a:lnTo>
                  <a:pt x="854843" y="498641"/>
                </a:lnTo>
                <a:lnTo>
                  <a:pt x="843432" y="446067"/>
                </a:lnTo>
                <a:lnTo>
                  <a:pt x="833297" y="397837"/>
                </a:lnTo>
                <a:lnTo>
                  <a:pt x="826099" y="356952"/>
                </a:lnTo>
                <a:lnTo>
                  <a:pt x="818346" y="255348"/>
                </a:lnTo>
                <a:lnTo>
                  <a:pt x="816410" y="137737"/>
                </a:lnTo>
                <a:lnTo>
                  <a:pt x="817381" y="40496"/>
                </a:lnTo>
                <a:lnTo>
                  <a:pt x="8183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 descr=""/>
          <p:cNvSpPr/>
          <p:nvPr/>
        </p:nvSpPr>
        <p:spPr>
          <a:xfrm>
            <a:off x="13989730" y="10005397"/>
            <a:ext cx="450215" cy="61594"/>
          </a:xfrm>
          <a:custGeom>
            <a:avLst/>
            <a:gdLst/>
            <a:ahLst/>
            <a:cxnLst/>
            <a:rect l="l" t="t" r="r" b="b"/>
            <a:pathLst>
              <a:path w="450215" h="61595">
                <a:moveTo>
                  <a:pt x="446834" y="0"/>
                </a:moveTo>
                <a:lnTo>
                  <a:pt x="375418" y="19834"/>
                </a:lnTo>
                <a:lnTo>
                  <a:pt x="308752" y="35794"/>
                </a:lnTo>
                <a:lnTo>
                  <a:pt x="237581" y="49127"/>
                </a:lnTo>
                <a:lnTo>
                  <a:pt x="174444" y="54710"/>
                </a:lnTo>
                <a:lnTo>
                  <a:pt x="109628" y="48754"/>
                </a:lnTo>
                <a:lnTo>
                  <a:pt x="55906" y="35621"/>
                </a:lnTo>
                <a:lnTo>
                  <a:pt x="19143" y="22419"/>
                </a:lnTo>
                <a:lnTo>
                  <a:pt x="3591" y="15444"/>
                </a:lnTo>
                <a:lnTo>
                  <a:pt x="1633" y="16104"/>
                </a:lnTo>
                <a:lnTo>
                  <a:pt x="0" y="19329"/>
                </a:lnTo>
                <a:lnTo>
                  <a:pt x="659" y="21297"/>
                </a:lnTo>
                <a:lnTo>
                  <a:pt x="16449" y="28389"/>
                </a:lnTo>
                <a:lnTo>
                  <a:pt x="53843" y="41828"/>
                </a:lnTo>
                <a:lnTo>
                  <a:pt x="108496" y="55193"/>
                </a:lnTo>
                <a:lnTo>
                  <a:pt x="174444" y="61254"/>
                </a:lnTo>
                <a:lnTo>
                  <a:pt x="226641" y="57258"/>
                </a:lnTo>
                <a:lnTo>
                  <a:pt x="285836" y="47256"/>
                </a:lnTo>
                <a:lnTo>
                  <a:pt x="344749" y="34228"/>
                </a:lnTo>
                <a:lnTo>
                  <a:pt x="396100" y="21153"/>
                </a:lnTo>
                <a:lnTo>
                  <a:pt x="448719" y="6261"/>
                </a:lnTo>
                <a:lnTo>
                  <a:pt x="449693" y="4429"/>
                </a:lnTo>
                <a:lnTo>
                  <a:pt x="448646" y="984"/>
                </a:lnTo>
                <a:lnTo>
                  <a:pt x="44683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 descr=""/>
          <p:cNvSpPr/>
          <p:nvPr/>
        </p:nvSpPr>
        <p:spPr>
          <a:xfrm>
            <a:off x="12891437" y="9981392"/>
            <a:ext cx="845819" cy="62230"/>
          </a:xfrm>
          <a:custGeom>
            <a:avLst/>
            <a:gdLst/>
            <a:ahLst/>
            <a:cxnLst/>
            <a:rect l="l" t="t" r="r" b="b"/>
            <a:pathLst>
              <a:path w="845819" h="62229">
                <a:moveTo>
                  <a:pt x="843105" y="0"/>
                </a:moveTo>
                <a:lnTo>
                  <a:pt x="516515" y="36293"/>
                </a:lnTo>
                <a:lnTo>
                  <a:pt x="463028" y="42563"/>
                </a:lnTo>
                <a:lnTo>
                  <a:pt x="430070" y="46752"/>
                </a:lnTo>
                <a:lnTo>
                  <a:pt x="397769" y="49553"/>
                </a:lnTo>
                <a:lnTo>
                  <a:pt x="345416" y="52081"/>
                </a:lnTo>
                <a:lnTo>
                  <a:pt x="280064" y="54079"/>
                </a:lnTo>
                <a:lnTo>
                  <a:pt x="208767" y="55288"/>
                </a:lnTo>
                <a:lnTo>
                  <a:pt x="138578" y="55450"/>
                </a:lnTo>
                <a:lnTo>
                  <a:pt x="76553" y="54306"/>
                </a:lnTo>
                <a:lnTo>
                  <a:pt x="29743" y="51597"/>
                </a:lnTo>
                <a:lnTo>
                  <a:pt x="5204" y="47066"/>
                </a:lnTo>
                <a:lnTo>
                  <a:pt x="3581" y="46249"/>
                </a:lnTo>
                <a:lnTo>
                  <a:pt x="1622" y="46920"/>
                </a:lnTo>
                <a:lnTo>
                  <a:pt x="0" y="50145"/>
                </a:lnTo>
                <a:lnTo>
                  <a:pt x="659" y="52113"/>
                </a:lnTo>
                <a:lnTo>
                  <a:pt x="2272" y="52930"/>
                </a:lnTo>
                <a:lnTo>
                  <a:pt x="22326" y="57189"/>
                </a:lnTo>
                <a:lnTo>
                  <a:pt x="59406" y="60024"/>
                </a:lnTo>
                <a:lnTo>
                  <a:pt x="109090" y="61603"/>
                </a:lnTo>
                <a:lnTo>
                  <a:pt x="166958" y="62092"/>
                </a:lnTo>
                <a:lnTo>
                  <a:pt x="232643" y="61602"/>
                </a:lnTo>
                <a:lnTo>
                  <a:pt x="297240" y="60267"/>
                </a:lnTo>
                <a:lnTo>
                  <a:pt x="355398" y="58292"/>
                </a:lnTo>
                <a:lnTo>
                  <a:pt x="401765" y="55880"/>
                </a:lnTo>
                <a:lnTo>
                  <a:pt x="463910" y="49049"/>
                </a:lnTo>
                <a:lnTo>
                  <a:pt x="517358" y="42784"/>
                </a:lnTo>
                <a:lnTo>
                  <a:pt x="583709" y="35244"/>
                </a:lnTo>
                <a:lnTo>
                  <a:pt x="843932" y="6502"/>
                </a:lnTo>
                <a:lnTo>
                  <a:pt x="845241" y="4889"/>
                </a:lnTo>
                <a:lnTo>
                  <a:pt x="844843" y="1277"/>
                </a:lnTo>
                <a:lnTo>
                  <a:pt x="8431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4" name="object 194" descr=""/>
          <p:cNvGrpSpPr/>
          <p:nvPr/>
        </p:nvGrpSpPr>
        <p:grpSpPr>
          <a:xfrm>
            <a:off x="12570332" y="3270420"/>
            <a:ext cx="2066289" cy="6255385"/>
            <a:chOff x="12570332" y="3270420"/>
            <a:chExt cx="2066289" cy="6255385"/>
          </a:xfrm>
        </p:grpSpPr>
        <p:pic>
          <p:nvPicPr>
            <p:cNvPr id="195" name="object 19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31177" y="4368756"/>
              <a:ext cx="1897874" cy="2032000"/>
            </a:xfrm>
            <a:prstGeom prst="rect">
              <a:avLst/>
            </a:prstGeom>
          </p:spPr>
        </p:pic>
        <p:pic>
          <p:nvPicPr>
            <p:cNvPr id="196" name="object 19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70332" y="3270420"/>
              <a:ext cx="2065935" cy="6255170"/>
            </a:xfrm>
            <a:prstGeom prst="rect">
              <a:avLst/>
            </a:prstGeom>
          </p:spPr>
        </p:pic>
      </p:grpSp>
      <p:pic>
        <p:nvPicPr>
          <p:cNvPr id="197" name="object 19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125672" y="3588634"/>
            <a:ext cx="2013828" cy="6540494"/>
          </a:xfrm>
          <a:prstGeom prst="rect">
            <a:avLst/>
          </a:prstGeom>
        </p:spPr>
      </p:pic>
      <p:grpSp>
        <p:nvGrpSpPr>
          <p:cNvPr id="198" name="object 198" descr=""/>
          <p:cNvGrpSpPr/>
          <p:nvPr/>
        </p:nvGrpSpPr>
        <p:grpSpPr>
          <a:xfrm>
            <a:off x="9134246" y="3926535"/>
            <a:ext cx="2410460" cy="6174740"/>
            <a:chOff x="9134246" y="3926535"/>
            <a:chExt cx="2410460" cy="6174740"/>
          </a:xfrm>
        </p:grpSpPr>
        <p:pic>
          <p:nvPicPr>
            <p:cNvPr id="199" name="object 19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03461" y="5091866"/>
              <a:ext cx="136655" cy="241217"/>
            </a:xfrm>
            <a:prstGeom prst="rect">
              <a:avLst/>
            </a:prstGeom>
          </p:spPr>
        </p:pic>
        <p:pic>
          <p:nvPicPr>
            <p:cNvPr id="200" name="object 20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33183" y="4902048"/>
              <a:ext cx="530214" cy="1175053"/>
            </a:xfrm>
            <a:prstGeom prst="rect">
              <a:avLst/>
            </a:prstGeom>
          </p:spPr>
        </p:pic>
        <p:pic>
          <p:nvPicPr>
            <p:cNvPr id="201" name="object 20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34246" y="3926535"/>
              <a:ext cx="2410262" cy="6174351"/>
            </a:xfrm>
            <a:prstGeom prst="rect">
              <a:avLst/>
            </a:prstGeom>
          </p:spPr>
        </p:pic>
        <p:pic>
          <p:nvPicPr>
            <p:cNvPr id="202" name="object 20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87134" y="4930133"/>
              <a:ext cx="1466246" cy="1187450"/>
            </a:xfrm>
            <a:prstGeom prst="rect">
              <a:avLst/>
            </a:prstGeom>
          </p:spPr>
        </p:pic>
        <p:sp>
          <p:nvSpPr>
            <p:cNvPr id="203" name="object 203" descr=""/>
            <p:cNvSpPr/>
            <p:nvPr/>
          </p:nvSpPr>
          <p:spPr>
            <a:xfrm>
              <a:off x="9181006" y="4923846"/>
              <a:ext cx="1479550" cy="1200150"/>
            </a:xfrm>
            <a:custGeom>
              <a:avLst/>
              <a:gdLst/>
              <a:ahLst/>
              <a:cxnLst/>
              <a:rect l="l" t="t" r="r" b="b"/>
              <a:pathLst>
                <a:path w="1479550" h="1200150">
                  <a:moveTo>
                    <a:pt x="124655" y="0"/>
                  </a:moveTo>
                  <a:lnTo>
                    <a:pt x="117462" y="0"/>
                  </a:lnTo>
                  <a:lnTo>
                    <a:pt x="110153" y="450"/>
                  </a:lnTo>
                  <a:lnTo>
                    <a:pt x="68335" y="13841"/>
                  </a:lnTo>
                  <a:lnTo>
                    <a:pt x="40707" y="42200"/>
                  </a:lnTo>
                  <a:lnTo>
                    <a:pt x="20065" y="86268"/>
                  </a:lnTo>
                  <a:lnTo>
                    <a:pt x="6491" y="145922"/>
                  </a:lnTo>
                  <a:lnTo>
                    <a:pt x="218" y="222326"/>
                  </a:lnTo>
                  <a:lnTo>
                    <a:pt x="0" y="265537"/>
                  </a:lnTo>
                  <a:lnTo>
                    <a:pt x="1668" y="311602"/>
                  </a:lnTo>
                  <a:lnTo>
                    <a:pt x="5178" y="360153"/>
                  </a:lnTo>
                  <a:lnTo>
                    <a:pt x="10488" y="410826"/>
                  </a:lnTo>
                  <a:lnTo>
                    <a:pt x="17554" y="463255"/>
                  </a:lnTo>
                  <a:lnTo>
                    <a:pt x="26330" y="517074"/>
                  </a:lnTo>
                  <a:lnTo>
                    <a:pt x="36774" y="571917"/>
                  </a:lnTo>
                  <a:lnTo>
                    <a:pt x="48841" y="627420"/>
                  </a:lnTo>
                  <a:lnTo>
                    <a:pt x="62489" y="683216"/>
                  </a:lnTo>
                  <a:lnTo>
                    <a:pt x="77672" y="738940"/>
                  </a:lnTo>
                  <a:lnTo>
                    <a:pt x="98113" y="805319"/>
                  </a:lnTo>
                  <a:lnTo>
                    <a:pt x="112966" y="848808"/>
                  </a:lnTo>
                  <a:lnTo>
                    <a:pt x="130696" y="896482"/>
                  </a:lnTo>
                  <a:lnTo>
                    <a:pt x="151144" y="946331"/>
                  </a:lnTo>
                  <a:lnTo>
                    <a:pt x="174153" y="996346"/>
                  </a:lnTo>
                  <a:lnTo>
                    <a:pt x="199562" y="1044517"/>
                  </a:lnTo>
                  <a:lnTo>
                    <a:pt x="227214" y="1088833"/>
                  </a:lnTo>
                  <a:lnTo>
                    <a:pt x="256951" y="1127283"/>
                  </a:lnTo>
                  <a:lnTo>
                    <a:pt x="288613" y="1157859"/>
                  </a:lnTo>
                  <a:lnTo>
                    <a:pt x="322042" y="1178550"/>
                  </a:lnTo>
                  <a:lnTo>
                    <a:pt x="379350" y="1194627"/>
                  </a:lnTo>
                  <a:lnTo>
                    <a:pt x="453567" y="1200015"/>
                  </a:lnTo>
                  <a:lnTo>
                    <a:pt x="497170" y="1198587"/>
                  </a:lnTo>
                  <a:lnTo>
                    <a:pt x="543721" y="1194389"/>
                  </a:lnTo>
                  <a:lnTo>
                    <a:pt x="592681" y="1187553"/>
                  </a:lnTo>
                  <a:lnTo>
                    <a:pt x="593182" y="1187461"/>
                  </a:lnTo>
                  <a:lnTo>
                    <a:pt x="453567" y="1187461"/>
                  </a:lnTo>
                  <a:lnTo>
                    <a:pt x="416634" y="1186230"/>
                  </a:lnTo>
                  <a:lnTo>
                    <a:pt x="353006" y="1176117"/>
                  </a:lnTo>
                  <a:lnTo>
                    <a:pt x="304377" y="1154011"/>
                  </a:lnTo>
                  <a:lnTo>
                    <a:pt x="259563" y="1111113"/>
                  </a:lnTo>
                  <a:lnTo>
                    <a:pt x="216215" y="1048652"/>
                  </a:lnTo>
                  <a:lnTo>
                    <a:pt x="195326" y="1011154"/>
                  </a:lnTo>
                  <a:lnTo>
                    <a:pt x="175085" y="970051"/>
                  </a:lnTo>
                  <a:lnTo>
                    <a:pt x="155587" y="925768"/>
                  </a:lnTo>
                  <a:lnTo>
                    <a:pt x="136924" y="878735"/>
                  </a:lnTo>
                  <a:lnTo>
                    <a:pt x="119191" y="829380"/>
                  </a:lnTo>
                  <a:lnTo>
                    <a:pt x="102482" y="778130"/>
                  </a:lnTo>
                  <a:lnTo>
                    <a:pt x="86890" y="725414"/>
                  </a:lnTo>
                  <a:lnTo>
                    <a:pt x="72510" y="671659"/>
                  </a:lnTo>
                  <a:lnTo>
                    <a:pt x="59435" y="617295"/>
                  </a:lnTo>
                  <a:lnTo>
                    <a:pt x="47759" y="562748"/>
                  </a:lnTo>
                  <a:lnTo>
                    <a:pt x="37577" y="508447"/>
                  </a:lnTo>
                  <a:lnTo>
                    <a:pt x="28981" y="454821"/>
                  </a:lnTo>
                  <a:lnTo>
                    <a:pt x="22067" y="402297"/>
                  </a:lnTo>
                  <a:lnTo>
                    <a:pt x="16927" y="351303"/>
                  </a:lnTo>
                  <a:lnTo>
                    <a:pt x="13655" y="302267"/>
                  </a:lnTo>
                  <a:lnTo>
                    <a:pt x="12346" y="255618"/>
                  </a:lnTo>
                  <a:lnTo>
                    <a:pt x="13093" y="211783"/>
                  </a:lnTo>
                  <a:lnTo>
                    <a:pt x="15991" y="171191"/>
                  </a:lnTo>
                  <a:lnTo>
                    <a:pt x="28612" y="101448"/>
                  </a:lnTo>
                  <a:lnTo>
                    <a:pt x="50959" y="49811"/>
                  </a:lnTo>
                  <a:lnTo>
                    <a:pt x="83786" y="19707"/>
                  </a:lnTo>
                  <a:lnTo>
                    <a:pt x="118017" y="12565"/>
                  </a:lnTo>
                  <a:lnTo>
                    <a:pt x="186500" y="12565"/>
                  </a:lnTo>
                  <a:lnTo>
                    <a:pt x="159935" y="3743"/>
                  </a:lnTo>
                  <a:lnTo>
                    <a:pt x="124655" y="0"/>
                  </a:lnTo>
                  <a:close/>
                </a:path>
                <a:path w="1479550" h="1200150">
                  <a:moveTo>
                    <a:pt x="1220087" y="934662"/>
                  </a:moveTo>
                  <a:lnTo>
                    <a:pt x="1120807" y="988353"/>
                  </a:lnTo>
                  <a:lnTo>
                    <a:pt x="952609" y="1065391"/>
                  </a:lnTo>
                  <a:lnTo>
                    <a:pt x="901850" y="1087022"/>
                  </a:lnTo>
                  <a:lnTo>
                    <a:pt x="849950" y="1106867"/>
                  </a:lnTo>
                  <a:lnTo>
                    <a:pt x="797407" y="1124811"/>
                  </a:lnTo>
                  <a:lnTo>
                    <a:pt x="744721" y="1140738"/>
                  </a:lnTo>
                  <a:lnTo>
                    <a:pt x="692392" y="1154532"/>
                  </a:lnTo>
                  <a:lnTo>
                    <a:pt x="640918" y="1166078"/>
                  </a:lnTo>
                  <a:lnTo>
                    <a:pt x="590799" y="1175259"/>
                  </a:lnTo>
                  <a:lnTo>
                    <a:pt x="542535" y="1181961"/>
                  </a:lnTo>
                  <a:lnTo>
                    <a:pt x="496624" y="1186066"/>
                  </a:lnTo>
                  <a:lnTo>
                    <a:pt x="453567" y="1187461"/>
                  </a:lnTo>
                  <a:lnTo>
                    <a:pt x="593182" y="1187461"/>
                  </a:lnTo>
                  <a:lnTo>
                    <a:pt x="643514" y="1178209"/>
                  </a:lnTo>
                  <a:lnTo>
                    <a:pt x="695682" y="1166490"/>
                  </a:lnTo>
                  <a:lnTo>
                    <a:pt x="748649" y="1152526"/>
                  </a:lnTo>
                  <a:lnTo>
                    <a:pt x="801877" y="1136449"/>
                  </a:lnTo>
                  <a:lnTo>
                    <a:pt x="854830" y="1118389"/>
                  </a:lnTo>
                  <a:lnTo>
                    <a:pt x="906970" y="1098477"/>
                  </a:lnTo>
                  <a:lnTo>
                    <a:pt x="957761" y="1076846"/>
                  </a:lnTo>
                  <a:lnTo>
                    <a:pt x="1027341" y="1043778"/>
                  </a:lnTo>
                  <a:lnTo>
                    <a:pt x="1094112" y="1008810"/>
                  </a:lnTo>
                  <a:lnTo>
                    <a:pt x="1157465" y="972846"/>
                  </a:lnTo>
                  <a:lnTo>
                    <a:pt x="1216791" y="936786"/>
                  </a:lnTo>
                  <a:lnTo>
                    <a:pt x="1220087" y="934662"/>
                  </a:lnTo>
                  <a:close/>
                </a:path>
                <a:path w="1479550" h="1200150">
                  <a:moveTo>
                    <a:pt x="1243604" y="919503"/>
                  </a:moveTo>
                  <a:lnTo>
                    <a:pt x="1220087" y="934662"/>
                  </a:lnTo>
                  <a:lnTo>
                    <a:pt x="1230282" y="929148"/>
                  </a:lnTo>
                  <a:lnTo>
                    <a:pt x="1243604" y="919503"/>
                  </a:lnTo>
                  <a:close/>
                </a:path>
                <a:path w="1479550" h="1200150">
                  <a:moveTo>
                    <a:pt x="186500" y="12565"/>
                  </a:moveTo>
                  <a:lnTo>
                    <a:pt x="124603" y="12565"/>
                  </a:lnTo>
                  <a:lnTo>
                    <a:pt x="159455" y="16508"/>
                  </a:lnTo>
                  <a:lnTo>
                    <a:pt x="191675" y="27945"/>
                  </a:lnTo>
                  <a:lnTo>
                    <a:pt x="248793" y="70803"/>
                  </a:lnTo>
                  <a:lnTo>
                    <a:pt x="273978" y="100975"/>
                  </a:lnTo>
                  <a:lnTo>
                    <a:pt x="297106" y="136143"/>
                  </a:lnTo>
                  <a:lnTo>
                    <a:pt x="318321" y="175683"/>
                  </a:lnTo>
                  <a:lnTo>
                    <a:pt x="337766" y="218970"/>
                  </a:lnTo>
                  <a:lnTo>
                    <a:pt x="355637" y="265537"/>
                  </a:lnTo>
                  <a:lnTo>
                    <a:pt x="371921" y="314288"/>
                  </a:lnTo>
                  <a:lnTo>
                    <a:pt x="386919" y="365070"/>
                  </a:lnTo>
                  <a:lnTo>
                    <a:pt x="400722" y="417101"/>
                  </a:lnTo>
                  <a:lnTo>
                    <a:pt x="413475" y="469757"/>
                  </a:lnTo>
                  <a:lnTo>
                    <a:pt x="425320" y="522414"/>
                  </a:lnTo>
                  <a:lnTo>
                    <a:pt x="436402" y="574447"/>
                  </a:lnTo>
                  <a:lnTo>
                    <a:pt x="446864" y="625231"/>
                  </a:lnTo>
                  <a:lnTo>
                    <a:pt x="456850" y="674143"/>
                  </a:lnTo>
                  <a:lnTo>
                    <a:pt x="466504" y="720557"/>
                  </a:lnTo>
                  <a:lnTo>
                    <a:pt x="475969" y="763849"/>
                  </a:lnTo>
                  <a:lnTo>
                    <a:pt x="485390" y="803395"/>
                  </a:lnTo>
                  <a:lnTo>
                    <a:pt x="504673" y="868750"/>
                  </a:lnTo>
                  <a:lnTo>
                    <a:pt x="525503" y="911627"/>
                  </a:lnTo>
                  <a:lnTo>
                    <a:pt x="549030" y="927029"/>
                  </a:lnTo>
                  <a:lnTo>
                    <a:pt x="549626" y="927029"/>
                  </a:lnTo>
                  <a:lnTo>
                    <a:pt x="549930" y="927008"/>
                  </a:lnTo>
                  <a:lnTo>
                    <a:pt x="585785" y="914464"/>
                  </a:lnTo>
                  <a:lnTo>
                    <a:pt x="549365" y="914464"/>
                  </a:lnTo>
                  <a:lnTo>
                    <a:pt x="543397" y="912291"/>
                  </a:lnTo>
                  <a:lnTo>
                    <a:pt x="522680" y="880224"/>
                  </a:lnTo>
                  <a:lnTo>
                    <a:pt x="508601" y="840539"/>
                  </a:lnTo>
                  <a:lnTo>
                    <a:pt x="497247" y="799085"/>
                  </a:lnTo>
                  <a:lnTo>
                    <a:pt x="486025" y="751351"/>
                  </a:lnTo>
                  <a:lnTo>
                    <a:pt x="474613" y="698060"/>
                  </a:lnTo>
                  <a:lnTo>
                    <a:pt x="452723" y="591280"/>
                  </a:lnTo>
                  <a:lnTo>
                    <a:pt x="442225" y="541242"/>
                  </a:lnTo>
                  <a:lnTo>
                    <a:pt x="431020" y="490219"/>
                  </a:lnTo>
                  <a:lnTo>
                    <a:pt x="418982" y="438845"/>
                  </a:lnTo>
                  <a:lnTo>
                    <a:pt x="405976" y="387694"/>
                  </a:lnTo>
                  <a:lnTo>
                    <a:pt x="391865" y="337338"/>
                  </a:lnTo>
                  <a:lnTo>
                    <a:pt x="376513" y="288351"/>
                  </a:lnTo>
                  <a:lnTo>
                    <a:pt x="359782" y="241308"/>
                  </a:lnTo>
                  <a:lnTo>
                    <a:pt x="341537" y="196782"/>
                  </a:lnTo>
                  <a:lnTo>
                    <a:pt x="321640" y="155345"/>
                  </a:lnTo>
                  <a:lnTo>
                    <a:pt x="299956" y="117573"/>
                  </a:lnTo>
                  <a:lnTo>
                    <a:pt x="276347" y="84037"/>
                  </a:lnTo>
                  <a:lnTo>
                    <a:pt x="250677" y="55313"/>
                  </a:lnTo>
                  <a:lnTo>
                    <a:pt x="192607" y="14593"/>
                  </a:lnTo>
                  <a:lnTo>
                    <a:pt x="186500" y="12565"/>
                  </a:lnTo>
                  <a:close/>
                </a:path>
                <a:path w="1479550" h="1200150">
                  <a:moveTo>
                    <a:pt x="1364961" y="603845"/>
                  </a:moveTo>
                  <a:lnTo>
                    <a:pt x="1348597" y="603845"/>
                  </a:lnTo>
                  <a:lnTo>
                    <a:pt x="1465337" y="743548"/>
                  </a:lnTo>
                  <a:lnTo>
                    <a:pt x="1329103" y="857604"/>
                  </a:lnTo>
                  <a:lnTo>
                    <a:pt x="1243604" y="919503"/>
                  </a:lnTo>
                  <a:lnTo>
                    <a:pt x="1271483" y="901534"/>
                  </a:lnTo>
                  <a:lnTo>
                    <a:pt x="1320931" y="867990"/>
                  </a:lnTo>
                  <a:lnTo>
                    <a:pt x="1364530" y="837057"/>
                  </a:lnTo>
                  <a:lnTo>
                    <a:pt x="1401669" y="809638"/>
                  </a:lnTo>
                  <a:lnTo>
                    <a:pt x="1454138" y="768945"/>
                  </a:lnTo>
                  <a:lnTo>
                    <a:pt x="1479399" y="740783"/>
                  </a:lnTo>
                  <a:lnTo>
                    <a:pt x="1364961" y="603845"/>
                  </a:lnTo>
                  <a:close/>
                </a:path>
                <a:path w="1479550" h="1200150">
                  <a:moveTo>
                    <a:pt x="1352230" y="591280"/>
                  </a:moveTo>
                  <a:lnTo>
                    <a:pt x="1346922" y="591280"/>
                  </a:lnTo>
                  <a:lnTo>
                    <a:pt x="1345236" y="591615"/>
                  </a:lnTo>
                  <a:lnTo>
                    <a:pt x="1113809" y="690271"/>
                  </a:lnTo>
                  <a:lnTo>
                    <a:pt x="720653" y="852731"/>
                  </a:lnTo>
                  <a:lnTo>
                    <a:pt x="638061" y="884974"/>
                  </a:lnTo>
                  <a:lnTo>
                    <a:pt x="579076" y="906377"/>
                  </a:lnTo>
                  <a:lnTo>
                    <a:pt x="549365" y="914464"/>
                  </a:lnTo>
                  <a:lnTo>
                    <a:pt x="585785" y="914464"/>
                  </a:lnTo>
                  <a:lnTo>
                    <a:pt x="697175" y="875493"/>
                  </a:lnTo>
                  <a:lnTo>
                    <a:pt x="969222" y="764519"/>
                  </a:lnTo>
                  <a:lnTo>
                    <a:pt x="1348597" y="603845"/>
                  </a:lnTo>
                  <a:lnTo>
                    <a:pt x="1364961" y="603845"/>
                  </a:lnTo>
                  <a:lnTo>
                    <a:pt x="1355790" y="592872"/>
                  </a:lnTo>
                  <a:lnTo>
                    <a:pt x="1352230" y="5912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9774665" y="4420312"/>
              <a:ext cx="340995" cy="573405"/>
            </a:xfrm>
            <a:custGeom>
              <a:avLst/>
              <a:gdLst/>
              <a:ahLst/>
              <a:cxnLst/>
              <a:rect l="l" t="t" r="r" b="b"/>
              <a:pathLst>
                <a:path w="340995" h="573404">
                  <a:moveTo>
                    <a:pt x="123106" y="0"/>
                  </a:moveTo>
                  <a:lnTo>
                    <a:pt x="95033" y="33307"/>
                  </a:lnTo>
                  <a:lnTo>
                    <a:pt x="89655" y="80511"/>
                  </a:lnTo>
                  <a:lnTo>
                    <a:pt x="78395" y="140552"/>
                  </a:lnTo>
                  <a:lnTo>
                    <a:pt x="63271" y="207583"/>
                  </a:lnTo>
                  <a:lnTo>
                    <a:pt x="46306" y="275752"/>
                  </a:lnTo>
                  <a:lnTo>
                    <a:pt x="29518" y="339209"/>
                  </a:lnTo>
                  <a:lnTo>
                    <a:pt x="14930" y="392105"/>
                  </a:lnTo>
                  <a:lnTo>
                    <a:pt x="0" y="444258"/>
                  </a:lnTo>
                  <a:lnTo>
                    <a:pt x="104" y="445829"/>
                  </a:lnTo>
                  <a:lnTo>
                    <a:pt x="46728" y="507661"/>
                  </a:lnTo>
                  <a:lnTo>
                    <a:pt x="81311" y="533630"/>
                  </a:lnTo>
                  <a:lnTo>
                    <a:pt x="122351" y="554386"/>
                  </a:lnTo>
                  <a:lnTo>
                    <a:pt x="168896" y="568147"/>
                  </a:lnTo>
                  <a:lnTo>
                    <a:pt x="219993" y="573134"/>
                  </a:lnTo>
                  <a:lnTo>
                    <a:pt x="265019" y="567958"/>
                  </a:lnTo>
                  <a:lnTo>
                    <a:pt x="323787" y="529141"/>
                  </a:lnTo>
                  <a:lnTo>
                    <a:pt x="338432" y="457355"/>
                  </a:lnTo>
                  <a:lnTo>
                    <a:pt x="340306" y="409203"/>
                  </a:lnTo>
                  <a:lnTo>
                    <a:pt x="340527" y="352957"/>
                  </a:lnTo>
                  <a:lnTo>
                    <a:pt x="339089" y="288797"/>
                  </a:lnTo>
                  <a:lnTo>
                    <a:pt x="337085" y="239587"/>
                  </a:lnTo>
                  <a:lnTo>
                    <a:pt x="334940" y="199315"/>
                  </a:lnTo>
                  <a:lnTo>
                    <a:pt x="332387" y="160309"/>
                  </a:lnTo>
                  <a:lnTo>
                    <a:pt x="271947" y="99540"/>
                  </a:lnTo>
                  <a:lnTo>
                    <a:pt x="219773" y="53727"/>
                  </a:lnTo>
                  <a:lnTo>
                    <a:pt x="166614" y="15803"/>
                  </a:lnTo>
                  <a:lnTo>
                    <a:pt x="1231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9768209" y="4414022"/>
              <a:ext cx="353695" cy="586105"/>
            </a:xfrm>
            <a:custGeom>
              <a:avLst/>
              <a:gdLst/>
              <a:ahLst/>
              <a:cxnLst/>
              <a:rect l="l" t="t" r="r" b="b"/>
              <a:pathLst>
                <a:path w="353695" h="586104">
                  <a:moveTo>
                    <a:pt x="129556" y="0"/>
                  </a:moveTo>
                  <a:lnTo>
                    <a:pt x="95222" y="39318"/>
                  </a:lnTo>
                  <a:lnTo>
                    <a:pt x="89863" y="86240"/>
                  </a:lnTo>
                  <a:lnTo>
                    <a:pt x="78634" y="146010"/>
                  </a:lnTo>
                  <a:lnTo>
                    <a:pt x="63550" y="212787"/>
                  </a:lnTo>
                  <a:lnTo>
                    <a:pt x="46626" y="280729"/>
                  </a:lnTo>
                  <a:lnTo>
                    <a:pt x="29880" y="343994"/>
                  </a:lnTo>
                  <a:lnTo>
                    <a:pt x="15326" y="396742"/>
                  </a:lnTo>
                  <a:lnTo>
                    <a:pt x="0" y="450227"/>
                  </a:lnTo>
                  <a:lnTo>
                    <a:pt x="219" y="453347"/>
                  </a:lnTo>
                  <a:lnTo>
                    <a:pt x="39430" y="510059"/>
                  </a:lnTo>
                  <a:lnTo>
                    <a:pt x="97682" y="552559"/>
                  </a:lnTo>
                  <a:lnTo>
                    <a:pt x="161098" y="577029"/>
                  </a:lnTo>
                  <a:lnTo>
                    <a:pt x="226453" y="585699"/>
                  </a:lnTo>
                  <a:lnTo>
                    <a:pt x="273435" y="580041"/>
                  </a:lnTo>
                  <a:lnTo>
                    <a:pt x="289189" y="573134"/>
                  </a:lnTo>
                  <a:lnTo>
                    <a:pt x="226453" y="573134"/>
                  </a:lnTo>
                  <a:lnTo>
                    <a:pt x="177403" y="567961"/>
                  </a:lnTo>
                  <a:lnTo>
                    <a:pt x="127559" y="552725"/>
                  </a:lnTo>
                  <a:lnTo>
                    <a:pt x="80887" y="527850"/>
                  </a:lnTo>
                  <a:lnTo>
                    <a:pt x="41349" y="493759"/>
                  </a:lnTo>
                  <a:lnTo>
                    <a:pt x="12910" y="450876"/>
                  </a:lnTo>
                  <a:lnTo>
                    <a:pt x="65057" y="272623"/>
                  </a:lnTo>
                  <a:lnTo>
                    <a:pt x="92321" y="170394"/>
                  </a:lnTo>
                  <a:lnTo>
                    <a:pt x="103596" y="105657"/>
                  </a:lnTo>
                  <a:lnTo>
                    <a:pt x="107776" y="39883"/>
                  </a:lnTo>
                  <a:lnTo>
                    <a:pt x="109758" y="27429"/>
                  </a:lnTo>
                  <a:lnTo>
                    <a:pt x="114217" y="18948"/>
                  </a:lnTo>
                  <a:lnTo>
                    <a:pt x="120900" y="14105"/>
                  </a:lnTo>
                  <a:lnTo>
                    <a:pt x="129556" y="12565"/>
                  </a:lnTo>
                  <a:lnTo>
                    <a:pt x="168058" y="12565"/>
                  </a:lnTo>
                  <a:lnTo>
                    <a:pt x="165125" y="10707"/>
                  </a:lnTo>
                  <a:lnTo>
                    <a:pt x="129556" y="0"/>
                  </a:lnTo>
                  <a:close/>
                </a:path>
                <a:path w="353695" h="586104">
                  <a:moveTo>
                    <a:pt x="168058" y="12565"/>
                  </a:moveTo>
                  <a:lnTo>
                    <a:pt x="129556" y="12565"/>
                  </a:lnTo>
                  <a:lnTo>
                    <a:pt x="185145" y="36931"/>
                  </a:lnTo>
                  <a:lnTo>
                    <a:pt x="252323" y="90536"/>
                  </a:lnTo>
                  <a:lnTo>
                    <a:pt x="308901" y="144141"/>
                  </a:lnTo>
                  <a:lnTo>
                    <a:pt x="335173" y="202176"/>
                  </a:lnTo>
                  <a:lnTo>
                    <a:pt x="337845" y="253685"/>
                  </a:lnTo>
                  <a:lnTo>
                    <a:pt x="339267" y="295299"/>
                  </a:lnTo>
                  <a:lnTo>
                    <a:pt x="340557" y="348661"/>
                  </a:lnTo>
                  <a:lnTo>
                    <a:pt x="340650" y="403447"/>
                  </a:lnTo>
                  <a:lnTo>
                    <a:pt x="339011" y="456101"/>
                  </a:lnTo>
                  <a:lnTo>
                    <a:pt x="335131" y="502759"/>
                  </a:lnTo>
                  <a:lnTo>
                    <a:pt x="299753" y="555946"/>
                  </a:lnTo>
                  <a:lnTo>
                    <a:pt x="226453" y="573134"/>
                  </a:lnTo>
                  <a:lnTo>
                    <a:pt x="289189" y="573134"/>
                  </a:lnTo>
                  <a:lnTo>
                    <a:pt x="335706" y="538199"/>
                  </a:lnTo>
                  <a:lnTo>
                    <a:pt x="351148" y="464166"/>
                  </a:lnTo>
                  <a:lnTo>
                    <a:pt x="353038" y="415763"/>
                  </a:lnTo>
                  <a:lnTo>
                    <a:pt x="353268" y="359273"/>
                  </a:lnTo>
                  <a:lnTo>
                    <a:pt x="351832" y="294881"/>
                  </a:lnTo>
                  <a:lnTo>
                    <a:pt x="349820" y="245572"/>
                  </a:lnTo>
                  <a:lnTo>
                    <a:pt x="347668" y="205217"/>
                  </a:lnTo>
                  <a:lnTo>
                    <a:pt x="345015" y="164696"/>
                  </a:lnTo>
                  <a:lnTo>
                    <a:pt x="293356" y="111171"/>
                  </a:lnTo>
                  <a:lnTo>
                    <a:pt x="252518" y="73813"/>
                  </a:lnTo>
                  <a:lnTo>
                    <a:pt x="207944" y="37818"/>
                  </a:lnTo>
                  <a:lnTo>
                    <a:pt x="168058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9801169" y="4225847"/>
              <a:ext cx="616585" cy="550545"/>
            </a:xfrm>
            <a:custGeom>
              <a:avLst/>
              <a:gdLst/>
              <a:ahLst/>
              <a:cxnLst/>
              <a:rect l="l" t="t" r="r" b="b"/>
              <a:pathLst>
                <a:path w="616584" h="550545">
                  <a:moveTo>
                    <a:pt x="231917" y="0"/>
                  </a:moveTo>
                  <a:lnTo>
                    <a:pt x="191105" y="22307"/>
                  </a:lnTo>
                  <a:lnTo>
                    <a:pt x="171597" y="67756"/>
                  </a:lnTo>
                  <a:lnTo>
                    <a:pt x="160928" y="84787"/>
                  </a:lnTo>
                  <a:lnTo>
                    <a:pt x="151412" y="93165"/>
                  </a:lnTo>
                  <a:lnTo>
                    <a:pt x="143428" y="95400"/>
                  </a:lnTo>
                  <a:lnTo>
                    <a:pt x="137772" y="94326"/>
                  </a:lnTo>
                  <a:lnTo>
                    <a:pt x="130585" y="90303"/>
                  </a:lnTo>
                  <a:lnTo>
                    <a:pt x="121930" y="82130"/>
                  </a:lnTo>
                  <a:lnTo>
                    <a:pt x="111868" y="68605"/>
                  </a:lnTo>
                  <a:lnTo>
                    <a:pt x="102747" y="57624"/>
                  </a:lnTo>
                  <a:lnTo>
                    <a:pt x="90232" y="47811"/>
                  </a:lnTo>
                  <a:lnTo>
                    <a:pt x="75158" y="40756"/>
                  </a:lnTo>
                  <a:lnTo>
                    <a:pt x="58362" y="38051"/>
                  </a:lnTo>
                  <a:lnTo>
                    <a:pt x="46242" y="39563"/>
                  </a:lnTo>
                  <a:lnTo>
                    <a:pt x="32860" y="45234"/>
                  </a:lnTo>
                  <a:lnTo>
                    <a:pt x="19274" y="56763"/>
                  </a:lnTo>
                  <a:lnTo>
                    <a:pt x="6542" y="75851"/>
                  </a:lnTo>
                  <a:lnTo>
                    <a:pt x="0" y="105103"/>
                  </a:lnTo>
                  <a:lnTo>
                    <a:pt x="7072" y="133255"/>
                  </a:lnTo>
                  <a:lnTo>
                    <a:pt x="22478" y="159737"/>
                  </a:lnTo>
                  <a:lnTo>
                    <a:pt x="40939" y="183983"/>
                  </a:lnTo>
                  <a:lnTo>
                    <a:pt x="50640" y="196343"/>
                  </a:lnTo>
                  <a:lnTo>
                    <a:pt x="59116" y="208116"/>
                  </a:lnTo>
                  <a:lnTo>
                    <a:pt x="65417" y="219061"/>
                  </a:lnTo>
                  <a:lnTo>
                    <a:pt x="68592" y="228935"/>
                  </a:lnTo>
                  <a:lnTo>
                    <a:pt x="69199" y="233280"/>
                  </a:lnTo>
                  <a:lnTo>
                    <a:pt x="71001" y="281969"/>
                  </a:lnTo>
                  <a:lnTo>
                    <a:pt x="74033" y="319307"/>
                  </a:lnTo>
                  <a:lnTo>
                    <a:pt x="80375" y="360893"/>
                  </a:lnTo>
                  <a:lnTo>
                    <a:pt x="91529" y="404055"/>
                  </a:lnTo>
                  <a:lnTo>
                    <a:pt x="108999" y="446121"/>
                  </a:lnTo>
                  <a:lnTo>
                    <a:pt x="134287" y="484417"/>
                  </a:lnTo>
                  <a:lnTo>
                    <a:pt x="168897" y="516271"/>
                  </a:lnTo>
                  <a:lnTo>
                    <a:pt x="214331" y="539010"/>
                  </a:lnTo>
                  <a:lnTo>
                    <a:pt x="272094" y="549962"/>
                  </a:lnTo>
                  <a:lnTo>
                    <a:pt x="282732" y="550307"/>
                  </a:lnTo>
                  <a:lnTo>
                    <a:pt x="319980" y="545925"/>
                  </a:lnTo>
                  <a:lnTo>
                    <a:pt x="356827" y="532867"/>
                  </a:lnTo>
                  <a:lnTo>
                    <a:pt x="393111" y="511270"/>
                  </a:lnTo>
                  <a:lnTo>
                    <a:pt x="428671" y="481270"/>
                  </a:lnTo>
                  <a:lnTo>
                    <a:pt x="463346" y="443002"/>
                  </a:lnTo>
                  <a:lnTo>
                    <a:pt x="496974" y="396603"/>
                  </a:lnTo>
                  <a:lnTo>
                    <a:pt x="529395" y="342209"/>
                  </a:lnTo>
                  <a:lnTo>
                    <a:pt x="566194" y="267198"/>
                  </a:lnTo>
                  <a:lnTo>
                    <a:pt x="593118" y="201378"/>
                  </a:lnTo>
                  <a:lnTo>
                    <a:pt x="609703" y="154457"/>
                  </a:lnTo>
                  <a:lnTo>
                    <a:pt x="616000" y="134362"/>
                  </a:lnTo>
                  <a:lnTo>
                    <a:pt x="615706" y="132467"/>
                  </a:lnTo>
                  <a:lnTo>
                    <a:pt x="613675" y="129388"/>
                  </a:lnTo>
                  <a:lnTo>
                    <a:pt x="612031" y="128362"/>
                  </a:lnTo>
                  <a:lnTo>
                    <a:pt x="592829" y="125787"/>
                  </a:lnTo>
                  <a:lnTo>
                    <a:pt x="549390" y="118752"/>
                  </a:lnTo>
                  <a:lnTo>
                    <a:pt x="490648" y="106861"/>
                  </a:lnTo>
                  <a:lnTo>
                    <a:pt x="427367" y="89923"/>
                  </a:lnTo>
                  <a:lnTo>
                    <a:pt x="386565" y="71982"/>
                  </a:lnTo>
                  <a:lnTo>
                    <a:pt x="312916" y="29662"/>
                  </a:lnTo>
                  <a:lnTo>
                    <a:pt x="283885" y="14537"/>
                  </a:lnTo>
                  <a:lnTo>
                    <a:pt x="256718" y="3972"/>
                  </a:lnTo>
                  <a:lnTo>
                    <a:pt x="231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9794750" y="4219569"/>
              <a:ext cx="629285" cy="563245"/>
            </a:xfrm>
            <a:custGeom>
              <a:avLst/>
              <a:gdLst/>
              <a:ahLst/>
              <a:cxnLst/>
              <a:rect l="l" t="t" r="r" b="b"/>
              <a:pathLst>
                <a:path w="629284" h="563245">
                  <a:moveTo>
                    <a:pt x="64778" y="38051"/>
                  </a:moveTo>
                  <a:lnTo>
                    <a:pt x="21336" y="58464"/>
                  </a:lnTo>
                  <a:lnTo>
                    <a:pt x="0" y="110909"/>
                  </a:lnTo>
                  <a:lnTo>
                    <a:pt x="7129" y="140881"/>
                  </a:lnTo>
                  <a:lnTo>
                    <a:pt x="23146" y="168774"/>
                  </a:lnTo>
                  <a:lnTo>
                    <a:pt x="42443" y="194161"/>
                  </a:lnTo>
                  <a:lnTo>
                    <a:pt x="51504" y="205699"/>
                  </a:lnTo>
                  <a:lnTo>
                    <a:pt x="59637" y="216895"/>
                  </a:lnTo>
                  <a:lnTo>
                    <a:pt x="65758" y="227205"/>
                  </a:lnTo>
                  <a:lnTo>
                    <a:pt x="68788" y="236087"/>
                  </a:lnTo>
                  <a:lnTo>
                    <a:pt x="69343" y="240086"/>
                  </a:lnTo>
                  <a:lnTo>
                    <a:pt x="69919" y="258023"/>
                  </a:lnTo>
                  <a:lnTo>
                    <a:pt x="71384" y="292482"/>
                  </a:lnTo>
                  <a:lnTo>
                    <a:pt x="75390" y="335568"/>
                  </a:lnTo>
                  <a:lnTo>
                    <a:pt x="84084" y="383471"/>
                  </a:lnTo>
                  <a:lnTo>
                    <a:pt x="99614" y="432384"/>
                  </a:lnTo>
                  <a:lnTo>
                    <a:pt x="122649" y="476419"/>
                  </a:lnTo>
                  <a:lnTo>
                    <a:pt x="152096" y="511507"/>
                  </a:lnTo>
                  <a:lnTo>
                    <a:pt x="187875" y="537589"/>
                  </a:lnTo>
                  <a:lnTo>
                    <a:pt x="229906" y="554608"/>
                  </a:lnTo>
                  <a:lnTo>
                    <a:pt x="278112" y="562506"/>
                  </a:lnTo>
                  <a:lnTo>
                    <a:pt x="285441" y="562862"/>
                  </a:lnTo>
                  <a:lnTo>
                    <a:pt x="289148" y="562862"/>
                  </a:lnTo>
                  <a:lnTo>
                    <a:pt x="327758" y="558514"/>
                  </a:lnTo>
                  <a:lnTo>
                    <a:pt x="351621" y="550297"/>
                  </a:lnTo>
                  <a:lnTo>
                    <a:pt x="285755" y="550297"/>
                  </a:lnTo>
                  <a:lnTo>
                    <a:pt x="282363" y="550182"/>
                  </a:lnTo>
                  <a:lnTo>
                    <a:pt x="221585" y="538800"/>
                  </a:lnTo>
                  <a:lnTo>
                    <a:pt x="176792" y="515500"/>
                  </a:lnTo>
                  <a:lnTo>
                    <a:pt x="142965" y="482916"/>
                  </a:lnTo>
                  <a:lnTo>
                    <a:pt x="118534" y="443897"/>
                  </a:lnTo>
                  <a:lnTo>
                    <a:pt x="101926" y="401295"/>
                  </a:lnTo>
                  <a:lnTo>
                    <a:pt x="91570" y="357961"/>
                  </a:lnTo>
                  <a:lnTo>
                    <a:pt x="85894" y="316748"/>
                  </a:lnTo>
                  <a:lnTo>
                    <a:pt x="82294" y="252085"/>
                  </a:lnTo>
                  <a:lnTo>
                    <a:pt x="81228" y="234338"/>
                  </a:lnTo>
                  <a:lnTo>
                    <a:pt x="65108" y="202867"/>
                  </a:lnTo>
                  <a:lnTo>
                    <a:pt x="37034" y="166619"/>
                  </a:lnTo>
                  <a:lnTo>
                    <a:pt x="15389" y="126893"/>
                  </a:lnTo>
                  <a:lnTo>
                    <a:pt x="18559" y="84992"/>
                  </a:lnTo>
                  <a:lnTo>
                    <a:pt x="52501" y="52413"/>
                  </a:lnTo>
                  <a:lnTo>
                    <a:pt x="64778" y="50605"/>
                  </a:lnTo>
                  <a:lnTo>
                    <a:pt x="102244" y="50605"/>
                  </a:lnTo>
                  <a:lnTo>
                    <a:pt x="99836" y="48723"/>
                  </a:lnTo>
                  <a:lnTo>
                    <a:pt x="83267" y="41008"/>
                  </a:lnTo>
                  <a:lnTo>
                    <a:pt x="64778" y="38051"/>
                  </a:lnTo>
                  <a:close/>
                </a:path>
                <a:path w="629284" h="563245">
                  <a:moveTo>
                    <a:pt x="362873" y="546422"/>
                  </a:moveTo>
                  <a:lnTo>
                    <a:pt x="289148" y="550297"/>
                  </a:lnTo>
                  <a:lnTo>
                    <a:pt x="351621" y="550297"/>
                  </a:lnTo>
                  <a:lnTo>
                    <a:pt x="362873" y="546422"/>
                  </a:lnTo>
                  <a:close/>
                </a:path>
                <a:path w="629284" h="563245">
                  <a:moveTo>
                    <a:pt x="568445" y="296218"/>
                  </a:moveTo>
                  <a:lnTo>
                    <a:pt x="541339" y="351486"/>
                  </a:lnTo>
                  <a:lnTo>
                    <a:pt x="508103" y="407358"/>
                  </a:lnTo>
                  <a:lnTo>
                    <a:pt x="473866" y="454729"/>
                  </a:lnTo>
                  <a:lnTo>
                    <a:pt x="438672" y="493564"/>
                  </a:lnTo>
                  <a:lnTo>
                    <a:pt x="402562" y="523830"/>
                  </a:lnTo>
                  <a:lnTo>
                    <a:pt x="365577" y="545491"/>
                  </a:lnTo>
                  <a:lnTo>
                    <a:pt x="362873" y="546422"/>
                  </a:lnTo>
                  <a:lnTo>
                    <a:pt x="410937" y="543896"/>
                  </a:lnTo>
                  <a:lnTo>
                    <a:pt x="485567" y="499093"/>
                  </a:lnTo>
                  <a:lnTo>
                    <a:pt x="543668" y="377484"/>
                  </a:lnTo>
                  <a:lnTo>
                    <a:pt x="568445" y="296218"/>
                  </a:lnTo>
                  <a:close/>
                </a:path>
                <a:path w="629284" h="563245">
                  <a:moveTo>
                    <a:pt x="286460" y="12565"/>
                  </a:moveTo>
                  <a:lnTo>
                    <a:pt x="238343" y="12565"/>
                  </a:lnTo>
                  <a:lnTo>
                    <a:pt x="281709" y="23845"/>
                  </a:lnTo>
                  <a:lnTo>
                    <a:pt x="331446" y="50124"/>
                  </a:lnTo>
                  <a:lnTo>
                    <a:pt x="383024" y="80030"/>
                  </a:lnTo>
                  <a:lnTo>
                    <a:pt x="431908" y="102195"/>
                  </a:lnTo>
                  <a:lnTo>
                    <a:pt x="496155" y="119396"/>
                  </a:lnTo>
                  <a:lnTo>
                    <a:pt x="555447" y="131376"/>
                  </a:lnTo>
                  <a:lnTo>
                    <a:pt x="598961" y="138384"/>
                  </a:lnTo>
                  <a:lnTo>
                    <a:pt x="615871" y="140665"/>
                  </a:lnTo>
                  <a:lnTo>
                    <a:pt x="568445" y="296218"/>
                  </a:lnTo>
                  <a:lnTo>
                    <a:pt x="605428" y="209812"/>
                  </a:lnTo>
                  <a:lnTo>
                    <a:pt x="622114" y="162601"/>
                  </a:lnTo>
                  <a:lnTo>
                    <a:pt x="628970" y="140634"/>
                  </a:lnTo>
                  <a:lnTo>
                    <a:pt x="628394" y="136812"/>
                  </a:lnTo>
                  <a:lnTo>
                    <a:pt x="624321" y="130655"/>
                  </a:lnTo>
                  <a:lnTo>
                    <a:pt x="621033" y="128624"/>
                  </a:lnTo>
                  <a:lnTo>
                    <a:pt x="617368" y="128184"/>
                  </a:lnTo>
                  <a:lnTo>
                    <a:pt x="600098" y="125837"/>
                  </a:lnTo>
                  <a:lnTo>
                    <a:pt x="556911" y="118847"/>
                  </a:lnTo>
                  <a:lnTo>
                    <a:pt x="498530" y="107031"/>
                  </a:lnTo>
                  <a:lnTo>
                    <a:pt x="435677" y="90206"/>
                  </a:lnTo>
                  <a:lnTo>
                    <a:pt x="395672" y="72564"/>
                  </a:lnTo>
                  <a:lnTo>
                    <a:pt x="321962" y="30197"/>
                  </a:lnTo>
                  <a:lnTo>
                    <a:pt x="292275" y="14797"/>
                  </a:lnTo>
                  <a:lnTo>
                    <a:pt x="286460" y="12565"/>
                  </a:lnTo>
                  <a:close/>
                </a:path>
                <a:path w="629284" h="563245">
                  <a:moveTo>
                    <a:pt x="102244" y="50605"/>
                  </a:moveTo>
                  <a:lnTo>
                    <a:pt x="64778" y="50605"/>
                  </a:lnTo>
                  <a:lnTo>
                    <a:pt x="79567" y="52986"/>
                  </a:lnTo>
                  <a:lnTo>
                    <a:pt x="93103" y="59262"/>
                  </a:lnTo>
                  <a:lnTo>
                    <a:pt x="104536" y="68134"/>
                  </a:lnTo>
                  <a:lnTo>
                    <a:pt x="113017" y="78301"/>
                  </a:lnTo>
                  <a:lnTo>
                    <a:pt x="120163" y="88400"/>
                  </a:lnTo>
                  <a:lnTo>
                    <a:pt x="128858" y="97990"/>
                  </a:lnTo>
                  <a:lnTo>
                    <a:pt x="138840" y="105151"/>
                  </a:lnTo>
                  <a:lnTo>
                    <a:pt x="149843" y="107965"/>
                  </a:lnTo>
                  <a:lnTo>
                    <a:pt x="160790" y="104985"/>
                  </a:lnTo>
                  <a:lnTo>
                    <a:pt x="171730" y="95400"/>
                  </a:lnTo>
                  <a:lnTo>
                    <a:pt x="149843" y="95400"/>
                  </a:lnTo>
                  <a:lnTo>
                    <a:pt x="146332" y="94698"/>
                  </a:lnTo>
                  <a:lnTo>
                    <a:pt x="140723" y="91533"/>
                  </a:lnTo>
                  <a:lnTo>
                    <a:pt x="133104" y="84321"/>
                  </a:lnTo>
                  <a:lnTo>
                    <a:pt x="123561" y="71474"/>
                  </a:lnTo>
                  <a:lnTo>
                    <a:pt x="113571" y="59457"/>
                  </a:lnTo>
                  <a:lnTo>
                    <a:pt x="102244" y="50605"/>
                  </a:lnTo>
                  <a:close/>
                </a:path>
                <a:path w="629284" h="563245">
                  <a:moveTo>
                    <a:pt x="238354" y="0"/>
                  </a:moveTo>
                  <a:lnTo>
                    <a:pt x="194673" y="21702"/>
                  </a:lnTo>
                  <a:lnTo>
                    <a:pt x="171958" y="72071"/>
                  </a:lnTo>
                  <a:lnTo>
                    <a:pt x="162038" y="87556"/>
                  </a:lnTo>
                  <a:lnTo>
                    <a:pt x="154436" y="94070"/>
                  </a:lnTo>
                  <a:lnTo>
                    <a:pt x="149843" y="95400"/>
                  </a:lnTo>
                  <a:lnTo>
                    <a:pt x="171730" y="95400"/>
                  </a:lnTo>
                  <a:lnTo>
                    <a:pt x="172176" y="95008"/>
                  </a:lnTo>
                  <a:lnTo>
                    <a:pt x="183788" y="76482"/>
                  </a:lnTo>
                  <a:lnTo>
                    <a:pt x="195413" y="47851"/>
                  </a:lnTo>
                  <a:lnTo>
                    <a:pt x="203078" y="31542"/>
                  </a:lnTo>
                  <a:lnTo>
                    <a:pt x="212943" y="20611"/>
                  </a:lnTo>
                  <a:lnTo>
                    <a:pt x="224777" y="14479"/>
                  </a:lnTo>
                  <a:lnTo>
                    <a:pt x="238343" y="12565"/>
                  </a:lnTo>
                  <a:lnTo>
                    <a:pt x="286460" y="12565"/>
                  </a:lnTo>
                  <a:lnTo>
                    <a:pt x="264270" y="4043"/>
                  </a:lnTo>
                  <a:lnTo>
                    <a:pt x="2383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0776306" y="5087598"/>
              <a:ext cx="57150" cy="46990"/>
            </a:xfrm>
            <a:custGeom>
              <a:avLst/>
              <a:gdLst/>
              <a:ahLst/>
              <a:cxnLst/>
              <a:rect l="l" t="t" r="r" b="b"/>
              <a:pathLst>
                <a:path w="57150" h="46989">
                  <a:moveTo>
                    <a:pt x="28501" y="0"/>
                  </a:moveTo>
                  <a:lnTo>
                    <a:pt x="17422" y="1827"/>
                  </a:lnTo>
                  <a:lnTo>
                    <a:pt x="8361" y="6808"/>
                  </a:lnTo>
                  <a:lnTo>
                    <a:pt x="2244" y="14188"/>
                  </a:lnTo>
                  <a:lnTo>
                    <a:pt x="0" y="23213"/>
                  </a:lnTo>
                  <a:lnTo>
                    <a:pt x="2244" y="32243"/>
                  </a:lnTo>
                  <a:lnTo>
                    <a:pt x="8361" y="39623"/>
                  </a:lnTo>
                  <a:lnTo>
                    <a:pt x="17422" y="44601"/>
                  </a:lnTo>
                  <a:lnTo>
                    <a:pt x="28501" y="46427"/>
                  </a:lnTo>
                  <a:lnTo>
                    <a:pt x="39581" y="44601"/>
                  </a:lnTo>
                  <a:lnTo>
                    <a:pt x="48642" y="39623"/>
                  </a:lnTo>
                  <a:lnTo>
                    <a:pt x="54758" y="32243"/>
                  </a:lnTo>
                  <a:lnTo>
                    <a:pt x="57003" y="23213"/>
                  </a:lnTo>
                  <a:lnTo>
                    <a:pt x="54758" y="14188"/>
                  </a:lnTo>
                  <a:lnTo>
                    <a:pt x="48642" y="6808"/>
                  </a:lnTo>
                  <a:lnTo>
                    <a:pt x="39581" y="1827"/>
                  </a:lnTo>
                  <a:lnTo>
                    <a:pt x="285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10770033" y="5081314"/>
              <a:ext cx="69850" cy="59055"/>
            </a:xfrm>
            <a:custGeom>
              <a:avLst/>
              <a:gdLst/>
              <a:ahLst/>
              <a:cxnLst/>
              <a:rect l="l" t="t" r="r" b="b"/>
              <a:pathLst>
                <a:path w="69850" h="59054">
                  <a:moveTo>
                    <a:pt x="34773" y="0"/>
                  </a:moveTo>
                  <a:lnTo>
                    <a:pt x="21110" y="2282"/>
                  </a:lnTo>
                  <a:lnTo>
                    <a:pt x="10071" y="8544"/>
                  </a:lnTo>
                  <a:lnTo>
                    <a:pt x="2690" y="17908"/>
                  </a:lnTo>
                  <a:lnTo>
                    <a:pt x="0" y="29496"/>
                  </a:lnTo>
                  <a:lnTo>
                    <a:pt x="2690" y="41084"/>
                  </a:lnTo>
                  <a:lnTo>
                    <a:pt x="10071" y="50448"/>
                  </a:lnTo>
                  <a:lnTo>
                    <a:pt x="21110" y="56710"/>
                  </a:lnTo>
                  <a:lnTo>
                    <a:pt x="34773" y="58992"/>
                  </a:lnTo>
                  <a:lnTo>
                    <a:pt x="48438" y="56710"/>
                  </a:lnTo>
                  <a:lnTo>
                    <a:pt x="59481" y="50448"/>
                  </a:lnTo>
                  <a:lnTo>
                    <a:pt x="62652" y="46427"/>
                  </a:lnTo>
                  <a:lnTo>
                    <a:pt x="34773" y="46427"/>
                  </a:lnTo>
                  <a:lnTo>
                    <a:pt x="26126" y="45097"/>
                  </a:lnTo>
                  <a:lnTo>
                    <a:pt x="19067" y="41468"/>
                  </a:lnTo>
                  <a:lnTo>
                    <a:pt x="14309" y="36086"/>
                  </a:lnTo>
                  <a:lnTo>
                    <a:pt x="12565" y="29496"/>
                  </a:lnTo>
                  <a:lnTo>
                    <a:pt x="14309" y="22906"/>
                  </a:lnTo>
                  <a:lnTo>
                    <a:pt x="19067" y="17524"/>
                  </a:lnTo>
                  <a:lnTo>
                    <a:pt x="26126" y="13895"/>
                  </a:lnTo>
                  <a:lnTo>
                    <a:pt x="34773" y="12565"/>
                  </a:lnTo>
                  <a:lnTo>
                    <a:pt x="62652" y="12565"/>
                  </a:lnTo>
                  <a:lnTo>
                    <a:pt x="59481" y="8544"/>
                  </a:lnTo>
                  <a:lnTo>
                    <a:pt x="48438" y="2282"/>
                  </a:lnTo>
                  <a:lnTo>
                    <a:pt x="34773" y="0"/>
                  </a:lnTo>
                  <a:close/>
                </a:path>
                <a:path w="69850" h="59054">
                  <a:moveTo>
                    <a:pt x="62652" y="12565"/>
                  </a:moveTo>
                  <a:lnTo>
                    <a:pt x="34773" y="12565"/>
                  </a:lnTo>
                  <a:lnTo>
                    <a:pt x="43422" y="13895"/>
                  </a:lnTo>
                  <a:lnTo>
                    <a:pt x="50485" y="17524"/>
                  </a:lnTo>
                  <a:lnTo>
                    <a:pt x="55247" y="22906"/>
                  </a:lnTo>
                  <a:lnTo>
                    <a:pt x="56993" y="29496"/>
                  </a:lnTo>
                  <a:lnTo>
                    <a:pt x="55247" y="36086"/>
                  </a:lnTo>
                  <a:lnTo>
                    <a:pt x="50485" y="41468"/>
                  </a:lnTo>
                  <a:lnTo>
                    <a:pt x="43422" y="45097"/>
                  </a:lnTo>
                  <a:lnTo>
                    <a:pt x="34773" y="46427"/>
                  </a:lnTo>
                  <a:lnTo>
                    <a:pt x="62652" y="46427"/>
                  </a:lnTo>
                  <a:lnTo>
                    <a:pt x="66866" y="41084"/>
                  </a:lnTo>
                  <a:lnTo>
                    <a:pt x="69558" y="29496"/>
                  </a:lnTo>
                  <a:lnTo>
                    <a:pt x="66866" y="17908"/>
                  </a:lnTo>
                  <a:lnTo>
                    <a:pt x="62652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 descr=""/>
          <p:cNvSpPr/>
          <p:nvPr/>
        </p:nvSpPr>
        <p:spPr>
          <a:xfrm>
            <a:off x="1324186" y="9090690"/>
            <a:ext cx="4907915" cy="469900"/>
          </a:xfrm>
          <a:custGeom>
            <a:avLst/>
            <a:gdLst/>
            <a:ahLst/>
            <a:cxnLst/>
            <a:rect l="l" t="t" r="r" b="b"/>
            <a:pathLst>
              <a:path w="4907915" h="469900">
                <a:moveTo>
                  <a:pt x="2453935" y="0"/>
                </a:moveTo>
                <a:lnTo>
                  <a:pt x="2374515" y="120"/>
                </a:lnTo>
                <a:lnTo>
                  <a:pt x="2295725" y="479"/>
                </a:lnTo>
                <a:lnTo>
                  <a:pt x="2217604" y="1074"/>
                </a:lnTo>
                <a:lnTo>
                  <a:pt x="2140188" y="1900"/>
                </a:lnTo>
                <a:lnTo>
                  <a:pt x="2063517" y="2953"/>
                </a:lnTo>
                <a:lnTo>
                  <a:pt x="1987628" y="4231"/>
                </a:lnTo>
                <a:lnTo>
                  <a:pt x="1912560" y="5730"/>
                </a:lnTo>
                <a:lnTo>
                  <a:pt x="1838351" y="7445"/>
                </a:lnTo>
                <a:lnTo>
                  <a:pt x="1765038" y="9374"/>
                </a:lnTo>
                <a:lnTo>
                  <a:pt x="1692659" y="11512"/>
                </a:lnTo>
                <a:lnTo>
                  <a:pt x="1621254" y="13856"/>
                </a:lnTo>
                <a:lnTo>
                  <a:pt x="1550859" y="16403"/>
                </a:lnTo>
                <a:lnTo>
                  <a:pt x="1481514" y="19148"/>
                </a:lnTo>
                <a:lnTo>
                  <a:pt x="1413256" y="22088"/>
                </a:lnTo>
                <a:lnTo>
                  <a:pt x="1346122" y="25220"/>
                </a:lnTo>
                <a:lnTo>
                  <a:pt x="1280152" y="28539"/>
                </a:lnTo>
                <a:lnTo>
                  <a:pt x="1215384" y="32042"/>
                </a:lnTo>
                <a:lnTo>
                  <a:pt x="1151855" y="35726"/>
                </a:lnTo>
                <a:lnTo>
                  <a:pt x="1089603" y="39587"/>
                </a:lnTo>
                <a:lnTo>
                  <a:pt x="1028667" y="43621"/>
                </a:lnTo>
                <a:lnTo>
                  <a:pt x="969085" y="47825"/>
                </a:lnTo>
                <a:lnTo>
                  <a:pt x="910894" y="52194"/>
                </a:lnTo>
                <a:lnTo>
                  <a:pt x="854134" y="56726"/>
                </a:lnTo>
                <a:lnTo>
                  <a:pt x="798841" y="61416"/>
                </a:lnTo>
                <a:lnTo>
                  <a:pt x="745055" y="66261"/>
                </a:lnTo>
                <a:lnTo>
                  <a:pt x="692812" y="71258"/>
                </a:lnTo>
                <a:lnTo>
                  <a:pt x="642152" y="76402"/>
                </a:lnTo>
                <a:lnTo>
                  <a:pt x="593112" y="81691"/>
                </a:lnTo>
                <a:lnTo>
                  <a:pt x="545731" y="87119"/>
                </a:lnTo>
                <a:lnTo>
                  <a:pt x="500046" y="92685"/>
                </a:lnTo>
                <a:lnTo>
                  <a:pt x="456095" y="98384"/>
                </a:lnTo>
                <a:lnTo>
                  <a:pt x="413917" y="104212"/>
                </a:lnTo>
                <a:lnTo>
                  <a:pt x="373550" y="110166"/>
                </a:lnTo>
                <a:lnTo>
                  <a:pt x="335032" y="116242"/>
                </a:lnTo>
                <a:lnTo>
                  <a:pt x="263695" y="128746"/>
                </a:lnTo>
                <a:lnTo>
                  <a:pt x="200209" y="141696"/>
                </a:lnTo>
                <a:lnTo>
                  <a:pt x="144881" y="155061"/>
                </a:lnTo>
                <a:lnTo>
                  <a:pt x="98015" y="168813"/>
                </a:lnTo>
                <a:lnTo>
                  <a:pt x="59915" y="182923"/>
                </a:lnTo>
                <a:lnTo>
                  <a:pt x="19868" y="204695"/>
                </a:lnTo>
                <a:lnTo>
                  <a:pt x="0" y="234704"/>
                </a:lnTo>
                <a:lnTo>
                  <a:pt x="1260" y="242301"/>
                </a:lnTo>
                <a:lnTo>
                  <a:pt x="30886" y="272047"/>
                </a:lnTo>
                <a:lnTo>
                  <a:pt x="77850" y="293583"/>
                </a:lnTo>
                <a:lnTo>
                  <a:pt x="120371" y="307518"/>
                </a:lnTo>
                <a:lnTo>
                  <a:pt x="171507" y="321080"/>
                </a:lnTo>
                <a:lnTo>
                  <a:pt x="230951" y="334242"/>
                </a:lnTo>
                <a:lnTo>
                  <a:pt x="298401" y="346972"/>
                </a:lnTo>
                <a:lnTo>
                  <a:pt x="373550" y="359243"/>
                </a:lnTo>
                <a:lnTo>
                  <a:pt x="413917" y="365197"/>
                </a:lnTo>
                <a:lnTo>
                  <a:pt x="456095" y="371025"/>
                </a:lnTo>
                <a:lnTo>
                  <a:pt x="500046" y="376724"/>
                </a:lnTo>
                <a:lnTo>
                  <a:pt x="545731" y="382289"/>
                </a:lnTo>
                <a:lnTo>
                  <a:pt x="593112" y="387718"/>
                </a:lnTo>
                <a:lnTo>
                  <a:pt x="642152" y="393007"/>
                </a:lnTo>
                <a:lnTo>
                  <a:pt x="692812" y="398151"/>
                </a:lnTo>
                <a:lnTo>
                  <a:pt x="745055" y="403148"/>
                </a:lnTo>
                <a:lnTo>
                  <a:pt x="798841" y="407993"/>
                </a:lnTo>
                <a:lnTo>
                  <a:pt x="854134" y="412683"/>
                </a:lnTo>
                <a:lnTo>
                  <a:pt x="910894" y="417215"/>
                </a:lnTo>
                <a:lnTo>
                  <a:pt x="969085" y="421584"/>
                </a:lnTo>
                <a:lnTo>
                  <a:pt x="1028667" y="425788"/>
                </a:lnTo>
                <a:lnTo>
                  <a:pt x="1089603" y="429822"/>
                </a:lnTo>
                <a:lnTo>
                  <a:pt x="1151855" y="433682"/>
                </a:lnTo>
                <a:lnTo>
                  <a:pt x="1215384" y="437366"/>
                </a:lnTo>
                <a:lnTo>
                  <a:pt x="1280152" y="440870"/>
                </a:lnTo>
                <a:lnTo>
                  <a:pt x="1346122" y="444189"/>
                </a:lnTo>
                <a:lnTo>
                  <a:pt x="1413256" y="447321"/>
                </a:lnTo>
                <a:lnTo>
                  <a:pt x="1481514" y="450261"/>
                </a:lnTo>
                <a:lnTo>
                  <a:pt x="1550859" y="453006"/>
                </a:lnTo>
                <a:lnTo>
                  <a:pt x="1621254" y="455553"/>
                </a:lnTo>
                <a:lnTo>
                  <a:pt x="1692659" y="457897"/>
                </a:lnTo>
                <a:lnTo>
                  <a:pt x="1765038" y="460035"/>
                </a:lnTo>
                <a:lnTo>
                  <a:pt x="1838351" y="461964"/>
                </a:lnTo>
                <a:lnTo>
                  <a:pt x="1912560" y="463679"/>
                </a:lnTo>
                <a:lnTo>
                  <a:pt x="1987628" y="465177"/>
                </a:lnTo>
                <a:lnTo>
                  <a:pt x="2063517" y="466455"/>
                </a:lnTo>
                <a:lnTo>
                  <a:pt x="2140188" y="467509"/>
                </a:lnTo>
                <a:lnTo>
                  <a:pt x="2217604" y="468335"/>
                </a:lnTo>
                <a:lnTo>
                  <a:pt x="2295725" y="468929"/>
                </a:lnTo>
                <a:lnTo>
                  <a:pt x="2374515" y="469289"/>
                </a:lnTo>
                <a:lnTo>
                  <a:pt x="2453935" y="469409"/>
                </a:lnTo>
                <a:lnTo>
                  <a:pt x="2533355" y="469289"/>
                </a:lnTo>
                <a:lnTo>
                  <a:pt x="2612144" y="468929"/>
                </a:lnTo>
                <a:lnTo>
                  <a:pt x="2690265" y="468335"/>
                </a:lnTo>
                <a:lnTo>
                  <a:pt x="2767680" y="467509"/>
                </a:lnTo>
                <a:lnTo>
                  <a:pt x="2844351" y="466455"/>
                </a:lnTo>
                <a:lnTo>
                  <a:pt x="2920239" y="465177"/>
                </a:lnTo>
                <a:lnTo>
                  <a:pt x="2995307" y="463679"/>
                </a:lnTo>
                <a:lnTo>
                  <a:pt x="3069516" y="461964"/>
                </a:lnTo>
                <a:lnTo>
                  <a:pt x="3142829" y="460035"/>
                </a:lnTo>
                <a:lnTo>
                  <a:pt x="3215207" y="457897"/>
                </a:lnTo>
                <a:lnTo>
                  <a:pt x="3286612" y="455553"/>
                </a:lnTo>
                <a:lnTo>
                  <a:pt x="3357007" y="453006"/>
                </a:lnTo>
                <a:lnTo>
                  <a:pt x="3426352" y="450261"/>
                </a:lnTo>
                <a:lnTo>
                  <a:pt x="3494610" y="447321"/>
                </a:lnTo>
                <a:lnTo>
                  <a:pt x="3561744" y="444189"/>
                </a:lnTo>
                <a:lnTo>
                  <a:pt x="3627713" y="440870"/>
                </a:lnTo>
                <a:lnTo>
                  <a:pt x="3692482" y="437366"/>
                </a:lnTo>
                <a:lnTo>
                  <a:pt x="3756011" y="433682"/>
                </a:lnTo>
                <a:lnTo>
                  <a:pt x="3818263" y="429822"/>
                </a:lnTo>
                <a:lnTo>
                  <a:pt x="3879199" y="425788"/>
                </a:lnTo>
                <a:lnTo>
                  <a:pt x="3938781" y="421584"/>
                </a:lnTo>
                <a:lnTo>
                  <a:pt x="3996972" y="417215"/>
                </a:lnTo>
                <a:lnTo>
                  <a:pt x="4053732" y="412683"/>
                </a:lnTo>
                <a:lnTo>
                  <a:pt x="4109025" y="407993"/>
                </a:lnTo>
                <a:lnTo>
                  <a:pt x="4162812" y="403148"/>
                </a:lnTo>
                <a:lnTo>
                  <a:pt x="4215054" y="398151"/>
                </a:lnTo>
                <a:lnTo>
                  <a:pt x="4265715" y="393007"/>
                </a:lnTo>
                <a:lnTo>
                  <a:pt x="4314755" y="387718"/>
                </a:lnTo>
                <a:lnTo>
                  <a:pt x="4362137" y="382289"/>
                </a:lnTo>
                <a:lnTo>
                  <a:pt x="4407822" y="376724"/>
                </a:lnTo>
                <a:lnTo>
                  <a:pt x="4451772" y="371025"/>
                </a:lnTo>
                <a:lnTo>
                  <a:pt x="4493950" y="365197"/>
                </a:lnTo>
                <a:lnTo>
                  <a:pt x="4534318" y="359243"/>
                </a:lnTo>
                <a:lnTo>
                  <a:pt x="4572836" y="353167"/>
                </a:lnTo>
                <a:lnTo>
                  <a:pt x="4644174" y="340663"/>
                </a:lnTo>
                <a:lnTo>
                  <a:pt x="4707660" y="327713"/>
                </a:lnTo>
                <a:lnTo>
                  <a:pt x="4762988" y="314348"/>
                </a:lnTo>
                <a:lnTo>
                  <a:pt x="4809855" y="300595"/>
                </a:lnTo>
                <a:lnTo>
                  <a:pt x="4847955" y="286485"/>
                </a:lnTo>
                <a:lnTo>
                  <a:pt x="4888002" y="264713"/>
                </a:lnTo>
                <a:lnTo>
                  <a:pt x="4907871" y="234704"/>
                </a:lnTo>
                <a:lnTo>
                  <a:pt x="4906610" y="227108"/>
                </a:lnTo>
                <a:lnTo>
                  <a:pt x="4876984" y="197362"/>
                </a:lnTo>
                <a:lnTo>
                  <a:pt x="4830020" y="175826"/>
                </a:lnTo>
                <a:lnTo>
                  <a:pt x="4787498" y="161891"/>
                </a:lnTo>
                <a:lnTo>
                  <a:pt x="4736363" y="148328"/>
                </a:lnTo>
                <a:lnTo>
                  <a:pt x="4676917" y="135167"/>
                </a:lnTo>
                <a:lnTo>
                  <a:pt x="4609468" y="122437"/>
                </a:lnTo>
                <a:lnTo>
                  <a:pt x="4534318" y="110166"/>
                </a:lnTo>
                <a:lnTo>
                  <a:pt x="4493950" y="104212"/>
                </a:lnTo>
                <a:lnTo>
                  <a:pt x="4451772" y="98384"/>
                </a:lnTo>
                <a:lnTo>
                  <a:pt x="4407822" y="92685"/>
                </a:lnTo>
                <a:lnTo>
                  <a:pt x="4362137" y="87119"/>
                </a:lnTo>
                <a:lnTo>
                  <a:pt x="4314755" y="81691"/>
                </a:lnTo>
                <a:lnTo>
                  <a:pt x="4265715" y="76402"/>
                </a:lnTo>
                <a:lnTo>
                  <a:pt x="4215054" y="71258"/>
                </a:lnTo>
                <a:lnTo>
                  <a:pt x="4162812" y="66261"/>
                </a:lnTo>
                <a:lnTo>
                  <a:pt x="4109025" y="61416"/>
                </a:lnTo>
                <a:lnTo>
                  <a:pt x="4053732" y="56726"/>
                </a:lnTo>
                <a:lnTo>
                  <a:pt x="3996972" y="52194"/>
                </a:lnTo>
                <a:lnTo>
                  <a:pt x="3938781" y="47825"/>
                </a:lnTo>
                <a:lnTo>
                  <a:pt x="3879199" y="43621"/>
                </a:lnTo>
                <a:lnTo>
                  <a:pt x="3818263" y="39587"/>
                </a:lnTo>
                <a:lnTo>
                  <a:pt x="3756011" y="35726"/>
                </a:lnTo>
                <a:lnTo>
                  <a:pt x="3692482" y="32042"/>
                </a:lnTo>
                <a:lnTo>
                  <a:pt x="3627713" y="28539"/>
                </a:lnTo>
                <a:lnTo>
                  <a:pt x="3561744" y="25220"/>
                </a:lnTo>
                <a:lnTo>
                  <a:pt x="3494610" y="22088"/>
                </a:lnTo>
                <a:lnTo>
                  <a:pt x="3426352" y="19148"/>
                </a:lnTo>
                <a:lnTo>
                  <a:pt x="3357007" y="16403"/>
                </a:lnTo>
                <a:lnTo>
                  <a:pt x="3286612" y="13856"/>
                </a:lnTo>
                <a:lnTo>
                  <a:pt x="3215207" y="11512"/>
                </a:lnTo>
                <a:lnTo>
                  <a:pt x="3142829" y="9374"/>
                </a:lnTo>
                <a:lnTo>
                  <a:pt x="3069516" y="7445"/>
                </a:lnTo>
                <a:lnTo>
                  <a:pt x="2995307" y="5730"/>
                </a:lnTo>
                <a:lnTo>
                  <a:pt x="2920239" y="4231"/>
                </a:lnTo>
                <a:lnTo>
                  <a:pt x="2844351" y="2953"/>
                </a:lnTo>
                <a:lnTo>
                  <a:pt x="2767680" y="1900"/>
                </a:lnTo>
                <a:lnTo>
                  <a:pt x="2690265" y="1074"/>
                </a:lnTo>
                <a:lnTo>
                  <a:pt x="2612144" y="479"/>
                </a:lnTo>
                <a:lnTo>
                  <a:pt x="2533355" y="120"/>
                </a:lnTo>
                <a:lnTo>
                  <a:pt x="2453935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 descr=""/>
          <p:cNvSpPr/>
          <p:nvPr/>
        </p:nvSpPr>
        <p:spPr>
          <a:xfrm>
            <a:off x="3131339" y="8415492"/>
            <a:ext cx="575310" cy="45720"/>
          </a:xfrm>
          <a:custGeom>
            <a:avLst/>
            <a:gdLst/>
            <a:ahLst/>
            <a:cxnLst/>
            <a:rect l="l" t="t" r="r" b="b"/>
            <a:pathLst>
              <a:path w="575310" h="45720">
                <a:moveTo>
                  <a:pt x="574778" y="0"/>
                </a:moveTo>
                <a:lnTo>
                  <a:pt x="0" y="0"/>
                </a:lnTo>
                <a:lnTo>
                  <a:pt x="0" y="45150"/>
                </a:lnTo>
                <a:lnTo>
                  <a:pt x="574778" y="45150"/>
                </a:lnTo>
                <a:lnTo>
                  <a:pt x="574778" y="0"/>
                </a:lnTo>
                <a:close/>
              </a:path>
            </a:pathLst>
          </a:custGeom>
          <a:solidFill>
            <a:srgbClr val="92C4C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2" name="object 212" descr=""/>
          <p:cNvGrpSpPr/>
          <p:nvPr/>
        </p:nvGrpSpPr>
        <p:grpSpPr>
          <a:xfrm>
            <a:off x="1568707" y="6684432"/>
            <a:ext cx="3023870" cy="2720340"/>
            <a:chOff x="1568707" y="6684432"/>
            <a:chExt cx="3023870" cy="2720340"/>
          </a:xfrm>
        </p:grpSpPr>
        <p:pic>
          <p:nvPicPr>
            <p:cNvPr id="213" name="object 2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87220" y="8325091"/>
              <a:ext cx="127541" cy="157648"/>
            </a:xfrm>
            <a:prstGeom prst="rect">
              <a:avLst/>
            </a:prstGeom>
          </p:spPr>
        </p:pic>
        <p:sp>
          <p:nvSpPr>
            <p:cNvPr id="214" name="object 214" descr=""/>
            <p:cNvSpPr/>
            <p:nvPr/>
          </p:nvSpPr>
          <p:spPr>
            <a:xfrm>
              <a:off x="3526371" y="8218102"/>
              <a:ext cx="417830" cy="246379"/>
            </a:xfrm>
            <a:custGeom>
              <a:avLst/>
              <a:gdLst/>
              <a:ahLst/>
              <a:cxnLst/>
              <a:rect l="l" t="t" r="r" b="b"/>
              <a:pathLst>
                <a:path w="417829" h="246379">
                  <a:moveTo>
                    <a:pt x="343445" y="0"/>
                  </a:moveTo>
                  <a:lnTo>
                    <a:pt x="0" y="230369"/>
                  </a:lnTo>
                  <a:lnTo>
                    <a:pt x="417390" y="245898"/>
                  </a:lnTo>
                  <a:lnTo>
                    <a:pt x="343445" y="0"/>
                  </a:lnTo>
                  <a:close/>
                </a:path>
              </a:pathLst>
            </a:custGeom>
            <a:solidFill>
              <a:srgbClr val="CCE2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649572" y="8440457"/>
              <a:ext cx="2821305" cy="684530"/>
            </a:xfrm>
            <a:custGeom>
              <a:avLst/>
              <a:gdLst/>
              <a:ahLst/>
              <a:cxnLst/>
              <a:rect l="l" t="t" r="r" b="b"/>
              <a:pathLst>
                <a:path w="2821304" h="684529">
                  <a:moveTo>
                    <a:pt x="2694818" y="0"/>
                  </a:moveTo>
                  <a:lnTo>
                    <a:pt x="547690" y="19276"/>
                  </a:lnTo>
                  <a:lnTo>
                    <a:pt x="609133" y="182245"/>
                  </a:lnTo>
                  <a:lnTo>
                    <a:pt x="0" y="199721"/>
                  </a:lnTo>
                  <a:lnTo>
                    <a:pt x="0" y="684083"/>
                  </a:lnTo>
                  <a:lnTo>
                    <a:pt x="2821086" y="684083"/>
                  </a:lnTo>
                  <a:lnTo>
                    <a:pt x="2694818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4303827" y="6978986"/>
              <a:ext cx="87630" cy="1801495"/>
            </a:xfrm>
            <a:custGeom>
              <a:avLst/>
              <a:gdLst/>
              <a:ahLst/>
              <a:cxnLst/>
              <a:rect l="l" t="t" r="r" b="b"/>
              <a:pathLst>
                <a:path w="87629" h="1801495">
                  <a:moveTo>
                    <a:pt x="11544" y="145453"/>
                  </a:moveTo>
                  <a:lnTo>
                    <a:pt x="0" y="145453"/>
                  </a:lnTo>
                  <a:lnTo>
                    <a:pt x="0" y="1800987"/>
                  </a:lnTo>
                  <a:lnTo>
                    <a:pt x="11544" y="1800987"/>
                  </a:lnTo>
                  <a:lnTo>
                    <a:pt x="11544" y="145453"/>
                  </a:lnTo>
                  <a:close/>
                </a:path>
                <a:path w="87629" h="1801495">
                  <a:moveTo>
                    <a:pt x="87185" y="0"/>
                  </a:moveTo>
                  <a:lnTo>
                    <a:pt x="40563" y="0"/>
                  </a:lnTo>
                  <a:lnTo>
                    <a:pt x="40563" y="1800987"/>
                  </a:lnTo>
                  <a:lnTo>
                    <a:pt x="87185" y="1800987"/>
                  </a:lnTo>
                  <a:lnTo>
                    <a:pt x="87185" y="0"/>
                  </a:lnTo>
                  <a:close/>
                </a:path>
              </a:pathLst>
            </a:custGeom>
            <a:solidFill>
              <a:srgbClr val="222B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4406829" y="6787374"/>
              <a:ext cx="186055" cy="2422525"/>
            </a:xfrm>
            <a:custGeom>
              <a:avLst/>
              <a:gdLst/>
              <a:ahLst/>
              <a:cxnLst/>
              <a:rect l="l" t="t" r="r" b="b"/>
              <a:pathLst>
                <a:path w="186054" h="2422525">
                  <a:moveTo>
                    <a:pt x="185544" y="0"/>
                  </a:moveTo>
                  <a:lnTo>
                    <a:pt x="0" y="0"/>
                  </a:lnTo>
                  <a:lnTo>
                    <a:pt x="0" y="2422229"/>
                  </a:lnTo>
                  <a:lnTo>
                    <a:pt x="185544" y="2422229"/>
                  </a:lnTo>
                  <a:lnTo>
                    <a:pt x="18554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4240415" y="6814013"/>
              <a:ext cx="301625" cy="330200"/>
            </a:xfrm>
            <a:custGeom>
              <a:avLst/>
              <a:gdLst/>
              <a:ahLst/>
              <a:cxnLst/>
              <a:rect l="l" t="t" r="r" b="b"/>
              <a:pathLst>
                <a:path w="301625" h="330200">
                  <a:moveTo>
                    <a:pt x="301193" y="280530"/>
                  </a:moveTo>
                  <a:lnTo>
                    <a:pt x="0" y="280530"/>
                  </a:lnTo>
                  <a:lnTo>
                    <a:pt x="0" y="329958"/>
                  </a:lnTo>
                  <a:lnTo>
                    <a:pt x="301193" y="329958"/>
                  </a:lnTo>
                  <a:lnTo>
                    <a:pt x="301193" y="280530"/>
                  </a:lnTo>
                  <a:close/>
                </a:path>
                <a:path w="301625" h="330200">
                  <a:moveTo>
                    <a:pt x="301193" y="0"/>
                  </a:moveTo>
                  <a:lnTo>
                    <a:pt x="0" y="0"/>
                  </a:lnTo>
                  <a:lnTo>
                    <a:pt x="0" y="49428"/>
                  </a:lnTo>
                  <a:lnTo>
                    <a:pt x="0" y="280517"/>
                  </a:lnTo>
                  <a:lnTo>
                    <a:pt x="60248" y="280517"/>
                  </a:lnTo>
                  <a:lnTo>
                    <a:pt x="60248" y="49428"/>
                  </a:lnTo>
                  <a:lnTo>
                    <a:pt x="301193" y="49428"/>
                  </a:lnTo>
                  <a:lnTo>
                    <a:pt x="301193" y="0"/>
                  </a:lnTo>
                  <a:close/>
                </a:path>
              </a:pathLst>
            </a:custGeom>
            <a:solidFill>
              <a:srgbClr val="3139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9" name="object 21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68707" y="6684432"/>
              <a:ext cx="2990199" cy="2720290"/>
            </a:xfrm>
            <a:prstGeom prst="rect">
              <a:avLst/>
            </a:prstGeom>
          </p:spPr>
        </p:pic>
      </p:grpSp>
      <p:sp>
        <p:nvSpPr>
          <p:cNvPr id="220" name="object 220" descr=""/>
          <p:cNvSpPr/>
          <p:nvPr/>
        </p:nvSpPr>
        <p:spPr>
          <a:xfrm>
            <a:off x="4745319" y="8407782"/>
            <a:ext cx="1405255" cy="733425"/>
          </a:xfrm>
          <a:custGeom>
            <a:avLst/>
            <a:gdLst/>
            <a:ahLst/>
            <a:cxnLst/>
            <a:rect l="l" t="t" r="r" b="b"/>
            <a:pathLst>
              <a:path w="1405254" h="733425">
                <a:moveTo>
                  <a:pt x="82824" y="0"/>
                </a:moveTo>
                <a:lnTo>
                  <a:pt x="0" y="0"/>
                </a:lnTo>
                <a:lnTo>
                  <a:pt x="0" y="726396"/>
                </a:lnTo>
                <a:lnTo>
                  <a:pt x="6984" y="733359"/>
                </a:lnTo>
                <a:lnTo>
                  <a:pt x="1019623" y="719349"/>
                </a:lnTo>
                <a:lnTo>
                  <a:pt x="1386889" y="698565"/>
                </a:lnTo>
                <a:lnTo>
                  <a:pt x="1399836" y="693991"/>
                </a:lnTo>
                <a:lnTo>
                  <a:pt x="1405221" y="684418"/>
                </a:lnTo>
                <a:lnTo>
                  <a:pt x="1402215" y="674940"/>
                </a:lnTo>
                <a:lnTo>
                  <a:pt x="1389989" y="670649"/>
                </a:lnTo>
                <a:lnTo>
                  <a:pt x="111766" y="670649"/>
                </a:lnTo>
                <a:lnTo>
                  <a:pt x="100503" y="668376"/>
                </a:lnTo>
                <a:lnTo>
                  <a:pt x="91303" y="662174"/>
                </a:lnTo>
                <a:lnTo>
                  <a:pt x="85099" y="652975"/>
                </a:lnTo>
                <a:lnTo>
                  <a:pt x="82824" y="641708"/>
                </a:lnTo>
                <a:lnTo>
                  <a:pt x="82824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 descr=""/>
          <p:cNvSpPr/>
          <p:nvPr/>
        </p:nvSpPr>
        <p:spPr>
          <a:xfrm>
            <a:off x="4592373" y="8101816"/>
            <a:ext cx="60325" cy="306070"/>
          </a:xfrm>
          <a:custGeom>
            <a:avLst/>
            <a:gdLst/>
            <a:ahLst/>
            <a:cxnLst/>
            <a:rect l="l" t="t" r="r" b="b"/>
            <a:pathLst>
              <a:path w="60325" h="306070">
                <a:moveTo>
                  <a:pt x="60113" y="0"/>
                </a:moveTo>
                <a:lnTo>
                  <a:pt x="0" y="0"/>
                </a:lnTo>
                <a:lnTo>
                  <a:pt x="0" y="305969"/>
                </a:lnTo>
                <a:lnTo>
                  <a:pt x="60113" y="305969"/>
                </a:lnTo>
                <a:lnTo>
                  <a:pt x="60113" y="0"/>
                </a:lnTo>
                <a:close/>
              </a:path>
            </a:pathLst>
          </a:custGeom>
          <a:solidFill>
            <a:srgbClr val="93C5C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2" name="object 222" descr=""/>
          <p:cNvGrpSpPr/>
          <p:nvPr/>
        </p:nvGrpSpPr>
        <p:grpSpPr>
          <a:xfrm>
            <a:off x="4592373" y="7929496"/>
            <a:ext cx="167005" cy="1149350"/>
            <a:chOff x="4592373" y="7929496"/>
            <a:chExt cx="167005" cy="1149350"/>
          </a:xfrm>
        </p:grpSpPr>
        <p:sp>
          <p:nvSpPr>
            <p:cNvPr id="223" name="object 223" descr=""/>
            <p:cNvSpPr/>
            <p:nvPr/>
          </p:nvSpPr>
          <p:spPr>
            <a:xfrm>
              <a:off x="4592373" y="8660835"/>
              <a:ext cx="60325" cy="80010"/>
            </a:xfrm>
            <a:custGeom>
              <a:avLst/>
              <a:gdLst/>
              <a:ahLst/>
              <a:cxnLst/>
              <a:rect l="l" t="t" r="r" b="b"/>
              <a:pathLst>
                <a:path w="60325" h="80009">
                  <a:moveTo>
                    <a:pt x="60113" y="0"/>
                  </a:moveTo>
                  <a:lnTo>
                    <a:pt x="0" y="0"/>
                  </a:lnTo>
                  <a:lnTo>
                    <a:pt x="0" y="79494"/>
                  </a:lnTo>
                  <a:lnTo>
                    <a:pt x="60113" y="79494"/>
                  </a:lnTo>
                  <a:lnTo>
                    <a:pt x="60113" y="0"/>
                  </a:lnTo>
                  <a:close/>
                </a:path>
              </a:pathLst>
            </a:custGeom>
            <a:solidFill>
              <a:srgbClr val="93C5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4652486" y="7929496"/>
              <a:ext cx="107314" cy="1149350"/>
            </a:xfrm>
            <a:custGeom>
              <a:avLst/>
              <a:gdLst/>
              <a:ahLst/>
              <a:cxnLst/>
              <a:rect l="l" t="t" r="r" b="b"/>
              <a:pathLst>
                <a:path w="107314" h="1149350">
                  <a:moveTo>
                    <a:pt x="106865" y="0"/>
                  </a:moveTo>
                  <a:lnTo>
                    <a:pt x="0" y="0"/>
                  </a:lnTo>
                  <a:lnTo>
                    <a:pt x="0" y="1148938"/>
                  </a:lnTo>
                  <a:lnTo>
                    <a:pt x="106865" y="1148938"/>
                  </a:lnTo>
                  <a:lnTo>
                    <a:pt x="106865" y="0"/>
                  </a:lnTo>
                  <a:close/>
                </a:path>
              </a:pathLst>
            </a:custGeom>
            <a:solidFill>
              <a:srgbClr val="222B5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25" name="object 225" descr=""/>
          <p:cNvGraphicFramePr>
            <a:graphicFrameLocks noGrp="1"/>
          </p:cNvGraphicFramePr>
          <p:nvPr/>
        </p:nvGraphicFramePr>
        <p:xfrm>
          <a:off x="4885453" y="9043274"/>
          <a:ext cx="1752600" cy="178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075"/>
                <a:gridCol w="548005"/>
                <a:gridCol w="219075"/>
                <a:gridCol w="548005"/>
                <a:gridCol w="219075"/>
              </a:tblGrid>
              <a:tr h="178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8100">
                      <a:solidFill>
                        <a:srgbClr val="3D5289"/>
                      </a:solidFill>
                      <a:prstDash val="solid"/>
                    </a:lnT>
                    <a:lnB w="38100">
                      <a:solidFill>
                        <a:srgbClr val="3D5289"/>
                      </a:solidFill>
                      <a:prstDash val="solid"/>
                    </a:lnB>
                    <a:solidFill>
                      <a:srgbClr val="CCE2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8100">
                      <a:solidFill>
                        <a:srgbClr val="3D5289"/>
                      </a:solidFill>
                      <a:prstDash val="solid"/>
                    </a:lnT>
                    <a:lnB w="38100">
                      <a:solidFill>
                        <a:srgbClr val="3D52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8100">
                      <a:solidFill>
                        <a:srgbClr val="3D5289"/>
                      </a:solidFill>
                      <a:prstDash val="solid"/>
                    </a:lnT>
                    <a:lnB w="38100">
                      <a:solidFill>
                        <a:srgbClr val="3D5289"/>
                      </a:solidFill>
                      <a:prstDash val="solid"/>
                    </a:lnB>
                    <a:solidFill>
                      <a:srgbClr val="CCE2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8100">
                      <a:solidFill>
                        <a:srgbClr val="3D5289"/>
                      </a:solidFill>
                      <a:prstDash val="solid"/>
                    </a:lnT>
                    <a:lnB w="38100">
                      <a:solidFill>
                        <a:srgbClr val="3D52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8100">
                      <a:solidFill>
                        <a:srgbClr val="3D5289"/>
                      </a:solidFill>
                      <a:prstDash val="solid"/>
                    </a:lnT>
                    <a:lnB w="38100">
                      <a:solidFill>
                        <a:srgbClr val="3D5289"/>
                      </a:solidFill>
                      <a:prstDash val="solid"/>
                    </a:lnB>
                    <a:solidFill>
                      <a:srgbClr val="CCE2A3"/>
                    </a:solidFill>
                  </a:tcPr>
                </a:tc>
              </a:tr>
            </a:tbl>
          </a:graphicData>
        </a:graphic>
      </p:graphicFrame>
      <p:sp>
        <p:nvSpPr>
          <p:cNvPr id="226" name="object 226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0470" y="1890780"/>
            <a:ext cx="20034885" cy="7144384"/>
            <a:chOff x="-10470" y="1890780"/>
            <a:chExt cx="20034885" cy="7144384"/>
          </a:xfrm>
        </p:grpSpPr>
        <p:sp>
          <p:nvSpPr>
            <p:cNvPr id="3" name="object 3" descr=""/>
            <p:cNvSpPr/>
            <p:nvPr/>
          </p:nvSpPr>
          <p:spPr>
            <a:xfrm>
              <a:off x="0" y="3882384"/>
              <a:ext cx="20013930" cy="2895600"/>
            </a:xfrm>
            <a:custGeom>
              <a:avLst/>
              <a:gdLst/>
              <a:ahLst/>
              <a:cxnLst/>
              <a:rect l="l" t="t" r="r" b="b"/>
              <a:pathLst>
                <a:path w="20013930" h="2895600">
                  <a:moveTo>
                    <a:pt x="14409592" y="2716713"/>
                  </a:moveTo>
                  <a:lnTo>
                    <a:pt x="14445947" y="2716713"/>
                  </a:lnTo>
                  <a:lnTo>
                    <a:pt x="14445947" y="2632820"/>
                  </a:lnTo>
                  <a:lnTo>
                    <a:pt x="14409592" y="2632820"/>
                  </a:lnTo>
                  <a:lnTo>
                    <a:pt x="14409592" y="2716713"/>
                  </a:lnTo>
                </a:path>
                <a:path w="20013930" h="2895600">
                  <a:moveTo>
                    <a:pt x="14409592" y="2780187"/>
                  </a:moveTo>
                  <a:lnTo>
                    <a:pt x="14445947" y="2780187"/>
                  </a:lnTo>
                  <a:lnTo>
                    <a:pt x="14445947" y="2763339"/>
                  </a:lnTo>
                  <a:lnTo>
                    <a:pt x="14409592" y="2763339"/>
                  </a:lnTo>
                  <a:lnTo>
                    <a:pt x="14409592" y="2780187"/>
                  </a:lnTo>
                </a:path>
                <a:path w="20013930" h="2895600">
                  <a:moveTo>
                    <a:pt x="0" y="1360691"/>
                  </a:moveTo>
                  <a:lnTo>
                    <a:pt x="250662" y="1360691"/>
                  </a:lnTo>
                  <a:lnTo>
                    <a:pt x="250662" y="1564413"/>
                  </a:lnTo>
                  <a:lnTo>
                    <a:pt x="511398" y="1564413"/>
                  </a:lnTo>
                  <a:lnTo>
                    <a:pt x="511398" y="2139065"/>
                  </a:lnTo>
                  <a:lnTo>
                    <a:pt x="962714" y="2139065"/>
                  </a:lnTo>
                  <a:lnTo>
                    <a:pt x="962714" y="2373854"/>
                  </a:lnTo>
                  <a:lnTo>
                    <a:pt x="1133923" y="2373854"/>
                  </a:lnTo>
                  <a:lnTo>
                    <a:pt x="1133923" y="2210362"/>
                  </a:lnTo>
                  <a:lnTo>
                    <a:pt x="1167011" y="2210362"/>
                  </a:lnTo>
                  <a:lnTo>
                    <a:pt x="1167011" y="2373854"/>
                  </a:lnTo>
                  <a:lnTo>
                    <a:pt x="1176163" y="2373854"/>
                  </a:lnTo>
                  <a:lnTo>
                    <a:pt x="1176163" y="2418648"/>
                  </a:lnTo>
                  <a:lnTo>
                    <a:pt x="1331456" y="2418648"/>
                  </a:lnTo>
                  <a:lnTo>
                    <a:pt x="1331456" y="2214927"/>
                  </a:lnTo>
                  <a:lnTo>
                    <a:pt x="1437380" y="2214927"/>
                  </a:lnTo>
                  <a:lnTo>
                    <a:pt x="1437380" y="1986934"/>
                  </a:lnTo>
                  <a:lnTo>
                    <a:pt x="1481064" y="1986934"/>
                  </a:lnTo>
                  <a:lnTo>
                    <a:pt x="1800720" y="918600"/>
                  </a:lnTo>
                  <a:lnTo>
                    <a:pt x="2120396" y="1986934"/>
                  </a:lnTo>
                  <a:lnTo>
                    <a:pt x="2153536" y="1986934"/>
                  </a:lnTo>
                  <a:lnTo>
                    <a:pt x="2153536" y="2214927"/>
                  </a:lnTo>
                  <a:lnTo>
                    <a:pt x="2201168" y="2214927"/>
                  </a:lnTo>
                  <a:lnTo>
                    <a:pt x="2201168" y="1960757"/>
                  </a:lnTo>
                  <a:lnTo>
                    <a:pt x="2302516" y="1960757"/>
                  </a:lnTo>
                  <a:lnTo>
                    <a:pt x="2302516" y="1757035"/>
                  </a:lnTo>
                  <a:lnTo>
                    <a:pt x="2484447" y="1757035"/>
                  </a:lnTo>
                  <a:lnTo>
                    <a:pt x="2484447" y="604672"/>
                  </a:lnTo>
                  <a:lnTo>
                    <a:pt x="2554131" y="604672"/>
                  </a:lnTo>
                  <a:lnTo>
                    <a:pt x="2554131" y="1056512"/>
                  </a:lnTo>
                  <a:lnTo>
                    <a:pt x="2821097" y="1056512"/>
                  </a:lnTo>
                  <a:lnTo>
                    <a:pt x="2821097" y="1329959"/>
                  </a:lnTo>
                  <a:lnTo>
                    <a:pt x="2838238" y="1329959"/>
                  </a:lnTo>
                  <a:lnTo>
                    <a:pt x="2838238" y="550423"/>
                  </a:lnTo>
                  <a:lnTo>
                    <a:pt x="2967532" y="550423"/>
                  </a:lnTo>
                  <a:lnTo>
                    <a:pt x="2967532" y="346670"/>
                  </a:lnTo>
                  <a:lnTo>
                    <a:pt x="3488626" y="346670"/>
                  </a:lnTo>
                  <a:lnTo>
                    <a:pt x="3488626" y="550423"/>
                  </a:lnTo>
                  <a:lnTo>
                    <a:pt x="3617963" y="550423"/>
                  </a:lnTo>
                  <a:lnTo>
                    <a:pt x="3617963" y="1786867"/>
                  </a:lnTo>
                  <a:lnTo>
                    <a:pt x="4760169" y="1786867"/>
                  </a:lnTo>
                  <a:lnTo>
                    <a:pt x="4760169" y="1623385"/>
                  </a:lnTo>
                  <a:lnTo>
                    <a:pt x="4793215" y="1623385"/>
                  </a:lnTo>
                  <a:lnTo>
                    <a:pt x="4793215" y="1786867"/>
                  </a:lnTo>
                  <a:lnTo>
                    <a:pt x="4802398" y="1786867"/>
                  </a:lnTo>
                  <a:lnTo>
                    <a:pt x="4802398" y="1831671"/>
                  </a:lnTo>
                  <a:lnTo>
                    <a:pt x="4957671" y="1831671"/>
                  </a:lnTo>
                  <a:lnTo>
                    <a:pt x="4957671" y="1627950"/>
                  </a:lnTo>
                  <a:lnTo>
                    <a:pt x="5063615" y="1627950"/>
                  </a:lnTo>
                  <a:lnTo>
                    <a:pt x="5063615" y="1399967"/>
                  </a:lnTo>
                  <a:lnTo>
                    <a:pt x="5107310" y="1399967"/>
                  </a:lnTo>
                  <a:lnTo>
                    <a:pt x="5426965" y="781222"/>
                  </a:lnTo>
                  <a:lnTo>
                    <a:pt x="5746599" y="1399967"/>
                  </a:lnTo>
                  <a:lnTo>
                    <a:pt x="5779782" y="1399967"/>
                  </a:lnTo>
                  <a:lnTo>
                    <a:pt x="5779782" y="1627950"/>
                  </a:lnTo>
                  <a:lnTo>
                    <a:pt x="5827403" y="1627950"/>
                  </a:lnTo>
                  <a:lnTo>
                    <a:pt x="5827403" y="1373769"/>
                  </a:lnTo>
                  <a:lnTo>
                    <a:pt x="5928751" y="1373769"/>
                  </a:lnTo>
                  <a:lnTo>
                    <a:pt x="5928751" y="1170048"/>
                  </a:lnTo>
                  <a:lnTo>
                    <a:pt x="6110683" y="1170048"/>
                  </a:lnTo>
                  <a:lnTo>
                    <a:pt x="6110683" y="467284"/>
                  </a:lnTo>
                  <a:lnTo>
                    <a:pt x="6180387" y="467284"/>
                  </a:lnTo>
                  <a:lnTo>
                    <a:pt x="6180387" y="1170048"/>
                  </a:lnTo>
                  <a:lnTo>
                    <a:pt x="6337304" y="1170048"/>
                  </a:lnTo>
                  <a:lnTo>
                    <a:pt x="6337304" y="1373769"/>
                  </a:lnTo>
                  <a:lnTo>
                    <a:pt x="6438714" y="1373769"/>
                  </a:lnTo>
                  <a:lnTo>
                    <a:pt x="6438714" y="1673373"/>
                  </a:lnTo>
                  <a:lnTo>
                    <a:pt x="6537444" y="1673373"/>
                  </a:lnTo>
                  <a:lnTo>
                    <a:pt x="6537444" y="2063193"/>
                  </a:lnTo>
                  <a:lnTo>
                    <a:pt x="7112914" y="2260360"/>
                  </a:lnTo>
                  <a:lnTo>
                    <a:pt x="7921465" y="2260360"/>
                  </a:lnTo>
                  <a:lnTo>
                    <a:pt x="7921465" y="1480834"/>
                  </a:lnTo>
                  <a:lnTo>
                    <a:pt x="8050770" y="1480834"/>
                  </a:lnTo>
                  <a:lnTo>
                    <a:pt x="8050770" y="1277102"/>
                  </a:lnTo>
                  <a:lnTo>
                    <a:pt x="8571833" y="1277102"/>
                  </a:lnTo>
                  <a:lnTo>
                    <a:pt x="8571833" y="1480834"/>
                  </a:lnTo>
                  <a:lnTo>
                    <a:pt x="8701148" y="1480834"/>
                  </a:lnTo>
                  <a:lnTo>
                    <a:pt x="8701148" y="2737749"/>
                  </a:lnTo>
                  <a:lnTo>
                    <a:pt x="8815982" y="2737749"/>
                  </a:lnTo>
                  <a:lnTo>
                    <a:pt x="8815982" y="2895199"/>
                  </a:lnTo>
                  <a:lnTo>
                    <a:pt x="8887928" y="2895199"/>
                  </a:lnTo>
                  <a:lnTo>
                    <a:pt x="8887928" y="2877943"/>
                  </a:lnTo>
                  <a:lnTo>
                    <a:pt x="8892127" y="2877943"/>
                  </a:lnTo>
                  <a:lnTo>
                    <a:pt x="8892127" y="2161536"/>
                  </a:lnTo>
                  <a:lnTo>
                    <a:pt x="8850610" y="2161536"/>
                  </a:lnTo>
                  <a:lnTo>
                    <a:pt x="8850610" y="2057068"/>
                  </a:lnTo>
                  <a:lnTo>
                    <a:pt x="9416310" y="2057068"/>
                  </a:lnTo>
                  <a:lnTo>
                    <a:pt x="9416310" y="1786867"/>
                  </a:lnTo>
                  <a:lnTo>
                    <a:pt x="9483868" y="1786867"/>
                  </a:lnTo>
                  <a:lnTo>
                    <a:pt x="9483868" y="1623385"/>
                  </a:lnTo>
                  <a:lnTo>
                    <a:pt x="9516914" y="1623385"/>
                  </a:lnTo>
                  <a:lnTo>
                    <a:pt x="9516914" y="1786867"/>
                  </a:lnTo>
                  <a:lnTo>
                    <a:pt x="9526055" y="1786867"/>
                  </a:lnTo>
                  <a:lnTo>
                    <a:pt x="9526055" y="1831671"/>
                  </a:lnTo>
                  <a:lnTo>
                    <a:pt x="9681370" y="1831671"/>
                  </a:lnTo>
                  <a:lnTo>
                    <a:pt x="9681370" y="1627950"/>
                  </a:lnTo>
                  <a:lnTo>
                    <a:pt x="10551071" y="1627950"/>
                  </a:lnTo>
                  <a:lnTo>
                    <a:pt x="10551071" y="1373769"/>
                  </a:lnTo>
                  <a:lnTo>
                    <a:pt x="10652429" y="1373769"/>
                  </a:lnTo>
                  <a:lnTo>
                    <a:pt x="10652429" y="1170048"/>
                  </a:lnTo>
                  <a:lnTo>
                    <a:pt x="10834382" y="1170048"/>
                  </a:lnTo>
                  <a:lnTo>
                    <a:pt x="10834382" y="467284"/>
                  </a:lnTo>
                  <a:lnTo>
                    <a:pt x="10904086" y="467284"/>
                  </a:lnTo>
                  <a:lnTo>
                    <a:pt x="10904086" y="1170048"/>
                  </a:lnTo>
                  <a:lnTo>
                    <a:pt x="11061024" y="1170048"/>
                  </a:lnTo>
                  <a:lnTo>
                    <a:pt x="11061024" y="1373769"/>
                  </a:lnTo>
                  <a:lnTo>
                    <a:pt x="11162403" y="1373769"/>
                  </a:lnTo>
                  <a:lnTo>
                    <a:pt x="11162403" y="1673373"/>
                  </a:lnTo>
                  <a:lnTo>
                    <a:pt x="11261164" y="1673373"/>
                  </a:lnTo>
                  <a:lnTo>
                    <a:pt x="11261164" y="2063193"/>
                  </a:lnTo>
                  <a:lnTo>
                    <a:pt x="11836613" y="2063193"/>
                  </a:lnTo>
                  <a:lnTo>
                    <a:pt x="11836613" y="1986934"/>
                  </a:lnTo>
                  <a:lnTo>
                    <a:pt x="12552769" y="1986934"/>
                  </a:lnTo>
                  <a:lnTo>
                    <a:pt x="12552769" y="2260360"/>
                  </a:lnTo>
                  <a:lnTo>
                    <a:pt x="12645175" y="2260360"/>
                  </a:lnTo>
                  <a:lnTo>
                    <a:pt x="12645175" y="1480834"/>
                  </a:lnTo>
                  <a:lnTo>
                    <a:pt x="12774490" y="1480834"/>
                  </a:lnTo>
                  <a:lnTo>
                    <a:pt x="12774490" y="1277102"/>
                  </a:lnTo>
                  <a:lnTo>
                    <a:pt x="13295563" y="1277102"/>
                  </a:lnTo>
                  <a:lnTo>
                    <a:pt x="13295563" y="1480834"/>
                  </a:lnTo>
                  <a:lnTo>
                    <a:pt x="13379529" y="1480834"/>
                  </a:lnTo>
                  <a:lnTo>
                    <a:pt x="13379529" y="420112"/>
                  </a:lnTo>
                  <a:lnTo>
                    <a:pt x="13935481" y="420112"/>
                  </a:lnTo>
                  <a:lnTo>
                    <a:pt x="13935481" y="825294"/>
                  </a:lnTo>
                  <a:lnTo>
                    <a:pt x="14112355" y="825294"/>
                  </a:lnTo>
                  <a:lnTo>
                    <a:pt x="14112355" y="2551796"/>
                  </a:lnTo>
                  <a:lnTo>
                    <a:pt x="14269450" y="2551796"/>
                  </a:lnTo>
                  <a:lnTo>
                    <a:pt x="14269450" y="2728754"/>
                  </a:lnTo>
                  <a:lnTo>
                    <a:pt x="14367866" y="2728754"/>
                  </a:lnTo>
                  <a:lnTo>
                    <a:pt x="14367866" y="2709352"/>
                  </a:lnTo>
                  <a:lnTo>
                    <a:pt x="14373614" y="2709352"/>
                  </a:lnTo>
                  <a:lnTo>
                    <a:pt x="14373614" y="1904182"/>
                  </a:lnTo>
                  <a:lnTo>
                    <a:pt x="14316810" y="1904182"/>
                  </a:lnTo>
                  <a:lnTo>
                    <a:pt x="14316810" y="1786762"/>
                  </a:lnTo>
                  <a:lnTo>
                    <a:pt x="15090650" y="1786762"/>
                  </a:lnTo>
                  <a:lnTo>
                    <a:pt x="15090650" y="1483096"/>
                  </a:lnTo>
                  <a:lnTo>
                    <a:pt x="15183108" y="1483096"/>
                  </a:lnTo>
                  <a:lnTo>
                    <a:pt x="15183108" y="1299353"/>
                  </a:lnTo>
                  <a:lnTo>
                    <a:pt x="15228332" y="1299353"/>
                  </a:lnTo>
                  <a:lnTo>
                    <a:pt x="15228332" y="1483096"/>
                  </a:lnTo>
                  <a:lnTo>
                    <a:pt x="15240802" y="1483096"/>
                  </a:lnTo>
                  <a:lnTo>
                    <a:pt x="15240802" y="1533450"/>
                  </a:lnTo>
                  <a:lnTo>
                    <a:pt x="16642990" y="1533450"/>
                  </a:lnTo>
                  <a:lnTo>
                    <a:pt x="16642990" y="1018817"/>
                  </a:lnTo>
                  <a:lnTo>
                    <a:pt x="16781656" y="1018817"/>
                  </a:lnTo>
                  <a:lnTo>
                    <a:pt x="16781656" y="789860"/>
                  </a:lnTo>
                  <a:lnTo>
                    <a:pt x="17030539" y="789860"/>
                  </a:lnTo>
                  <a:lnTo>
                    <a:pt x="17030539" y="0"/>
                  </a:lnTo>
                  <a:lnTo>
                    <a:pt x="17125907" y="0"/>
                  </a:lnTo>
                  <a:lnTo>
                    <a:pt x="17125907" y="789860"/>
                  </a:lnTo>
                  <a:lnTo>
                    <a:pt x="17340581" y="789860"/>
                  </a:lnTo>
                  <a:lnTo>
                    <a:pt x="17340581" y="1018817"/>
                  </a:lnTo>
                  <a:lnTo>
                    <a:pt x="17479268" y="1018817"/>
                  </a:lnTo>
                  <a:lnTo>
                    <a:pt x="17479268" y="1355539"/>
                  </a:lnTo>
                  <a:lnTo>
                    <a:pt x="17614385" y="1355539"/>
                  </a:lnTo>
                  <a:lnTo>
                    <a:pt x="17614385" y="1793662"/>
                  </a:lnTo>
                  <a:lnTo>
                    <a:pt x="18401586" y="1793662"/>
                  </a:lnTo>
                  <a:lnTo>
                    <a:pt x="18401586" y="1707937"/>
                  </a:lnTo>
                  <a:lnTo>
                    <a:pt x="19381263" y="1707937"/>
                  </a:lnTo>
                  <a:lnTo>
                    <a:pt x="19381263" y="2015258"/>
                  </a:lnTo>
                  <a:lnTo>
                    <a:pt x="19507657" y="2015258"/>
                  </a:lnTo>
                  <a:lnTo>
                    <a:pt x="19507657" y="1139148"/>
                  </a:lnTo>
                  <a:lnTo>
                    <a:pt x="19684562" y="1139148"/>
                  </a:lnTo>
                  <a:lnTo>
                    <a:pt x="19684562" y="910171"/>
                  </a:lnTo>
                  <a:lnTo>
                    <a:pt x="20013568" y="910171"/>
                  </a:lnTo>
                </a:path>
              </a:pathLst>
            </a:custGeom>
            <a:ln w="20941">
              <a:solidFill>
                <a:srgbClr val="F9E7B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4804913" y="2575344"/>
              <a:ext cx="2313305" cy="4718050"/>
            </a:xfrm>
            <a:custGeom>
              <a:avLst/>
              <a:gdLst/>
              <a:ahLst/>
              <a:cxnLst/>
              <a:rect l="l" t="t" r="r" b="b"/>
              <a:pathLst>
                <a:path w="2313305" h="4718050">
                  <a:moveTo>
                    <a:pt x="1695445" y="618127"/>
                  </a:moveTo>
                  <a:lnTo>
                    <a:pt x="1440804" y="618127"/>
                  </a:lnTo>
                  <a:lnTo>
                    <a:pt x="1440804" y="4717751"/>
                  </a:lnTo>
                  <a:lnTo>
                    <a:pt x="1695445" y="4717751"/>
                  </a:lnTo>
                  <a:lnTo>
                    <a:pt x="1695445" y="618127"/>
                  </a:lnTo>
                  <a:close/>
                </a:path>
                <a:path w="2313305" h="4718050">
                  <a:moveTo>
                    <a:pt x="161262" y="932170"/>
                  </a:moveTo>
                  <a:lnTo>
                    <a:pt x="38187" y="932170"/>
                  </a:lnTo>
                  <a:lnTo>
                    <a:pt x="23359" y="935185"/>
                  </a:lnTo>
                  <a:lnTo>
                    <a:pt x="11216" y="943392"/>
                  </a:lnTo>
                  <a:lnTo>
                    <a:pt x="3012" y="955538"/>
                  </a:lnTo>
                  <a:lnTo>
                    <a:pt x="0" y="970368"/>
                  </a:lnTo>
                  <a:lnTo>
                    <a:pt x="0" y="1008566"/>
                  </a:lnTo>
                  <a:lnTo>
                    <a:pt x="3012" y="1023395"/>
                  </a:lnTo>
                  <a:lnTo>
                    <a:pt x="11216" y="1035541"/>
                  </a:lnTo>
                  <a:lnTo>
                    <a:pt x="23359" y="1043749"/>
                  </a:lnTo>
                  <a:lnTo>
                    <a:pt x="38187" y="1046763"/>
                  </a:lnTo>
                  <a:lnTo>
                    <a:pt x="161262" y="1046763"/>
                  </a:lnTo>
                  <a:lnTo>
                    <a:pt x="176096" y="1043749"/>
                  </a:lnTo>
                  <a:lnTo>
                    <a:pt x="188241" y="1035541"/>
                  </a:lnTo>
                  <a:lnTo>
                    <a:pt x="196446" y="1023395"/>
                  </a:lnTo>
                  <a:lnTo>
                    <a:pt x="199459" y="1008566"/>
                  </a:lnTo>
                  <a:lnTo>
                    <a:pt x="199459" y="970368"/>
                  </a:lnTo>
                  <a:lnTo>
                    <a:pt x="196446" y="955538"/>
                  </a:lnTo>
                  <a:lnTo>
                    <a:pt x="188241" y="943392"/>
                  </a:lnTo>
                  <a:lnTo>
                    <a:pt x="176096" y="935185"/>
                  </a:lnTo>
                  <a:lnTo>
                    <a:pt x="161262" y="932170"/>
                  </a:lnTo>
                  <a:close/>
                </a:path>
                <a:path w="2313305" h="4718050">
                  <a:moveTo>
                    <a:pt x="1633248" y="0"/>
                  </a:moveTo>
                  <a:lnTo>
                    <a:pt x="81610" y="467409"/>
                  </a:lnTo>
                  <a:lnTo>
                    <a:pt x="73683" y="932170"/>
                  </a:lnTo>
                  <a:lnTo>
                    <a:pt x="101368" y="932170"/>
                  </a:lnTo>
                  <a:lnTo>
                    <a:pt x="126389" y="905260"/>
                  </a:lnTo>
                  <a:lnTo>
                    <a:pt x="95965" y="905260"/>
                  </a:lnTo>
                  <a:lnTo>
                    <a:pt x="104279" y="618127"/>
                  </a:lnTo>
                  <a:lnTo>
                    <a:pt x="2312934" y="618127"/>
                  </a:lnTo>
                  <a:lnTo>
                    <a:pt x="2312934" y="484445"/>
                  </a:lnTo>
                  <a:lnTo>
                    <a:pt x="2311641" y="478079"/>
                  </a:lnTo>
                  <a:lnTo>
                    <a:pt x="123441" y="478079"/>
                  </a:lnTo>
                  <a:lnTo>
                    <a:pt x="1629552" y="24376"/>
                  </a:lnTo>
                  <a:lnTo>
                    <a:pt x="1668883" y="24376"/>
                  </a:lnTo>
                  <a:lnTo>
                    <a:pt x="1633248" y="0"/>
                  </a:lnTo>
                  <a:close/>
                </a:path>
                <a:path w="2313305" h="4718050">
                  <a:moveTo>
                    <a:pt x="393359" y="618127"/>
                  </a:moveTo>
                  <a:lnTo>
                    <a:pt x="362941" y="618127"/>
                  </a:lnTo>
                  <a:lnTo>
                    <a:pt x="95965" y="905260"/>
                  </a:lnTo>
                  <a:lnTo>
                    <a:pt x="126389" y="905260"/>
                  </a:lnTo>
                  <a:lnTo>
                    <a:pt x="393359" y="618127"/>
                  </a:lnTo>
                  <a:close/>
                </a:path>
                <a:path w="2313305" h="4718050">
                  <a:moveTo>
                    <a:pt x="2312934" y="618127"/>
                  </a:moveTo>
                  <a:lnTo>
                    <a:pt x="1911889" y="618127"/>
                  </a:lnTo>
                  <a:lnTo>
                    <a:pt x="1911889" y="707245"/>
                  </a:lnTo>
                  <a:lnTo>
                    <a:pt x="1914902" y="722079"/>
                  </a:lnTo>
                  <a:lnTo>
                    <a:pt x="1923106" y="734225"/>
                  </a:lnTo>
                  <a:lnTo>
                    <a:pt x="1935248" y="742430"/>
                  </a:lnTo>
                  <a:lnTo>
                    <a:pt x="1950076" y="745443"/>
                  </a:lnTo>
                  <a:lnTo>
                    <a:pt x="2274737" y="745443"/>
                  </a:lnTo>
                  <a:lnTo>
                    <a:pt x="2289571" y="742430"/>
                  </a:lnTo>
                  <a:lnTo>
                    <a:pt x="2301716" y="734225"/>
                  </a:lnTo>
                  <a:lnTo>
                    <a:pt x="2309921" y="722079"/>
                  </a:lnTo>
                  <a:lnTo>
                    <a:pt x="2312934" y="707245"/>
                  </a:lnTo>
                  <a:lnTo>
                    <a:pt x="2312934" y="618127"/>
                  </a:lnTo>
                  <a:close/>
                </a:path>
                <a:path w="2313305" h="4718050">
                  <a:moveTo>
                    <a:pt x="2274737" y="446248"/>
                  </a:moveTo>
                  <a:lnTo>
                    <a:pt x="1950076" y="446248"/>
                  </a:lnTo>
                  <a:lnTo>
                    <a:pt x="1936683" y="448690"/>
                  </a:lnTo>
                  <a:lnTo>
                    <a:pt x="1925353" y="455414"/>
                  </a:lnTo>
                  <a:lnTo>
                    <a:pt x="1916983" y="465512"/>
                  </a:lnTo>
                  <a:lnTo>
                    <a:pt x="1912465" y="478079"/>
                  </a:lnTo>
                  <a:lnTo>
                    <a:pt x="2311641" y="478079"/>
                  </a:lnTo>
                  <a:lnTo>
                    <a:pt x="2309921" y="469611"/>
                  </a:lnTo>
                  <a:lnTo>
                    <a:pt x="2301716" y="457466"/>
                  </a:lnTo>
                  <a:lnTo>
                    <a:pt x="2300146" y="456406"/>
                  </a:lnTo>
                  <a:lnTo>
                    <a:pt x="2274737" y="446248"/>
                  </a:lnTo>
                  <a:close/>
                </a:path>
                <a:path w="2313305" h="4718050">
                  <a:moveTo>
                    <a:pt x="1668883" y="24376"/>
                  </a:moveTo>
                  <a:lnTo>
                    <a:pt x="1629552" y="24376"/>
                  </a:lnTo>
                  <a:lnTo>
                    <a:pt x="2254821" y="446248"/>
                  </a:lnTo>
                  <a:lnTo>
                    <a:pt x="2274737" y="446248"/>
                  </a:lnTo>
                  <a:lnTo>
                    <a:pt x="2289571" y="449261"/>
                  </a:lnTo>
                  <a:lnTo>
                    <a:pt x="2300146" y="456406"/>
                  </a:lnTo>
                  <a:lnTo>
                    <a:pt x="2300903" y="456708"/>
                  </a:lnTo>
                  <a:lnTo>
                    <a:pt x="1668883" y="24376"/>
                  </a:lnTo>
                  <a:close/>
                </a:path>
                <a:path w="2313305" h="4718050">
                  <a:moveTo>
                    <a:pt x="2274737" y="446248"/>
                  </a:moveTo>
                  <a:lnTo>
                    <a:pt x="2300146" y="456406"/>
                  </a:lnTo>
                  <a:lnTo>
                    <a:pt x="2289571" y="449261"/>
                  </a:lnTo>
                  <a:lnTo>
                    <a:pt x="2274737" y="446248"/>
                  </a:lnTo>
                  <a:close/>
                </a:path>
              </a:pathLst>
            </a:custGeom>
            <a:solidFill>
              <a:srgbClr val="DFF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254522" y="5794583"/>
              <a:ext cx="1123950" cy="1590040"/>
            </a:xfrm>
            <a:custGeom>
              <a:avLst/>
              <a:gdLst/>
              <a:ahLst/>
              <a:cxnLst/>
              <a:rect l="l" t="t" r="r" b="b"/>
              <a:pathLst>
                <a:path w="1123950" h="1590040">
                  <a:moveTo>
                    <a:pt x="1099055" y="0"/>
                  </a:moveTo>
                  <a:lnTo>
                    <a:pt x="389391" y="0"/>
                  </a:lnTo>
                  <a:lnTo>
                    <a:pt x="0" y="900642"/>
                  </a:lnTo>
                  <a:lnTo>
                    <a:pt x="0" y="1217209"/>
                  </a:lnTo>
                  <a:lnTo>
                    <a:pt x="260086" y="1589501"/>
                  </a:lnTo>
                  <a:lnTo>
                    <a:pt x="1123567" y="1589501"/>
                  </a:lnTo>
                  <a:lnTo>
                    <a:pt x="1099055" y="0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254514" y="5794596"/>
              <a:ext cx="1111250" cy="1572895"/>
            </a:xfrm>
            <a:custGeom>
              <a:avLst/>
              <a:gdLst/>
              <a:ahLst/>
              <a:cxnLst/>
              <a:rect l="l" t="t" r="r" b="b"/>
              <a:pathLst>
                <a:path w="1111250" h="1572895">
                  <a:moveTo>
                    <a:pt x="716191" y="0"/>
                  </a:moveTo>
                  <a:lnTo>
                    <a:pt x="520255" y="0"/>
                  </a:lnTo>
                  <a:lnTo>
                    <a:pt x="0" y="1156741"/>
                  </a:lnTo>
                  <a:lnTo>
                    <a:pt x="0" y="1217193"/>
                  </a:lnTo>
                  <a:lnTo>
                    <a:pt x="102654" y="1364132"/>
                  </a:lnTo>
                  <a:lnTo>
                    <a:pt x="716191" y="0"/>
                  </a:lnTo>
                  <a:close/>
                </a:path>
                <a:path w="1111250" h="1572895">
                  <a:moveTo>
                    <a:pt x="885139" y="0"/>
                  </a:moveTo>
                  <a:lnTo>
                    <a:pt x="822223" y="0"/>
                  </a:lnTo>
                  <a:lnTo>
                    <a:pt x="167157" y="1456474"/>
                  </a:lnTo>
                  <a:lnTo>
                    <a:pt x="186321" y="1483906"/>
                  </a:lnTo>
                  <a:lnTo>
                    <a:pt x="215633" y="1488567"/>
                  </a:lnTo>
                  <a:lnTo>
                    <a:pt x="885139" y="0"/>
                  </a:lnTo>
                  <a:close/>
                </a:path>
                <a:path w="1111250" h="1572895">
                  <a:moveTo>
                    <a:pt x="1105077" y="390550"/>
                  </a:moveTo>
                  <a:lnTo>
                    <a:pt x="1099058" y="0"/>
                  </a:lnTo>
                  <a:lnTo>
                    <a:pt x="1084795" y="0"/>
                  </a:lnTo>
                  <a:lnTo>
                    <a:pt x="401967" y="1518208"/>
                  </a:lnTo>
                  <a:lnTo>
                    <a:pt x="584822" y="1547291"/>
                  </a:lnTo>
                  <a:lnTo>
                    <a:pt x="1105077" y="390550"/>
                  </a:lnTo>
                  <a:close/>
                </a:path>
                <a:path w="1111250" h="1572895">
                  <a:moveTo>
                    <a:pt x="1110678" y="753732"/>
                  </a:moveTo>
                  <a:lnTo>
                    <a:pt x="1108595" y="618490"/>
                  </a:lnTo>
                  <a:lnTo>
                    <a:pt x="683806" y="1562950"/>
                  </a:lnTo>
                  <a:lnTo>
                    <a:pt x="742480" y="1572374"/>
                  </a:lnTo>
                  <a:lnTo>
                    <a:pt x="1110678" y="753732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434136" y="5807957"/>
              <a:ext cx="1210310" cy="918844"/>
            </a:xfrm>
            <a:custGeom>
              <a:avLst/>
              <a:gdLst/>
              <a:ahLst/>
              <a:cxnLst/>
              <a:rect l="l" t="t" r="r" b="b"/>
              <a:pathLst>
                <a:path w="1210309" h="918845">
                  <a:moveTo>
                    <a:pt x="1209774" y="0"/>
                  </a:moveTo>
                  <a:lnTo>
                    <a:pt x="354460" y="0"/>
                  </a:lnTo>
                  <a:lnTo>
                    <a:pt x="0" y="835995"/>
                  </a:lnTo>
                  <a:lnTo>
                    <a:pt x="829304" y="918485"/>
                  </a:lnTo>
                  <a:lnTo>
                    <a:pt x="1209774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445537" y="5807970"/>
              <a:ext cx="1198880" cy="896619"/>
            </a:xfrm>
            <a:custGeom>
              <a:avLst/>
              <a:gdLst/>
              <a:ahLst/>
              <a:cxnLst/>
              <a:rect l="l" t="t" r="r" b="b"/>
              <a:pathLst>
                <a:path w="1198880" h="896620">
                  <a:moveTo>
                    <a:pt x="692645" y="0"/>
                  </a:moveTo>
                  <a:lnTo>
                    <a:pt x="460425" y="0"/>
                  </a:lnTo>
                  <a:lnTo>
                    <a:pt x="227888" y="271627"/>
                  </a:lnTo>
                  <a:lnTo>
                    <a:pt x="0" y="809078"/>
                  </a:lnTo>
                  <a:lnTo>
                    <a:pt x="692645" y="0"/>
                  </a:lnTo>
                  <a:close/>
                </a:path>
                <a:path w="1198880" h="896620">
                  <a:moveTo>
                    <a:pt x="892873" y="0"/>
                  </a:moveTo>
                  <a:lnTo>
                    <a:pt x="818324" y="0"/>
                  </a:lnTo>
                  <a:lnTo>
                    <a:pt x="93700" y="846442"/>
                  </a:lnTo>
                  <a:lnTo>
                    <a:pt x="162394" y="853274"/>
                  </a:lnTo>
                  <a:lnTo>
                    <a:pt x="892873" y="0"/>
                  </a:lnTo>
                  <a:close/>
                </a:path>
                <a:path w="1198880" h="896620">
                  <a:moveTo>
                    <a:pt x="1198372" y="0"/>
                  </a:moveTo>
                  <a:lnTo>
                    <a:pt x="1129512" y="0"/>
                  </a:lnTo>
                  <a:lnTo>
                    <a:pt x="380466" y="874966"/>
                  </a:lnTo>
                  <a:lnTo>
                    <a:pt x="594474" y="896251"/>
                  </a:lnTo>
                  <a:lnTo>
                    <a:pt x="1045197" y="369747"/>
                  </a:lnTo>
                  <a:lnTo>
                    <a:pt x="119837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7763025" y="5457212"/>
              <a:ext cx="142875" cy="434340"/>
            </a:xfrm>
            <a:custGeom>
              <a:avLst/>
              <a:gdLst/>
              <a:ahLst/>
              <a:cxnLst/>
              <a:rect l="l" t="t" r="r" b="b"/>
              <a:pathLst>
                <a:path w="142875" h="434339">
                  <a:moveTo>
                    <a:pt x="142676" y="0"/>
                  </a:moveTo>
                  <a:lnTo>
                    <a:pt x="133943" y="0"/>
                  </a:lnTo>
                  <a:lnTo>
                    <a:pt x="91650" y="6840"/>
                  </a:lnTo>
                  <a:lnTo>
                    <a:pt x="54887" y="25879"/>
                  </a:lnTo>
                  <a:lnTo>
                    <a:pt x="25875" y="54891"/>
                  </a:lnTo>
                  <a:lnTo>
                    <a:pt x="6839" y="91654"/>
                  </a:lnTo>
                  <a:lnTo>
                    <a:pt x="0" y="133943"/>
                  </a:lnTo>
                  <a:lnTo>
                    <a:pt x="0" y="433976"/>
                  </a:lnTo>
                  <a:lnTo>
                    <a:pt x="89170" y="433976"/>
                  </a:lnTo>
                  <a:lnTo>
                    <a:pt x="89170" y="133943"/>
                  </a:lnTo>
                  <a:lnTo>
                    <a:pt x="92693" y="116537"/>
                  </a:lnTo>
                  <a:lnTo>
                    <a:pt x="102297" y="102307"/>
                  </a:lnTo>
                  <a:lnTo>
                    <a:pt x="116531" y="92704"/>
                  </a:lnTo>
                  <a:lnTo>
                    <a:pt x="133943" y="89180"/>
                  </a:lnTo>
                  <a:lnTo>
                    <a:pt x="142676" y="8918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77662" y="5769319"/>
              <a:ext cx="1232535" cy="894715"/>
            </a:xfrm>
            <a:custGeom>
              <a:avLst/>
              <a:gdLst/>
              <a:ahLst/>
              <a:cxnLst/>
              <a:rect l="l" t="t" r="r" b="b"/>
              <a:pathLst>
                <a:path w="1232534" h="894715">
                  <a:moveTo>
                    <a:pt x="1232234" y="0"/>
                  </a:moveTo>
                  <a:lnTo>
                    <a:pt x="377496" y="0"/>
                  </a:lnTo>
                  <a:lnTo>
                    <a:pt x="0" y="894695"/>
                  </a:lnTo>
                  <a:lnTo>
                    <a:pt x="101808" y="859031"/>
                  </a:lnTo>
                  <a:lnTo>
                    <a:pt x="438426" y="65390"/>
                  </a:lnTo>
                  <a:lnTo>
                    <a:pt x="1205314" y="65390"/>
                  </a:lnTo>
                  <a:lnTo>
                    <a:pt x="1232234" y="0"/>
                  </a:lnTo>
                  <a:close/>
                </a:path>
              </a:pathLst>
            </a:custGeom>
            <a:solidFill>
              <a:srgbClr val="F3CA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7437710" y="7355102"/>
              <a:ext cx="793750" cy="428625"/>
            </a:xfrm>
            <a:custGeom>
              <a:avLst/>
              <a:gdLst/>
              <a:ahLst/>
              <a:cxnLst/>
              <a:rect l="l" t="t" r="r" b="b"/>
              <a:pathLst>
                <a:path w="793750" h="428625">
                  <a:moveTo>
                    <a:pt x="453127" y="0"/>
                  </a:moveTo>
                  <a:lnTo>
                    <a:pt x="0" y="31213"/>
                  </a:lnTo>
                  <a:lnTo>
                    <a:pt x="0" y="428028"/>
                  </a:lnTo>
                  <a:lnTo>
                    <a:pt x="793473" y="428028"/>
                  </a:lnTo>
                  <a:lnTo>
                    <a:pt x="793473" y="378983"/>
                  </a:lnTo>
                  <a:lnTo>
                    <a:pt x="453127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2750051" y="6628349"/>
              <a:ext cx="3764915" cy="727075"/>
            </a:xfrm>
            <a:custGeom>
              <a:avLst/>
              <a:gdLst/>
              <a:ahLst/>
              <a:cxnLst/>
              <a:rect l="l" t="t" r="r" b="b"/>
              <a:pathLst>
                <a:path w="3764915" h="727075">
                  <a:moveTo>
                    <a:pt x="3315721" y="0"/>
                  </a:moveTo>
                  <a:lnTo>
                    <a:pt x="276431" y="0"/>
                  </a:lnTo>
                  <a:lnTo>
                    <a:pt x="133755" y="196548"/>
                  </a:lnTo>
                  <a:lnTo>
                    <a:pt x="0" y="726752"/>
                  </a:lnTo>
                  <a:lnTo>
                    <a:pt x="3764555" y="726752"/>
                  </a:lnTo>
                  <a:lnTo>
                    <a:pt x="3315721" y="0"/>
                  </a:lnTo>
                  <a:close/>
                </a:path>
              </a:pathLst>
            </a:custGeom>
            <a:solidFill>
              <a:srgbClr val="F3CA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4520122" y="7466571"/>
              <a:ext cx="3543300" cy="865505"/>
            </a:xfrm>
            <a:custGeom>
              <a:avLst/>
              <a:gdLst/>
              <a:ahLst/>
              <a:cxnLst/>
              <a:rect l="l" t="t" r="r" b="b"/>
              <a:pathLst>
                <a:path w="3543300" h="865504">
                  <a:moveTo>
                    <a:pt x="3082387" y="0"/>
                  </a:moveTo>
                  <a:lnTo>
                    <a:pt x="0" y="0"/>
                  </a:lnTo>
                  <a:lnTo>
                    <a:pt x="0" y="864968"/>
                  </a:lnTo>
                  <a:lnTo>
                    <a:pt x="3138867" y="864968"/>
                  </a:lnTo>
                  <a:lnTo>
                    <a:pt x="3186011" y="862248"/>
                  </a:lnTo>
                  <a:lnTo>
                    <a:pt x="3231558" y="854291"/>
                  </a:lnTo>
                  <a:lnTo>
                    <a:pt x="3275204" y="841401"/>
                  </a:lnTo>
                  <a:lnTo>
                    <a:pt x="3316646" y="823879"/>
                  </a:lnTo>
                  <a:lnTo>
                    <a:pt x="3355580" y="802031"/>
                  </a:lnTo>
                  <a:lnTo>
                    <a:pt x="3391704" y="776159"/>
                  </a:lnTo>
                  <a:lnTo>
                    <a:pt x="3424715" y="746566"/>
                  </a:lnTo>
                  <a:lnTo>
                    <a:pt x="3454307" y="713556"/>
                  </a:lnTo>
                  <a:lnTo>
                    <a:pt x="3480180" y="677432"/>
                  </a:lnTo>
                  <a:lnTo>
                    <a:pt x="3502028" y="638497"/>
                  </a:lnTo>
                  <a:lnTo>
                    <a:pt x="3519549" y="597055"/>
                  </a:lnTo>
                  <a:lnTo>
                    <a:pt x="3532440" y="553409"/>
                  </a:lnTo>
                  <a:lnTo>
                    <a:pt x="3540397" y="507862"/>
                  </a:lnTo>
                  <a:lnTo>
                    <a:pt x="3543117" y="460718"/>
                  </a:lnTo>
                  <a:lnTo>
                    <a:pt x="3540738" y="413612"/>
                  </a:lnTo>
                  <a:lnTo>
                    <a:pt x="3533756" y="367866"/>
                  </a:lnTo>
                  <a:lnTo>
                    <a:pt x="3522403" y="323713"/>
                  </a:lnTo>
                  <a:lnTo>
                    <a:pt x="3506910" y="281384"/>
                  </a:lnTo>
                  <a:lnTo>
                    <a:pt x="3487509" y="241110"/>
                  </a:lnTo>
                  <a:lnTo>
                    <a:pt x="3464431" y="203124"/>
                  </a:lnTo>
                  <a:lnTo>
                    <a:pt x="3437908" y="167656"/>
                  </a:lnTo>
                  <a:lnTo>
                    <a:pt x="3408172" y="134939"/>
                  </a:lnTo>
                  <a:lnTo>
                    <a:pt x="3375454" y="105204"/>
                  </a:lnTo>
                  <a:lnTo>
                    <a:pt x="3339985" y="78682"/>
                  </a:lnTo>
                  <a:lnTo>
                    <a:pt x="3301998" y="55605"/>
                  </a:lnTo>
                  <a:lnTo>
                    <a:pt x="3261724" y="36204"/>
                  </a:lnTo>
                  <a:lnTo>
                    <a:pt x="3219394" y="20712"/>
                  </a:lnTo>
                  <a:lnTo>
                    <a:pt x="3175240" y="9359"/>
                  </a:lnTo>
                  <a:lnTo>
                    <a:pt x="3129494" y="2378"/>
                  </a:lnTo>
                  <a:lnTo>
                    <a:pt x="3082387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853554" y="7404156"/>
              <a:ext cx="4227195" cy="981075"/>
            </a:xfrm>
            <a:custGeom>
              <a:avLst/>
              <a:gdLst/>
              <a:ahLst/>
              <a:cxnLst/>
              <a:rect l="l" t="t" r="r" b="b"/>
              <a:pathLst>
                <a:path w="4227194" h="981075">
                  <a:moveTo>
                    <a:pt x="1524101" y="511251"/>
                  </a:moveTo>
                  <a:lnTo>
                    <a:pt x="1514995" y="455714"/>
                  </a:lnTo>
                  <a:lnTo>
                    <a:pt x="1490154" y="410362"/>
                  </a:lnTo>
                  <a:lnTo>
                    <a:pt x="1453299" y="379793"/>
                  </a:lnTo>
                  <a:lnTo>
                    <a:pt x="1408176" y="368579"/>
                  </a:lnTo>
                  <a:lnTo>
                    <a:pt x="1363052" y="379793"/>
                  </a:lnTo>
                  <a:lnTo>
                    <a:pt x="1326210" y="410362"/>
                  </a:lnTo>
                  <a:lnTo>
                    <a:pt x="1301369" y="455714"/>
                  </a:lnTo>
                  <a:lnTo>
                    <a:pt x="1292250" y="511251"/>
                  </a:lnTo>
                  <a:lnTo>
                    <a:pt x="1301369" y="566788"/>
                  </a:lnTo>
                  <a:lnTo>
                    <a:pt x="1326210" y="612140"/>
                  </a:lnTo>
                  <a:lnTo>
                    <a:pt x="1363052" y="642708"/>
                  </a:lnTo>
                  <a:lnTo>
                    <a:pt x="1408176" y="653923"/>
                  </a:lnTo>
                  <a:lnTo>
                    <a:pt x="1453299" y="642708"/>
                  </a:lnTo>
                  <a:lnTo>
                    <a:pt x="1490154" y="612140"/>
                  </a:lnTo>
                  <a:lnTo>
                    <a:pt x="1514995" y="566788"/>
                  </a:lnTo>
                  <a:lnTo>
                    <a:pt x="1524101" y="511251"/>
                  </a:lnTo>
                  <a:close/>
                </a:path>
                <a:path w="4227194" h="981075">
                  <a:moveTo>
                    <a:pt x="2273147" y="503821"/>
                  </a:moveTo>
                  <a:lnTo>
                    <a:pt x="2264041" y="448284"/>
                  </a:lnTo>
                  <a:lnTo>
                    <a:pt x="2239200" y="402932"/>
                  </a:lnTo>
                  <a:lnTo>
                    <a:pt x="2202345" y="372351"/>
                  </a:lnTo>
                  <a:lnTo>
                    <a:pt x="2157222" y="361149"/>
                  </a:lnTo>
                  <a:lnTo>
                    <a:pt x="2112111" y="372351"/>
                  </a:lnTo>
                  <a:lnTo>
                    <a:pt x="2075256" y="402932"/>
                  </a:lnTo>
                  <a:lnTo>
                    <a:pt x="2050415" y="448284"/>
                  </a:lnTo>
                  <a:lnTo>
                    <a:pt x="2041309" y="503821"/>
                  </a:lnTo>
                  <a:lnTo>
                    <a:pt x="2050415" y="559358"/>
                  </a:lnTo>
                  <a:lnTo>
                    <a:pt x="2075256" y="604710"/>
                  </a:lnTo>
                  <a:lnTo>
                    <a:pt x="2112111" y="635279"/>
                  </a:lnTo>
                  <a:lnTo>
                    <a:pt x="2157222" y="646493"/>
                  </a:lnTo>
                  <a:lnTo>
                    <a:pt x="2202345" y="635279"/>
                  </a:lnTo>
                  <a:lnTo>
                    <a:pt x="2239200" y="604710"/>
                  </a:lnTo>
                  <a:lnTo>
                    <a:pt x="2264041" y="559358"/>
                  </a:lnTo>
                  <a:lnTo>
                    <a:pt x="2273147" y="503821"/>
                  </a:lnTo>
                  <a:close/>
                </a:path>
                <a:path w="4227194" h="981075">
                  <a:moveTo>
                    <a:pt x="3022193" y="495642"/>
                  </a:moveTo>
                  <a:lnTo>
                    <a:pt x="3013087" y="440118"/>
                  </a:lnTo>
                  <a:lnTo>
                    <a:pt x="2988246" y="394766"/>
                  </a:lnTo>
                  <a:lnTo>
                    <a:pt x="2951391" y="364185"/>
                  </a:lnTo>
                  <a:lnTo>
                    <a:pt x="2906280" y="352971"/>
                  </a:lnTo>
                  <a:lnTo>
                    <a:pt x="2861157" y="364185"/>
                  </a:lnTo>
                  <a:lnTo>
                    <a:pt x="2824302" y="394766"/>
                  </a:lnTo>
                  <a:lnTo>
                    <a:pt x="2799461" y="440118"/>
                  </a:lnTo>
                  <a:lnTo>
                    <a:pt x="2790355" y="495642"/>
                  </a:lnTo>
                  <a:lnTo>
                    <a:pt x="2799461" y="551180"/>
                  </a:lnTo>
                  <a:lnTo>
                    <a:pt x="2824302" y="596531"/>
                  </a:lnTo>
                  <a:lnTo>
                    <a:pt x="2861157" y="627113"/>
                  </a:lnTo>
                  <a:lnTo>
                    <a:pt x="2906280" y="638327"/>
                  </a:lnTo>
                  <a:lnTo>
                    <a:pt x="2951391" y="627113"/>
                  </a:lnTo>
                  <a:lnTo>
                    <a:pt x="2988246" y="596531"/>
                  </a:lnTo>
                  <a:lnTo>
                    <a:pt x="3013087" y="551180"/>
                  </a:lnTo>
                  <a:lnTo>
                    <a:pt x="3022193" y="495642"/>
                  </a:lnTo>
                  <a:close/>
                </a:path>
                <a:path w="4227194" h="981075">
                  <a:moveTo>
                    <a:pt x="3771239" y="491553"/>
                  </a:moveTo>
                  <a:lnTo>
                    <a:pt x="3762133" y="436029"/>
                  </a:lnTo>
                  <a:lnTo>
                    <a:pt x="3737292" y="390677"/>
                  </a:lnTo>
                  <a:lnTo>
                    <a:pt x="3700449" y="360095"/>
                  </a:lnTo>
                  <a:lnTo>
                    <a:pt x="3655326" y="348881"/>
                  </a:lnTo>
                  <a:lnTo>
                    <a:pt x="3610203" y="360095"/>
                  </a:lnTo>
                  <a:lnTo>
                    <a:pt x="3573348" y="390677"/>
                  </a:lnTo>
                  <a:lnTo>
                    <a:pt x="3548507" y="436029"/>
                  </a:lnTo>
                  <a:lnTo>
                    <a:pt x="3539401" y="491553"/>
                  </a:lnTo>
                  <a:lnTo>
                    <a:pt x="3548507" y="547090"/>
                  </a:lnTo>
                  <a:lnTo>
                    <a:pt x="3573348" y="592442"/>
                  </a:lnTo>
                  <a:lnTo>
                    <a:pt x="3610203" y="623023"/>
                  </a:lnTo>
                  <a:lnTo>
                    <a:pt x="3655326" y="634238"/>
                  </a:lnTo>
                  <a:lnTo>
                    <a:pt x="3700449" y="623023"/>
                  </a:lnTo>
                  <a:lnTo>
                    <a:pt x="3737292" y="592442"/>
                  </a:lnTo>
                  <a:lnTo>
                    <a:pt x="3762133" y="547090"/>
                  </a:lnTo>
                  <a:lnTo>
                    <a:pt x="3771239" y="491553"/>
                  </a:lnTo>
                  <a:close/>
                </a:path>
                <a:path w="4227194" h="981075">
                  <a:moveTo>
                    <a:pt x="4226763" y="490448"/>
                  </a:moveTo>
                  <a:lnTo>
                    <a:pt x="4224515" y="443204"/>
                  </a:lnTo>
                  <a:lnTo>
                    <a:pt x="4217924" y="397243"/>
                  </a:lnTo>
                  <a:lnTo>
                    <a:pt x="4207179" y="352755"/>
                  </a:lnTo>
                  <a:lnTo>
                    <a:pt x="4192486" y="309956"/>
                  </a:lnTo>
                  <a:lnTo>
                    <a:pt x="4191101" y="306882"/>
                  </a:lnTo>
                  <a:lnTo>
                    <a:pt x="4191101" y="490448"/>
                  </a:lnTo>
                  <a:lnTo>
                    <a:pt x="4188434" y="536625"/>
                  </a:lnTo>
                  <a:lnTo>
                    <a:pt x="4180636" y="581228"/>
                  </a:lnTo>
                  <a:lnTo>
                    <a:pt x="4168013" y="623976"/>
                  </a:lnTo>
                  <a:lnTo>
                    <a:pt x="4150855" y="664565"/>
                  </a:lnTo>
                  <a:lnTo>
                    <a:pt x="4129455" y="702703"/>
                  </a:lnTo>
                  <a:lnTo>
                    <a:pt x="4104119" y="738085"/>
                  </a:lnTo>
                  <a:lnTo>
                    <a:pt x="4075125" y="770420"/>
                  </a:lnTo>
                  <a:lnTo>
                    <a:pt x="4042803" y="799401"/>
                  </a:lnTo>
                  <a:lnTo>
                    <a:pt x="4007421" y="824750"/>
                  </a:lnTo>
                  <a:lnTo>
                    <a:pt x="3969283" y="846150"/>
                  </a:lnTo>
                  <a:lnTo>
                    <a:pt x="3928694" y="863307"/>
                  </a:lnTo>
                  <a:lnTo>
                    <a:pt x="3885946" y="875931"/>
                  </a:lnTo>
                  <a:lnTo>
                    <a:pt x="3841331" y="883729"/>
                  </a:lnTo>
                  <a:lnTo>
                    <a:pt x="3795153" y="886396"/>
                  </a:lnTo>
                  <a:lnTo>
                    <a:pt x="1174724" y="886396"/>
                  </a:lnTo>
                  <a:lnTo>
                    <a:pt x="1128547" y="883729"/>
                  </a:lnTo>
                  <a:lnTo>
                    <a:pt x="1083932" y="875931"/>
                  </a:lnTo>
                  <a:lnTo>
                    <a:pt x="1041184" y="863307"/>
                  </a:lnTo>
                  <a:lnTo>
                    <a:pt x="1000594" y="846150"/>
                  </a:lnTo>
                  <a:lnTo>
                    <a:pt x="962456" y="824750"/>
                  </a:lnTo>
                  <a:lnTo>
                    <a:pt x="927074" y="799401"/>
                  </a:lnTo>
                  <a:lnTo>
                    <a:pt x="894740" y="770420"/>
                  </a:lnTo>
                  <a:lnTo>
                    <a:pt x="865759" y="738085"/>
                  </a:lnTo>
                  <a:lnTo>
                    <a:pt x="840422" y="702703"/>
                  </a:lnTo>
                  <a:lnTo>
                    <a:pt x="819023" y="664565"/>
                  </a:lnTo>
                  <a:lnTo>
                    <a:pt x="801852" y="623976"/>
                  </a:lnTo>
                  <a:lnTo>
                    <a:pt x="789228" y="581228"/>
                  </a:lnTo>
                  <a:lnTo>
                    <a:pt x="781443" y="536625"/>
                  </a:lnTo>
                  <a:lnTo>
                    <a:pt x="778776" y="490448"/>
                  </a:lnTo>
                  <a:lnTo>
                    <a:pt x="781443" y="444271"/>
                  </a:lnTo>
                  <a:lnTo>
                    <a:pt x="789228" y="399656"/>
                  </a:lnTo>
                  <a:lnTo>
                    <a:pt x="801852" y="356908"/>
                  </a:lnTo>
                  <a:lnTo>
                    <a:pt x="819023" y="316318"/>
                  </a:lnTo>
                  <a:lnTo>
                    <a:pt x="840422" y="278180"/>
                  </a:lnTo>
                  <a:lnTo>
                    <a:pt x="865759" y="242798"/>
                  </a:lnTo>
                  <a:lnTo>
                    <a:pt x="894740" y="210464"/>
                  </a:lnTo>
                  <a:lnTo>
                    <a:pt x="927074" y="181483"/>
                  </a:lnTo>
                  <a:lnTo>
                    <a:pt x="962456" y="156146"/>
                  </a:lnTo>
                  <a:lnTo>
                    <a:pt x="1000594" y="134747"/>
                  </a:lnTo>
                  <a:lnTo>
                    <a:pt x="1041184" y="117576"/>
                  </a:lnTo>
                  <a:lnTo>
                    <a:pt x="1083932" y="104952"/>
                  </a:lnTo>
                  <a:lnTo>
                    <a:pt x="1128547" y="97167"/>
                  </a:lnTo>
                  <a:lnTo>
                    <a:pt x="1174724" y="94500"/>
                  </a:lnTo>
                  <a:lnTo>
                    <a:pt x="3795153" y="94500"/>
                  </a:lnTo>
                  <a:lnTo>
                    <a:pt x="3841331" y="97167"/>
                  </a:lnTo>
                  <a:lnTo>
                    <a:pt x="3885946" y="104952"/>
                  </a:lnTo>
                  <a:lnTo>
                    <a:pt x="3928694" y="117576"/>
                  </a:lnTo>
                  <a:lnTo>
                    <a:pt x="3969283" y="134747"/>
                  </a:lnTo>
                  <a:lnTo>
                    <a:pt x="4007421" y="156146"/>
                  </a:lnTo>
                  <a:lnTo>
                    <a:pt x="4042803" y="181483"/>
                  </a:lnTo>
                  <a:lnTo>
                    <a:pt x="4075125" y="210464"/>
                  </a:lnTo>
                  <a:lnTo>
                    <a:pt x="4104119" y="242798"/>
                  </a:lnTo>
                  <a:lnTo>
                    <a:pt x="4129455" y="278180"/>
                  </a:lnTo>
                  <a:lnTo>
                    <a:pt x="4150855" y="316318"/>
                  </a:lnTo>
                  <a:lnTo>
                    <a:pt x="4168013" y="356908"/>
                  </a:lnTo>
                  <a:lnTo>
                    <a:pt x="4180636" y="399656"/>
                  </a:lnTo>
                  <a:lnTo>
                    <a:pt x="4188434" y="444271"/>
                  </a:lnTo>
                  <a:lnTo>
                    <a:pt x="4191101" y="490448"/>
                  </a:lnTo>
                  <a:lnTo>
                    <a:pt x="4191101" y="306882"/>
                  </a:lnTo>
                  <a:lnTo>
                    <a:pt x="4174058" y="269036"/>
                  </a:lnTo>
                  <a:lnTo>
                    <a:pt x="4152112" y="230212"/>
                  </a:lnTo>
                  <a:lnTo>
                    <a:pt x="4126827" y="193675"/>
                  </a:lnTo>
                  <a:lnTo>
                    <a:pt x="4098429" y="159651"/>
                  </a:lnTo>
                  <a:lnTo>
                    <a:pt x="4067111" y="128333"/>
                  </a:lnTo>
                  <a:lnTo>
                    <a:pt x="4033088" y="99936"/>
                  </a:lnTo>
                  <a:lnTo>
                    <a:pt x="4025227" y="94500"/>
                  </a:lnTo>
                  <a:lnTo>
                    <a:pt x="3996550" y="74650"/>
                  </a:lnTo>
                  <a:lnTo>
                    <a:pt x="3957726" y="52705"/>
                  </a:lnTo>
                  <a:lnTo>
                    <a:pt x="3916807" y="34277"/>
                  </a:lnTo>
                  <a:lnTo>
                    <a:pt x="3874008" y="19583"/>
                  </a:lnTo>
                  <a:lnTo>
                    <a:pt x="3829520" y="8839"/>
                  </a:lnTo>
                  <a:lnTo>
                    <a:pt x="3783546" y="2247"/>
                  </a:lnTo>
                  <a:lnTo>
                    <a:pt x="3736314" y="0"/>
                  </a:lnTo>
                  <a:lnTo>
                    <a:pt x="490448" y="0"/>
                  </a:lnTo>
                  <a:lnTo>
                    <a:pt x="443217" y="2247"/>
                  </a:lnTo>
                  <a:lnTo>
                    <a:pt x="397256" y="8839"/>
                  </a:lnTo>
                  <a:lnTo>
                    <a:pt x="352767" y="19583"/>
                  </a:lnTo>
                  <a:lnTo>
                    <a:pt x="309956" y="34277"/>
                  </a:lnTo>
                  <a:lnTo>
                    <a:pt x="269036" y="52705"/>
                  </a:lnTo>
                  <a:lnTo>
                    <a:pt x="230212" y="74650"/>
                  </a:lnTo>
                  <a:lnTo>
                    <a:pt x="193687" y="99936"/>
                  </a:lnTo>
                  <a:lnTo>
                    <a:pt x="159651" y="128333"/>
                  </a:lnTo>
                  <a:lnTo>
                    <a:pt x="128346" y="159651"/>
                  </a:lnTo>
                  <a:lnTo>
                    <a:pt x="99936" y="193675"/>
                  </a:lnTo>
                  <a:lnTo>
                    <a:pt x="74663" y="230212"/>
                  </a:lnTo>
                  <a:lnTo>
                    <a:pt x="52705" y="269036"/>
                  </a:lnTo>
                  <a:lnTo>
                    <a:pt x="34277" y="309956"/>
                  </a:lnTo>
                  <a:lnTo>
                    <a:pt x="19596" y="352755"/>
                  </a:lnTo>
                  <a:lnTo>
                    <a:pt x="8851" y="397243"/>
                  </a:lnTo>
                  <a:lnTo>
                    <a:pt x="2247" y="443204"/>
                  </a:lnTo>
                  <a:lnTo>
                    <a:pt x="0" y="490448"/>
                  </a:lnTo>
                  <a:lnTo>
                    <a:pt x="2247" y="537679"/>
                  </a:lnTo>
                  <a:lnTo>
                    <a:pt x="8851" y="583641"/>
                  </a:lnTo>
                  <a:lnTo>
                    <a:pt x="19596" y="628129"/>
                  </a:lnTo>
                  <a:lnTo>
                    <a:pt x="34277" y="670941"/>
                  </a:lnTo>
                  <a:lnTo>
                    <a:pt x="52705" y="711860"/>
                  </a:lnTo>
                  <a:lnTo>
                    <a:pt x="74663" y="750684"/>
                  </a:lnTo>
                  <a:lnTo>
                    <a:pt x="99936" y="787209"/>
                  </a:lnTo>
                  <a:lnTo>
                    <a:pt x="128346" y="821232"/>
                  </a:lnTo>
                  <a:lnTo>
                    <a:pt x="159651" y="852551"/>
                  </a:lnTo>
                  <a:lnTo>
                    <a:pt x="193687" y="880948"/>
                  </a:lnTo>
                  <a:lnTo>
                    <a:pt x="230212" y="906233"/>
                  </a:lnTo>
                  <a:lnTo>
                    <a:pt x="269036" y="928192"/>
                  </a:lnTo>
                  <a:lnTo>
                    <a:pt x="309956" y="946607"/>
                  </a:lnTo>
                  <a:lnTo>
                    <a:pt x="352767" y="961301"/>
                  </a:lnTo>
                  <a:lnTo>
                    <a:pt x="397256" y="972045"/>
                  </a:lnTo>
                  <a:lnTo>
                    <a:pt x="443217" y="978649"/>
                  </a:lnTo>
                  <a:lnTo>
                    <a:pt x="490448" y="980884"/>
                  </a:lnTo>
                  <a:lnTo>
                    <a:pt x="3736314" y="980884"/>
                  </a:lnTo>
                  <a:lnTo>
                    <a:pt x="3783546" y="978649"/>
                  </a:lnTo>
                  <a:lnTo>
                    <a:pt x="3829520" y="972045"/>
                  </a:lnTo>
                  <a:lnTo>
                    <a:pt x="3874008" y="961301"/>
                  </a:lnTo>
                  <a:lnTo>
                    <a:pt x="3916807" y="946607"/>
                  </a:lnTo>
                  <a:lnTo>
                    <a:pt x="3957726" y="928192"/>
                  </a:lnTo>
                  <a:lnTo>
                    <a:pt x="3996550" y="906233"/>
                  </a:lnTo>
                  <a:lnTo>
                    <a:pt x="4033088" y="880948"/>
                  </a:lnTo>
                  <a:lnTo>
                    <a:pt x="4067111" y="852551"/>
                  </a:lnTo>
                  <a:lnTo>
                    <a:pt x="4098429" y="821232"/>
                  </a:lnTo>
                  <a:lnTo>
                    <a:pt x="4126827" y="787209"/>
                  </a:lnTo>
                  <a:lnTo>
                    <a:pt x="4152112" y="750684"/>
                  </a:lnTo>
                  <a:lnTo>
                    <a:pt x="4174058" y="711860"/>
                  </a:lnTo>
                  <a:lnTo>
                    <a:pt x="4192486" y="670941"/>
                  </a:lnTo>
                  <a:lnTo>
                    <a:pt x="4207179" y="628129"/>
                  </a:lnTo>
                  <a:lnTo>
                    <a:pt x="4217924" y="583641"/>
                  </a:lnTo>
                  <a:lnTo>
                    <a:pt x="4224515" y="537679"/>
                  </a:lnTo>
                  <a:lnTo>
                    <a:pt x="4226763" y="490448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659607" y="7355100"/>
              <a:ext cx="4231640" cy="544830"/>
            </a:xfrm>
            <a:custGeom>
              <a:avLst/>
              <a:gdLst/>
              <a:ahLst/>
              <a:cxnLst/>
              <a:rect l="l" t="t" r="r" b="b"/>
              <a:pathLst>
                <a:path w="4231640" h="544829">
                  <a:moveTo>
                    <a:pt x="4231232" y="0"/>
                  </a:moveTo>
                  <a:lnTo>
                    <a:pt x="428028" y="0"/>
                  </a:lnTo>
                  <a:lnTo>
                    <a:pt x="0" y="499366"/>
                  </a:lnTo>
                  <a:lnTo>
                    <a:pt x="798090" y="544695"/>
                  </a:lnTo>
                  <a:lnTo>
                    <a:pt x="1177074" y="49045"/>
                  </a:lnTo>
                  <a:lnTo>
                    <a:pt x="4231232" y="49045"/>
                  </a:lnTo>
                  <a:lnTo>
                    <a:pt x="4231232" y="0"/>
                  </a:lnTo>
                  <a:close/>
                </a:path>
              </a:pathLst>
            </a:custGeom>
            <a:solidFill>
              <a:srgbClr val="F3CA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3659600" y="5769603"/>
              <a:ext cx="4338320" cy="2130425"/>
            </a:xfrm>
            <a:custGeom>
              <a:avLst/>
              <a:gdLst/>
              <a:ahLst/>
              <a:cxnLst/>
              <a:rect l="l" t="t" r="r" b="b"/>
              <a:pathLst>
                <a:path w="4338319" h="2130425">
                  <a:moveTo>
                    <a:pt x="4338231" y="465277"/>
                  </a:moveTo>
                  <a:lnTo>
                    <a:pt x="4334472" y="446620"/>
                  </a:lnTo>
                  <a:lnTo>
                    <a:pt x="4324197" y="431380"/>
                  </a:lnTo>
                  <a:lnTo>
                    <a:pt x="4308970" y="421119"/>
                  </a:lnTo>
                  <a:lnTo>
                    <a:pt x="4290314" y="417347"/>
                  </a:lnTo>
                  <a:lnTo>
                    <a:pt x="3800119" y="417347"/>
                  </a:lnTo>
                  <a:lnTo>
                    <a:pt x="3800119" y="65392"/>
                  </a:lnTo>
                  <a:lnTo>
                    <a:pt x="3800119" y="0"/>
                  </a:lnTo>
                  <a:lnTo>
                    <a:pt x="3626066" y="0"/>
                  </a:lnTo>
                  <a:lnTo>
                    <a:pt x="3626066" y="65392"/>
                  </a:lnTo>
                  <a:lnTo>
                    <a:pt x="3626066" y="759447"/>
                  </a:lnTo>
                  <a:lnTo>
                    <a:pt x="3618268" y="798106"/>
                  </a:lnTo>
                  <a:lnTo>
                    <a:pt x="3596983" y="829665"/>
                  </a:lnTo>
                  <a:lnTo>
                    <a:pt x="3565423" y="850950"/>
                  </a:lnTo>
                  <a:lnTo>
                    <a:pt x="3526764" y="858748"/>
                  </a:lnTo>
                  <a:lnTo>
                    <a:pt x="3526764" y="1546123"/>
                  </a:lnTo>
                  <a:lnTo>
                    <a:pt x="3005112" y="1546123"/>
                  </a:lnTo>
                  <a:lnTo>
                    <a:pt x="2678887" y="1153020"/>
                  </a:lnTo>
                  <a:lnTo>
                    <a:pt x="2678887" y="858748"/>
                  </a:lnTo>
                  <a:lnTo>
                    <a:pt x="2678722" y="858748"/>
                  </a:lnTo>
                  <a:lnTo>
                    <a:pt x="3006318" y="65392"/>
                  </a:lnTo>
                  <a:lnTo>
                    <a:pt x="3626066" y="65392"/>
                  </a:lnTo>
                  <a:lnTo>
                    <a:pt x="3626066" y="0"/>
                  </a:lnTo>
                  <a:lnTo>
                    <a:pt x="2945384" y="0"/>
                  </a:lnTo>
                  <a:lnTo>
                    <a:pt x="2583065" y="858748"/>
                  </a:lnTo>
                  <a:lnTo>
                    <a:pt x="361149" y="858748"/>
                  </a:lnTo>
                  <a:lnTo>
                    <a:pt x="218478" y="1055293"/>
                  </a:lnTo>
                  <a:lnTo>
                    <a:pt x="84721" y="1585506"/>
                  </a:lnTo>
                  <a:lnTo>
                    <a:pt x="1161478" y="1585506"/>
                  </a:lnTo>
                  <a:lnTo>
                    <a:pt x="778027" y="2084870"/>
                  </a:lnTo>
                  <a:lnTo>
                    <a:pt x="0" y="2084870"/>
                  </a:lnTo>
                  <a:lnTo>
                    <a:pt x="0" y="2130196"/>
                  </a:lnTo>
                  <a:lnTo>
                    <a:pt x="798093" y="2130196"/>
                  </a:lnTo>
                  <a:lnTo>
                    <a:pt x="1177074" y="1634553"/>
                  </a:lnTo>
                  <a:lnTo>
                    <a:pt x="4159885" y="1634553"/>
                  </a:lnTo>
                  <a:lnTo>
                    <a:pt x="4338231" y="1768309"/>
                  </a:lnTo>
                  <a:lnTo>
                    <a:pt x="4338231" y="465277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0977049" y="6803378"/>
              <a:ext cx="3538854" cy="1579245"/>
            </a:xfrm>
            <a:custGeom>
              <a:avLst/>
              <a:gdLst/>
              <a:ahLst/>
              <a:cxnLst/>
              <a:rect l="l" t="t" r="r" b="b"/>
              <a:pathLst>
                <a:path w="3538855" h="1579245">
                  <a:moveTo>
                    <a:pt x="3538740" y="0"/>
                  </a:moveTo>
                  <a:lnTo>
                    <a:pt x="1004901" y="0"/>
                  </a:lnTo>
                  <a:lnTo>
                    <a:pt x="0" y="1578140"/>
                  </a:lnTo>
                  <a:lnTo>
                    <a:pt x="2539891" y="1579103"/>
                  </a:lnTo>
                  <a:lnTo>
                    <a:pt x="3538740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421800" y="6779940"/>
              <a:ext cx="3105150" cy="1605280"/>
            </a:xfrm>
            <a:custGeom>
              <a:avLst/>
              <a:gdLst/>
              <a:ahLst/>
              <a:cxnLst/>
              <a:rect l="l" t="t" r="r" b="b"/>
              <a:pathLst>
                <a:path w="3105150" h="1605279">
                  <a:moveTo>
                    <a:pt x="3105057" y="0"/>
                  </a:moveTo>
                  <a:lnTo>
                    <a:pt x="1868341" y="1417464"/>
                  </a:lnTo>
                  <a:lnTo>
                    <a:pt x="0" y="1605102"/>
                  </a:lnTo>
                  <a:lnTo>
                    <a:pt x="2094438" y="1605102"/>
                  </a:lnTo>
                  <a:lnTo>
                    <a:pt x="3105057" y="0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662273" y="5699466"/>
              <a:ext cx="1001394" cy="74930"/>
            </a:xfrm>
            <a:custGeom>
              <a:avLst/>
              <a:gdLst/>
              <a:ahLst/>
              <a:cxnLst/>
              <a:rect l="l" t="t" r="r" b="b"/>
              <a:pathLst>
                <a:path w="1001394" h="74929">
                  <a:moveTo>
                    <a:pt x="963803" y="0"/>
                  </a:moveTo>
                  <a:lnTo>
                    <a:pt x="37150" y="0"/>
                  </a:lnTo>
                  <a:lnTo>
                    <a:pt x="22687" y="2920"/>
                  </a:lnTo>
                  <a:lnTo>
                    <a:pt x="10879" y="10884"/>
                  </a:lnTo>
                  <a:lnTo>
                    <a:pt x="2918" y="22696"/>
                  </a:lnTo>
                  <a:lnTo>
                    <a:pt x="0" y="37161"/>
                  </a:lnTo>
                  <a:lnTo>
                    <a:pt x="2918" y="51619"/>
                  </a:lnTo>
                  <a:lnTo>
                    <a:pt x="10879" y="63428"/>
                  </a:lnTo>
                  <a:lnTo>
                    <a:pt x="22687" y="71391"/>
                  </a:lnTo>
                  <a:lnTo>
                    <a:pt x="37150" y="74311"/>
                  </a:lnTo>
                  <a:lnTo>
                    <a:pt x="963803" y="74311"/>
                  </a:lnTo>
                  <a:lnTo>
                    <a:pt x="978266" y="71391"/>
                  </a:lnTo>
                  <a:lnTo>
                    <a:pt x="990074" y="63428"/>
                  </a:lnTo>
                  <a:lnTo>
                    <a:pt x="998035" y="51619"/>
                  </a:lnTo>
                  <a:lnTo>
                    <a:pt x="1000953" y="37161"/>
                  </a:lnTo>
                  <a:lnTo>
                    <a:pt x="998035" y="22696"/>
                  </a:lnTo>
                  <a:lnTo>
                    <a:pt x="990074" y="10884"/>
                  </a:lnTo>
                  <a:lnTo>
                    <a:pt x="978266" y="2920"/>
                  </a:lnTo>
                  <a:lnTo>
                    <a:pt x="963803" y="0"/>
                  </a:lnTo>
                  <a:close/>
                </a:path>
              </a:pathLst>
            </a:custGeom>
            <a:solidFill>
              <a:srgbClr val="F3CA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6529474" y="5699466"/>
              <a:ext cx="1022985" cy="74930"/>
            </a:xfrm>
            <a:custGeom>
              <a:avLst/>
              <a:gdLst/>
              <a:ahLst/>
              <a:cxnLst/>
              <a:rect l="l" t="t" r="r" b="b"/>
              <a:pathLst>
                <a:path w="1022984" h="74929">
                  <a:moveTo>
                    <a:pt x="985352" y="0"/>
                  </a:moveTo>
                  <a:lnTo>
                    <a:pt x="37150" y="0"/>
                  </a:lnTo>
                  <a:lnTo>
                    <a:pt x="22687" y="2920"/>
                  </a:lnTo>
                  <a:lnTo>
                    <a:pt x="10879" y="10884"/>
                  </a:lnTo>
                  <a:lnTo>
                    <a:pt x="2918" y="22696"/>
                  </a:lnTo>
                  <a:lnTo>
                    <a:pt x="0" y="37161"/>
                  </a:lnTo>
                  <a:lnTo>
                    <a:pt x="2918" y="51619"/>
                  </a:lnTo>
                  <a:lnTo>
                    <a:pt x="10879" y="63428"/>
                  </a:lnTo>
                  <a:lnTo>
                    <a:pt x="22687" y="71391"/>
                  </a:lnTo>
                  <a:lnTo>
                    <a:pt x="37150" y="74311"/>
                  </a:lnTo>
                  <a:lnTo>
                    <a:pt x="985352" y="74311"/>
                  </a:lnTo>
                  <a:lnTo>
                    <a:pt x="999815" y="71391"/>
                  </a:lnTo>
                  <a:lnTo>
                    <a:pt x="1011623" y="63428"/>
                  </a:lnTo>
                  <a:lnTo>
                    <a:pt x="1019584" y="51619"/>
                  </a:lnTo>
                  <a:lnTo>
                    <a:pt x="1022502" y="37161"/>
                  </a:lnTo>
                  <a:lnTo>
                    <a:pt x="1019584" y="22696"/>
                  </a:lnTo>
                  <a:lnTo>
                    <a:pt x="1011623" y="10884"/>
                  </a:lnTo>
                  <a:lnTo>
                    <a:pt x="999815" y="2920"/>
                  </a:lnTo>
                  <a:lnTo>
                    <a:pt x="985352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7709518" y="5748515"/>
              <a:ext cx="196215" cy="1127125"/>
            </a:xfrm>
            <a:custGeom>
              <a:avLst/>
              <a:gdLst/>
              <a:ahLst/>
              <a:cxnLst/>
              <a:rect l="l" t="t" r="r" b="b"/>
              <a:pathLst>
                <a:path w="196215" h="1127125">
                  <a:moveTo>
                    <a:pt x="98091" y="0"/>
                  </a:moveTo>
                  <a:lnTo>
                    <a:pt x="59908" y="7708"/>
                  </a:lnTo>
                  <a:lnTo>
                    <a:pt x="28729" y="28729"/>
                  </a:lnTo>
                  <a:lnTo>
                    <a:pt x="7708" y="59908"/>
                  </a:lnTo>
                  <a:lnTo>
                    <a:pt x="0" y="98091"/>
                  </a:lnTo>
                  <a:lnTo>
                    <a:pt x="0" y="1028450"/>
                  </a:lnTo>
                  <a:lnTo>
                    <a:pt x="7708" y="1066632"/>
                  </a:lnTo>
                  <a:lnTo>
                    <a:pt x="28729" y="1097812"/>
                  </a:lnTo>
                  <a:lnTo>
                    <a:pt x="59908" y="1118833"/>
                  </a:lnTo>
                  <a:lnTo>
                    <a:pt x="98091" y="1126541"/>
                  </a:lnTo>
                  <a:lnTo>
                    <a:pt x="136273" y="1118833"/>
                  </a:lnTo>
                  <a:lnTo>
                    <a:pt x="167453" y="1097812"/>
                  </a:lnTo>
                  <a:lnTo>
                    <a:pt x="188474" y="1066632"/>
                  </a:lnTo>
                  <a:lnTo>
                    <a:pt x="196182" y="1028450"/>
                  </a:lnTo>
                  <a:lnTo>
                    <a:pt x="196182" y="98091"/>
                  </a:lnTo>
                  <a:lnTo>
                    <a:pt x="188474" y="59908"/>
                  </a:lnTo>
                  <a:lnTo>
                    <a:pt x="167453" y="28729"/>
                  </a:lnTo>
                  <a:lnTo>
                    <a:pt x="136273" y="7708"/>
                  </a:lnTo>
                  <a:lnTo>
                    <a:pt x="98091" y="0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164124" y="7292528"/>
              <a:ext cx="3415029" cy="67310"/>
            </a:xfrm>
            <a:custGeom>
              <a:avLst/>
              <a:gdLst/>
              <a:ahLst/>
              <a:cxnLst/>
              <a:rect l="l" t="t" r="r" b="b"/>
              <a:pathLst>
                <a:path w="3415030" h="67309">
                  <a:moveTo>
                    <a:pt x="39579" y="0"/>
                  </a:moveTo>
                  <a:lnTo>
                    <a:pt x="0" y="62574"/>
                  </a:lnTo>
                  <a:lnTo>
                    <a:pt x="3414608" y="67034"/>
                  </a:lnTo>
                  <a:lnTo>
                    <a:pt x="39579" y="0"/>
                  </a:lnTo>
                  <a:close/>
                </a:path>
              </a:pathLst>
            </a:custGeom>
            <a:solidFill>
              <a:srgbClr val="F3CA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998025" y="2005945"/>
              <a:ext cx="6777355" cy="6883400"/>
            </a:xfrm>
            <a:custGeom>
              <a:avLst/>
              <a:gdLst/>
              <a:ahLst/>
              <a:cxnLst/>
              <a:rect l="l" t="t" r="r" b="b"/>
              <a:pathLst>
                <a:path w="6777355" h="6883400">
                  <a:moveTo>
                    <a:pt x="3371888" y="1414640"/>
                  </a:moveTo>
                  <a:lnTo>
                    <a:pt x="3367494" y="1393024"/>
                  </a:lnTo>
                  <a:lnTo>
                    <a:pt x="3355530" y="1375321"/>
                  </a:lnTo>
                  <a:lnTo>
                    <a:pt x="3337826" y="1363357"/>
                  </a:lnTo>
                  <a:lnTo>
                    <a:pt x="3316198" y="1358963"/>
                  </a:lnTo>
                  <a:lnTo>
                    <a:pt x="3264458" y="1358963"/>
                  </a:lnTo>
                  <a:lnTo>
                    <a:pt x="3263785" y="1319720"/>
                  </a:lnTo>
                  <a:lnTo>
                    <a:pt x="3256648" y="901128"/>
                  </a:lnTo>
                  <a:lnTo>
                    <a:pt x="3253168" y="696963"/>
                  </a:lnTo>
                  <a:lnTo>
                    <a:pt x="3252901" y="681405"/>
                  </a:lnTo>
                  <a:lnTo>
                    <a:pt x="3231972" y="675106"/>
                  </a:lnTo>
                  <a:lnTo>
                    <a:pt x="3231972" y="1319720"/>
                  </a:lnTo>
                  <a:lnTo>
                    <a:pt x="2842768" y="901128"/>
                  </a:lnTo>
                  <a:lnTo>
                    <a:pt x="3222587" y="908240"/>
                  </a:lnTo>
                  <a:lnTo>
                    <a:pt x="3231972" y="1319720"/>
                  </a:lnTo>
                  <a:lnTo>
                    <a:pt x="3231972" y="675106"/>
                  </a:lnTo>
                  <a:lnTo>
                    <a:pt x="3191916" y="663041"/>
                  </a:lnTo>
                  <a:lnTo>
                    <a:pt x="3191916" y="696963"/>
                  </a:lnTo>
                  <a:lnTo>
                    <a:pt x="583819" y="696963"/>
                  </a:lnTo>
                  <a:lnTo>
                    <a:pt x="577227" y="678637"/>
                  </a:lnTo>
                  <a:lnTo>
                    <a:pt x="565023" y="663917"/>
                  </a:lnTo>
                  <a:lnTo>
                    <a:pt x="548513" y="654126"/>
                  </a:lnTo>
                  <a:lnTo>
                    <a:pt x="528980" y="650557"/>
                  </a:lnTo>
                  <a:lnTo>
                    <a:pt x="84721" y="650557"/>
                  </a:lnTo>
                  <a:lnTo>
                    <a:pt x="996264" y="35547"/>
                  </a:lnTo>
                  <a:lnTo>
                    <a:pt x="3191916" y="696963"/>
                  </a:lnTo>
                  <a:lnTo>
                    <a:pt x="3191916" y="663041"/>
                  </a:lnTo>
                  <a:lnTo>
                    <a:pt x="1108887" y="35547"/>
                  </a:lnTo>
                  <a:lnTo>
                    <a:pt x="990879" y="0"/>
                  </a:lnTo>
                  <a:lnTo>
                    <a:pt x="20231" y="663384"/>
                  </a:lnTo>
                  <a:lnTo>
                    <a:pt x="23152" y="662330"/>
                  </a:lnTo>
                  <a:lnTo>
                    <a:pt x="16357" y="666915"/>
                  </a:lnTo>
                  <a:lnTo>
                    <a:pt x="4394" y="684618"/>
                  </a:lnTo>
                  <a:lnTo>
                    <a:pt x="0" y="706234"/>
                  </a:lnTo>
                  <a:lnTo>
                    <a:pt x="0" y="1031049"/>
                  </a:lnTo>
                  <a:lnTo>
                    <a:pt x="4394" y="1052677"/>
                  </a:lnTo>
                  <a:lnTo>
                    <a:pt x="16357" y="1070381"/>
                  </a:lnTo>
                  <a:lnTo>
                    <a:pt x="34061" y="1082344"/>
                  </a:lnTo>
                  <a:lnTo>
                    <a:pt x="55676" y="1086739"/>
                  </a:lnTo>
                  <a:lnTo>
                    <a:pt x="528980" y="1086739"/>
                  </a:lnTo>
                  <a:lnTo>
                    <a:pt x="550608" y="1082344"/>
                  </a:lnTo>
                  <a:lnTo>
                    <a:pt x="568312" y="1070381"/>
                  </a:lnTo>
                  <a:lnTo>
                    <a:pt x="580275" y="1052677"/>
                  </a:lnTo>
                  <a:lnTo>
                    <a:pt x="584669" y="1031049"/>
                  </a:lnTo>
                  <a:lnTo>
                    <a:pt x="584669" y="901128"/>
                  </a:lnTo>
                  <a:lnTo>
                    <a:pt x="900201" y="901128"/>
                  </a:lnTo>
                  <a:lnTo>
                    <a:pt x="900201" y="6877710"/>
                  </a:lnTo>
                  <a:lnTo>
                    <a:pt x="1271409" y="6877710"/>
                  </a:lnTo>
                  <a:lnTo>
                    <a:pt x="1271409" y="901128"/>
                  </a:lnTo>
                  <a:lnTo>
                    <a:pt x="2798419" y="901128"/>
                  </a:lnTo>
                  <a:lnTo>
                    <a:pt x="3224111" y="1358963"/>
                  </a:lnTo>
                  <a:lnTo>
                    <a:pt x="3136785" y="1358963"/>
                  </a:lnTo>
                  <a:lnTo>
                    <a:pt x="3115157" y="1363357"/>
                  </a:lnTo>
                  <a:lnTo>
                    <a:pt x="3097453" y="1375321"/>
                  </a:lnTo>
                  <a:lnTo>
                    <a:pt x="3085490" y="1393024"/>
                  </a:lnTo>
                  <a:lnTo>
                    <a:pt x="3081096" y="1414640"/>
                  </a:lnTo>
                  <a:lnTo>
                    <a:pt x="3081096" y="1470329"/>
                  </a:lnTo>
                  <a:lnTo>
                    <a:pt x="3085490" y="1491945"/>
                  </a:lnTo>
                  <a:lnTo>
                    <a:pt x="3097453" y="1509661"/>
                  </a:lnTo>
                  <a:lnTo>
                    <a:pt x="3115157" y="1521625"/>
                  </a:lnTo>
                  <a:lnTo>
                    <a:pt x="3136785" y="1526019"/>
                  </a:lnTo>
                  <a:lnTo>
                    <a:pt x="3316198" y="1526019"/>
                  </a:lnTo>
                  <a:lnTo>
                    <a:pt x="3337826" y="1521625"/>
                  </a:lnTo>
                  <a:lnTo>
                    <a:pt x="3355530" y="1509661"/>
                  </a:lnTo>
                  <a:lnTo>
                    <a:pt x="3367494" y="1491945"/>
                  </a:lnTo>
                  <a:lnTo>
                    <a:pt x="3371888" y="1470329"/>
                  </a:lnTo>
                  <a:lnTo>
                    <a:pt x="3371888" y="1414640"/>
                  </a:lnTo>
                  <a:close/>
                </a:path>
                <a:path w="6777355" h="6883400">
                  <a:moveTo>
                    <a:pt x="6777114" y="216966"/>
                  </a:moveTo>
                  <a:lnTo>
                    <a:pt x="4634877" y="216966"/>
                  </a:lnTo>
                  <a:lnTo>
                    <a:pt x="4634877" y="6883209"/>
                  </a:lnTo>
                  <a:lnTo>
                    <a:pt x="6777114" y="6883209"/>
                  </a:lnTo>
                  <a:lnTo>
                    <a:pt x="6777114" y="216966"/>
                  </a:lnTo>
                  <a:close/>
                </a:path>
              </a:pathLst>
            </a:custGeom>
            <a:solidFill>
              <a:srgbClr val="DFF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632903" y="3142722"/>
              <a:ext cx="1550670" cy="4530725"/>
            </a:xfrm>
            <a:custGeom>
              <a:avLst/>
              <a:gdLst/>
              <a:ahLst/>
              <a:cxnLst/>
              <a:rect l="l" t="t" r="r" b="b"/>
              <a:pathLst>
                <a:path w="1550670" h="4530725">
                  <a:moveTo>
                    <a:pt x="1550543" y="3553536"/>
                  </a:moveTo>
                  <a:lnTo>
                    <a:pt x="0" y="3553536"/>
                  </a:lnTo>
                  <a:lnTo>
                    <a:pt x="0" y="4530153"/>
                  </a:lnTo>
                  <a:lnTo>
                    <a:pt x="1550543" y="4530153"/>
                  </a:lnTo>
                  <a:lnTo>
                    <a:pt x="1550543" y="3553536"/>
                  </a:lnTo>
                  <a:close/>
                </a:path>
                <a:path w="1550670" h="4530725">
                  <a:moveTo>
                    <a:pt x="1550543" y="1788299"/>
                  </a:moveTo>
                  <a:lnTo>
                    <a:pt x="0" y="1788299"/>
                  </a:lnTo>
                  <a:lnTo>
                    <a:pt x="0" y="2764917"/>
                  </a:lnTo>
                  <a:lnTo>
                    <a:pt x="1550543" y="2764917"/>
                  </a:lnTo>
                  <a:lnTo>
                    <a:pt x="1550543" y="1788299"/>
                  </a:lnTo>
                  <a:close/>
                </a:path>
                <a:path w="1550670" h="4530725">
                  <a:moveTo>
                    <a:pt x="1550543" y="0"/>
                  </a:moveTo>
                  <a:lnTo>
                    <a:pt x="0" y="0"/>
                  </a:lnTo>
                  <a:lnTo>
                    <a:pt x="0" y="976617"/>
                  </a:lnTo>
                  <a:lnTo>
                    <a:pt x="1550543" y="976617"/>
                  </a:lnTo>
                  <a:lnTo>
                    <a:pt x="1550543" y="0"/>
                  </a:lnTo>
                  <a:close/>
                </a:path>
              </a:pathLst>
            </a:custGeom>
            <a:solidFill>
              <a:srgbClr val="CAE7E4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183459" y="2223394"/>
              <a:ext cx="3262629" cy="6670040"/>
            </a:xfrm>
            <a:custGeom>
              <a:avLst/>
              <a:gdLst/>
              <a:ahLst/>
              <a:cxnLst/>
              <a:rect l="l" t="t" r="r" b="b"/>
              <a:pathLst>
                <a:path w="3262629" h="6670040">
                  <a:moveTo>
                    <a:pt x="3262249" y="5443220"/>
                  </a:moveTo>
                  <a:lnTo>
                    <a:pt x="2973146" y="5443220"/>
                  </a:lnTo>
                  <a:lnTo>
                    <a:pt x="2973146" y="4540250"/>
                  </a:lnTo>
                  <a:lnTo>
                    <a:pt x="591680" y="4540250"/>
                  </a:lnTo>
                  <a:lnTo>
                    <a:pt x="591680" y="0"/>
                  </a:lnTo>
                  <a:lnTo>
                    <a:pt x="0" y="0"/>
                  </a:lnTo>
                  <a:lnTo>
                    <a:pt x="0" y="4540250"/>
                  </a:lnTo>
                  <a:lnTo>
                    <a:pt x="0" y="5443220"/>
                  </a:lnTo>
                  <a:lnTo>
                    <a:pt x="0" y="6666230"/>
                  </a:lnTo>
                  <a:lnTo>
                    <a:pt x="0" y="6670040"/>
                  </a:lnTo>
                  <a:lnTo>
                    <a:pt x="591680" y="6670040"/>
                  </a:lnTo>
                  <a:lnTo>
                    <a:pt x="591680" y="6666230"/>
                  </a:lnTo>
                  <a:lnTo>
                    <a:pt x="3262249" y="6666230"/>
                  </a:lnTo>
                  <a:lnTo>
                    <a:pt x="3262249" y="544322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038875" y="6734066"/>
              <a:ext cx="935990" cy="2120900"/>
            </a:xfrm>
            <a:custGeom>
              <a:avLst/>
              <a:gdLst/>
              <a:ahLst/>
              <a:cxnLst/>
              <a:rect l="l" t="t" r="r" b="b"/>
              <a:pathLst>
                <a:path w="935990" h="2120900">
                  <a:moveTo>
                    <a:pt x="935494" y="0"/>
                  </a:moveTo>
                  <a:lnTo>
                    <a:pt x="791565" y="0"/>
                  </a:lnTo>
                  <a:lnTo>
                    <a:pt x="791565" y="38100"/>
                  </a:lnTo>
                  <a:lnTo>
                    <a:pt x="791565" y="152400"/>
                  </a:lnTo>
                  <a:lnTo>
                    <a:pt x="791565" y="2095500"/>
                  </a:lnTo>
                  <a:lnTo>
                    <a:pt x="626465" y="2095500"/>
                  </a:lnTo>
                  <a:lnTo>
                    <a:pt x="626465" y="1981200"/>
                  </a:lnTo>
                  <a:lnTo>
                    <a:pt x="791565" y="1981200"/>
                  </a:lnTo>
                  <a:lnTo>
                    <a:pt x="791565" y="1943100"/>
                  </a:lnTo>
                  <a:lnTo>
                    <a:pt x="626465" y="1943100"/>
                  </a:lnTo>
                  <a:lnTo>
                    <a:pt x="626465" y="1828800"/>
                  </a:lnTo>
                  <a:lnTo>
                    <a:pt x="791565" y="1828800"/>
                  </a:lnTo>
                  <a:lnTo>
                    <a:pt x="791565" y="1790700"/>
                  </a:lnTo>
                  <a:lnTo>
                    <a:pt x="626465" y="1790700"/>
                  </a:lnTo>
                  <a:lnTo>
                    <a:pt x="626465" y="1689100"/>
                  </a:lnTo>
                  <a:lnTo>
                    <a:pt x="791565" y="1689100"/>
                  </a:lnTo>
                  <a:lnTo>
                    <a:pt x="791565" y="1663700"/>
                  </a:lnTo>
                  <a:lnTo>
                    <a:pt x="626465" y="1663700"/>
                  </a:lnTo>
                  <a:lnTo>
                    <a:pt x="626465" y="1536700"/>
                  </a:lnTo>
                  <a:lnTo>
                    <a:pt x="791565" y="1536700"/>
                  </a:lnTo>
                  <a:lnTo>
                    <a:pt x="791565" y="1511300"/>
                  </a:lnTo>
                  <a:lnTo>
                    <a:pt x="626465" y="1511300"/>
                  </a:lnTo>
                  <a:lnTo>
                    <a:pt x="626465" y="1397000"/>
                  </a:lnTo>
                  <a:lnTo>
                    <a:pt x="791565" y="1397000"/>
                  </a:lnTo>
                  <a:lnTo>
                    <a:pt x="791565" y="1358900"/>
                  </a:lnTo>
                  <a:lnTo>
                    <a:pt x="626465" y="1358900"/>
                  </a:lnTo>
                  <a:lnTo>
                    <a:pt x="626465" y="1244600"/>
                  </a:lnTo>
                  <a:lnTo>
                    <a:pt x="791565" y="1244600"/>
                  </a:lnTo>
                  <a:lnTo>
                    <a:pt x="791565" y="1206500"/>
                  </a:lnTo>
                  <a:lnTo>
                    <a:pt x="626465" y="1206500"/>
                  </a:lnTo>
                  <a:lnTo>
                    <a:pt x="626465" y="1092200"/>
                  </a:lnTo>
                  <a:lnTo>
                    <a:pt x="791565" y="1092200"/>
                  </a:lnTo>
                  <a:lnTo>
                    <a:pt x="791565" y="1054100"/>
                  </a:lnTo>
                  <a:lnTo>
                    <a:pt x="626465" y="1054100"/>
                  </a:lnTo>
                  <a:lnTo>
                    <a:pt x="626465" y="939800"/>
                  </a:lnTo>
                  <a:lnTo>
                    <a:pt x="791565" y="939800"/>
                  </a:lnTo>
                  <a:lnTo>
                    <a:pt x="791565" y="901700"/>
                  </a:lnTo>
                  <a:lnTo>
                    <a:pt x="626465" y="901700"/>
                  </a:lnTo>
                  <a:lnTo>
                    <a:pt x="626465" y="800100"/>
                  </a:lnTo>
                  <a:lnTo>
                    <a:pt x="791565" y="800100"/>
                  </a:lnTo>
                  <a:lnTo>
                    <a:pt x="791565" y="762000"/>
                  </a:lnTo>
                  <a:lnTo>
                    <a:pt x="626465" y="762000"/>
                  </a:lnTo>
                  <a:lnTo>
                    <a:pt x="626465" y="647700"/>
                  </a:lnTo>
                  <a:lnTo>
                    <a:pt x="791565" y="647700"/>
                  </a:lnTo>
                  <a:lnTo>
                    <a:pt x="791565" y="609600"/>
                  </a:lnTo>
                  <a:lnTo>
                    <a:pt x="626465" y="609600"/>
                  </a:lnTo>
                  <a:lnTo>
                    <a:pt x="626465" y="495300"/>
                  </a:lnTo>
                  <a:lnTo>
                    <a:pt x="791565" y="495300"/>
                  </a:lnTo>
                  <a:lnTo>
                    <a:pt x="791565" y="457200"/>
                  </a:lnTo>
                  <a:lnTo>
                    <a:pt x="626465" y="457200"/>
                  </a:lnTo>
                  <a:lnTo>
                    <a:pt x="626465" y="342900"/>
                  </a:lnTo>
                  <a:lnTo>
                    <a:pt x="791565" y="342900"/>
                  </a:lnTo>
                  <a:lnTo>
                    <a:pt x="791565" y="304800"/>
                  </a:lnTo>
                  <a:lnTo>
                    <a:pt x="626465" y="304800"/>
                  </a:lnTo>
                  <a:lnTo>
                    <a:pt x="626465" y="190500"/>
                  </a:lnTo>
                  <a:lnTo>
                    <a:pt x="791565" y="190500"/>
                  </a:lnTo>
                  <a:lnTo>
                    <a:pt x="791565" y="152400"/>
                  </a:lnTo>
                  <a:lnTo>
                    <a:pt x="626465" y="152400"/>
                  </a:lnTo>
                  <a:lnTo>
                    <a:pt x="626465" y="38100"/>
                  </a:lnTo>
                  <a:lnTo>
                    <a:pt x="791565" y="38100"/>
                  </a:lnTo>
                  <a:lnTo>
                    <a:pt x="791565" y="0"/>
                  </a:lnTo>
                  <a:lnTo>
                    <a:pt x="561289" y="0"/>
                  </a:lnTo>
                  <a:lnTo>
                    <a:pt x="561289" y="38100"/>
                  </a:lnTo>
                  <a:lnTo>
                    <a:pt x="561289" y="152400"/>
                  </a:lnTo>
                  <a:lnTo>
                    <a:pt x="561289" y="2095500"/>
                  </a:lnTo>
                  <a:lnTo>
                    <a:pt x="381800" y="2095500"/>
                  </a:lnTo>
                  <a:lnTo>
                    <a:pt x="381800" y="1981200"/>
                  </a:lnTo>
                  <a:lnTo>
                    <a:pt x="561289" y="1981200"/>
                  </a:lnTo>
                  <a:lnTo>
                    <a:pt x="561289" y="1943100"/>
                  </a:lnTo>
                  <a:lnTo>
                    <a:pt x="381800" y="1943100"/>
                  </a:lnTo>
                  <a:lnTo>
                    <a:pt x="381800" y="1828800"/>
                  </a:lnTo>
                  <a:lnTo>
                    <a:pt x="561289" y="1828800"/>
                  </a:lnTo>
                  <a:lnTo>
                    <a:pt x="561289" y="1790700"/>
                  </a:lnTo>
                  <a:lnTo>
                    <a:pt x="381800" y="1790700"/>
                  </a:lnTo>
                  <a:lnTo>
                    <a:pt x="381800" y="1689100"/>
                  </a:lnTo>
                  <a:lnTo>
                    <a:pt x="561289" y="1689100"/>
                  </a:lnTo>
                  <a:lnTo>
                    <a:pt x="561289" y="1663700"/>
                  </a:lnTo>
                  <a:lnTo>
                    <a:pt x="381800" y="1663700"/>
                  </a:lnTo>
                  <a:lnTo>
                    <a:pt x="381800" y="1536700"/>
                  </a:lnTo>
                  <a:lnTo>
                    <a:pt x="561289" y="1536700"/>
                  </a:lnTo>
                  <a:lnTo>
                    <a:pt x="561289" y="1511300"/>
                  </a:lnTo>
                  <a:lnTo>
                    <a:pt x="381800" y="1511300"/>
                  </a:lnTo>
                  <a:lnTo>
                    <a:pt x="381800" y="1397000"/>
                  </a:lnTo>
                  <a:lnTo>
                    <a:pt x="561289" y="1397000"/>
                  </a:lnTo>
                  <a:lnTo>
                    <a:pt x="561289" y="1358900"/>
                  </a:lnTo>
                  <a:lnTo>
                    <a:pt x="381800" y="1358900"/>
                  </a:lnTo>
                  <a:lnTo>
                    <a:pt x="381800" y="1244600"/>
                  </a:lnTo>
                  <a:lnTo>
                    <a:pt x="561289" y="1244600"/>
                  </a:lnTo>
                  <a:lnTo>
                    <a:pt x="561289" y="1206500"/>
                  </a:lnTo>
                  <a:lnTo>
                    <a:pt x="381800" y="1206500"/>
                  </a:lnTo>
                  <a:lnTo>
                    <a:pt x="381800" y="1092200"/>
                  </a:lnTo>
                  <a:lnTo>
                    <a:pt x="561289" y="1092200"/>
                  </a:lnTo>
                  <a:lnTo>
                    <a:pt x="561289" y="1054100"/>
                  </a:lnTo>
                  <a:lnTo>
                    <a:pt x="381800" y="1054100"/>
                  </a:lnTo>
                  <a:lnTo>
                    <a:pt x="381800" y="939800"/>
                  </a:lnTo>
                  <a:lnTo>
                    <a:pt x="561289" y="939800"/>
                  </a:lnTo>
                  <a:lnTo>
                    <a:pt x="561289" y="901700"/>
                  </a:lnTo>
                  <a:lnTo>
                    <a:pt x="381800" y="901700"/>
                  </a:lnTo>
                  <a:lnTo>
                    <a:pt x="381800" y="800100"/>
                  </a:lnTo>
                  <a:lnTo>
                    <a:pt x="561289" y="800100"/>
                  </a:lnTo>
                  <a:lnTo>
                    <a:pt x="561289" y="762000"/>
                  </a:lnTo>
                  <a:lnTo>
                    <a:pt x="381800" y="762000"/>
                  </a:lnTo>
                  <a:lnTo>
                    <a:pt x="381800" y="647700"/>
                  </a:lnTo>
                  <a:lnTo>
                    <a:pt x="561289" y="647700"/>
                  </a:lnTo>
                  <a:lnTo>
                    <a:pt x="561289" y="609600"/>
                  </a:lnTo>
                  <a:lnTo>
                    <a:pt x="381800" y="609600"/>
                  </a:lnTo>
                  <a:lnTo>
                    <a:pt x="381800" y="495300"/>
                  </a:lnTo>
                  <a:lnTo>
                    <a:pt x="561289" y="495300"/>
                  </a:lnTo>
                  <a:lnTo>
                    <a:pt x="561289" y="457200"/>
                  </a:lnTo>
                  <a:lnTo>
                    <a:pt x="381800" y="457200"/>
                  </a:lnTo>
                  <a:lnTo>
                    <a:pt x="381800" y="342900"/>
                  </a:lnTo>
                  <a:lnTo>
                    <a:pt x="561289" y="342900"/>
                  </a:lnTo>
                  <a:lnTo>
                    <a:pt x="561289" y="304800"/>
                  </a:lnTo>
                  <a:lnTo>
                    <a:pt x="381800" y="304800"/>
                  </a:lnTo>
                  <a:lnTo>
                    <a:pt x="381800" y="190500"/>
                  </a:lnTo>
                  <a:lnTo>
                    <a:pt x="561289" y="190500"/>
                  </a:lnTo>
                  <a:lnTo>
                    <a:pt x="561289" y="152400"/>
                  </a:lnTo>
                  <a:lnTo>
                    <a:pt x="381800" y="152400"/>
                  </a:lnTo>
                  <a:lnTo>
                    <a:pt x="381800" y="38100"/>
                  </a:lnTo>
                  <a:lnTo>
                    <a:pt x="561289" y="38100"/>
                  </a:lnTo>
                  <a:lnTo>
                    <a:pt x="561289" y="0"/>
                  </a:lnTo>
                  <a:lnTo>
                    <a:pt x="316636" y="0"/>
                  </a:lnTo>
                  <a:lnTo>
                    <a:pt x="316636" y="38100"/>
                  </a:lnTo>
                  <a:lnTo>
                    <a:pt x="316636" y="152400"/>
                  </a:lnTo>
                  <a:lnTo>
                    <a:pt x="316636" y="2095500"/>
                  </a:lnTo>
                  <a:lnTo>
                    <a:pt x="151536" y="2095500"/>
                  </a:lnTo>
                  <a:lnTo>
                    <a:pt x="151536" y="1981200"/>
                  </a:lnTo>
                  <a:lnTo>
                    <a:pt x="316636" y="1981200"/>
                  </a:lnTo>
                  <a:lnTo>
                    <a:pt x="316636" y="1943100"/>
                  </a:lnTo>
                  <a:lnTo>
                    <a:pt x="151536" y="1943100"/>
                  </a:lnTo>
                  <a:lnTo>
                    <a:pt x="151536" y="1828800"/>
                  </a:lnTo>
                  <a:lnTo>
                    <a:pt x="316636" y="1828800"/>
                  </a:lnTo>
                  <a:lnTo>
                    <a:pt x="316636" y="1790700"/>
                  </a:lnTo>
                  <a:lnTo>
                    <a:pt x="151536" y="1790700"/>
                  </a:lnTo>
                  <a:lnTo>
                    <a:pt x="151536" y="1689100"/>
                  </a:lnTo>
                  <a:lnTo>
                    <a:pt x="316636" y="1689100"/>
                  </a:lnTo>
                  <a:lnTo>
                    <a:pt x="316636" y="1663700"/>
                  </a:lnTo>
                  <a:lnTo>
                    <a:pt x="151536" y="1663700"/>
                  </a:lnTo>
                  <a:lnTo>
                    <a:pt x="151536" y="1536700"/>
                  </a:lnTo>
                  <a:lnTo>
                    <a:pt x="316636" y="1536700"/>
                  </a:lnTo>
                  <a:lnTo>
                    <a:pt x="316636" y="1511300"/>
                  </a:lnTo>
                  <a:lnTo>
                    <a:pt x="151536" y="1511300"/>
                  </a:lnTo>
                  <a:lnTo>
                    <a:pt x="151536" y="1397000"/>
                  </a:lnTo>
                  <a:lnTo>
                    <a:pt x="316636" y="1397000"/>
                  </a:lnTo>
                  <a:lnTo>
                    <a:pt x="316636" y="1358900"/>
                  </a:lnTo>
                  <a:lnTo>
                    <a:pt x="151536" y="1358900"/>
                  </a:lnTo>
                  <a:lnTo>
                    <a:pt x="151536" y="1244600"/>
                  </a:lnTo>
                  <a:lnTo>
                    <a:pt x="316636" y="1244600"/>
                  </a:lnTo>
                  <a:lnTo>
                    <a:pt x="316636" y="1206500"/>
                  </a:lnTo>
                  <a:lnTo>
                    <a:pt x="151536" y="1206500"/>
                  </a:lnTo>
                  <a:lnTo>
                    <a:pt x="151536" y="1092200"/>
                  </a:lnTo>
                  <a:lnTo>
                    <a:pt x="316636" y="1092200"/>
                  </a:lnTo>
                  <a:lnTo>
                    <a:pt x="316636" y="1054100"/>
                  </a:lnTo>
                  <a:lnTo>
                    <a:pt x="151536" y="1054100"/>
                  </a:lnTo>
                  <a:lnTo>
                    <a:pt x="151536" y="939800"/>
                  </a:lnTo>
                  <a:lnTo>
                    <a:pt x="316636" y="939800"/>
                  </a:lnTo>
                  <a:lnTo>
                    <a:pt x="316636" y="901700"/>
                  </a:lnTo>
                  <a:lnTo>
                    <a:pt x="151536" y="901700"/>
                  </a:lnTo>
                  <a:lnTo>
                    <a:pt x="151536" y="800100"/>
                  </a:lnTo>
                  <a:lnTo>
                    <a:pt x="316636" y="800100"/>
                  </a:lnTo>
                  <a:lnTo>
                    <a:pt x="316636" y="762000"/>
                  </a:lnTo>
                  <a:lnTo>
                    <a:pt x="151536" y="762000"/>
                  </a:lnTo>
                  <a:lnTo>
                    <a:pt x="151536" y="647700"/>
                  </a:lnTo>
                  <a:lnTo>
                    <a:pt x="316636" y="647700"/>
                  </a:lnTo>
                  <a:lnTo>
                    <a:pt x="316636" y="609600"/>
                  </a:lnTo>
                  <a:lnTo>
                    <a:pt x="151536" y="609600"/>
                  </a:lnTo>
                  <a:lnTo>
                    <a:pt x="151536" y="495300"/>
                  </a:lnTo>
                  <a:lnTo>
                    <a:pt x="316636" y="495300"/>
                  </a:lnTo>
                  <a:lnTo>
                    <a:pt x="316636" y="457200"/>
                  </a:lnTo>
                  <a:lnTo>
                    <a:pt x="151536" y="457200"/>
                  </a:lnTo>
                  <a:lnTo>
                    <a:pt x="151536" y="342900"/>
                  </a:lnTo>
                  <a:lnTo>
                    <a:pt x="316636" y="342900"/>
                  </a:lnTo>
                  <a:lnTo>
                    <a:pt x="316636" y="304800"/>
                  </a:lnTo>
                  <a:lnTo>
                    <a:pt x="151536" y="304800"/>
                  </a:lnTo>
                  <a:lnTo>
                    <a:pt x="151536" y="190500"/>
                  </a:lnTo>
                  <a:lnTo>
                    <a:pt x="316636" y="190500"/>
                  </a:lnTo>
                  <a:lnTo>
                    <a:pt x="316636" y="152400"/>
                  </a:lnTo>
                  <a:lnTo>
                    <a:pt x="151536" y="152400"/>
                  </a:lnTo>
                  <a:lnTo>
                    <a:pt x="151536" y="38100"/>
                  </a:lnTo>
                  <a:lnTo>
                    <a:pt x="316636" y="38100"/>
                  </a:lnTo>
                  <a:lnTo>
                    <a:pt x="316636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86360" y="38100"/>
                  </a:lnTo>
                  <a:lnTo>
                    <a:pt x="86360" y="152400"/>
                  </a:lnTo>
                  <a:lnTo>
                    <a:pt x="0" y="152400"/>
                  </a:lnTo>
                  <a:lnTo>
                    <a:pt x="0" y="190500"/>
                  </a:lnTo>
                  <a:lnTo>
                    <a:pt x="86360" y="190500"/>
                  </a:lnTo>
                  <a:lnTo>
                    <a:pt x="86360" y="304800"/>
                  </a:lnTo>
                  <a:lnTo>
                    <a:pt x="0" y="304800"/>
                  </a:lnTo>
                  <a:lnTo>
                    <a:pt x="0" y="342900"/>
                  </a:lnTo>
                  <a:lnTo>
                    <a:pt x="86360" y="342900"/>
                  </a:lnTo>
                  <a:lnTo>
                    <a:pt x="86360" y="457200"/>
                  </a:lnTo>
                  <a:lnTo>
                    <a:pt x="0" y="457200"/>
                  </a:lnTo>
                  <a:lnTo>
                    <a:pt x="0" y="495300"/>
                  </a:lnTo>
                  <a:lnTo>
                    <a:pt x="86360" y="495300"/>
                  </a:lnTo>
                  <a:lnTo>
                    <a:pt x="86360" y="609600"/>
                  </a:lnTo>
                  <a:lnTo>
                    <a:pt x="0" y="609600"/>
                  </a:lnTo>
                  <a:lnTo>
                    <a:pt x="0" y="647700"/>
                  </a:lnTo>
                  <a:lnTo>
                    <a:pt x="86360" y="647700"/>
                  </a:lnTo>
                  <a:lnTo>
                    <a:pt x="86360" y="762000"/>
                  </a:lnTo>
                  <a:lnTo>
                    <a:pt x="0" y="762000"/>
                  </a:lnTo>
                  <a:lnTo>
                    <a:pt x="0" y="800100"/>
                  </a:lnTo>
                  <a:lnTo>
                    <a:pt x="86360" y="800100"/>
                  </a:lnTo>
                  <a:lnTo>
                    <a:pt x="86360" y="901700"/>
                  </a:lnTo>
                  <a:lnTo>
                    <a:pt x="0" y="901700"/>
                  </a:lnTo>
                  <a:lnTo>
                    <a:pt x="0" y="939800"/>
                  </a:lnTo>
                  <a:lnTo>
                    <a:pt x="86360" y="939800"/>
                  </a:lnTo>
                  <a:lnTo>
                    <a:pt x="86360" y="1054100"/>
                  </a:lnTo>
                  <a:lnTo>
                    <a:pt x="0" y="1054100"/>
                  </a:lnTo>
                  <a:lnTo>
                    <a:pt x="0" y="1092200"/>
                  </a:lnTo>
                  <a:lnTo>
                    <a:pt x="86360" y="1092200"/>
                  </a:lnTo>
                  <a:lnTo>
                    <a:pt x="86360" y="1206500"/>
                  </a:lnTo>
                  <a:lnTo>
                    <a:pt x="0" y="1206500"/>
                  </a:lnTo>
                  <a:lnTo>
                    <a:pt x="0" y="1244600"/>
                  </a:lnTo>
                  <a:lnTo>
                    <a:pt x="86360" y="1244600"/>
                  </a:lnTo>
                  <a:lnTo>
                    <a:pt x="86360" y="1358900"/>
                  </a:lnTo>
                  <a:lnTo>
                    <a:pt x="0" y="1358900"/>
                  </a:lnTo>
                  <a:lnTo>
                    <a:pt x="0" y="1397000"/>
                  </a:lnTo>
                  <a:lnTo>
                    <a:pt x="86360" y="1397000"/>
                  </a:lnTo>
                  <a:lnTo>
                    <a:pt x="86360" y="1511300"/>
                  </a:lnTo>
                  <a:lnTo>
                    <a:pt x="0" y="1511300"/>
                  </a:lnTo>
                  <a:lnTo>
                    <a:pt x="0" y="1536700"/>
                  </a:lnTo>
                  <a:lnTo>
                    <a:pt x="86360" y="1536700"/>
                  </a:lnTo>
                  <a:lnTo>
                    <a:pt x="86360" y="1663700"/>
                  </a:lnTo>
                  <a:lnTo>
                    <a:pt x="0" y="1663700"/>
                  </a:lnTo>
                  <a:lnTo>
                    <a:pt x="0" y="1689100"/>
                  </a:lnTo>
                  <a:lnTo>
                    <a:pt x="86360" y="1689100"/>
                  </a:lnTo>
                  <a:lnTo>
                    <a:pt x="86360" y="1790700"/>
                  </a:lnTo>
                  <a:lnTo>
                    <a:pt x="0" y="1790700"/>
                  </a:lnTo>
                  <a:lnTo>
                    <a:pt x="0" y="1828800"/>
                  </a:lnTo>
                  <a:lnTo>
                    <a:pt x="86360" y="1828800"/>
                  </a:lnTo>
                  <a:lnTo>
                    <a:pt x="86360" y="1943100"/>
                  </a:lnTo>
                  <a:lnTo>
                    <a:pt x="0" y="1943100"/>
                  </a:lnTo>
                  <a:lnTo>
                    <a:pt x="0" y="1981200"/>
                  </a:lnTo>
                  <a:lnTo>
                    <a:pt x="86360" y="1981200"/>
                  </a:lnTo>
                  <a:lnTo>
                    <a:pt x="86360" y="2095500"/>
                  </a:lnTo>
                  <a:lnTo>
                    <a:pt x="0" y="2095500"/>
                  </a:lnTo>
                  <a:lnTo>
                    <a:pt x="0" y="2120900"/>
                  </a:lnTo>
                  <a:lnTo>
                    <a:pt x="935494" y="2120900"/>
                  </a:lnTo>
                  <a:lnTo>
                    <a:pt x="935494" y="2095500"/>
                  </a:lnTo>
                  <a:lnTo>
                    <a:pt x="856742" y="2095500"/>
                  </a:lnTo>
                  <a:lnTo>
                    <a:pt x="856742" y="1981200"/>
                  </a:lnTo>
                  <a:lnTo>
                    <a:pt x="935494" y="1981200"/>
                  </a:lnTo>
                  <a:lnTo>
                    <a:pt x="935494" y="1943100"/>
                  </a:lnTo>
                  <a:lnTo>
                    <a:pt x="856742" y="1943100"/>
                  </a:lnTo>
                  <a:lnTo>
                    <a:pt x="856742" y="1828800"/>
                  </a:lnTo>
                  <a:lnTo>
                    <a:pt x="935494" y="1828800"/>
                  </a:lnTo>
                  <a:lnTo>
                    <a:pt x="935494" y="1790700"/>
                  </a:lnTo>
                  <a:lnTo>
                    <a:pt x="856742" y="1790700"/>
                  </a:lnTo>
                  <a:lnTo>
                    <a:pt x="856742" y="1689100"/>
                  </a:lnTo>
                  <a:lnTo>
                    <a:pt x="935494" y="1689100"/>
                  </a:lnTo>
                  <a:lnTo>
                    <a:pt x="935494" y="1663700"/>
                  </a:lnTo>
                  <a:lnTo>
                    <a:pt x="856742" y="1663700"/>
                  </a:lnTo>
                  <a:lnTo>
                    <a:pt x="856742" y="1536700"/>
                  </a:lnTo>
                  <a:lnTo>
                    <a:pt x="935494" y="1536700"/>
                  </a:lnTo>
                  <a:lnTo>
                    <a:pt x="935494" y="1511300"/>
                  </a:lnTo>
                  <a:lnTo>
                    <a:pt x="856742" y="1511300"/>
                  </a:lnTo>
                  <a:lnTo>
                    <a:pt x="856742" y="1397000"/>
                  </a:lnTo>
                  <a:lnTo>
                    <a:pt x="935494" y="1397000"/>
                  </a:lnTo>
                  <a:lnTo>
                    <a:pt x="935494" y="1358900"/>
                  </a:lnTo>
                  <a:lnTo>
                    <a:pt x="856742" y="1358900"/>
                  </a:lnTo>
                  <a:lnTo>
                    <a:pt x="856742" y="1244600"/>
                  </a:lnTo>
                  <a:lnTo>
                    <a:pt x="935494" y="1244600"/>
                  </a:lnTo>
                  <a:lnTo>
                    <a:pt x="935494" y="1206500"/>
                  </a:lnTo>
                  <a:lnTo>
                    <a:pt x="856742" y="1206500"/>
                  </a:lnTo>
                  <a:lnTo>
                    <a:pt x="856742" y="1092200"/>
                  </a:lnTo>
                  <a:lnTo>
                    <a:pt x="935494" y="1092200"/>
                  </a:lnTo>
                  <a:lnTo>
                    <a:pt x="935494" y="1054100"/>
                  </a:lnTo>
                  <a:lnTo>
                    <a:pt x="856742" y="1054100"/>
                  </a:lnTo>
                  <a:lnTo>
                    <a:pt x="856742" y="939800"/>
                  </a:lnTo>
                  <a:lnTo>
                    <a:pt x="935494" y="939800"/>
                  </a:lnTo>
                  <a:lnTo>
                    <a:pt x="935494" y="901700"/>
                  </a:lnTo>
                  <a:lnTo>
                    <a:pt x="856742" y="901700"/>
                  </a:lnTo>
                  <a:lnTo>
                    <a:pt x="856742" y="800100"/>
                  </a:lnTo>
                  <a:lnTo>
                    <a:pt x="935494" y="800100"/>
                  </a:lnTo>
                  <a:lnTo>
                    <a:pt x="935494" y="762000"/>
                  </a:lnTo>
                  <a:lnTo>
                    <a:pt x="856742" y="762000"/>
                  </a:lnTo>
                  <a:lnTo>
                    <a:pt x="856742" y="647700"/>
                  </a:lnTo>
                  <a:lnTo>
                    <a:pt x="935494" y="647700"/>
                  </a:lnTo>
                  <a:lnTo>
                    <a:pt x="935494" y="609600"/>
                  </a:lnTo>
                  <a:lnTo>
                    <a:pt x="856742" y="609600"/>
                  </a:lnTo>
                  <a:lnTo>
                    <a:pt x="856742" y="495300"/>
                  </a:lnTo>
                  <a:lnTo>
                    <a:pt x="935494" y="495300"/>
                  </a:lnTo>
                  <a:lnTo>
                    <a:pt x="935494" y="457200"/>
                  </a:lnTo>
                  <a:lnTo>
                    <a:pt x="856742" y="457200"/>
                  </a:lnTo>
                  <a:lnTo>
                    <a:pt x="856742" y="342900"/>
                  </a:lnTo>
                  <a:lnTo>
                    <a:pt x="935494" y="342900"/>
                  </a:lnTo>
                  <a:lnTo>
                    <a:pt x="935494" y="304800"/>
                  </a:lnTo>
                  <a:lnTo>
                    <a:pt x="856742" y="304800"/>
                  </a:lnTo>
                  <a:lnTo>
                    <a:pt x="856742" y="190500"/>
                  </a:lnTo>
                  <a:lnTo>
                    <a:pt x="935494" y="190500"/>
                  </a:lnTo>
                  <a:lnTo>
                    <a:pt x="935494" y="152400"/>
                  </a:lnTo>
                  <a:lnTo>
                    <a:pt x="856742" y="152400"/>
                  </a:lnTo>
                  <a:lnTo>
                    <a:pt x="856742" y="38100"/>
                  </a:lnTo>
                  <a:lnTo>
                    <a:pt x="935494" y="38100"/>
                  </a:lnTo>
                  <a:lnTo>
                    <a:pt x="935494" y="0"/>
                  </a:lnTo>
                  <a:close/>
                </a:path>
              </a:pathLst>
            </a:custGeom>
            <a:solidFill>
              <a:srgbClr val="DFF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038875" y="4663966"/>
              <a:ext cx="935990" cy="2108200"/>
            </a:xfrm>
            <a:custGeom>
              <a:avLst/>
              <a:gdLst/>
              <a:ahLst/>
              <a:cxnLst/>
              <a:rect l="l" t="t" r="r" b="b"/>
              <a:pathLst>
                <a:path w="935990" h="2108200">
                  <a:moveTo>
                    <a:pt x="935494" y="0"/>
                  </a:moveTo>
                  <a:lnTo>
                    <a:pt x="791565" y="0"/>
                  </a:lnTo>
                  <a:lnTo>
                    <a:pt x="791565" y="38100"/>
                  </a:lnTo>
                  <a:lnTo>
                    <a:pt x="791565" y="152400"/>
                  </a:lnTo>
                  <a:lnTo>
                    <a:pt x="791565" y="2070100"/>
                  </a:lnTo>
                  <a:lnTo>
                    <a:pt x="626465" y="2070100"/>
                  </a:lnTo>
                  <a:lnTo>
                    <a:pt x="626465" y="1981200"/>
                  </a:lnTo>
                  <a:lnTo>
                    <a:pt x="791565" y="1981200"/>
                  </a:lnTo>
                  <a:lnTo>
                    <a:pt x="791565" y="1943100"/>
                  </a:lnTo>
                  <a:lnTo>
                    <a:pt x="626465" y="1943100"/>
                  </a:lnTo>
                  <a:lnTo>
                    <a:pt x="626465" y="1828800"/>
                  </a:lnTo>
                  <a:lnTo>
                    <a:pt x="791565" y="1828800"/>
                  </a:lnTo>
                  <a:lnTo>
                    <a:pt x="791565" y="1790700"/>
                  </a:lnTo>
                  <a:lnTo>
                    <a:pt x="626465" y="1790700"/>
                  </a:lnTo>
                  <a:lnTo>
                    <a:pt x="626465" y="1676400"/>
                  </a:lnTo>
                  <a:lnTo>
                    <a:pt x="791565" y="1676400"/>
                  </a:lnTo>
                  <a:lnTo>
                    <a:pt x="791565" y="1638300"/>
                  </a:lnTo>
                  <a:lnTo>
                    <a:pt x="626465" y="1638300"/>
                  </a:lnTo>
                  <a:lnTo>
                    <a:pt x="626465" y="1524000"/>
                  </a:lnTo>
                  <a:lnTo>
                    <a:pt x="791565" y="1524000"/>
                  </a:lnTo>
                  <a:lnTo>
                    <a:pt x="791565" y="1485900"/>
                  </a:lnTo>
                  <a:lnTo>
                    <a:pt x="626465" y="1485900"/>
                  </a:lnTo>
                  <a:lnTo>
                    <a:pt x="626465" y="1371600"/>
                  </a:lnTo>
                  <a:lnTo>
                    <a:pt x="791565" y="1371600"/>
                  </a:lnTo>
                  <a:lnTo>
                    <a:pt x="791565" y="1333500"/>
                  </a:lnTo>
                  <a:lnTo>
                    <a:pt x="626465" y="1333500"/>
                  </a:lnTo>
                  <a:lnTo>
                    <a:pt x="626465" y="1219200"/>
                  </a:lnTo>
                  <a:lnTo>
                    <a:pt x="791565" y="1219200"/>
                  </a:lnTo>
                  <a:lnTo>
                    <a:pt x="791565" y="1181100"/>
                  </a:lnTo>
                  <a:lnTo>
                    <a:pt x="626465" y="1181100"/>
                  </a:lnTo>
                  <a:lnTo>
                    <a:pt x="626465" y="1079500"/>
                  </a:lnTo>
                  <a:lnTo>
                    <a:pt x="791565" y="1079500"/>
                  </a:lnTo>
                  <a:lnTo>
                    <a:pt x="791565" y="1041400"/>
                  </a:lnTo>
                  <a:lnTo>
                    <a:pt x="626465" y="1041400"/>
                  </a:lnTo>
                  <a:lnTo>
                    <a:pt x="626465" y="927100"/>
                  </a:lnTo>
                  <a:lnTo>
                    <a:pt x="791565" y="927100"/>
                  </a:lnTo>
                  <a:lnTo>
                    <a:pt x="791565" y="889000"/>
                  </a:lnTo>
                  <a:lnTo>
                    <a:pt x="626465" y="889000"/>
                  </a:lnTo>
                  <a:lnTo>
                    <a:pt x="626465" y="774700"/>
                  </a:lnTo>
                  <a:lnTo>
                    <a:pt x="791565" y="774700"/>
                  </a:lnTo>
                  <a:lnTo>
                    <a:pt x="791565" y="736600"/>
                  </a:lnTo>
                  <a:lnTo>
                    <a:pt x="626465" y="736600"/>
                  </a:lnTo>
                  <a:lnTo>
                    <a:pt x="626465" y="622300"/>
                  </a:lnTo>
                  <a:lnTo>
                    <a:pt x="791565" y="622300"/>
                  </a:lnTo>
                  <a:lnTo>
                    <a:pt x="791565" y="584200"/>
                  </a:lnTo>
                  <a:lnTo>
                    <a:pt x="626465" y="584200"/>
                  </a:lnTo>
                  <a:lnTo>
                    <a:pt x="626465" y="469900"/>
                  </a:lnTo>
                  <a:lnTo>
                    <a:pt x="791565" y="469900"/>
                  </a:lnTo>
                  <a:lnTo>
                    <a:pt x="791565" y="431800"/>
                  </a:lnTo>
                  <a:lnTo>
                    <a:pt x="626465" y="431800"/>
                  </a:lnTo>
                  <a:lnTo>
                    <a:pt x="626465" y="317500"/>
                  </a:lnTo>
                  <a:lnTo>
                    <a:pt x="791565" y="317500"/>
                  </a:lnTo>
                  <a:lnTo>
                    <a:pt x="791565" y="279400"/>
                  </a:lnTo>
                  <a:lnTo>
                    <a:pt x="626465" y="279400"/>
                  </a:lnTo>
                  <a:lnTo>
                    <a:pt x="626465" y="190500"/>
                  </a:lnTo>
                  <a:lnTo>
                    <a:pt x="791565" y="190500"/>
                  </a:lnTo>
                  <a:lnTo>
                    <a:pt x="791565" y="152400"/>
                  </a:lnTo>
                  <a:lnTo>
                    <a:pt x="626465" y="152400"/>
                  </a:lnTo>
                  <a:lnTo>
                    <a:pt x="626465" y="38100"/>
                  </a:lnTo>
                  <a:lnTo>
                    <a:pt x="791565" y="38100"/>
                  </a:lnTo>
                  <a:lnTo>
                    <a:pt x="791565" y="0"/>
                  </a:lnTo>
                  <a:lnTo>
                    <a:pt x="561289" y="0"/>
                  </a:lnTo>
                  <a:lnTo>
                    <a:pt x="561289" y="38100"/>
                  </a:lnTo>
                  <a:lnTo>
                    <a:pt x="561289" y="152400"/>
                  </a:lnTo>
                  <a:lnTo>
                    <a:pt x="561289" y="2070100"/>
                  </a:lnTo>
                  <a:lnTo>
                    <a:pt x="381800" y="2070100"/>
                  </a:lnTo>
                  <a:lnTo>
                    <a:pt x="381800" y="1981200"/>
                  </a:lnTo>
                  <a:lnTo>
                    <a:pt x="561289" y="1981200"/>
                  </a:lnTo>
                  <a:lnTo>
                    <a:pt x="561289" y="1943100"/>
                  </a:lnTo>
                  <a:lnTo>
                    <a:pt x="381800" y="1943100"/>
                  </a:lnTo>
                  <a:lnTo>
                    <a:pt x="381800" y="1828800"/>
                  </a:lnTo>
                  <a:lnTo>
                    <a:pt x="561289" y="1828800"/>
                  </a:lnTo>
                  <a:lnTo>
                    <a:pt x="561289" y="1790700"/>
                  </a:lnTo>
                  <a:lnTo>
                    <a:pt x="381800" y="1790700"/>
                  </a:lnTo>
                  <a:lnTo>
                    <a:pt x="381800" y="1676400"/>
                  </a:lnTo>
                  <a:lnTo>
                    <a:pt x="561289" y="1676400"/>
                  </a:lnTo>
                  <a:lnTo>
                    <a:pt x="561289" y="1638300"/>
                  </a:lnTo>
                  <a:lnTo>
                    <a:pt x="381800" y="1638300"/>
                  </a:lnTo>
                  <a:lnTo>
                    <a:pt x="381800" y="1524000"/>
                  </a:lnTo>
                  <a:lnTo>
                    <a:pt x="561289" y="1524000"/>
                  </a:lnTo>
                  <a:lnTo>
                    <a:pt x="561289" y="1485900"/>
                  </a:lnTo>
                  <a:lnTo>
                    <a:pt x="381800" y="1485900"/>
                  </a:lnTo>
                  <a:lnTo>
                    <a:pt x="381800" y="1371600"/>
                  </a:lnTo>
                  <a:lnTo>
                    <a:pt x="561289" y="1371600"/>
                  </a:lnTo>
                  <a:lnTo>
                    <a:pt x="561289" y="1333500"/>
                  </a:lnTo>
                  <a:lnTo>
                    <a:pt x="381800" y="1333500"/>
                  </a:lnTo>
                  <a:lnTo>
                    <a:pt x="381800" y="1219200"/>
                  </a:lnTo>
                  <a:lnTo>
                    <a:pt x="561289" y="1219200"/>
                  </a:lnTo>
                  <a:lnTo>
                    <a:pt x="561289" y="1181100"/>
                  </a:lnTo>
                  <a:lnTo>
                    <a:pt x="381800" y="1181100"/>
                  </a:lnTo>
                  <a:lnTo>
                    <a:pt x="381800" y="1079500"/>
                  </a:lnTo>
                  <a:lnTo>
                    <a:pt x="561289" y="1079500"/>
                  </a:lnTo>
                  <a:lnTo>
                    <a:pt x="561289" y="1041400"/>
                  </a:lnTo>
                  <a:lnTo>
                    <a:pt x="381800" y="1041400"/>
                  </a:lnTo>
                  <a:lnTo>
                    <a:pt x="381800" y="927100"/>
                  </a:lnTo>
                  <a:lnTo>
                    <a:pt x="561289" y="927100"/>
                  </a:lnTo>
                  <a:lnTo>
                    <a:pt x="561289" y="889000"/>
                  </a:lnTo>
                  <a:lnTo>
                    <a:pt x="381800" y="889000"/>
                  </a:lnTo>
                  <a:lnTo>
                    <a:pt x="381800" y="774700"/>
                  </a:lnTo>
                  <a:lnTo>
                    <a:pt x="561289" y="774700"/>
                  </a:lnTo>
                  <a:lnTo>
                    <a:pt x="561289" y="736600"/>
                  </a:lnTo>
                  <a:lnTo>
                    <a:pt x="381800" y="736600"/>
                  </a:lnTo>
                  <a:lnTo>
                    <a:pt x="381800" y="622300"/>
                  </a:lnTo>
                  <a:lnTo>
                    <a:pt x="561289" y="622300"/>
                  </a:lnTo>
                  <a:lnTo>
                    <a:pt x="561289" y="584200"/>
                  </a:lnTo>
                  <a:lnTo>
                    <a:pt x="381800" y="584200"/>
                  </a:lnTo>
                  <a:lnTo>
                    <a:pt x="381800" y="469900"/>
                  </a:lnTo>
                  <a:lnTo>
                    <a:pt x="561289" y="469900"/>
                  </a:lnTo>
                  <a:lnTo>
                    <a:pt x="561289" y="431800"/>
                  </a:lnTo>
                  <a:lnTo>
                    <a:pt x="381800" y="431800"/>
                  </a:lnTo>
                  <a:lnTo>
                    <a:pt x="381800" y="317500"/>
                  </a:lnTo>
                  <a:lnTo>
                    <a:pt x="561289" y="317500"/>
                  </a:lnTo>
                  <a:lnTo>
                    <a:pt x="561289" y="279400"/>
                  </a:lnTo>
                  <a:lnTo>
                    <a:pt x="381800" y="279400"/>
                  </a:lnTo>
                  <a:lnTo>
                    <a:pt x="381800" y="190500"/>
                  </a:lnTo>
                  <a:lnTo>
                    <a:pt x="561289" y="190500"/>
                  </a:lnTo>
                  <a:lnTo>
                    <a:pt x="561289" y="152400"/>
                  </a:lnTo>
                  <a:lnTo>
                    <a:pt x="381800" y="152400"/>
                  </a:lnTo>
                  <a:lnTo>
                    <a:pt x="381800" y="38100"/>
                  </a:lnTo>
                  <a:lnTo>
                    <a:pt x="561289" y="38100"/>
                  </a:lnTo>
                  <a:lnTo>
                    <a:pt x="561289" y="0"/>
                  </a:lnTo>
                  <a:lnTo>
                    <a:pt x="316636" y="0"/>
                  </a:lnTo>
                  <a:lnTo>
                    <a:pt x="316636" y="38100"/>
                  </a:lnTo>
                  <a:lnTo>
                    <a:pt x="316636" y="152400"/>
                  </a:lnTo>
                  <a:lnTo>
                    <a:pt x="316636" y="2070100"/>
                  </a:lnTo>
                  <a:lnTo>
                    <a:pt x="151536" y="2070100"/>
                  </a:lnTo>
                  <a:lnTo>
                    <a:pt x="151536" y="1981200"/>
                  </a:lnTo>
                  <a:lnTo>
                    <a:pt x="316636" y="1981200"/>
                  </a:lnTo>
                  <a:lnTo>
                    <a:pt x="316636" y="1943100"/>
                  </a:lnTo>
                  <a:lnTo>
                    <a:pt x="151536" y="1943100"/>
                  </a:lnTo>
                  <a:lnTo>
                    <a:pt x="151536" y="1828800"/>
                  </a:lnTo>
                  <a:lnTo>
                    <a:pt x="316636" y="1828800"/>
                  </a:lnTo>
                  <a:lnTo>
                    <a:pt x="316636" y="1790700"/>
                  </a:lnTo>
                  <a:lnTo>
                    <a:pt x="151536" y="1790700"/>
                  </a:lnTo>
                  <a:lnTo>
                    <a:pt x="151536" y="1676400"/>
                  </a:lnTo>
                  <a:lnTo>
                    <a:pt x="316636" y="1676400"/>
                  </a:lnTo>
                  <a:lnTo>
                    <a:pt x="316636" y="1638300"/>
                  </a:lnTo>
                  <a:lnTo>
                    <a:pt x="151536" y="1638300"/>
                  </a:lnTo>
                  <a:lnTo>
                    <a:pt x="151536" y="1524000"/>
                  </a:lnTo>
                  <a:lnTo>
                    <a:pt x="316636" y="1524000"/>
                  </a:lnTo>
                  <a:lnTo>
                    <a:pt x="316636" y="1485900"/>
                  </a:lnTo>
                  <a:lnTo>
                    <a:pt x="151536" y="1485900"/>
                  </a:lnTo>
                  <a:lnTo>
                    <a:pt x="151536" y="1371600"/>
                  </a:lnTo>
                  <a:lnTo>
                    <a:pt x="316636" y="1371600"/>
                  </a:lnTo>
                  <a:lnTo>
                    <a:pt x="316636" y="1333500"/>
                  </a:lnTo>
                  <a:lnTo>
                    <a:pt x="151536" y="1333500"/>
                  </a:lnTo>
                  <a:lnTo>
                    <a:pt x="151536" y="1219200"/>
                  </a:lnTo>
                  <a:lnTo>
                    <a:pt x="316636" y="1219200"/>
                  </a:lnTo>
                  <a:lnTo>
                    <a:pt x="316636" y="1181100"/>
                  </a:lnTo>
                  <a:lnTo>
                    <a:pt x="151536" y="1181100"/>
                  </a:lnTo>
                  <a:lnTo>
                    <a:pt x="151536" y="1079500"/>
                  </a:lnTo>
                  <a:lnTo>
                    <a:pt x="316636" y="1079500"/>
                  </a:lnTo>
                  <a:lnTo>
                    <a:pt x="316636" y="1041400"/>
                  </a:lnTo>
                  <a:lnTo>
                    <a:pt x="151536" y="1041400"/>
                  </a:lnTo>
                  <a:lnTo>
                    <a:pt x="151536" y="927100"/>
                  </a:lnTo>
                  <a:lnTo>
                    <a:pt x="316636" y="927100"/>
                  </a:lnTo>
                  <a:lnTo>
                    <a:pt x="316636" y="889000"/>
                  </a:lnTo>
                  <a:lnTo>
                    <a:pt x="151536" y="889000"/>
                  </a:lnTo>
                  <a:lnTo>
                    <a:pt x="151536" y="774700"/>
                  </a:lnTo>
                  <a:lnTo>
                    <a:pt x="316636" y="774700"/>
                  </a:lnTo>
                  <a:lnTo>
                    <a:pt x="316636" y="736600"/>
                  </a:lnTo>
                  <a:lnTo>
                    <a:pt x="151536" y="736600"/>
                  </a:lnTo>
                  <a:lnTo>
                    <a:pt x="151536" y="622300"/>
                  </a:lnTo>
                  <a:lnTo>
                    <a:pt x="316636" y="622300"/>
                  </a:lnTo>
                  <a:lnTo>
                    <a:pt x="316636" y="584200"/>
                  </a:lnTo>
                  <a:lnTo>
                    <a:pt x="151536" y="584200"/>
                  </a:lnTo>
                  <a:lnTo>
                    <a:pt x="151536" y="469900"/>
                  </a:lnTo>
                  <a:lnTo>
                    <a:pt x="316636" y="469900"/>
                  </a:lnTo>
                  <a:lnTo>
                    <a:pt x="316636" y="431800"/>
                  </a:lnTo>
                  <a:lnTo>
                    <a:pt x="151536" y="431800"/>
                  </a:lnTo>
                  <a:lnTo>
                    <a:pt x="151536" y="317500"/>
                  </a:lnTo>
                  <a:lnTo>
                    <a:pt x="316636" y="317500"/>
                  </a:lnTo>
                  <a:lnTo>
                    <a:pt x="316636" y="279400"/>
                  </a:lnTo>
                  <a:lnTo>
                    <a:pt x="151536" y="279400"/>
                  </a:lnTo>
                  <a:lnTo>
                    <a:pt x="151536" y="190500"/>
                  </a:lnTo>
                  <a:lnTo>
                    <a:pt x="316636" y="190500"/>
                  </a:lnTo>
                  <a:lnTo>
                    <a:pt x="316636" y="152400"/>
                  </a:lnTo>
                  <a:lnTo>
                    <a:pt x="151536" y="152400"/>
                  </a:lnTo>
                  <a:lnTo>
                    <a:pt x="151536" y="38100"/>
                  </a:lnTo>
                  <a:lnTo>
                    <a:pt x="316636" y="38100"/>
                  </a:lnTo>
                  <a:lnTo>
                    <a:pt x="316636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86360" y="38100"/>
                  </a:lnTo>
                  <a:lnTo>
                    <a:pt x="86360" y="152400"/>
                  </a:lnTo>
                  <a:lnTo>
                    <a:pt x="0" y="152400"/>
                  </a:lnTo>
                  <a:lnTo>
                    <a:pt x="0" y="190500"/>
                  </a:lnTo>
                  <a:lnTo>
                    <a:pt x="86360" y="190500"/>
                  </a:lnTo>
                  <a:lnTo>
                    <a:pt x="86360" y="279400"/>
                  </a:lnTo>
                  <a:lnTo>
                    <a:pt x="0" y="279400"/>
                  </a:lnTo>
                  <a:lnTo>
                    <a:pt x="0" y="317500"/>
                  </a:lnTo>
                  <a:lnTo>
                    <a:pt x="86360" y="317500"/>
                  </a:lnTo>
                  <a:lnTo>
                    <a:pt x="86360" y="431800"/>
                  </a:lnTo>
                  <a:lnTo>
                    <a:pt x="0" y="431800"/>
                  </a:lnTo>
                  <a:lnTo>
                    <a:pt x="0" y="469900"/>
                  </a:lnTo>
                  <a:lnTo>
                    <a:pt x="86360" y="469900"/>
                  </a:lnTo>
                  <a:lnTo>
                    <a:pt x="86360" y="584200"/>
                  </a:lnTo>
                  <a:lnTo>
                    <a:pt x="0" y="584200"/>
                  </a:lnTo>
                  <a:lnTo>
                    <a:pt x="0" y="622300"/>
                  </a:lnTo>
                  <a:lnTo>
                    <a:pt x="86360" y="622300"/>
                  </a:lnTo>
                  <a:lnTo>
                    <a:pt x="86360" y="736600"/>
                  </a:lnTo>
                  <a:lnTo>
                    <a:pt x="0" y="736600"/>
                  </a:lnTo>
                  <a:lnTo>
                    <a:pt x="0" y="774700"/>
                  </a:lnTo>
                  <a:lnTo>
                    <a:pt x="86360" y="774700"/>
                  </a:lnTo>
                  <a:lnTo>
                    <a:pt x="86360" y="889000"/>
                  </a:lnTo>
                  <a:lnTo>
                    <a:pt x="0" y="889000"/>
                  </a:lnTo>
                  <a:lnTo>
                    <a:pt x="0" y="927100"/>
                  </a:lnTo>
                  <a:lnTo>
                    <a:pt x="86360" y="927100"/>
                  </a:lnTo>
                  <a:lnTo>
                    <a:pt x="86360" y="1041400"/>
                  </a:lnTo>
                  <a:lnTo>
                    <a:pt x="0" y="1041400"/>
                  </a:lnTo>
                  <a:lnTo>
                    <a:pt x="0" y="1079500"/>
                  </a:lnTo>
                  <a:lnTo>
                    <a:pt x="86360" y="1079500"/>
                  </a:lnTo>
                  <a:lnTo>
                    <a:pt x="86360" y="1181100"/>
                  </a:lnTo>
                  <a:lnTo>
                    <a:pt x="0" y="1181100"/>
                  </a:lnTo>
                  <a:lnTo>
                    <a:pt x="0" y="1219200"/>
                  </a:lnTo>
                  <a:lnTo>
                    <a:pt x="86360" y="1219200"/>
                  </a:lnTo>
                  <a:lnTo>
                    <a:pt x="86360" y="1333500"/>
                  </a:lnTo>
                  <a:lnTo>
                    <a:pt x="0" y="1333500"/>
                  </a:lnTo>
                  <a:lnTo>
                    <a:pt x="0" y="1371600"/>
                  </a:lnTo>
                  <a:lnTo>
                    <a:pt x="86360" y="1371600"/>
                  </a:lnTo>
                  <a:lnTo>
                    <a:pt x="86360" y="1485900"/>
                  </a:lnTo>
                  <a:lnTo>
                    <a:pt x="0" y="1485900"/>
                  </a:lnTo>
                  <a:lnTo>
                    <a:pt x="0" y="1524000"/>
                  </a:lnTo>
                  <a:lnTo>
                    <a:pt x="86360" y="1524000"/>
                  </a:lnTo>
                  <a:lnTo>
                    <a:pt x="86360" y="1638300"/>
                  </a:lnTo>
                  <a:lnTo>
                    <a:pt x="0" y="1638300"/>
                  </a:lnTo>
                  <a:lnTo>
                    <a:pt x="0" y="1676400"/>
                  </a:lnTo>
                  <a:lnTo>
                    <a:pt x="86360" y="1676400"/>
                  </a:lnTo>
                  <a:lnTo>
                    <a:pt x="86360" y="1790700"/>
                  </a:lnTo>
                  <a:lnTo>
                    <a:pt x="0" y="1790700"/>
                  </a:lnTo>
                  <a:lnTo>
                    <a:pt x="0" y="1828800"/>
                  </a:lnTo>
                  <a:lnTo>
                    <a:pt x="86360" y="1828800"/>
                  </a:lnTo>
                  <a:lnTo>
                    <a:pt x="86360" y="1943100"/>
                  </a:lnTo>
                  <a:lnTo>
                    <a:pt x="0" y="1943100"/>
                  </a:lnTo>
                  <a:lnTo>
                    <a:pt x="0" y="1981200"/>
                  </a:lnTo>
                  <a:lnTo>
                    <a:pt x="86360" y="1981200"/>
                  </a:lnTo>
                  <a:lnTo>
                    <a:pt x="86360" y="2070100"/>
                  </a:lnTo>
                  <a:lnTo>
                    <a:pt x="0" y="2070100"/>
                  </a:lnTo>
                  <a:lnTo>
                    <a:pt x="0" y="2108200"/>
                  </a:lnTo>
                  <a:lnTo>
                    <a:pt x="935494" y="2108200"/>
                  </a:lnTo>
                  <a:lnTo>
                    <a:pt x="935494" y="2070100"/>
                  </a:lnTo>
                  <a:lnTo>
                    <a:pt x="856742" y="2070100"/>
                  </a:lnTo>
                  <a:lnTo>
                    <a:pt x="856742" y="1981200"/>
                  </a:lnTo>
                  <a:lnTo>
                    <a:pt x="935494" y="1981200"/>
                  </a:lnTo>
                  <a:lnTo>
                    <a:pt x="935494" y="1943100"/>
                  </a:lnTo>
                  <a:lnTo>
                    <a:pt x="856742" y="1943100"/>
                  </a:lnTo>
                  <a:lnTo>
                    <a:pt x="856742" y="1828800"/>
                  </a:lnTo>
                  <a:lnTo>
                    <a:pt x="935494" y="1828800"/>
                  </a:lnTo>
                  <a:lnTo>
                    <a:pt x="935494" y="1790700"/>
                  </a:lnTo>
                  <a:lnTo>
                    <a:pt x="856742" y="1790700"/>
                  </a:lnTo>
                  <a:lnTo>
                    <a:pt x="856742" y="1676400"/>
                  </a:lnTo>
                  <a:lnTo>
                    <a:pt x="935494" y="1676400"/>
                  </a:lnTo>
                  <a:lnTo>
                    <a:pt x="935494" y="1638300"/>
                  </a:lnTo>
                  <a:lnTo>
                    <a:pt x="856742" y="1638300"/>
                  </a:lnTo>
                  <a:lnTo>
                    <a:pt x="856742" y="1524000"/>
                  </a:lnTo>
                  <a:lnTo>
                    <a:pt x="935494" y="1524000"/>
                  </a:lnTo>
                  <a:lnTo>
                    <a:pt x="935494" y="1485900"/>
                  </a:lnTo>
                  <a:lnTo>
                    <a:pt x="856742" y="1485900"/>
                  </a:lnTo>
                  <a:lnTo>
                    <a:pt x="856742" y="1371600"/>
                  </a:lnTo>
                  <a:lnTo>
                    <a:pt x="935494" y="1371600"/>
                  </a:lnTo>
                  <a:lnTo>
                    <a:pt x="935494" y="1333500"/>
                  </a:lnTo>
                  <a:lnTo>
                    <a:pt x="856742" y="1333500"/>
                  </a:lnTo>
                  <a:lnTo>
                    <a:pt x="856742" y="1219200"/>
                  </a:lnTo>
                  <a:lnTo>
                    <a:pt x="935494" y="1219200"/>
                  </a:lnTo>
                  <a:lnTo>
                    <a:pt x="935494" y="1181100"/>
                  </a:lnTo>
                  <a:lnTo>
                    <a:pt x="856742" y="1181100"/>
                  </a:lnTo>
                  <a:lnTo>
                    <a:pt x="856742" y="1079500"/>
                  </a:lnTo>
                  <a:lnTo>
                    <a:pt x="935494" y="1079500"/>
                  </a:lnTo>
                  <a:lnTo>
                    <a:pt x="935494" y="1041400"/>
                  </a:lnTo>
                  <a:lnTo>
                    <a:pt x="856742" y="1041400"/>
                  </a:lnTo>
                  <a:lnTo>
                    <a:pt x="856742" y="927100"/>
                  </a:lnTo>
                  <a:lnTo>
                    <a:pt x="935494" y="927100"/>
                  </a:lnTo>
                  <a:lnTo>
                    <a:pt x="935494" y="889000"/>
                  </a:lnTo>
                  <a:lnTo>
                    <a:pt x="856742" y="889000"/>
                  </a:lnTo>
                  <a:lnTo>
                    <a:pt x="856742" y="774700"/>
                  </a:lnTo>
                  <a:lnTo>
                    <a:pt x="935494" y="774700"/>
                  </a:lnTo>
                  <a:lnTo>
                    <a:pt x="935494" y="736600"/>
                  </a:lnTo>
                  <a:lnTo>
                    <a:pt x="856742" y="736600"/>
                  </a:lnTo>
                  <a:lnTo>
                    <a:pt x="856742" y="622300"/>
                  </a:lnTo>
                  <a:lnTo>
                    <a:pt x="935494" y="622300"/>
                  </a:lnTo>
                  <a:lnTo>
                    <a:pt x="935494" y="584200"/>
                  </a:lnTo>
                  <a:lnTo>
                    <a:pt x="856742" y="584200"/>
                  </a:lnTo>
                  <a:lnTo>
                    <a:pt x="856742" y="469900"/>
                  </a:lnTo>
                  <a:lnTo>
                    <a:pt x="935494" y="469900"/>
                  </a:lnTo>
                  <a:lnTo>
                    <a:pt x="935494" y="431800"/>
                  </a:lnTo>
                  <a:lnTo>
                    <a:pt x="856742" y="431800"/>
                  </a:lnTo>
                  <a:lnTo>
                    <a:pt x="856742" y="317500"/>
                  </a:lnTo>
                  <a:lnTo>
                    <a:pt x="935494" y="317500"/>
                  </a:lnTo>
                  <a:lnTo>
                    <a:pt x="935494" y="279400"/>
                  </a:lnTo>
                  <a:lnTo>
                    <a:pt x="856742" y="279400"/>
                  </a:lnTo>
                  <a:lnTo>
                    <a:pt x="856742" y="190500"/>
                  </a:lnTo>
                  <a:lnTo>
                    <a:pt x="935494" y="190500"/>
                  </a:lnTo>
                  <a:lnTo>
                    <a:pt x="935494" y="152400"/>
                  </a:lnTo>
                  <a:lnTo>
                    <a:pt x="856742" y="152400"/>
                  </a:lnTo>
                  <a:lnTo>
                    <a:pt x="856742" y="38100"/>
                  </a:lnTo>
                  <a:lnTo>
                    <a:pt x="935494" y="38100"/>
                  </a:lnTo>
                  <a:lnTo>
                    <a:pt x="935494" y="0"/>
                  </a:lnTo>
                  <a:close/>
                </a:path>
              </a:pathLst>
            </a:custGeom>
            <a:solidFill>
              <a:srgbClr val="DFF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038875" y="3825766"/>
              <a:ext cx="935990" cy="876300"/>
            </a:xfrm>
            <a:custGeom>
              <a:avLst/>
              <a:gdLst/>
              <a:ahLst/>
              <a:cxnLst/>
              <a:rect l="l" t="t" r="r" b="b"/>
              <a:pathLst>
                <a:path w="935990" h="876300">
                  <a:moveTo>
                    <a:pt x="935494" y="228600"/>
                  </a:moveTo>
                  <a:lnTo>
                    <a:pt x="856742" y="228600"/>
                  </a:lnTo>
                  <a:lnTo>
                    <a:pt x="856742" y="0"/>
                  </a:lnTo>
                  <a:lnTo>
                    <a:pt x="791565" y="0"/>
                  </a:lnTo>
                  <a:lnTo>
                    <a:pt x="791565" y="838200"/>
                  </a:lnTo>
                  <a:lnTo>
                    <a:pt x="626465" y="838200"/>
                  </a:lnTo>
                  <a:lnTo>
                    <a:pt x="626465" y="723900"/>
                  </a:lnTo>
                  <a:lnTo>
                    <a:pt x="791565" y="723900"/>
                  </a:lnTo>
                  <a:lnTo>
                    <a:pt x="791565" y="685800"/>
                  </a:lnTo>
                  <a:lnTo>
                    <a:pt x="626465" y="685800"/>
                  </a:lnTo>
                  <a:lnTo>
                    <a:pt x="626465" y="571500"/>
                  </a:lnTo>
                  <a:lnTo>
                    <a:pt x="791565" y="571500"/>
                  </a:lnTo>
                  <a:lnTo>
                    <a:pt x="791565" y="533400"/>
                  </a:lnTo>
                  <a:lnTo>
                    <a:pt x="626465" y="533400"/>
                  </a:lnTo>
                  <a:lnTo>
                    <a:pt x="626465" y="419100"/>
                  </a:lnTo>
                  <a:lnTo>
                    <a:pt x="791565" y="419100"/>
                  </a:lnTo>
                  <a:lnTo>
                    <a:pt x="791565" y="381000"/>
                  </a:lnTo>
                  <a:lnTo>
                    <a:pt x="626465" y="381000"/>
                  </a:lnTo>
                  <a:lnTo>
                    <a:pt x="626465" y="266700"/>
                  </a:lnTo>
                  <a:lnTo>
                    <a:pt x="791565" y="266700"/>
                  </a:lnTo>
                  <a:lnTo>
                    <a:pt x="791565" y="228600"/>
                  </a:lnTo>
                  <a:lnTo>
                    <a:pt x="626478" y="228600"/>
                  </a:lnTo>
                  <a:lnTo>
                    <a:pt x="626478" y="0"/>
                  </a:lnTo>
                  <a:lnTo>
                    <a:pt x="561289" y="0"/>
                  </a:lnTo>
                  <a:lnTo>
                    <a:pt x="561289" y="838200"/>
                  </a:lnTo>
                  <a:lnTo>
                    <a:pt x="381800" y="838200"/>
                  </a:lnTo>
                  <a:lnTo>
                    <a:pt x="381800" y="723900"/>
                  </a:lnTo>
                  <a:lnTo>
                    <a:pt x="561289" y="723900"/>
                  </a:lnTo>
                  <a:lnTo>
                    <a:pt x="561289" y="685800"/>
                  </a:lnTo>
                  <a:lnTo>
                    <a:pt x="381800" y="685800"/>
                  </a:lnTo>
                  <a:lnTo>
                    <a:pt x="381800" y="571500"/>
                  </a:lnTo>
                  <a:lnTo>
                    <a:pt x="561289" y="571500"/>
                  </a:lnTo>
                  <a:lnTo>
                    <a:pt x="561289" y="533400"/>
                  </a:lnTo>
                  <a:lnTo>
                    <a:pt x="381800" y="533400"/>
                  </a:lnTo>
                  <a:lnTo>
                    <a:pt x="381800" y="419100"/>
                  </a:lnTo>
                  <a:lnTo>
                    <a:pt x="561289" y="419100"/>
                  </a:lnTo>
                  <a:lnTo>
                    <a:pt x="561289" y="381000"/>
                  </a:lnTo>
                  <a:lnTo>
                    <a:pt x="381800" y="381000"/>
                  </a:lnTo>
                  <a:lnTo>
                    <a:pt x="381800" y="266700"/>
                  </a:lnTo>
                  <a:lnTo>
                    <a:pt x="561289" y="266700"/>
                  </a:lnTo>
                  <a:lnTo>
                    <a:pt x="561289" y="228600"/>
                  </a:lnTo>
                  <a:lnTo>
                    <a:pt x="381800" y="228600"/>
                  </a:lnTo>
                  <a:lnTo>
                    <a:pt x="381800" y="0"/>
                  </a:lnTo>
                  <a:lnTo>
                    <a:pt x="316636" y="0"/>
                  </a:lnTo>
                  <a:lnTo>
                    <a:pt x="316636" y="838200"/>
                  </a:lnTo>
                  <a:lnTo>
                    <a:pt x="151536" y="838200"/>
                  </a:lnTo>
                  <a:lnTo>
                    <a:pt x="151536" y="723900"/>
                  </a:lnTo>
                  <a:lnTo>
                    <a:pt x="316636" y="723900"/>
                  </a:lnTo>
                  <a:lnTo>
                    <a:pt x="316636" y="685800"/>
                  </a:lnTo>
                  <a:lnTo>
                    <a:pt x="151536" y="685800"/>
                  </a:lnTo>
                  <a:lnTo>
                    <a:pt x="151536" y="571500"/>
                  </a:lnTo>
                  <a:lnTo>
                    <a:pt x="316636" y="571500"/>
                  </a:lnTo>
                  <a:lnTo>
                    <a:pt x="316636" y="533400"/>
                  </a:lnTo>
                  <a:lnTo>
                    <a:pt x="151536" y="533400"/>
                  </a:lnTo>
                  <a:lnTo>
                    <a:pt x="151536" y="419100"/>
                  </a:lnTo>
                  <a:lnTo>
                    <a:pt x="316636" y="419100"/>
                  </a:lnTo>
                  <a:lnTo>
                    <a:pt x="316636" y="381000"/>
                  </a:lnTo>
                  <a:lnTo>
                    <a:pt x="151536" y="381000"/>
                  </a:lnTo>
                  <a:lnTo>
                    <a:pt x="151536" y="266700"/>
                  </a:lnTo>
                  <a:lnTo>
                    <a:pt x="316636" y="266700"/>
                  </a:lnTo>
                  <a:lnTo>
                    <a:pt x="316636" y="228600"/>
                  </a:lnTo>
                  <a:lnTo>
                    <a:pt x="151536" y="228600"/>
                  </a:lnTo>
                  <a:lnTo>
                    <a:pt x="151536" y="0"/>
                  </a:lnTo>
                  <a:lnTo>
                    <a:pt x="86360" y="0"/>
                  </a:lnTo>
                  <a:lnTo>
                    <a:pt x="86360" y="228600"/>
                  </a:lnTo>
                  <a:lnTo>
                    <a:pt x="0" y="228600"/>
                  </a:lnTo>
                  <a:lnTo>
                    <a:pt x="0" y="266700"/>
                  </a:lnTo>
                  <a:lnTo>
                    <a:pt x="86360" y="266700"/>
                  </a:lnTo>
                  <a:lnTo>
                    <a:pt x="86360" y="381000"/>
                  </a:lnTo>
                  <a:lnTo>
                    <a:pt x="0" y="381000"/>
                  </a:lnTo>
                  <a:lnTo>
                    <a:pt x="0" y="419100"/>
                  </a:lnTo>
                  <a:lnTo>
                    <a:pt x="86360" y="419100"/>
                  </a:lnTo>
                  <a:lnTo>
                    <a:pt x="86360" y="533400"/>
                  </a:lnTo>
                  <a:lnTo>
                    <a:pt x="0" y="533400"/>
                  </a:lnTo>
                  <a:lnTo>
                    <a:pt x="0" y="571500"/>
                  </a:lnTo>
                  <a:lnTo>
                    <a:pt x="86360" y="571500"/>
                  </a:lnTo>
                  <a:lnTo>
                    <a:pt x="86360" y="685800"/>
                  </a:lnTo>
                  <a:lnTo>
                    <a:pt x="0" y="685800"/>
                  </a:lnTo>
                  <a:lnTo>
                    <a:pt x="0" y="723900"/>
                  </a:lnTo>
                  <a:lnTo>
                    <a:pt x="86360" y="723900"/>
                  </a:lnTo>
                  <a:lnTo>
                    <a:pt x="86360" y="838200"/>
                  </a:lnTo>
                  <a:lnTo>
                    <a:pt x="0" y="838200"/>
                  </a:lnTo>
                  <a:lnTo>
                    <a:pt x="0" y="876300"/>
                  </a:lnTo>
                  <a:lnTo>
                    <a:pt x="935494" y="876300"/>
                  </a:lnTo>
                  <a:lnTo>
                    <a:pt x="935494" y="838200"/>
                  </a:lnTo>
                  <a:lnTo>
                    <a:pt x="856742" y="838200"/>
                  </a:lnTo>
                  <a:lnTo>
                    <a:pt x="856742" y="723900"/>
                  </a:lnTo>
                  <a:lnTo>
                    <a:pt x="935494" y="723900"/>
                  </a:lnTo>
                  <a:lnTo>
                    <a:pt x="935494" y="685800"/>
                  </a:lnTo>
                  <a:lnTo>
                    <a:pt x="856742" y="685800"/>
                  </a:lnTo>
                  <a:lnTo>
                    <a:pt x="856742" y="571500"/>
                  </a:lnTo>
                  <a:lnTo>
                    <a:pt x="935494" y="571500"/>
                  </a:lnTo>
                  <a:lnTo>
                    <a:pt x="935494" y="533400"/>
                  </a:lnTo>
                  <a:lnTo>
                    <a:pt x="856742" y="533400"/>
                  </a:lnTo>
                  <a:lnTo>
                    <a:pt x="856742" y="419100"/>
                  </a:lnTo>
                  <a:lnTo>
                    <a:pt x="935494" y="419100"/>
                  </a:lnTo>
                  <a:lnTo>
                    <a:pt x="935494" y="381000"/>
                  </a:lnTo>
                  <a:lnTo>
                    <a:pt x="856742" y="381000"/>
                  </a:lnTo>
                  <a:lnTo>
                    <a:pt x="856742" y="266700"/>
                  </a:lnTo>
                  <a:lnTo>
                    <a:pt x="935494" y="266700"/>
                  </a:lnTo>
                  <a:lnTo>
                    <a:pt x="935494" y="228600"/>
                  </a:lnTo>
                  <a:close/>
                </a:path>
              </a:pathLst>
            </a:custGeom>
            <a:solidFill>
              <a:srgbClr val="DFF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743774" y="1890781"/>
              <a:ext cx="1416685" cy="410845"/>
            </a:xfrm>
            <a:custGeom>
              <a:avLst/>
              <a:gdLst/>
              <a:ahLst/>
              <a:cxnLst/>
              <a:rect l="l" t="t" r="r" b="b"/>
              <a:pathLst>
                <a:path w="1416684" h="410844">
                  <a:moveTo>
                    <a:pt x="23075" y="0"/>
                  </a:moveTo>
                  <a:lnTo>
                    <a:pt x="0" y="0"/>
                  </a:lnTo>
                  <a:lnTo>
                    <a:pt x="0" y="410552"/>
                  </a:lnTo>
                  <a:lnTo>
                    <a:pt x="23075" y="410552"/>
                  </a:lnTo>
                  <a:lnTo>
                    <a:pt x="23075" y="0"/>
                  </a:lnTo>
                  <a:close/>
                </a:path>
                <a:path w="1416684" h="410844">
                  <a:moveTo>
                    <a:pt x="184531" y="0"/>
                  </a:moveTo>
                  <a:lnTo>
                    <a:pt x="161467" y="0"/>
                  </a:lnTo>
                  <a:lnTo>
                    <a:pt x="161467" y="410552"/>
                  </a:lnTo>
                  <a:lnTo>
                    <a:pt x="184531" y="410552"/>
                  </a:lnTo>
                  <a:lnTo>
                    <a:pt x="184531" y="0"/>
                  </a:lnTo>
                  <a:close/>
                </a:path>
                <a:path w="1416684" h="410844">
                  <a:moveTo>
                    <a:pt x="1300861" y="0"/>
                  </a:moveTo>
                  <a:lnTo>
                    <a:pt x="1277797" y="0"/>
                  </a:lnTo>
                  <a:lnTo>
                    <a:pt x="1277797" y="410552"/>
                  </a:lnTo>
                  <a:lnTo>
                    <a:pt x="1300861" y="410552"/>
                  </a:lnTo>
                  <a:lnTo>
                    <a:pt x="1300861" y="0"/>
                  </a:lnTo>
                  <a:close/>
                </a:path>
                <a:path w="1416684" h="410844">
                  <a:moveTo>
                    <a:pt x="1416189" y="0"/>
                  </a:moveTo>
                  <a:lnTo>
                    <a:pt x="1393126" y="0"/>
                  </a:lnTo>
                  <a:lnTo>
                    <a:pt x="1393126" y="410552"/>
                  </a:lnTo>
                  <a:lnTo>
                    <a:pt x="1416189" y="410552"/>
                  </a:lnTo>
                  <a:lnTo>
                    <a:pt x="1416189" y="0"/>
                  </a:lnTo>
                  <a:close/>
                </a:path>
              </a:pathLst>
            </a:custGeom>
            <a:solidFill>
              <a:srgbClr val="D2E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651023" y="6952328"/>
              <a:ext cx="11543030" cy="1944370"/>
            </a:xfrm>
            <a:custGeom>
              <a:avLst/>
              <a:gdLst/>
              <a:ahLst/>
              <a:cxnLst/>
              <a:rect l="l" t="t" r="r" b="b"/>
              <a:pathLst>
                <a:path w="11543030" h="1944370">
                  <a:moveTo>
                    <a:pt x="11542662" y="0"/>
                  </a:moveTo>
                  <a:lnTo>
                    <a:pt x="5447766" y="0"/>
                  </a:lnTo>
                  <a:lnTo>
                    <a:pt x="5447766" y="226593"/>
                  </a:lnTo>
                  <a:lnTo>
                    <a:pt x="49580" y="226593"/>
                  </a:lnTo>
                  <a:lnTo>
                    <a:pt x="30276" y="230212"/>
                  </a:lnTo>
                  <a:lnTo>
                    <a:pt x="14516" y="240068"/>
                  </a:lnTo>
                  <a:lnTo>
                    <a:pt x="3898" y="254685"/>
                  </a:lnTo>
                  <a:lnTo>
                    <a:pt x="0" y="272605"/>
                  </a:lnTo>
                  <a:lnTo>
                    <a:pt x="0" y="1944217"/>
                  </a:lnTo>
                  <a:lnTo>
                    <a:pt x="11542662" y="1944217"/>
                  </a:lnTo>
                  <a:lnTo>
                    <a:pt x="115426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608770" y="7693589"/>
              <a:ext cx="11612245" cy="1202055"/>
            </a:xfrm>
            <a:custGeom>
              <a:avLst/>
              <a:gdLst/>
              <a:ahLst/>
              <a:cxnLst/>
              <a:rect l="l" t="t" r="r" b="b"/>
              <a:pathLst>
                <a:path w="11612244" h="1202054">
                  <a:moveTo>
                    <a:pt x="340233" y="822591"/>
                  </a:moveTo>
                  <a:lnTo>
                    <a:pt x="333768" y="790600"/>
                  </a:lnTo>
                  <a:lnTo>
                    <a:pt x="316166" y="764489"/>
                  </a:lnTo>
                  <a:lnTo>
                    <a:pt x="290042" y="746874"/>
                  </a:lnTo>
                  <a:lnTo>
                    <a:pt x="258051" y="740422"/>
                  </a:lnTo>
                  <a:lnTo>
                    <a:pt x="82181" y="740422"/>
                  </a:lnTo>
                  <a:lnTo>
                    <a:pt x="50190" y="746874"/>
                  </a:lnTo>
                  <a:lnTo>
                    <a:pt x="24066" y="764489"/>
                  </a:lnTo>
                  <a:lnTo>
                    <a:pt x="6464" y="790600"/>
                  </a:lnTo>
                  <a:lnTo>
                    <a:pt x="0" y="822591"/>
                  </a:lnTo>
                  <a:lnTo>
                    <a:pt x="0" y="873633"/>
                  </a:lnTo>
                  <a:lnTo>
                    <a:pt x="6464" y="905611"/>
                  </a:lnTo>
                  <a:lnTo>
                    <a:pt x="24066" y="931735"/>
                  </a:lnTo>
                  <a:lnTo>
                    <a:pt x="50190" y="949350"/>
                  </a:lnTo>
                  <a:lnTo>
                    <a:pt x="82181" y="955802"/>
                  </a:lnTo>
                  <a:lnTo>
                    <a:pt x="258051" y="955802"/>
                  </a:lnTo>
                  <a:lnTo>
                    <a:pt x="290042" y="949350"/>
                  </a:lnTo>
                  <a:lnTo>
                    <a:pt x="316166" y="931735"/>
                  </a:lnTo>
                  <a:lnTo>
                    <a:pt x="333768" y="905611"/>
                  </a:lnTo>
                  <a:lnTo>
                    <a:pt x="340233" y="873633"/>
                  </a:lnTo>
                  <a:lnTo>
                    <a:pt x="340233" y="822591"/>
                  </a:lnTo>
                  <a:close/>
                </a:path>
                <a:path w="11612244" h="1202054">
                  <a:moveTo>
                    <a:pt x="340233" y="326301"/>
                  </a:moveTo>
                  <a:lnTo>
                    <a:pt x="333768" y="294322"/>
                  </a:lnTo>
                  <a:lnTo>
                    <a:pt x="316153" y="268198"/>
                  </a:lnTo>
                  <a:lnTo>
                    <a:pt x="290042" y="250596"/>
                  </a:lnTo>
                  <a:lnTo>
                    <a:pt x="258051" y="244132"/>
                  </a:lnTo>
                  <a:lnTo>
                    <a:pt x="82169" y="244132"/>
                  </a:lnTo>
                  <a:lnTo>
                    <a:pt x="50190" y="250596"/>
                  </a:lnTo>
                  <a:lnTo>
                    <a:pt x="24066" y="268198"/>
                  </a:lnTo>
                  <a:lnTo>
                    <a:pt x="6451" y="294322"/>
                  </a:lnTo>
                  <a:lnTo>
                    <a:pt x="0" y="326301"/>
                  </a:lnTo>
                  <a:lnTo>
                    <a:pt x="0" y="377342"/>
                  </a:lnTo>
                  <a:lnTo>
                    <a:pt x="6451" y="409333"/>
                  </a:lnTo>
                  <a:lnTo>
                    <a:pt x="24066" y="435457"/>
                  </a:lnTo>
                  <a:lnTo>
                    <a:pt x="50190" y="453072"/>
                  </a:lnTo>
                  <a:lnTo>
                    <a:pt x="82169" y="459524"/>
                  </a:lnTo>
                  <a:lnTo>
                    <a:pt x="258051" y="459524"/>
                  </a:lnTo>
                  <a:lnTo>
                    <a:pt x="290042" y="453072"/>
                  </a:lnTo>
                  <a:lnTo>
                    <a:pt x="316153" y="435457"/>
                  </a:lnTo>
                  <a:lnTo>
                    <a:pt x="333768" y="409346"/>
                  </a:lnTo>
                  <a:lnTo>
                    <a:pt x="340233" y="377355"/>
                  </a:lnTo>
                  <a:lnTo>
                    <a:pt x="340233" y="326301"/>
                  </a:lnTo>
                  <a:close/>
                </a:path>
                <a:path w="11612244" h="1202054">
                  <a:moveTo>
                    <a:pt x="699439" y="1068603"/>
                  </a:moveTo>
                  <a:lnTo>
                    <a:pt x="692975" y="1036624"/>
                  </a:lnTo>
                  <a:lnTo>
                    <a:pt x="675373" y="1010513"/>
                  </a:lnTo>
                  <a:lnTo>
                    <a:pt x="649249" y="992898"/>
                  </a:lnTo>
                  <a:lnTo>
                    <a:pt x="617258" y="986447"/>
                  </a:lnTo>
                  <a:lnTo>
                    <a:pt x="91401" y="986447"/>
                  </a:lnTo>
                  <a:lnTo>
                    <a:pt x="59423" y="992898"/>
                  </a:lnTo>
                  <a:lnTo>
                    <a:pt x="33299" y="1010513"/>
                  </a:lnTo>
                  <a:lnTo>
                    <a:pt x="15684" y="1036624"/>
                  </a:lnTo>
                  <a:lnTo>
                    <a:pt x="9232" y="1068603"/>
                  </a:lnTo>
                  <a:lnTo>
                    <a:pt x="9232" y="1119657"/>
                  </a:lnTo>
                  <a:lnTo>
                    <a:pt x="15684" y="1151648"/>
                  </a:lnTo>
                  <a:lnTo>
                    <a:pt x="33299" y="1177759"/>
                  </a:lnTo>
                  <a:lnTo>
                    <a:pt x="59423" y="1195374"/>
                  </a:lnTo>
                  <a:lnTo>
                    <a:pt x="91401" y="1201826"/>
                  </a:lnTo>
                  <a:lnTo>
                    <a:pt x="617258" y="1201826"/>
                  </a:lnTo>
                  <a:lnTo>
                    <a:pt x="649249" y="1195374"/>
                  </a:lnTo>
                  <a:lnTo>
                    <a:pt x="675373" y="1177759"/>
                  </a:lnTo>
                  <a:lnTo>
                    <a:pt x="692975" y="1151636"/>
                  </a:lnTo>
                  <a:lnTo>
                    <a:pt x="699439" y="1119657"/>
                  </a:lnTo>
                  <a:lnTo>
                    <a:pt x="699439" y="1068603"/>
                  </a:lnTo>
                  <a:close/>
                </a:path>
                <a:path w="11612244" h="1202054">
                  <a:moveTo>
                    <a:pt x="699439" y="572325"/>
                  </a:moveTo>
                  <a:lnTo>
                    <a:pt x="692975" y="540346"/>
                  </a:lnTo>
                  <a:lnTo>
                    <a:pt x="675373" y="514223"/>
                  </a:lnTo>
                  <a:lnTo>
                    <a:pt x="649249" y="496620"/>
                  </a:lnTo>
                  <a:lnTo>
                    <a:pt x="617258" y="490156"/>
                  </a:lnTo>
                  <a:lnTo>
                    <a:pt x="91401" y="490156"/>
                  </a:lnTo>
                  <a:lnTo>
                    <a:pt x="59423" y="496620"/>
                  </a:lnTo>
                  <a:lnTo>
                    <a:pt x="33299" y="514223"/>
                  </a:lnTo>
                  <a:lnTo>
                    <a:pt x="15684" y="540346"/>
                  </a:lnTo>
                  <a:lnTo>
                    <a:pt x="9232" y="572325"/>
                  </a:lnTo>
                  <a:lnTo>
                    <a:pt x="9232" y="623366"/>
                  </a:lnTo>
                  <a:lnTo>
                    <a:pt x="15684" y="655358"/>
                  </a:lnTo>
                  <a:lnTo>
                    <a:pt x="33299" y="681482"/>
                  </a:lnTo>
                  <a:lnTo>
                    <a:pt x="59423" y="699084"/>
                  </a:lnTo>
                  <a:lnTo>
                    <a:pt x="91401" y="705548"/>
                  </a:lnTo>
                  <a:lnTo>
                    <a:pt x="617258" y="705548"/>
                  </a:lnTo>
                  <a:lnTo>
                    <a:pt x="649249" y="699084"/>
                  </a:lnTo>
                  <a:lnTo>
                    <a:pt x="675373" y="681482"/>
                  </a:lnTo>
                  <a:lnTo>
                    <a:pt x="692975" y="655358"/>
                  </a:lnTo>
                  <a:lnTo>
                    <a:pt x="699439" y="623366"/>
                  </a:lnTo>
                  <a:lnTo>
                    <a:pt x="699439" y="572325"/>
                  </a:lnTo>
                  <a:close/>
                </a:path>
                <a:path w="11612244" h="1202054">
                  <a:moveTo>
                    <a:pt x="1056017" y="822591"/>
                  </a:moveTo>
                  <a:lnTo>
                    <a:pt x="1049566" y="790600"/>
                  </a:lnTo>
                  <a:lnTo>
                    <a:pt x="1031951" y="764489"/>
                  </a:lnTo>
                  <a:lnTo>
                    <a:pt x="1005827" y="746874"/>
                  </a:lnTo>
                  <a:lnTo>
                    <a:pt x="973848" y="740422"/>
                  </a:lnTo>
                  <a:lnTo>
                    <a:pt x="447992" y="740422"/>
                  </a:lnTo>
                  <a:lnTo>
                    <a:pt x="416001" y="746874"/>
                  </a:lnTo>
                  <a:lnTo>
                    <a:pt x="389877" y="764489"/>
                  </a:lnTo>
                  <a:lnTo>
                    <a:pt x="372275" y="790600"/>
                  </a:lnTo>
                  <a:lnTo>
                    <a:pt x="365810" y="822591"/>
                  </a:lnTo>
                  <a:lnTo>
                    <a:pt x="365810" y="873633"/>
                  </a:lnTo>
                  <a:lnTo>
                    <a:pt x="372275" y="905611"/>
                  </a:lnTo>
                  <a:lnTo>
                    <a:pt x="389877" y="931735"/>
                  </a:lnTo>
                  <a:lnTo>
                    <a:pt x="416001" y="949350"/>
                  </a:lnTo>
                  <a:lnTo>
                    <a:pt x="447992" y="955802"/>
                  </a:lnTo>
                  <a:lnTo>
                    <a:pt x="973848" y="955802"/>
                  </a:lnTo>
                  <a:lnTo>
                    <a:pt x="1005827" y="949350"/>
                  </a:lnTo>
                  <a:lnTo>
                    <a:pt x="1031951" y="931735"/>
                  </a:lnTo>
                  <a:lnTo>
                    <a:pt x="1049566" y="905611"/>
                  </a:lnTo>
                  <a:lnTo>
                    <a:pt x="1056017" y="873633"/>
                  </a:lnTo>
                  <a:lnTo>
                    <a:pt x="1056017" y="822591"/>
                  </a:lnTo>
                  <a:close/>
                </a:path>
                <a:path w="11612244" h="1202054">
                  <a:moveTo>
                    <a:pt x="1056017" y="326301"/>
                  </a:moveTo>
                  <a:lnTo>
                    <a:pt x="1049566" y="294322"/>
                  </a:lnTo>
                  <a:lnTo>
                    <a:pt x="1031951" y="268198"/>
                  </a:lnTo>
                  <a:lnTo>
                    <a:pt x="1005827" y="250596"/>
                  </a:lnTo>
                  <a:lnTo>
                    <a:pt x="973848" y="244132"/>
                  </a:lnTo>
                  <a:lnTo>
                    <a:pt x="447992" y="244132"/>
                  </a:lnTo>
                  <a:lnTo>
                    <a:pt x="416001" y="250596"/>
                  </a:lnTo>
                  <a:lnTo>
                    <a:pt x="389877" y="268198"/>
                  </a:lnTo>
                  <a:lnTo>
                    <a:pt x="372275" y="294322"/>
                  </a:lnTo>
                  <a:lnTo>
                    <a:pt x="365810" y="326301"/>
                  </a:lnTo>
                  <a:lnTo>
                    <a:pt x="365810" y="377342"/>
                  </a:lnTo>
                  <a:lnTo>
                    <a:pt x="372275" y="409333"/>
                  </a:lnTo>
                  <a:lnTo>
                    <a:pt x="389877" y="435457"/>
                  </a:lnTo>
                  <a:lnTo>
                    <a:pt x="416001" y="453072"/>
                  </a:lnTo>
                  <a:lnTo>
                    <a:pt x="447992" y="459524"/>
                  </a:lnTo>
                  <a:lnTo>
                    <a:pt x="973848" y="459524"/>
                  </a:lnTo>
                  <a:lnTo>
                    <a:pt x="1005827" y="453072"/>
                  </a:lnTo>
                  <a:lnTo>
                    <a:pt x="1031951" y="435457"/>
                  </a:lnTo>
                  <a:lnTo>
                    <a:pt x="1049566" y="409333"/>
                  </a:lnTo>
                  <a:lnTo>
                    <a:pt x="1056017" y="377342"/>
                  </a:lnTo>
                  <a:lnTo>
                    <a:pt x="1056017" y="326301"/>
                  </a:lnTo>
                  <a:close/>
                </a:path>
                <a:path w="11612244" h="1202054">
                  <a:moveTo>
                    <a:pt x="1426210" y="1068603"/>
                  </a:moveTo>
                  <a:lnTo>
                    <a:pt x="1419745" y="1036624"/>
                  </a:lnTo>
                  <a:lnTo>
                    <a:pt x="1402143" y="1010513"/>
                  </a:lnTo>
                  <a:lnTo>
                    <a:pt x="1376019" y="992898"/>
                  </a:lnTo>
                  <a:lnTo>
                    <a:pt x="1344028" y="986447"/>
                  </a:lnTo>
                  <a:lnTo>
                    <a:pt x="818172" y="986447"/>
                  </a:lnTo>
                  <a:lnTo>
                    <a:pt x="786193" y="992898"/>
                  </a:lnTo>
                  <a:lnTo>
                    <a:pt x="760069" y="1010513"/>
                  </a:lnTo>
                  <a:lnTo>
                    <a:pt x="742454" y="1036624"/>
                  </a:lnTo>
                  <a:lnTo>
                    <a:pt x="736003" y="1068603"/>
                  </a:lnTo>
                  <a:lnTo>
                    <a:pt x="736003" y="1119657"/>
                  </a:lnTo>
                  <a:lnTo>
                    <a:pt x="742454" y="1151648"/>
                  </a:lnTo>
                  <a:lnTo>
                    <a:pt x="760069" y="1177759"/>
                  </a:lnTo>
                  <a:lnTo>
                    <a:pt x="786193" y="1195374"/>
                  </a:lnTo>
                  <a:lnTo>
                    <a:pt x="818172" y="1201826"/>
                  </a:lnTo>
                  <a:lnTo>
                    <a:pt x="1344028" y="1201826"/>
                  </a:lnTo>
                  <a:lnTo>
                    <a:pt x="1376019" y="1195374"/>
                  </a:lnTo>
                  <a:lnTo>
                    <a:pt x="1402143" y="1177759"/>
                  </a:lnTo>
                  <a:lnTo>
                    <a:pt x="1419745" y="1151636"/>
                  </a:lnTo>
                  <a:lnTo>
                    <a:pt x="1426210" y="1119657"/>
                  </a:lnTo>
                  <a:lnTo>
                    <a:pt x="1426210" y="1068603"/>
                  </a:lnTo>
                  <a:close/>
                </a:path>
                <a:path w="11612244" h="1202054">
                  <a:moveTo>
                    <a:pt x="1426210" y="572325"/>
                  </a:moveTo>
                  <a:lnTo>
                    <a:pt x="1419745" y="540346"/>
                  </a:lnTo>
                  <a:lnTo>
                    <a:pt x="1402143" y="514223"/>
                  </a:lnTo>
                  <a:lnTo>
                    <a:pt x="1376019" y="496620"/>
                  </a:lnTo>
                  <a:lnTo>
                    <a:pt x="1344028" y="490156"/>
                  </a:lnTo>
                  <a:lnTo>
                    <a:pt x="818172" y="490156"/>
                  </a:lnTo>
                  <a:lnTo>
                    <a:pt x="786193" y="496620"/>
                  </a:lnTo>
                  <a:lnTo>
                    <a:pt x="760069" y="514223"/>
                  </a:lnTo>
                  <a:lnTo>
                    <a:pt x="742454" y="540346"/>
                  </a:lnTo>
                  <a:lnTo>
                    <a:pt x="736003" y="572325"/>
                  </a:lnTo>
                  <a:lnTo>
                    <a:pt x="736003" y="623366"/>
                  </a:lnTo>
                  <a:lnTo>
                    <a:pt x="742454" y="655358"/>
                  </a:lnTo>
                  <a:lnTo>
                    <a:pt x="760069" y="681482"/>
                  </a:lnTo>
                  <a:lnTo>
                    <a:pt x="786193" y="699084"/>
                  </a:lnTo>
                  <a:lnTo>
                    <a:pt x="818172" y="705548"/>
                  </a:lnTo>
                  <a:lnTo>
                    <a:pt x="1344028" y="705548"/>
                  </a:lnTo>
                  <a:lnTo>
                    <a:pt x="1376019" y="699084"/>
                  </a:lnTo>
                  <a:lnTo>
                    <a:pt x="1402143" y="681482"/>
                  </a:lnTo>
                  <a:lnTo>
                    <a:pt x="1419745" y="655358"/>
                  </a:lnTo>
                  <a:lnTo>
                    <a:pt x="1426210" y="623366"/>
                  </a:lnTo>
                  <a:lnTo>
                    <a:pt x="1426210" y="572325"/>
                  </a:lnTo>
                  <a:close/>
                </a:path>
                <a:path w="11612244" h="1202054">
                  <a:moveTo>
                    <a:pt x="1782787" y="822591"/>
                  </a:moveTo>
                  <a:lnTo>
                    <a:pt x="1776336" y="790600"/>
                  </a:lnTo>
                  <a:lnTo>
                    <a:pt x="1758721" y="764489"/>
                  </a:lnTo>
                  <a:lnTo>
                    <a:pt x="1732597" y="746874"/>
                  </a:lnTo>
                  <a:lnTo>
                    <a:pt x="1700618" y="740422"/>
                  </a:lnTo>
                  <a:lnTo>
                    <a:pt x="1174762" y="740422"/>
                  </a:lnTo>
                  <a:lnTo>
                    <a:pt x="1142771" y="746874"/>
                  </a:lnTo>
                  <a:lnTo>
                    <a:pt x="1116647" y="764489"/>
                  </a:lnTo>
                  <a:lnTo>
                    <a:pt x="1099045" y="790600"/>
                  </a:lnTo>
                  <a:lnTo>
                    <a:pt x="1092581" y="822591"/>
                  </a:lnTo>
                  <a:lnTo>
                    <a:pt x="1092581" y="873633"/>
                  </a:lnTo>
                  <a:lnTo>
                    <a:pt x="1099045" y="905611"/>
                  </a:lnTo>
                  <a:lnTo>
                    <a:pt x="1116647" y="931735"/>
                  </a:lnTo>
                  <a:lnTo>
                    <a:pt x="1142771" y="949350"/>
                  </a:lnTo>
                  <a:lnTo>
                    <a:pt x="1174762" y="955802"/>
                  </a:lnTo>
                  <a:lnTo>
                    <a:pt x="1700618" y="955802"/>
                  </a:lnTo>
                  <a:lnTo>
                    <a:pt x="1732597" y="949350"/>
                  </a:lnTo>
                  <a:lnTo>
                    <a:pt x="1758721" y="931735"/>
                  </a:lnTo>
                  <a:lnTo>
                    <a:pt x="1776336" y="905611"/>
                  </a:lnTo>
                  <a:lnTo>
                    <a:pt x="1782787" y="873633"/>
                  </a:lnTo>
                  <a:lnTo>
                    <a:pt x="1782787" y="822591"/>
                  </a:lnTo>
                  <a:close/>
                </a:path>
                <a:path w="11612244" h="1202054">
                  <a:moveTo>
                    <a:pt x="1782787" y="326301"/>
                  </a:moveTo>
                  <a:lnTo>
                    <a:pt x="1776336" y="294322"/>
                  </a:lnTo>
                  <a:lnTo>
                    <a:pt x="1758721" y="268198"/>
                  </a:lnTo>
                  <a:lnTo>
                    <a:pt x="1732597" y="250596"/>
                  </a:lnTo>
                  <a:lnTo>
                    <a:pt x="1700618" y="244132"/>
                  </a:lnTo>
                  <a:lnTo>
                    <a:pt x="1174762" y="244132"/>
                  </a:lnTo>
                  <a:lnTo>
                    <a:pt x="1142771" y="250596"/>
                  </a:lnTo>
                  <a:lnTo>
                    <a:pt x="1116647" y="268198"/>
                  </a:lnTo>
                  <a:lnTo>
                    <a:pt x="1099045" y="294322"/>
                  </a:lnTo>
                  <a:lnTo>
                    <a:pt x="1092581" y="326301"/>
                  </a:lnTo>
                  <a:lnTo>
                    <a:pt x="1092581" y="377342"/>
                  </a:lnTo>
                  <a:lnTo>
                    <a:pt x="1099045" y="409333"/>
                  </a:lnTo>
                  <a:lnTo>
                    <a:pt x="1116647" y="435457"/>
                  </a:lnTo>
                  <a:lnTo>
                    <a:pt x="1142771" y="453072"/>
                  </a:lnTo>
                  <a:lnTo>
                    <a:pt x="1174762" y="459524"/>
                  </a:lnTo>
                  <a:lnTo>
                    <a:pt x="1700618" y="459524"/>
                  </a:lnTo>
                  <a:lnTo>
                    <a:pt x="1732597" y="453072"/>
                  </a:lnTo>
                  <a:lnTo>
                    <a:pt x="1758721" y="435457"/>
                  </a:lnTo>
                  <a:lnTo>
                    <a:pt x="1776336" y="409333"/>
                  </a:lnTo>
                  <a:lnTo>
                    <a:pt x="1782787" y="377342"/>
                  </a:lnTo>
                  <a:lnTo>
                    <a:pt x="1782787" y="326301"/>
                  </a:lnTo>
                  <a:close/>
                </a:path>
                <a:path w="11612244" h="1202054">
                  <a:moveTo>
                    <a:pt x="2152980" y="1068603"/>
                  </a:moveTo>
                  <a:lnTo>
                    <a:pt x="2146516" y="1036624"/>
                  </a:lnTo>
                  <a:lnTo>
                    <a:pt x="2128913" y="1010513"/>
                  </a:lnTo>
                  <a:lnTo>
                    <a:pt x="2102789" y="992898"/>
                  </a:lnTo>
                  <a:lnTo>
                    <a:pt x="2070798" y="986447"/>
                  </a:lnTo>
                  <a:lnTo>
                    <a:pt x="1544942" y="986447"/>
                  </a:lnTo>
                  <a:lnTo>
                    <a:pt x="1512963" y="992898"/>
                  </a:lnTo>
                  <a:lnTo>
                    <a:pt x="1486839" y="1010513"/>
                  </a:lnTo>
                  <a:lnTo>
                    <a:pt x="1469224" y="1036624"/>
                  </a:lnTo>
                  <a:lnTo>
                    <a:pt x="1462773" y="1068603"/>
                  </a:lnTo>
                  <a:lnTo>
                    <a:pt x="1462773" y="1119657"/>
                  </a:lnTo>
                  <a:lnTo>
                    <a:pt x="1469224" y="1151648"/>
                  </a:lnTo>
                  <a:lnTo>
                    <a:pt x="1486839" y="1177759"/>
                  </a:lnTo>
                  <a:lnTo>
                    <a:pt x="1512963" y="1195374"/>
                  </a:lnTo>
                  <a:lnTo>
                    <a:pt x="1544942" y="1201826"/>
                  </a:lnTo>
                  <a:lnTo>
                    <a:pt x="2070798" y="1201826"/>
                  </a:lnTo>
                  <a:lnTo>
                    <a:pt x="2102789" y="1195374"/>
                  </a:lnTo>
                  <a:lnTo>
                    <a:pt x="2128913" y="1177759"/>
                  </a:lnTo>
                  <a:lnTo>
                    <a:pt x="2146516" y="1151636"/>
                  </a:lnTo>
                  <a:lnTo>
                    <a:pt x="2152980" y="1119657"/>
                  </a:lnTo>
                  <a:lnTo>
                    <a:pt x="2152980" y="1068603"/>
                  </a:lnTo>
                  <a:close/>
                </a:path>
                <a:path w="11612244" h="1202054">
                  <a:moveTo>
                    <a:pt x="2152980" y="572325"/>
                  </a:moveTo>
                  <a:lnTo>
                    <a:pt x="2146516" y="540346"/>
                  </a:lnTo>
                  <a:lnTo>
                    <a:pt x="2128913" y="514223"/>
                  </a:lnTo>
                  <a:lnTo>
                    <a:pt x="2102789" y="496620"/>
                  </a:lnTo>
                  <a:lnTo>
                    <a:pt x="2070798" y="490156"/>
                  </a:lnTo>
                  <a:lnTo>
                    <a:pt x="1544942" y="490156"/>
                  </a:lnTo>
                  <a:lnTo>
                    <a:pt x="1512963" y="496620"/>
                  </a:lnTo>
                  <a:lnTo>
                    <a:pt x="1486839" y="514223"/>
                  </a:lnTo>
                  <a:lnTo>
                    <a:pt x="1469224" y="540346"/>
                  </a:lnTo>
                  <a:lnTo>
                    <a:pt x="1462773" y="572325"/>
                  </a:lnTo>
                  <a:lnTo>
                    <a:pt x="1462773" y="623366"/>
                  </a:lnTo>
                  <a:lnTo>
                    <a:pt x="1469224" y="655358"/>
                  </a:lnTo>
                  <a:lnTo>
                    <a:pt x="1486839" y="681482"/>
                  </a:lnTo>
                  <a:lnTo>
                    <a:pt x="1512963" y="699084"/>
                  </a:lnTo>
                  <a:lnTo>
                    <a:pt x="1544942" y="705548"/>
                  </a:lnTo>
                  <a:lnTo>
                    <a:pt x="2070798" y="705548"/>
                  </a:lnTo>
                  <a:lnTo>
                    <a:pt x="2102789" y="699084"/>
                  </a:lnTo>
                  <a:lnTo>
                    <a:pt x="2128913" y="681482"/>
                  </a:lnTo>
                  <a:lnTo>
                    <a:pt x="2146516" y="655358"/>
                  </a:lnTo>
                  <a:lnTo>
                    <a:pt x="2152980" y="623366"/>
                  </a:lnTo>
                  <a:lnTo>
                    <a:pt x="2152980" y="572325"/>
                  </a:lnTo>
                  <a:close/>
                </a:path>
                <a:path w="11612244" h="1202054">
                  <a:moveTo>
                    <a:pt x="2509558" y="822591"/>
                  </a:moveTo>
                  <a:lnTo>
                    <a:pt x="2503106" y="790600"/>
                  </a:lnTo>
                  <a:lnTo>
                    <a:pt x="2485491" y="764489"/>
                  </a:lnTo>
                  <a:lnTo>
                    <a:pt x="2459367" y="746874"/>
                  </a:lnTo>
                  <a:lnTo>
                    <a:pt x="2427389" y="740422"/>
                  </a:lnTo>
                  <a:lnTo>
                    <a:pt x="1901532" y="740422"/>
                  </a:lnTo>
                  <a:lnTo>
                    <a:pt x="1869541" y="746874"/>
                  </a:lnTo>
                  <a:lnTo>
                    <a:pt x="1843417" y="764489"/>
                  </a:lnTo>
                  <a:lnTo>
                    <a:pt x="1825815" y="790600"/>
                  </a:lnTo>
                  <a:lnTo>
                    <a:pt x="1819351" y="822591"/>
                  </a:lnTo>
                  <a:lnTo>
                    <a:pt x="1819351" y="873633"/>
                  </a:lnTo>
                  <a:lnTo>
                    <a:pt x="1825815" y="905611"/>
                  </a:lnTo>
                  <a:lnTo>
                    <a:pt x="1843417" y="931735"/>
                  </a:lnTo>
                  <a:lnTo>
                    <a:pt x="1869541" y="949350"/>
                  </a:lnTo>
                  <a:lnTo>
                    <a:pt x="1901532" y="955802"/>
                  </a:lnTo>
                  <a:lnTo>
                    <a:pt x="2427389" y="955802"/>
                  </a:lnTo>
                  <a:lnTo>
                    <a:pt x="2459367" y="949350"/>
                  </a:lnTo>
                  <a:lnTo>
                    <a:pt x="2485491" y="931735"/>
                  </a:lnTo>
                  <a:lnTo>
                    <a:pt x="2503106" y="905611"/>
                  </a:lnTo>
                  <a:lnTo>
                    <a:pt x="2509558" y="873633"/>
                  </a:lnTo>
                  <a:lnTo>
                    <a:pt x="2509558" y="822591"/>
                  </a:lnTo>
                  <a:close/>
                </a:path>
                <a:path w="11612244" h="1202054">
                  <a:moveTo>
                    <a:pt x="2509558" y="326301"/>
                  </a:moveTo>
                  <a:lnTo>
                    <a:pt x="2503106" y="294322"/>
                  </a:lnTo>
                  <a:lnTo>
                    <a:pt x="2485491" y="268198"/>
                  </a:lnTo>
                  <a:lnTo>
                    <a:pt x="2459367" y="250596"/>
                  </a:lnTo>
                  <a:lnTo>
                    <a:pt x="2427389" y="244132"/>
                  </a:lnTo>
                  <a:lnTo>
                    <a:pt x="1901532" y="244132"/>
                  </a:lnTo>
                  <a:lnTo>
                    <a:pt x="1869541" y="250596"/>
                  </a:lnTo>
                  <a:lnTo>
                    <a:pt x="1843417" y="268198"/>
                  </a:lnTo>
                  <a:lnTo>
                    <a:pt x="1825815" y="294322"/>
                  </a:lnTo>
                  <a:lnTo>
                    <a:pt x="1819351" y="326301"/>
                  </a:lnTo>
                  <a:lnTo>
                    <a:pt x="1819351" y="377342"/>
                  </a:lnTo>
                  <a:lnTo>
                    <a:pt x="1825815" y="409333"/>
                  </a:lnTo>
                  <a:lnTo>
                    <a:pt x="1843417" y="435457"/>
                  </a:lnTo>
                  <a:lnTo>
                    <a:pt x="1869541" y="453072"/>
                  </a:lnTo>
                  <a:lnTo>
                    <a:pt x="1901532" y="459524"/>
                  </a:lnTo>
                  <a:lnTo>
                    <a:pt x="2427389" y="459524"/>
                  </a:lnTo>
                  <a:lnTo>
                    <a:pt x="2459367" y="453072"/>
                  </a:lnTo>
                  <a:lnTo>
                    <a:pt x="2485491" y="435457"/>
                  </a:lnTo>
                  <a:lnTo>
                    <a:pt x="2503106" y="409333"/>
                  </a:lnTo>
                  <a:lnTo>
                    <a:pt x="2509558" y="377342"/>
                  </a:lnTo>
                  <a:lnTo>
                    <a:pt x="2509558" y="326301"/>
                  </a:lnTo>
                  <a:close/>
                </a:path>
                <a:path w="11612244" h="1202054">
                  <a:moveTo>
                    <a:pt x="2879750" y="1068603"/>
                  </a:moveTo>
                  <a:lnTo>
                    <a:pt x="2873286" y="1036624"/>
                  </a:lnTo>
                  <a:lnTo>
                    <a:pt x="2855684" y="1010513"/>
                  </a:lnTo>
                  <a:lnTo>
                    <a:pt x="2829560" y="992898"/>
                  </a:lnTo>
                  <a:lnTo>
                    <a:pt x="2797568" y="986447"/>
                  </a:lnTo>
                  <a:lnTo>
                    <a:pt x="2271712" y="986447"/>
                  </a:lnTo>
                  <a:lnTo>
                    <a:pt x="2239734" y="992898"/>
                  </a:lnTo>
                  <a:lnTo>
                    <a:pt x="2213610" y="1010513"/>
                  </a:lnTo>
                  <a:lnTo>
                    <a:pt x="2195995" y="1036624"/>
                  </a:lnTo>
                  <a:lnTo>
                    <a:pt x="2189543" y="1068603"/>
                  </a:lnTo>
                  <a:lnTo>
                    <a:pt x="2189543" y="1119657"/>
                  </a:lnTo>
                  <a:lnTo>
                    <a:pt x="2195995" y="1151648"/>
                  </a:lnTo>
                  <a:lnTo>
                    <a:pt x="2213610" y="1177759"/>
                  </a:lnTo>
                  <a:lnTo>
                    <a:pt x="2239734" y="1195374"/>
                  </a:lnTo>
                  <a:lnTo>
                    <a:pt x="2271712" y="1201826"/>
                  </a:lnTo>
                  <a:lnTo>
                    <a:pt x="2797568" y="1201826"/>
                  </a:lnTo>
                  <a:lnTo>
                    <a:pt x="2829560" y="1195374"/>
                  </a:lnTo>
                  <a:lnTo>
                    <a:pt x="2855684" y="1177759"/>
                  </a:lnTo>
                  <a:lnTo>
                    <a:pt x="2873286" y="1151648"/>
                  </a:lnTo>
                  <a:lnTo>
                    <a:pt x="2879750" y="1119657"/>
                  </a:lnTo>
                  <a:lnTo>
                    <a:pt x="2879750" y="1068603"/>
                  </a:lnTo>
                  <a:close/>
                </a:path>
                <a:path w="11612244" h="1202054">
                  <a:moveTo>
                    <a:pt x="2879750" y="572325"/>
                  </a:moveTo>
                  <a:lnTo>
                    <a:pt x="2873286" y="540346"/>
                  </a:lnTo>
                  <a:lnTo>
                    <a:pt x="2855684" y="514223"/>
                  </a:lnTo>
                  <a:lnTo>
                    <a:pt x="2829560" y="496620"/>
                  </a:lnTo>
                  <a:lnTo>
                    <a:pt x="2797568" y="490156"/>
                  </a:lnTo>
                  <a:lnTo>
                    <a:pt x="2271712" y="490156"/>
                  </a:lnTo>
                  <a:lnTo>
                    <a:pt x="2239734" y="496620"/>
                  </a:lnTo>
                  <a:lnTo>
                    <a:pt x="2213610" y="514223"/>
                  </a:lnTo>
                  <a:lnTo>
                    <a:pt x="2195995" y="540346"/>
                  </a:lnTo>
                  <a:lnTo>
                    <a:pt x="2189543" y="572325"/>
                  </a:lnTo>
                  <a:lnTo>
                    <a:pt x="2189543" y="623366"/>
                  </a:lnTo>
                  <a:lnTo>
                    <a:pt x="2195995" y="655358"/>
                  </a:lnTo>
                  <a:lnTo>
                    <a:pt x="2213610" y="681482"/>
                  </a:lnTo>
                  <a:lnTo>
                    <a:pt x="2239734" y="699084"/>
                  </a:lnTo>
                  <a:lnTo>
                    <a:pt x="2271712" y="705548"/>
                  </a:lnTo>
                  <a:lnTo>
                    <a:pt x="2797568" y="705548"/>
                  </a:lnTo>
                  <a:lnTo>
                    <a:pt x="2829560" y="699084"/>
                  </a:lnTo>
                  <a:lnTo>
                    <a:pt x="2855684" y="681482"/>
                  </a:lnTo>
                  <a:lnTo>
                    <a:pt x="2873286" y="655358"/>
                  </a:lnTo>
                  <a:lnTo>
                    <a:pt x="2879750" y="623366"/>
                  </a:lnTo>
                  <a:lnTo>
                    <a:pt x="2879750" y="572325"/>
                  </a:lnTo>
                  <a:close/>
                </a:path>
                <a:path w="11612244" h="1202054">
                  <a:moveTo>
                    <a:pt x="3236328" y="822591"/>
                  </a:moveTo>
                  <a:lnTo>
                    <a:pt x="3229876" y="790600"/>
                  </a:lnTo>
                  <a:lnTo>
                    <a:pt x="3212261" y="764489"/>
                  </a:lnTo>
                  <a:lnTo>
                    <a:pt x="3186138" y="746874"/>
                  </a:lnTo>
                  <a:lnTo>
                    <a:pt x="3154159" y="740422"/>
                  </a:lnTo>
                  <a:lnTo>
                    <a:pt x="2628303" y="740422"/>
                  </a:lnTo>
                  <a:lnTo>
                    <a:pt x="2596311" y="746874"/>
                  </a:lnTo>
                  <a:lnTo>
                    <a:pt x="2570188" y="764489"/>
                  </a:lnTo>
                  <a:lnTo>
                    <a:pt x="2552585" y="790600"/>
                  </a:lnTo>
                  <a:lnTo>
                    <a:pt x="2546121" y="822591"/>
                  </a:lnTo>
                  <a:lnTo>
                    <a:pt x="2546121" y="873633"/>
                  </a:lnTo>
                  <a:lnTo>
                    <a:pt x="2552585" y="905611"/>
                  </a:lnTo>
                  <a:lnTo>
                    <a:pt x="2570188" y="931735"/>
                  </a:lnTo>
                  <a:lnTo>
                    <a:pt x="2596311" y="949350"/>
                  </a:lnTo>
                  <a:lnTo>
                    <a:pt x="2628303" y="955802"/>
                  </a:lnTo>
                  <a:lnTo>
                    <a:pt x="3154159" y="955802"/>
                  </a:lnTo>
                  <a:lnTo>
                    <a:pt x="3186138" y="949350"/>
                  </a:lnTo>
                  <a:lnTo>
                    <a:pt x="3212261" y="931735"/>
                  </a:lnTo>
                  <a:lnTo>
                    <a:pt x="3229876" y="905624"/>
                  </a:lnTo>
                  <a:lnTo>
                    <a:pt x="3236328" y="873633"/>
                  </a:lnTo>
                  <a:lnTo>
                    <a:pt x="3236328" y="822591"/>
                  </a:lnTo>
                  <a:close/>
                </a:path>
                <a:path w="11612244" h="1202054">
                  <a:moveTo>
                    <a:pt x="3236328" y="326301"/>
                  </a:moveTo>
                  <a:lnTo>
                    <a:pt x="3229876" y="294322"/>
                  </a:lnTo>
                  <a:lnTo>
                    <a:pt x="3212261" y="268198"/>
                  </a:lnTo>
                  <a:lnTo>
                    <a:pt x="3186138" y="250596"/>
                  </a:lnTo>
                  <a:lnTo>
                    <a:pt x="3154159" y="244132"/>
                  </a:lnTo>
                  <a:lnTo>
                    <a:pt x="2628290" y="244132"/>
                  </a:lnTo>
                  <a:lnTo>
                    <a:pt x="2596311" y="250596"/>
                  </a:lnTo>
                  <a:lnTo>
                    <a:pt x="2570188" y="268198"/>
                  </a:lnTo>
                  <a:lnTo>
                    <a:pt x="2552573" y="294322"/>
                  </a:lnTo>
                  <a:lnTo>
                    <a:pt x="2546121" y="326301"/>
                  </a:lnTo>
                  <a:lnTo>
                    <a:pt x="2546121" y="377342"/>
                  </a:lnTo>
                  <a:lnTo>
                    <a:pt x="2552573" y="409333"/>
                  </a:lnTo>
                  <a:lnTo>
                    <a:pt x="2570188" y="435457"/>
                  </a:lnTo>
                  <a:lnTo>
                    <a:pt x="2596311" y="453072"/>
                  </a:lnTo>
                  <a:lnTo>
                    <a:pt x="2628290" y="459524"/>
                  </a:lnTo>
                  <a:lnTo>
                    <a:pt x="3154159" y="459524"/>
                  </a:lnTo>
                  <a:lnTo>
                    <a:pt x="3186138" y="453072"/>
                  </a:lnTo>
                  <a:lnTo>
                    <a:pt x="3212261" y="435457"/>
                  </a:lnTo>
                  <a:lnTo>
                    <a:pt x="3229876" y="409333"/>
                  </a:lnTo>
                  <a:lnTo>
                    <a:pt x="3236328" y="377342"/>
                  </a:lnTo>
                  <a:lnTo>
                    <a:pt x="3236328" y="326301"/>
                  </a:lnTo>
                  <a:close/>
                </a:path>
                <a:path w="11612244" h="1202054">
                  <a:moveTo>
                    <a:pt x="3606520" y="1068603"/>
                  </a:moveTo>
                  <a:lnTo>
                    <a:pt x="3600056" y="1036624"/>
                  </a:lnTo>
                  <a:lnTo>
                    <a:pt x="3582454" y="1010513"/>
                  </a:lnTo>
                  <a:lnTo>
                    <a:pt x="3556330" y="992898"/>
                  </a:lnTo>
                  <a:lnTo>
                    <a:pt x="3524339" y="986447"/>
                  </a:lnTo>
                  <a:lnTo>
                    <a:pt x="2998482" y="986447"/>
                  </a:lnTo>
                  <a:lnTo>
                    <a:pt x="2966504" y="992898"/>
                  </a:lnTo>
                  <a:lnTo>
                    <a:pt x="2940380" y="1010513"/>
                  </a:lnTo>
                  <a:lnTo>
                    <a:pt x="2922778" y="1036624"/>
                  </a:lnTo>
                  <a:lnTo>
                    <a:pt x="2916313" y="1068603"/>
                  </a:lnTo>
                  <a:lnTo>
                    <a:pt x="2916313" y="1119657"/>
                  </a:lnTo>
                  <a:lnTo>
                    <a:pt x="2922778" y="1151648"/>
                  </a:lnTo>
                  <a:lnTo>
                    <a:pt x="2940380" y="1177759"/>
                  </a:lnTo>
                  <a:lnTo>
                    <a:pt x="2966504" y="1195374"/>
                  </a:lnTo>
                  <a:lnTo>
                    <a:pt x="2998482" y="1201826"/>
                  </a:lnTo>
                  <a:lnTo>
                    <a:pt x="3524339" y="1201826"/>
                  </a:lnTo>
                  <a:lnTo>
                    <a:pt x="3556330" y="1195374"/>
                  </a:lnTo>
                  <a:lnTo>
                    <a:pt x="3582454" y="1177759"/>
                  </a:lnTo>
                  <a:lnTo>
                    <a:pt x="3600056" y="1151648"/>
                  </a:lnTo>
                  <a:lnTo>
                    <a:pt x="3606520" y="1119657"/>
                  </a:lnTo>
                  <a:lnTo>
                    <a:pt x="3606520" y="1068603"/>
                  </a:lnTo>
                  <a:close/>
                </a:path>
                <a:path w="11612244" h="1202054">
                  <a:moveTo>
                    <a:pt x="3606520" y="572325"/>
                  </a:moveTo>
                  <a:lnTo>
                    <a:pt x="3600056" y="540346"/>
                  </a:lnTo>
                  <a:lnTo>
                    <a:pt x="3582454" y="514223"/>
                  </a:lnTo>
                  <a:lnTo>
                    <a:pt x="3556330" y="496620"/>
                  </a:lnTo>
                  <a:lnTo>
                    <a:pt x="3524339" y="490156"/>
                  </a:lnTo>
                  <a:lnTo>
                    <a:pt x="2998482" y="490156"/>
                  </a:lnTo>
                  <a:lnTo>
                    <a:pt x="2966504" y="496620"/>
                  </a:lnTo>
                  <a:lnTo>
                    <a:pt x="2940380" y="514223"/>
                  </a:lnTo>
                  <a:lnTo>
                    <a:pt x="2922778" y="540346"/>
                  </a:lnTo>
                  <a:lnTo>
                    <a:pt x="2916313" y="572325"/>
                  </a:lnTo>
                  <a:lnTo>
                    <a:pt x="2916313" y="623366"/>
                  </a:lnTo>
                  <a:lnTo>
                    <a:pt x="2922778" y="655358"/>
                  </a:lnTo>
                  <a:lnTo>
                    <a:pt x="2940380" y="681482"/>
                  </a:lnTo>
                  <a:lnTo>
                    <a:pt x="2966504" y="699084"/>
                  </a:lnTo>
                  <a:lnTo>
                    <a:pt x="2998482" y="705548"/>
                  </a:lnTo>
                  <a:lnTo>
                    <a:pt x="3524339" y="705548"/>
                  </a:lnTo>
                  <a:lnTo>
                    <a:pt x="3556330" y="699084"/>
                  </a:lnTo>
                  <a:lnTo>
                    <a:pt x="3582454" y="681482"/>
                  </a:lnTo>
                  <a:lnTo>
                    <a:pt x="3600056" y="655358"/>
                  </a:lnTo>
                  <a:lnTo>
                    <a:pt x="3606520" y="623366"/>
                  </a:lnTo>
                  <a:lnTo>
                    <a:pt x="3606520" y="572325"/>
                  </a:lnTo>
                  <a:close/>
                </a:path>
                <a:path w="11612244" h="1202054">
                  <a:moveTo>
                    <a:pt x="3963098" y="822591"/>
                  </a:moveTo>
                  <a:lnTo>
                    <a:pt x="3956647" y="790600"/>
                  </a:lnTo>
                  <a:lnTo>
                    <a:pt x="3939032" y="764489"/>
                  </a:lnTo>
                  <a:lnTo>
                    <a:pt x="3912908" y="746874"/>
                  </a:lnTo>
                  <a:lnTo>
                    <a:pt x="3880929" y="740422"/>
                  </a:lnTo>
                  <a:lnTo>
                    <a:pt x="3355073" y="740422"/>
                  </a:lnTo>
                  <a:lnTo>
                    <a:pt x="3323082" y="746874"/>
                  </a:lnTo>
                  <a:lnTo>
                    <a:pt x="3296958" y="764489"/>
                  </a:lnTo>
                  <a:lnTo>
                    <a:pt x="3279356" y="790600"/>
                  </a:lnTo>
                  <a:lnTo>
                    <a:pt x="3272891" y="822591"/>
                  </a:lnTo>
                  <a:lnTo>
                    <a:pt x="3272891" y="873633"/>
                  </a:lnTo>
                  <a:lnTo>
                    <a:pt x="3279356" y="905611"/>
                  </a:lnTo>
                  <a:lnTo>
                    <a:pt x="3296958" y="931735"/>
                  </a:lnTo>
                  <a:lnTo>
                    <a:pt x="3323082" y="949350"/>
                  </a:lnTo>
                  <a:lnTo>
                    <a:pt x="3355073" y="955802"/>
                  </a:lnTo>
                  <a:lnTo>
                    <a:pt x="3880929" y="955802"/>
                  </a:lnTo>
                  <a:lnTo>
                    <a:pt x="3912908" y="949350"/>
                  </a:lnTo>
                  <a:lnTo>
                    <a:pt x="3939032" y="931735"/>
                  </a:lnTo>
                  <a:lnTo>
                    <a:pt x="3956647" y="905624"/>
                  </a:lnTo>
                  <a:lnTo>
                    <a:pt x="3963098" y="873633"/>
                  </a:lnTo>
                  <a:lnTo>
                    <a:pt x="3963098" y="822591"/>
                  </a:lnTo>
                  <a:close/>
                </a:path>
                <a:path w="11612244" h="1202054">
                  <a:moveTo>
                    <a:pt x="3963098" y="326301"/>
                  </a:moveTo>
                  <a:lnTo>
                    <a:pt x="3956647" y="294322"/>
                  </a:lnTo>
                  <a:lnTo>
                    <a:pt x="3939032" y="268198"/>
                  </a:lnTo>
                  <a:lnTo>
                    <a:pt x="3912908" y="250596"/>
                  </a:lnTo>
                  <a:lnTo>
                    <a:pt x="3880929" y="244132"/>
                  </a:lnTo>
                  <a:lnTo>
                    <a:pt x="3355060" y="244132"/>
                  </a:lnTo>
                  <a:lnTo>
                    <a:pt x="3323082" y="250596"/>
                  </a:lnTo>
                  <a:lnTo>
                    <a:pt x="3296970" y="268198"/>
                  </a:lnTo>
                  <a:lnTo>
                    <a:pt x="3279356" y="294322"/>
                  </a:lnTo>
                  <a:lnTo>
                    <a:pt x="3272904" y="326301"/>
                  </a:lnTo>
                  <a:lnTo>
                    <a:pt x="3272904" y="377342"/>
                  </a:lnTo>
                  <a:lnTo>
                    <a:pt x="3279356" y="409333"/>
                  </a:lnTo>
                  <a:lnTo>
                    <a:pt x="3296970" y="435457"/>
                  </a:lnTo>
                  <a:lnTo>
                    <a:pt x="3323082" y="453072"/>
                  </a:lnTo>
                  <a:lnTo>
                    <a:pt x="3355060" y="459524"/>
                  </a:lnTo>
                  <a:lnTo>
                    <a:pt x="3880929" y="459524"/>
                  </a:lnTo>
                  <a:lnTo>
                    <a:pt x="3912908" y="453072"/>
                  </a:lnTo>
                  <a:lnTo>
                    <a:pt x="3939032" y="435457"/>
                  </a:lnTo>
                  <a:lnTo>
                    <a:pt x="3956647" y="409333"/>
                  </a:lnTo>
                  <a:lnTo>
                    <a:pt x="3963098" y="377342"/>
                  </a:lnTo>
                  <a:lnTo>
                    <a:pt x="3963098" y="326301"/>
                  </a:lnTo>
                  <a:close/>
                </a:path>
                <a:path w="11612244" h="1202054">
                  <a:moveTo>
                    <a:pt x="4333291" y="1068603"/>
                  </a:moveTo>
                  <a:lnTo>
                    <a:pt x="4326826" y="1036624"/>
                  </a:lnTo>
                  <a:lnTo>
                    <a:pt x="4309224" y="1010513"/>
                  </a:lnTo>
                  <a:lnTo>
                    <a:pt x="4283100" y="992898"/>
                  </a:lnTo>
                  <a:lnTo>
                    <a:pt x="4251109" y="986447"/>
                  </a:lnTo>
                  <a:lnTo>
                    <a:pt x="3725253" y="986447"/>
                  </a:lnTo>
                  <a:lnTo>
                    <a:pt x="3693274" y="992898"/>
                  </a:lnTo>
                  <a:lnTo>
                    <a:pt x="3667150" y="1010513"/>
                  </a:lnTo>
                  <a:lnTo>
                    <a:pt x="3649548" y="1036624"/>
                  </a:lnTo>
                  <a:lnTo>
                    <a:pt x="3643096" y="1068603"/>
                  </a:lnTo>
                  <a:lnTo>
                    <a:pt x="3643096" y="1119657"/>
                  </a:lnTo>
                  <a:lnTo>
                    <a:pt x="3649548" y="1151648"/>
                  </a:lnTo>
                  <a:lnTo>
                    <a:pt x="3667150" y="1177759"/>
                  </a:lnTo>
                  <a:lnTo>
                    <a:pt x="3693274" y="1195374"/>
                  </a:lnTo>
                  <a:lnTo>
                    <a:pt x="3725253" y="1201826"/>
                  </a:lnTo>
                  <a:lnTo>
                    <a:pt x="4251109" y="1201826"/>
                  </a:lnTo>
                  <a:lnTo>
                    <a:pt x="4283100" y="1195374"/>
                  </a:lnTo>
                  <a:lnTo>
                    <a:pt x="4309224" y="1177759"/>
                  </a:lnTo>
                  <a:lnTo>
                    <a:pt x="4326826" y="1151648"/>
                  </a:lnTo>
                  <a:lnTo>
                    <a:pt x="4333291" y="1119657"/>
                  </a:lnTo>
                  <a:lnTo>
                    <a:pt x="4333291" y="1068603"/>
                  </a:lnTo>
                  <a:close/>
                </a:path>
                <a:path w="11612244" h="1202054">
                  <a:moveTo>
                    <a:pt x="4333291" y="572325"/>
                  </a:moveTo>
                  <a:lnTo>
                    <a:pt x="4326826" y="540346"/>
                  </a:lnTo>
                  <a:lnTo>
                    <a:pt x="4309224" y="514223"/>
                  </a:lnTo>
                  <a:lnTo>
                    <a:pt x="4283100" y="496620"/>
                  </a:lnTo>
                  <a:lnTo>
                    <a:pt x="4251109" y="490156"/>
                  </a:lnTo>
                  <a:lnTo>
                    <a:pt x="3725253" y="490156"/>
                  </a:lnTo>
                  <a:lnTo>
                    <a:pt x="3693274" y="496620"/>
                  </a:lnTo>
                  <a:lnTo>
                    <a:pt x="3667150" y="514223"/>
                  </a:lnTo>
                  <a:lnTo>
                    <a:pt x="3649548" y="540346"/>
                  </a:lnTo>
                  <a:lnTo>
                    <a:pt x="3643096" y="572325"/>
                  </a:lnTo>
                  <a:lnTo>
                    <a:pt x="3643096" y="623366"/>
                  </a:lnTo>
                  <a:lnTo>
                    <a:pt x="3649548" y="655358"/>
                  </a:lnTo>
                  <a:lnTo>
                    <a:pt x="3667150" y="681482"/>
                  </a:lnTo>
                  <a:lnTo>
                    <a:pt x="3693274" y="699084"/>
                  </a:lnTo>
                  <a:lnTo>
                    <a:pt x="3725253" y="705548"/>
                  </a:lnTo>
                  <a:lnTo>
                    <a:pt x="4251109" y="705548"/>
                  </a:lnTo>
                  <a:lnTo>
                    <a:pt x="4283100" y="699084"/>
                  </a:lnTo>
                  <a:lnTo>
                    <a:pt x="4309224" y="681482"/>
                  </a:lnTo>
                  <a:lnTo>
                    <a:pt x="4326826" y="655358"/>
                  </a:lnTo>
                  <a:lnTo>
                    <a:pt x="4333291" y="623366"/>
                  </a:lnTo>
                  <a:lnTo>
                    <a:pt x="4333291" y="572325"/>
                  </a:lnTo>
                  <a:close/>
                </a:path>
                <a:path w="11612244" h="1202054">
                  <a:moveTo>
                    <a:pt x="4689868" y="822591"/>
                  </a:moveTo>
                  <a:lnTo>
                    <a:pt x="4683417" y="790600"/>
                  </a:lnTo>
                  <a:lnTo>
                    <a:pt x="4665802" y="764489"/>
                  </a:lnTo>
                  <a:lnTo>
                    <a:pt x="4639678" y="746874"/>
                  </a:lnTo>
                  <a:lnTo>
                    <a:pt x="4607699" y="740422"/>
                  </a:lnTo>
                  <a:lnTo>
                    <a:pt x="4081830" y="740422"/>
                  </a:lnTo>
                  <a:lnTo>
                    <a:pt x="4049852" y="746874"/>
                  </a:lnTo>
                  <a:lnTo>
                    <a:pt x="4023728" y="764489"/>
                  </a:lnTo>
                  <a:lnTo>
                    <a:pt x="4006113" y="790600"/>
                  </a:lnTo>
                  <a:lnTo>
                    <a:pt x="3999661" y="822591"/>
                  </a:lnTo>
                  <a:lnTo>
                    <a:pt x="3999661" y="873633"/>
                  </a:lnTo>
                  <a:lnTo>
                    <a:pt x="4006113" y="905624"/>
                  </a:lnTo>
                  <a:lnTo>
                    <a:pt x="4023728" y="931735"/>
                  </a:lnTo>
                  <a:lnTo>
                    <a:pt x="4049852" y="949350"/>
                  </a:lnTo>
                  <a:lnTo>
                    <a:pt x="4081830" y="955802"/>
                  </a:lnTo>
                  <a:lnTo>
                    <a:pt x="4607699" y="955802"/>
                  </a:lnTo>
                  <a:lnTo>
                    <a:pt x="4639678" y="949350"/>
                  </a:lnTo>
                  <a:lnTo>
                    <a:pt x="4665802" y="931735"/>
                  </a:lnTo>
                  <a:lnTo>
                    <a:pt x="4683417" y="905624"/>
                  </a:lnTo>
                  <a:lnTo>
                    <a:pt x="4689868" y="873633"/>
                  </a:lnTo>
                  <a:lnTo>
                    <a:pt x="4689868" y="822591"/>
                  </a:lnTo>
                  <a:close/>
                </a:path>
                <a:path w="11612244" h="1202054">
                  <a:moveTo>
                    <a:pt x="4689868" y="326301"/>
                  </a:moveTo>
                  <a:lnTo>
                    <a:pt x="4683417" y="294322"/>
                  </a:lnTo>
                  <a:lnTo>
                    <a:pt x="4665802" y="268198"/>
                  </a:lnTo>
                  <a:lnTo>
                    <a:pt x="4639678" y="250596"/>
                  </a:lnTo>
                  <a:lnTo>
                    <a:pt x="4607699" y="244132"/>
                  </a:lnTo>
                  <a:lnTo>
                    <a:pt x="4081830" y="244132"/>
                  </a:lnTo>
                  <a:lnTo>
                    <a:pt x="4049852" y="250596"/>
                  </a:lnTo>
                  <a:lnTo>
                    <a:pt x="4023728" y="268198"/>
                  </a:lnTo>
                  <a:lnTo>
                    <a:pt x="4006113" y="294322"/>
                  </a:lnTo>
                  <a:lnTo>
                    <a:pt x="3999661" y="326301"/>
                  </a:lnTo>
                  <a:lnTo>
                    <a:pt x="3999661" y="377342"/>
                  </a:lnTo>
                  <a:lnTo>
                    <a:pt x="4006113" y="409333"/>
                  </a:lnTo>
                  <a:lnTo>
                    <a:pt x="4023728" y="435457"/>
                  </a:lnTo>
                  <a:lnTo>
                    <a:pt x="4049852" y="453072"/>
                  </a:lnTo>
                  <a:lnTo>
                    <a:pt x="4081830" y="459524"/>
                  </a:lnTo>
                  <a:lnTo>
                    <a:pt x="4607699" y="459524"/>
                  </a:lnTo>
                  <a:lnTo>
                    <a:pt x="4639678" y="453072"/>
                  </a:lnTo>
                  <a:lnTo>
                    <a:pt x="4665802" y="435457"/>
                  </a:lnTo>
                  <a:lnTo>
                    <a:pt x="4683417" y="409333"/>
                  </a:lnTo>
                  <a:lnTo>
                    <a:pt x="4689868" y="377342"/>
                  </a:lnTo>
                  <a:lnTo>
                    <a:pt x="4689868" y="326301"/>
                  </a:lnTo>
                  <a:close/>
                </a:path>
                <a:path w="11612244" h="1202054">
                  <a:moveTo>
                    <a:pt x="5060061" y="1068603"/>
                  </a:moveTo>
                  <a:lnTo>
                    <a:pt x="5053596" y="1036624"/>
                  </a:lnTo>
                  <a:lnTo>
                    <a:pt x="5035994" y="1010513"/>
                  </a:lnTo>
                  <a:lnTo>
                    <a:pt x="5009870" y="992898"/>
                  </a:lnTo>
                  <a:lnTo>
                    <a:pt x="4977879" y="986447"/>
                  </a:lnTo>
                  <a:lnTo>
                    <a:pt x="4452023" y="986447"/>
                  </a:lnTo>
                  <a:lnTo>
                    <a:pt x="4420044" y="992898"/>
                  </a:lnTo>
                  <a:lnTo>
                    <a:pt x="4393920" y="1010513"/>
                  </a:lnTo>
                  <a:lnTo>
                    <a:pt x="4376305" y="1036624"/>
                  </a:lnTo>
                  <a:lnTo>
                    <a:pt x="4369854" y="1068603"/>
                  </a:lnTo>
                  <a:lnTo>
                    <a:pt x="4369854" y="1119657"/>
                  </a:lnTo>
                  <a:lnTo>
                    <a:pt x="4376305" y="1151648"/>
                  </a:lnTo>
                  <a:lnTo>
                    <a:pt x="4393920" y="1177759"/>
                  </a:lnTo>
                  <a:lnTo>
                    <a:pt x="4420044" y="1195374"/>
                  </a:lnTo>
                  <a:lnTo>
                    <a:pt x="4452023" y="1201826"/>
                  </a:lnTo>
                  <a:lnTo>
                    <a:pt x="4977879" y="1201826"/>
                  </a:lnTo>
                  <a:lnTo>
                    <a:pt x="5009870" y="1195374"/>
                  </a:lnTo>
                  <a:lnTo>
                    <a:pt x="5035994" y="1177759"/>
                  </a:lnTo>
                  <a:lnTo>
                    <a:pt x="5053596" y="1151648"/>
                  </a:lnTo>
                  <a:lnTo>
                    <a:pt x="5060061" y="1119657"/>
                  </a:lnTo>
                  <a:lnTo>
                    <a:pt x="5060061" y="1068603"/>
                  </a:lnTo>
                  <a:close/>
                </a:path>
                <a:path w="11612244" h="1202054">
                  <a:moveTo>
                    <a:pt x="5060061" y="572325"/>
                  </a:moveTo>
                  <a:lnTo>
                    <a:pt x="5053596" y="540346"/>
                  </a:lnTo>
                  <a:lnTo>
                    <a:pt x="5035994" y="514223"/>
                  </a:lnTo>
                  <a:lnTo>
                    <a:pt x="5009870" y="496620"/>
                  </a:lnTo>
                  <a:lnTo>
                    <a:pt x="4977879" y="490156"/>
                  </a:lnTo>
                  <a:lnTo>
                    <a:pt x="4452023" y="490156"/>
                  </a:lnTo>
                  <a:lnTo>
                    <a:pt x="4420044" y="496620"/>
                  </a:lnTo>
                  <a:lnTo>
                    <a:pt x="4393920" y="514223"/>
                  </a:lnTo>
                  <a:lnTo>
                    <a:pt x="4376305" y="540346"/>
                  </a:lnTo>
                  <a:lnTo>
                    <a:pt x="4369854" y="572325"/>
                  </a:lnTo>
                  <a:lnTo>
                    <a:pt x="4369854" y="623366"/>
                  </a:lnTo>
                  <a:lnTo>
                    <a:pt x="4376305" y="655358"/>
                  </a:lnTo>
                  <a:lnTo>
                    <a:pt x="4393920" y="681482"/>
                  </a:lnTo>
                  <a:lnTo>
                    <a:pt x="4420044" y="699084"/>
                  </a:lnTo>
                  <a:lnTo>
                    <a:pt x="4452023" y="705548"/>
                  </a:lnTo>
                  <a:lnTo>
                    <a:pt x="4977879" y="705548"/>
                  </a:lnTo>
                  <a:lnTo>
                    <a:pt x="5009870" y="699084"/>
                  </a:lnTo>
                  <a:lnTo>
                    <a:pt x="5035994" y="681482"/>
                  </a:lnTo>
                  <a:lnTo>
                    <a:pt x="5053596" y="655358"/>
                  </a:lnTo>
                  <a:lnTo>
                    <a:pt x="5060061" y="623366"/>
                  </a:lnTo>
                  <a:lnTo>
                    <a:pt x="5060061" y="572325"/>
                  </a:lnTo>
                  <a:close/>
                </a:path>
                <a:path w="11612244" h="1202054">
                  <a:moveTo>
                    <a:pt x="5416639" y="822591"/>
                  </a:moveTo>
                  <a:lnTo>
                    <a:pt x="5410187" y="790600"/>
                  </a:lnTo>
                  <a:lnTo>
                    <a:pt x="5392572" y="764489"/>
                  </a:lnTo>
                  <a:lnTo>
                    <a:pt x="5366448" y="746874"/>
                  </a:lnTo>
                  <a:lnTo>
                    <a:pt x="5334470" y="740422"/>
                  </a:lnTo>
                  <a:lnTo>
                    <a:pt x="4808601" y="740422"/>
                  </a:lnTo>
                  <a:lnTo>
                    <a:pt x="4776622" y="746874"/>
                  </a:lnTo>
                  <a:lnTo>
                    <a:pt x="4750498" y="764489"/>
                  </a:lnTo>
                  <a:lnTo>
                    <a:pt x="4732883" y="790600"/>
                  </a:lnTo>
                  <a:lnTo>
                    <a:pt x="4726432" y="822591"/>
                  </a:lnTo>
                  <a:lnTo>
                    <a:pt x="4726432" y="873633"/>
                  </a:lnTo>
                  <a:lnTo>
                    <a:pt x="4732883" y="905611"/>
                  </a:lnTo>
                  <a:lnTo>
                    <a:pt x="4750498" y="931735"/>
                  </a:lnTo>
                  <a:lnTo>
                    <a:pt x="4776622" y="949350"/>
                  </a:lnTo>
                  <a:lnTo>
                    <a:pt x="4808601" y="955802"/>
                  </a:lnTo>
                  <a:lnTo>
                    <a:pt x="5334470" y="955802"/>
                  </a:lnTo>
                  <a:lnTo>
                    <a:pt x="5366448" y="949350"/>
                  </a:lnTo>
                  <a:lnTo>
                    <a:pt x="5392572" y="931735"/>
                  </a:lnTo>
                  <a:lnTo>
                    <a:pt x="5410187" y="905624"/>
                  </a:lnTo>
                  <a:lnTo>
                    <a:pt x="5416639" y="873633"/>
                  </a:lnTo>
                  <a:lnTo>
                    <a:pt x="5416639" y="822591"/>
                  </a:lnTo>
                  <a:close/>
                </a:path>
                <a:path w="11612244" h="1202054">
                  <a:moveTo>
                    <a:pt x="5416639" y="326301"/>
                  </a:moveTo>
                  <a:lnTo>
                    <a:pt x="5410187" y="294322"/>
                  </a:lnTo>
                  <a:lnTo>
                    <a:pt x="5392572" y="268198"/>
                  </a:lnTo>
                  <a:lnTo>
                    <a:pt x="5366448" y="250596"/>
                  </a:lnTo>
                  <a:lnTo>
                    <a:pt x="5334470" y="244132"/>
                  </a:lnTo>
                  <a:lnTo>
                    <a:pt x="4808601" y="244132"/>
                  </a:lnTo>
                  <a:lnTo>
                    <a:pt x="4776622" y="250596"/>
                  </a:lnTo>
                  <a:lnTo>
                    <a:pt x="4750498" y="268198"/>
                  </a:lnTo>
                  <a:lnTo>
                    <a:pt x="4732883" y="294322"/>
                  </a:lnTo>
                  <a:lnTo>
                    <a:pt x="4726432" y="326301"/>
                  </a:lnTo>
                  <a:lnTo>
                    <a:pt x="4726432" y="377342"/>
                  </a:lnTo>
                  <a:lnTo>
                    <a:pt x="4732883" y="409333"/>
                  </a:lnTo>
                  <a:lnTo>
                    <a:pt x="4750498" y="435457"/>
                  </a:lnTo>
                  <a:lnTo>
                    <a:pt x="4776622" y="453072"/>
                  </a:lnTo>
                  <a:lnTo>
                    <a:pt x="4808601" y="459524"/>
                  </a:lnTo>
                  <a:lnTo>
                    <a:pt x="5334470" y="459524"/>
                  </a:lnTo>
                  <a:lnTo>
                    <a:pt x="5366448" y="453072"/>
                  </a:lnTo>
                  <a:lnTo>
                    <a:pt x="5392572" y="435457"/>
                  </a:lnTo>
                  <a:lnTo>
                    <a:pt x="5410187" y="409333"/>
                  </a:lnTo>
                  <a:lnTo>
                    <a:pt x="5416639" y="377342"/>
                  </a:lnTo>
                  <a:lnTo>
                    <a:pt x="5416639" y="326301"/>
                  </a:lnTo>
                  <a:close/>
                </a:path>
                <a:path w="11612244" h="1202054">
                  <a:moveTo>
                    <a:pt x="5786831" y="1068603"/>
                  </a:moveTo>
                  <a:lnTo>
                    <a:pt x="5780367" y="1036624"/>
                  </a:lnTo>
                  <a:lnTo>
                    <a:pt x="5762764" y="1010513"/>
                  </a:lnTo>
                  <a:lnTo>
                    <a:pt x="5736641" y="992898"/>
                  </a:lnTo>
                  <a:lnTo>
                    <a:pt x="5704649" y="986447"/>
                  </a:lnTo>
                  <a:lnTo>
                    <a:pt x="5178793" y="986447"/>
                  </a:lnTo>
                  <a:lnTo>
                    <a:pt x="5146814" y="992898"/>
                  </a:lnTo>
                  <a:lnTo>
                    <a:pt x="5120691" y="1010513"/>
                  </a:lnTo>
                  <a:lnTo>
                    <a:pt x="5103076" y="1036624"/>
                  </a:lnTo>
                  <a:lnTo>
                    <a:pt x="5096624" y="1068603"/>
                  </a:lnTo>
                  <a:lnTo>
                    <a:pt x="5096624" y="1119657"/>
                  </a:lnTo>
                  <a:lnTo>
                    <a:pt x="5103076" y="1151648"/>
                  </a:lnTo>
                  <a:lnTo>
                    <a:pt x="5120691" y="1177759"/>
                  </a:lnTo>
                  <a:lnTo>
                    <a:pt x="5146814" y="1195374"/>
                  </a:lnTo>
                  <a:lnTo>
                    <a:pt x="5178793" y="1201826"/>
                  </a:lnTo>
                  <a:lnTo>
                    <a:pt x="5704649" y="1201826"/>
                  </a:lnTo>
                  <a:lnTo>
                    <a:pt x="5736641" y="1195374"/>
                  </a:lnTo>
                  <a:lnTo>
                    <a:pt x="5762764" y="1177759"/>
                  </a:lnTo>
                  <a:lnTo>
                    <a:pt x="5780367" y="1151648"/>
                  </a:lnTo>
                  <a:lnTo>
                    <a:pt x="5786831" y="1119657"/>
                  </a:lnTo>
                  <a:lnTo>
                    <a:pt x="5786831" y="1068603"/>
                  </a:lnTo>
                  <a:close/>
                </a:path>
                <a:path w="11612244" h="1202054">
                  <a:moveTo>
                    <a:pt x="5786831" y="572325"/>
                  </a:moveTo>
                  <a:lnTo>
                    <a:pt x="5780367" y="540346"/>
                  </a:lnTo>
                  <a:lnTo>
                    <a:pt x="5762764" y="514223"/>
                  </a:lnTo>
                  <a:lnTo>
                    <a:pt x="5736641" y="496620"/>
                  </a:lnTo>
                  <a:lnTo>
                    <a:pt x="5704649" y="490156"/>
                  </a:lnTo>
                  <a:lnTo>
                    <a:pt x="5178793" y="490156"/>
                  </a:lnTo>
                  <a:lnTo>
                    <a:pt x="5146814" y="496620"/>
                  </a:lnTo>
                  <a:lnTo>
                    <a:pt x="5120691" y="514223"/>
                  </a:lnTo>
                  <a:lnTo>
                    <a:pt x="5103076" y="540346"/>
                  </a:lnTo>
                  <a:lnTo>
                    <a:pt x="5096624" y="572325"/>
                  </a:lnTo>
                  <a:lnTo>
                    <a:pt x="5096624" y="623366"/>
                  </a:lnTo>
                  <a:lnTo>
                    <a:pt x="5103076" y="655358"/>
                  </a:lnTo>
                  <a:lnTo>
                    <a:pt x="5120691" y="681482"/>
                  </a:lnTo>
                  <a:lnTo>
                    <a:pt x="5146814" y="699084"/>
                  </a:lnTo>
                  <a:lnTo>
                    <a:pt x="5178793" y="705548"/>
                  </a:lnTo>
                  <a:lnTo>
                    <a:pt x="5704649" y="705548"/>
                  </a:lnTo>
                  <a:lnTo>
                    <a:pt x="5736641" y="699084"/>
                  </a:lnTo>
                  <a:lnTo>
                    <a:pt x="5762764" y="681482"/>
                  </a:lnTo>
                  <a:lnTo>
                    <a:pt x="5780367" y="655358"/>
                  </a:lnTo>
                  <a:lnTo>
                    <a:pt x="5786831" y="623366"/>
                  </a:lnTo>
                  <a:lnTo>
                    <a:pt x="5786831" y="572325"/>
                  </a:lnTo>
                  <a:close/>
                </a:path>
                <a:path w="11612244" h="1202054">
                  <a:moveTo>
                    <a:pt x="6143409" y="822591"/>
                  </a:moveTo>
                  <a:lnTo>
                    <a:pt x="6136957" y="790600"/>
                  </a:lnTo>
                  <a:lnTo>
                    <a:pt x="6119342" y="764489"/>
                  </a:lnTo>
                  <a:lnTo>
                    <a:pt x="6093218" y="746874"/>
                  </a:lnTo>
                  <a:lnTo>
                    <a:pt x="6061240" y="740422"/>
                  </a:lnTo>
                  <a:lnTo>
                    <a:pt x="5535371" y="740422"/>
                  </a:lnTo>
                  <a:lnTo>
                    <a:pt x="5503392" y="746874"/>
                  </a:lnTo>
                  <a:lnTo>
                    <a:pt x="5477268" y="764489"/>
                  </a:lnTo>
                  <a:lnTo>
                    <a:pt x="5459654" y="790600"/>
                  </a:lnTo>
                  <a:lnTo>
                    <a:pt x="5453202" y="822591"/>
                  </a:lnTo>
                  <a:lnTo>
                    <a:pt x="5453202" y="873633"/>
                  </a:lnTo>
                  <a:lnTo>
                    <a:pt x="5459654" y="905611"/>
                  </a:lnTo>
                  <a:lnTo>
                    <a:pt x="5477268" y="931735"/>
                  </a:lnTo>
                  <a:lnTo>
                    <a:pt x="5503392" y="949350"/>
                  </a:lnTo>
                  <a:lnTo>
                    <a:pt x="5535371" y="955802"/>
                  </a:lnTo>
                  <a:lnTo>
                    <a:pt x="6061240" y="955802"/>
                  </a:lnTo>
                  <a:lnTo>
                    <a:pt x="6093218" y="949350"/>
                  </a:lnTo>
                  <a:lnTo>
                    <a:pt x="6119342" y="931735"/>
                  </a:lnTo>
                  <a:lnTo>
                    <a:pt x="6136957" y="905624"/>
                  </a:lnTo>
                  <a:lnTo>
                    <a:pt x="6143409" y="873633"/>
                  </a:lnTo>
                  <a:lnTo>
                    <a:pt x="6143409" y="822591"/>
                  </a:lnTo>
                  <a:close/>
                </a:path>
                <a:path w="11612244" h="1202054">
                  <a:moveTo>
                    <a:pt x="6143409" y="326301"/>
                  </a:moveTo>
                  <a:lnTo>
                    <a:pt x="6136945" y="294322"/>
                  </a:lnTo>
                  <a:lnTo>
                    <a:pt x="6119342" y="268198"/>
                  </a:lnTo>
                  <a:lnTo>
                    <a:pt x="6093218" y="250596"/>
                  </a:lnTo>
                  <a:lnTo>
                    <a:pt x="6061227" y="244132"/>
                  </a:lnTo>
                  <a:lnTo>
                    <a:pt x="5535371" y="244132"/>
                  </a:lnTo>
                  <a:lnTo>
                    <a:pt x="5503392" y="250596"/>
                  </a:lnTo>
                  <a:lnTo>
                    <a:pt x="5477268" y="268198"/>
                  </a:lnTo>
                  <a:lnTo>
                    <a:pt x="5459666" y="294322"/>
                  </a:lnTo>
                  <a:lnTo>
                    <a:pt x="5453215" y="326301"/>
                  </a:lnTo>
                  <a:lnTo>
                    <a:pt x="5453215" y="377342"/>
                  </a:lnTo>
                  <a:lnTo>
                    <a:pt x="5459666" y="409333"/>
                  </a:lnTo>
                  <a:lnTo>
                    <a:pt x="5477268" y="435457"/>
                  </a:lnTo>
                  <a:lnTo>
                    <a:pt x="5503392" y="453072"/>
                  </a:lnTo>
                  <a:lnTo>
                    <a:pt x="5535371" y="459524"/>
                  </a:lnTo>
                  <a:lnTo>
                    <a:pt x="6061227" y="459524"/>
                  </a:lnTo>
                  <a:lnTo>
                    <a:pt x="6093218" y="453072"/>
                  </a:lnTo>
                  <a:lnTo>
                    <a:pt x="6119342" y="435457"/>
                  </a:lnTo>
                  <a:lnTo>
                    <a:pt x="6136945" y="409333"/>
                  </a:lnTo>
                  <a:lnTo>
                    <a:pt x="6143409" y="377342"/>
                  </a:lnTo>
                  <a:lnTo>
                    <a:pt x="6143409" y="326301"/>
                  </a:lnTo>
                  <a:close/>
                </a:path>
                <a:path w="11612244" h="1202054">
                  <a:moveTo>
                    <a:pt x="6518173" y="1068603"/>
                  </a:moveTo>
                  <a:lnTo>
                    <a:pt x="6511709" y="1036624"/>
                  </a:lnTo>
                  <a:lnTo>
                    <a:pt x="6494094" y="1010513"/>
                  </a:lnTo>
                  <a:lnTo>
                    <a:pt x="6467983" y="992898"/>
                  </a:lnTo>
                  <a:lnTo>
                    <a:pt x="6435992" y="986447"/>
                  </a:lnTo>
                  <a:lnTo>
                    <a:pt x="5910135" y="986447"/>
                  </a:lnTo>
                  <a:lnTo>
                    <a:pt x="5878157" y="992898"/>
                  </a:lnTo>
                  <a:lnTo>
                    <a:pt x="5852033" y="1010513"/>
                  </a:lnTo>
                  <a:lnTo>
                    <a:pt x="5834418" y="1036624"/>
                  </a:lnTo>
                  <a:lnTo>
                    <a:pt x="5827954" y="1068603"/>
                  </a:lnTo>
                  <a:lnTo>
                    <a:pt x="5827954" y="1119657"/>
                  </a:lnTo>
                  <a:lnTo>
                    <a:pt x="5834418" y="1151648"/>
                  </a:lnTo>
                  <a:lnTo>
                    <a:pt x="5852033" y="1177759"/>
                  </a:lnTo>
                  <a:lnTo>
                    <a:pt x="5878157" y="1195374"/>
                  </a:lnTo>
                  <a:lnTo>
                    <a:pt x="5910135" y="1201826"/>
                  </a:lnTo>
                  <a:lnTo>
                    <a:pt x="6435992" y="1201826"/>
                  </a:lnTo>
                  <a:lnTo>
                    <a:pt x="6467983" y="1195374"/>
                  </a:lnTo>
                  <a:lnTo>
                    <a:pt x="6494094" y="1177759"/>
                  </a:lnTo>
                  <a:lnTo>
                    <a:pt x="6511709" y="1151636"/>
                  </a:lnTo>
                  <a:lnTo>
                    <a:pt x="6518173" y="1119657"/>
                  </a:lnTo>
                  <a:lnTo>
                    <a:pt x="6518173" y="1068603"/>
                  </a:lnTo>
                  <a:close/>
                </a:path>
                <a:path w="11612244" h="1202054">
                  <a:moveTo>
                    <a:pt x="6518173" y="572325"/>
                  </a:moveTo>
                  <a:lnTo>
                    <a:pt x="6511709" y="540346"/>
                  </a:lnTo>
                  <a:lnTo>
                    <a:pt x="6494094" y="514223"/>
                  </a:lnTo>
                  <a:lnTo>
                    <a:pt x="6467983" y="496620"/>
                  </a:lnTo>
                  <a:lnTo>
                    <a:pt x="6435992" y="490156"/>
                  </a:lnTo>
                  <a:lnTo>
                    <a:pt x="5910135" y="490156"/>
                  </a:lnTo>
                  <a:lnTo>
                    <a:pt x="5878157" y="496620"/>
                  </a:lnTo>
                  <a:lnTo>
                    <a:pt x="5852033" y="514223"/>
                  </a:lnTo>
                  <a:lnTo>
                    <a:pt x="5834418" y="540346"/>
                  </a:lnTo>
                  <a:lnTo>
                    <a:pt x="5827954" y="572325"/>
                  </a:lnTo>
                  <a:lnTo>
                    <a:pt x="5827954" y="623366"/>
                  </a:lnTo>
                  <a:lnTo>
                    <a:pt x="5834418" y="655358"/>
                  </a:lnTo>
                  <a:lnTo>
                    <a:pt x="5852033" y="681482"/>
                  </a:lnTo>
                  <a:lnTo>
                    <a:pt x="5878157" y="699084"/>
                  </a:lnTo>
                  <a:lnTo>
                    <a:pt x="5910135" y="705548"/>
                  </a:lnTo>
                  <a:lnTo>
                    <a:pt x="6435992" y="705548"/>
                  </a:lnTo>
                  <a:lnTo>
                    <a:pt x="6467983" y="699084"/>
                  </a:lnTo>
                  <a:lnTo>
                    <a:pt x="6494094" y="681482"/>
                  </a:lnTo>
                  <a:lnTo>
                    <a:pt x="6511709" y="655358"/>
                  </a:lnTo>
                  <a:lnTo>
                    <a:pt x="6518173" y="623366"/>
                  </a:lnTo>
                  <a:lnTo>
                    <a:pt x="6518173" y="572325"/>
                  </a:lnTo>
                  <a:close/>
                </a:path>
                <a:path w="11612244" h="1202054">
                  <a:moveTo>
                    <a:pt x="6874751" y="822591"/>
                  </a:moveTo>
                  <a:lnTo>
                    <a:pt x="6868287" y="790600"/>
                  </a:lnTo>
                  <a:lnTo>
                    <a:pt x="6850685" y="764489"/>
                  </a:lnTo>
                  <a:lnTo>
                    <a:pt x="6824561" y="746874"/>
                  </a:lnTo>
                  <a:lnTo>
                    <a:pt x="6792569" y="740422"/>
                  </a:lnTo>
                  <a:lnTo>
                    <a:pt x="6266713" y="740422"/>
                  </a:lnTo>
                  <a:lnTo>
                    <a:pt x="6234735" y="746874"/>
                  </a:lnTo>
                  <a:lnTo>
                    <a:pt x="6208611" y="764489"/>
                  </a:lnTo>
                  <a:lnTo>
                    <a:pt x="6190996" y="790600"/>
                  </a:lnTo>
                  <a:lnTo>
                    <a:pt x="6184544" y="822591"/>
                  </a:lnTo>
                  <a:lnTo>
                    <a:pt x="6184544" y="873633"/>
                  </a:lnTo>
                  <a:lnTo>
                    <a:pt x="6190996" y="905611"/>
                  </a:lnTo>
                  <a:lnTo>
                    <a:pt x="6208611" y="931735"/>
                  </a:lnTo>
                  <a:lnTo>
                    <a:pt x="6234735" y="949350"/>
                  </a:lnTo>
                  <a:lnTo>
                    <a:pt x="6266713" y="955802"/>
                  </a:lnTo>
                  <a:lnTo>
                    <a:pt x="6792569" y="955802"/>
                  </a:lnTo>
                  <a:lnTo>
                    <a:pt x="6824561" y="949350"/>
                  </a:lnTo>
                  <a:lnTo>
                    <a:pt x="6850685" y="931735"/>
                  </a:lnTo>
                  <a:lnTo>
                    <a:pt x="6868287" y="905611"/>
                  </a:lnTo>
                  <a:lnTo>
                    <a:pt x="6874751" y="873633"/>
                  </a:lnTo>
                  <a:lnTo>
                    <a:pt x="6874751" y="822591"/>
                  </a:lnTo>
                  <a:close/>
                </a:path>
                <a:path w="11612244" h="1202054">
                  <a:moveTo>
                    <a:pt x="6874751" y="326301"/>
                  </a:moveTo>
                  <a:lnTo>
                    <a:pt x="6868287" y="294322"/>
                  </a:lnTo>
                  <a:lnTo>
                    <a:pt x="6850685" y="268198"/>
                  </a:lnTo>
                  <a:lnTo>
                    <a:pt x="6824561" y="250596"/>
                  </a:lnTo>
                  <a:lnTo>
                    <a:pt x="6792569" y="244132"/>
                  </a:lnTo>
                  <a:lnTo>
                    <a:pt x="6266713" y="244132"/>
                  </a:lnTo>
                  <a:lnTo>
                    <a:pt x="6234735" y="250596"/>
                  </a:lnTo>
                  <a:lnTo>
                    <a:pt x="6208611" y="268198"/>
                  </a:lnTo>
                  <a:lnTo>
                    <a:pt x="6191008" y="294322"/>
                  </a:lnTo>
                  <a:lnTo>
                    <a:pt x="6184557" y="326301"/>
                  </a:lnTo>
                  <a:lnTo>
                    <a:pt x="6184557" y="377342"/>
                  </a:lnTo>
                  <a:lnTo>
                    <a:pt x="6191008" y="409333"/>
                  </a:lnTo>
                  <a:lnTo>
                    <a:pt x="6208611" y="435457"/>
                  </a:lnTo>
                  <a:lnTo>
                    <a:pt x="6234735" y="453072"/>
                  </a:lnTo>
                  <a:lnTo>
                    <a:pt x="6266713" y="459524"/>
                  </a:lnTo>
                  <a:lnTo>
                    <a:pt x="6792569" y="459524"/>
                  </a:lnTo>
                  <a:lnTo>
                    <a:pt x="6824561" y="453072"/>
                  </a:lnTo>
                  <a:lnTo>
                    <a:pt x="6850685" y="435457"/>
                  </a:lnTo>
                  <a:lnTo>
                    <a:pt x="6868287" y="409333"/>
                  </a:lnTo>
                  <a:lnTo>
                    <a:pt x="6874751" y="377342"/>
                  </a:lnTo>
                  <a:lnTo>
                    <a:pt x="6874751" y="326301"/>
                  </a:lnTo>
                  <a:close/>
                </a:path>
                <a:path w="11612244" h="1202054">
                  <a:moveTo>
                    <a:pt x="7244943" y="1068603"/>
                  </a:moveTo>
                  <a:lnTo>
                    <a:pt x="7238479" y="1036624"/>
                  </a:lnTo>
                  <a:lnTo>
                    <a:pt x="7220864" y="1010513"/>
                  </a:lnTo>
                  <a:lnTo>
                    <a:pt x="7194753" y="992898"/>
                  </a:lnTo>
                  <a:lnTo>
                    <a:pt x="7162762" y="986447"/>
                  </a:lnTo>
                  <a:lnTo>
                    <a:pt x="6636906" y="986447"/>
                  </a:lnTo>
                  <a:lnTo>
                    <a:pt x="6604914" y="992898"/>
                  </a:lnTo>
                  <a:lnTo>
                    <a:pt x="6578803" y="1010513"/>
                  </a:lnTo>
                  <a:lnTo>
                    <a:pt x="6561201" y="1036624"/>
                  </a:lnTo>
                  <a:lnTo>
                    <a:pt x="6554737" y="1068603"/>
                  </a:lnTo>
                  <a:lnTo>
                    <a:pt x="6554737" y="1119657"/>
                  </a:lnTo>
                  <a:lnTo>
                    <a:pt x="6561201" y="1151648"/>
                  </a:lnTo>
                  <a:lnTo>
                    <a:pt x="6578803" y="1177759"/>
                  </a:lnTo>
                  <a:lnTo>
                    <a:pt x="6604914" y="1195374"/>
                  </a:lnTo>
                  <a:lnTo>
                    <a:pt x="6636906" y="1201826"/>
                  </a:lnTo>
                  <a:lnTo>
                    <a:pt x="7162762" y="1201826"/>
                  </a:lnTo>
                  <a:lnTo>
                    <a:pt x="7194753" y="1195374"/>
                  </a:lnTo>
                  <a:lnTo>
                    <a:pt x="7220864" y="1177759"/>
                  </a:lnTo>
                  <a:lnTo>
                    <a:pt x="7238479" y="1151636"/>
                  </a:lnTo>
                  <a:lnTo>
                    <a:pt x="7244943" y="1119657"/>
                  </a:lnTo>
                  <a:lnTo>
                    <a:pt x="7244943" y="1068603"/>
                  </a:lnTo>
                  <a:close/>
                </a:path>
                <a:path w="11612244" h="1202054">
                  <a:moveTo>
                    <a:pt x="7244943" y="572325"/>
                  </a:moveTo>
                  <a:lnTo>
                    <a:pt x="7238479" y="540346"/>
                  </a:lnTo>
                  <a:lnTo>
                    <a:pt x="7220864" y="514223"/>
                  </a:lnTo>
                  <a:lnTo>
                    <a:pt x="7194753" y="496620"/>
                  </a:lnTo>
                  <a:lnTo>
                    <a:pt x="7162762" y="490156"/>
                  </a:lnTo>
                  <a:lnTo>
                    <a:pt x="6636906" y="490156"/>
                  </a:lnTo>
                  <a:lnTo>
                    <a:pt x="6604914" y="496620"/>
                  </a:lnTo>
                  <a:lnTo>
                    <a:pt x="6578803" y="514223"/>
                  </a:lnTo>
                  <a:lnTo>
                    <a:pt x="6561201" y="540346"/>
                  </a:lnTo>
                  <a:lnTo>
                    <a:pt x="6554737" y="572325"/>
                  </a:lnTo>
                  <a:lnTo>
                    <a:pt x="6554737" y="623366"/>
                  </a:lnTo>
                  <a:lnTo>
                    <a:pt x="6561201" y="655358"/>
                  </a:lnTo>
                  <a:lnTo>
                    <a:pt x="6578803" y="681482"/>
                  </a:lnTo>
                  <a:lnTo>
                    <a:pt x="6604914" y="699084"/>
                  </a:lnTo>
                  <a:lnTo>
                    <a:pt x="6636906" y="705548"/>
                  </a:lnTo>
                  <a:lnTo>
                    <a:pt x="7162762" y="705548"/>
                  </a:lnTo>
                  <a:lnTo>
                    <a:pt x="7194753" y="699084"/>
                  </a:lnTo>
                  <a:lnTo>
                    <a:pt x="7220864" y="681482"/>
                  </a:lnTo>
                  <a:lnTo>
                    <a:pt x="7238479" y="655358"/>
                  </a:lnTo>
                  <a:lnTo>
                    <a:pt x="7244943" y="623366"/>
                  </a:lnTo>
                  <a:lnTo>
                    <a:pt x="7244943" y="572325"/>
                  </a:lnTo>
                  <a:close/>
                </a:path>
                <a:path w="11612244" h="1202054">
                  <a:moveTo>
                    <a:pt x="7601521" y="822591"/>
                  </a:moveTo>
                  <a:lnTo>
                    <a:pt x="7595057" y="790600"/>
                  </a:lnTo>
                  <a:lnTo>
                    <a:pt x="7577455" y="764489"/>
                  </a:lnTo>
                  <a:lnTo>
                    <a:pt x="7551331" y="746874"/>
                  </a:lnTo>
                  <a:lnTo>
                    <a:pt x="7519340" y="740422"/>
                  </a:lnTo>
                  <a:lnTo>
                    <a:pt x="6993483" y="740422"/>
                  </a:lnTo>
                  <a:lnTo>
                    <a:pt x="6961505" y="746874"/>
                  </a:lnTo>
                  <a:lnTo>
                    <a:pt x="6935381" y="764489"/>
                  </a:lnTo>
                  <a:lnTo>
                    <a:pt x="6917766" y="790600"/>
                  </a:lnTo>
                  <a:lnTo>
                    <a:pt x="6911314" y="822591"/>
                  </a:lnTo>
                  <a:lnTo>
                    <a:pt x="6911314" y="873633"/>
                  </a:lnTo>
                  <a:lnTo>
                    <a:pt x="6917766" y="905611"/>
                  </a:lnTo>
                  <a:lnTo>
                    <a:pt x="6935381" y="931735"/>
                  </a:lnTo>
                  <a:lnTo>
                    <a:pt x="6961505" y="949350"/>
                  </a:lnTo>
                  <a:lnTo>
                    <a:pt x="6993483" y="955802"/>
                  </a:lnTo>
                  <a:lnTo>
                    <a:pt x="7519340" y="955802"/>
                  </a:lnTo>
                  <a:lnTo>
                    <a:pt x="7551331" y="949350"/>
                  </a:lnTo>
                  <a:lnTo>
                    <a:pt x="7577455" y="931735"/>
                  </a:lnTo>
                  <a:lnTo>
                    <a:pt x="7595057" y="905611"/>
                  </a:lnTo>
                  <a:lnTo>
                    <a:pt x="7601521" y="873633"/>
                  </a:lnTo>
                  <a:lnTo>
                    <a:pt x="7601521" y="822591"/>
                  </a:lnTo>
                  <a:close/>
                </a:path>
                <a:path w="11612244" h="1202054">
                  <a:moveTo>
                    <a:pt x="7601521" y="326301"/>
                  </a:moveTo>
                  <a:lnTo>
                    <a:pt x="7595057" y="294322"/>
                  </a:lnTo>
                  <a:lnTo>
                    <a:pt x="7577455" y="268198"/>
                  </a:lnTo>
                  <a:lnTo>
                    <a:pt x="7551331" y="250596"/>
                  </a:lnTo>
                  <a:lnTo>
                    <a:pt x="7519340" y="244132"/>
                  </a:lnTo>
                  <a:lnTo>
                    <a:pt x="6993483" y="244132"/>
                  </a:lnTo>
                  <a:lnTo>
                    <a:pt x="6961505" y="250596"/>
                  </a:lnTo>
                  <a:lnTo>
                    <a:pt x="6935381" y="268198"/>
                  </a:lnTo>
                  <a:lnTo>
                    <a:pt x="6917779" y="294322"/>
                  </a:lnTo>
                  <a:lnTo>
                    <a:pt x="6911314" y="326301"/>
                  </a:lnTo>
                  <a:lnTo>
                    <a:pt x="6911314" y="377342"/>
                  </a:lnTo>
                  <a:lnTo>
                    <a:pt x="6917779" y="409333"/>
                  </a:lnTo>
                  <a:lnTo>
                    <a:pt x="6935381" y="435457"/>
                  </a:lnTo>
                  <a:lnTo>
                    <a:pt x="6961505" y="453072"/>
                  </a:lnTo>
                  <a:lnTo>
                    <a:pt x="6993483" y="459524"/>
                  </a:lnTo>
                  <a:lnTo>
                    <a:pt x="7519340" y="459524"/>
                  </a:lnTo>
                  <a:lnTo>
                    <a:pt x="7551331" y="453072"/>
                  </a:lnTo>
                  <a:lnTo>
                    <a:pt x="7577455" y="435457"/>
                  </a:lnTo>
                  <a:lnTo>
                    <a:pt x="7595057" y="409333"/>
                  </a:lnTo>
                  <a:lnTo>
                    <a:pt x="7601521" y="377342"/>
                  </a:lnTo>
                  <a:lnTo>
                    <a:pt x="7601521" y="326301"/>
                  </a:lnTo>
                  <a:close/>
                </a:path>
                <a:path w="11612244" h="1202054">
                  <a:moveTo>
                    <a:pt x="7971714" y="1068603"/>
                  </a:moveTo>
                  <a:lnTo>
                    <a:pt x="7965249" y="1036624"/>
                  </a:lnTo>
                  <a:lnTo>
                    <a:pt x="7947634" y="1010513"/>
                  </a:lnTo>
                  <a:lnTo>
                    <a:pt x="7921523" y="992898"/>
                  </a:lnTo>
                  <a:lnTo>
                    <a:pt x="7889532" y="986447"/>
                  </a:lnTo>
                  <a:lnTo>
                    <a:pt x="7363676" y="986447"/>
                  </a:lnTo>
                  <a:lnTo>
                    <a:pt x="7331697" y="992898"/>
                  </a:lnTo>
                  <a:lnTo>
                    <a:pt x="7305573" y="1010513"/>
                  </a:lnTo>
                  <a:lnTo>
                    <a:pt x="7287971" y="1036624"/>
                  </a:lnTo>
                  <a:lnTo>
                    <a:pt x="7281507" y="1068603"/>
                  </a:lnTo>
                  <a:lnTo>
                    <a:pt x="7281507" y="1119657"/>
                  </a:lnTo>
                  <a:lnTo>
                    <a:pt x="7287971" y="1151648"/>
                  </a:lnTo>
                  <a:lnTo>
                    <a:pt x="7305573" y="1177759"/>
                  </a:lnTo>
                  <a:lnTo>
                    <a:pt x="7331697" y="1195374"/>
                  </a:lnTo>
                  <a:lnTo>
                    <a:pt x="7363676" y="1201826"/>
                  </a:lnTo>
                  <a:lnTo>
                    <a:pt x="7889532" y="1201826"/>
                  </a:lnTo>
                  <a:lnTo>
                    <a:pt x="7921523" y="1195374"/>
                  </a:lnTo>
                  <a:lnTo>
                    <a:pt x="7947634" y="1177759"/>
                  </a:lnTo>
                  <a:lnTo>
                    <a:pt x="7965249" y="1151636"/>
                  </a:lnTo>
                  <a:lnTo>
                    <a:pt x="7971714" y="1119657"/>
                  </a:lnTo>
                  <a:lnTo>
                    <a:pt x="7971714" y="1068603"/>
                  </a:lnTo>
                  <a:close/>
                </a:path>
                <a:path w="11612244" h="1202054">
                  <a:moveTo>
                    <a:pt x="7971714" y="572325"/>
                  </a:moveTo>
                  <a:lnTo>
                    <a:pt x="7965249" y="540346"/>
                  </a:lnTo>
                  <a:lnTo>
                    <a:pt x="7947634" y="514223"/>
                  </a:lnTo>
                  <a:lnTo>
                    <a:pt x="7921523" y="496620"/>
                  </a:lnTo>
                  <a:lnTo>
                    <a:pt x="7889532" y="490156"/>
                  </a:lnTo>
                  <a:lnTo>
                    <a:pt x="7363676" y="490156"/>
                  </a:lnTo>
                  <a:lnTo>
                    <a:pt x="7331697" y="496620"/>
                  </a:lnTo>
                  <a:lnTo>
                    <a:pt x="7305573" y="514223"/>
                  </a:lnTo>
                  <a:lnTo>
                    <a:pt x="7287971" y="540346"/>
                  </a:lnTo>
                  <a:lnTo>
                    <a:pt x="7281507" y="572325"/>
                  </a:lnTo>
                  <a:lnTo>
                    <a:pt x="7281507" y="623366"/>
                  </a:lnTo>
                  <a:lnTo>
                    <a:pt x="7287971" y="655358"/>
                  </a:lnTo>
                  <a:lnTo>
                    <a:pt x="7305573" y="681482"/>
                  </a:lnTo>
                  <a:lnTo>
                    <a:pt x="7331697" y="699084"/>
                  </a:lnTo>
                  <a:lnTo>
                    <a:pt x="7363676" y="705548"/>
                  </a:lnTo>
                  <a:lnTo>
                    <a:pt x="7889532" y="705548"/>
                  </a:lnTo>
                  <a:lnTo>
                    <a:pt x="7921523" y="699084"/>
                  </a:lnTo>
                  <a:lnTo>
                    <a:pt x="7947634" y="681482"/>
                  </a:lnTo>
                  <a:lnTo>
                    <a:pt x="7965249" y="655358"/>
                  </a:lnTo>
                  <a:lnTo>
                    <a:pt x="7971714" y="623366"/>
                  </a:lnTo>
                  <a:lnTo>
                    <a:pt x="7971714" y="572325"/>
                  </a:lnTo>
                  <a:close/>
                </a:path>
                <a:path w="11612244" h="1202054">
                  <a:moveTo>
                    <a:pt x="8328292" y="822591"/>
                  </a:moveTo>
                  <a:lnTo>
                    <a:pt x="8321827" y="790600"/>
                  </a:lnTo>
                  <a:lnTo>
                    <a:pt x="8304225" y="764489"/>
                  </a:lnTo>
                  <a:lnTo>
                    <a:pt x="8278101" y="746874"/>
                  </a:lnTo>
                  <a:lnTo>
                    <a:pt x="8246110" y="740422"/>
                  </a:lnTo>
                  <a:lnTo>
                    <a:pt x="7720254" y="740422"/>
                  </a:lnTo>
                  <a:lnTo>
                    <a:pt x="7688275" y="746874"/>
                  </a:lnTo>
                  <a:lnTo>
                    <a:pt x="7662151" y="764489"/>
                  </a:lnTo>
                  <a:lnTo>
                    <a:pt x="7644536" y="790600"/>
                  </a:lnTo>
                  <a:lnTo>
                    <a:pt x="7638085" y="822591"/>
                  </a:lnTo>
                  <a:lnTo>
                    <a:pt x="7638085" y="873633"/>
                  </a:lnTo>
                  <a:lnTo>
                    <a:pt x="7644536" y="905611"/>
                  </a:lnTo>
                  <a:lnTo>
                    <a:pt x="7662151" y="931735"/>
                  </a:lnTo>
                  <a:lnTo>
                    <a:pt x="7688275" y="949350"/>
                  </a:lnTo>
                  <a:lnTo>
                    <a:pt x="7720254" y="955802"/>
                  </a:lnTo>
                  <a:lnTo>
                    <a:pt x="8246110" y="955802"/>
                  </a:lnTo>
                  <a:lnTo>
                    <a:pt x="8278101" y="949350"/>
                  </a:lnTo>
                  <a:lnTo>
                    <a:pt x="8304225" y="931735"/>
                  </a:lnTo>
                  <a:lnTo>
                    <a:pt x="8321827" y="905611"/>
                  </a:lnTo>
                  <a:lnTo>
                    <a:pt x="8328292" y="873633"/>
                  </a:lnTo>
                  <a:lnTo>
                    <a:pt x="8328292" y="822591"/>
                  </a:lnTo>
                  <a:close/>
                </a:path>
                <a:path w="11612244" h="1202054">
                  <a:moveTo>
                    <a:pt x="8328292" y="326301"/>
                  </a:moveTo>
                  <a:lnTo>
                    <a:pt x="8321827" y="294322"/>
                  </a:lnTo>
                  <a:lnTo>
                    <a:pt x="8304225" y="268198"/>
                  </a:lnTo>
                  <a:lnTo>
                    <a:pt x="8278101" y="250596"/>
                  </a:lnTo>
                  <a:lnTo>
                    <a:pt x="8246110" y="244132"/>
                  </a:lnTo>
                  <a:lnTo>
                    <a:pt x="7720254" y="244132"/>
                  </a:lnTo>
                  <a:lnTo>
                    <a:pt x="7688275" y="250596"/>
                  </a:lnTo>
                  <a:lnTo>
                    <a:pt x="7662151" y="268198"/>
                  </a:lnTo>
                  <a:lnTo>
                    <a:pt x="7644536" y="294322"/>
                  </a:lnTo>
                  <a:lnTo>
                    <a:pt x="7638085" y="326301"/>
                  </a:lnTo>
                  <a:lnTo>
                    <a:pt x="7638085" y="377342"/>
                  </a:lnTo>
                  <a:lnTo>
                    <a:pt x="7644536" y="409333"/>
                  </a:lnTo>
                  <a:lnTo>
                    <a:pt x="7662151" y="435457"/>
                  </a:lnTo>
                  <a:lnTo>
                    <a:pt x="7688275" y="453072"/>
                  </a:lnTo>
                  <a:lnTo>
                    <a:pt x="7720254" y="459524"/>
                  </a:lnTo>
                  <a:lnTo>
                    <a:pt x="8246110" y="459524"/>
                  </a:lnTo>
                  <a:lnTo>
                    <a:pt x="8278101" y="453072"/>
                  </a:lnTo>
                  <a:lnTo>
                    <a:pt x="8304225" y="435457"/>
                  </a:lnTo>
                  <a:lnTo>
                    <a:pt x="8321827" y="409333"/>
                  </a:lnTo>
                  <a:lnTo>
                    <a:pt x="8328292" y="377342"/>
                  </a:lnTo>
                  <a:lnTo>
                    <a:pt x="8328292" y="326301"/>
                  </a:lnTo>
                  <a:close/>
                </a:path>
                <a:path w="11612244" h="1202054">
                  <a:moveTo>
                    <a:pt x="8698484" y="1068603"/>
                  </a:moveTo>
                  <a:lnTo>
                    <a:pt x="8692020" y="1036624"/>
                  </a:lnTo>
                  <a:lnTo>
                    <a:pt x="8674405" y="1010513"/>
                  </a:lnTo>
                  <a:lnTo>
                    <a:pt x="8648294" y="992898"/>
                  </a:lnTo>
                  <a:lnTo>
                    <a:pt x="8616302" y="986447"/>
                  </a:lnTo>
                  <a:lnTo>
                    <a:pt x="8090446" y="986447"/>
                  </a:lnTo>
                  <a:lnTo>
                    <a:pt x="8058455" y="992898"/>
                  </a:lnTo>
                  <a:lnTo>
                    <a:pt x="8032343" y="1010513"/>
                  </a:lnTo>
                  <a:lnTo>
                    <a:pt x="8014729" y="1036624"/>
                  </a:lnTo>
                  <a:lnTo>
                    <a:pt x="8008264" y="1068603"/>
                  </a:lnTo>
                  <a:lnTo>
                    <a:pt x="8008264" y="1119657"/>
                  </a:lnTo>
                  <a:lnTo>
                    <a:pt x="8014729" y="1151648"/>
                  </a:lnTo>
                  <a:lnTo>
                    <a:pt x="8032343" y="1177759"/>
                  </a:lnTo>
                  <a:lnTo>
                    <a:pt x="8058455" y="1195374"/>
                  </a:lnTo>
                  <a:lnTo>
                    <a:pt x="8090446" y="1201826"/>
                  </a:lnTo>
                  <a:lnTo>
                    <a:pt x="8616302" y="1201826"/>
                  </a:lnTo>
                  <a:lnTo>
                    <a:pt x="8648294" y="1195374"/>
                  </a:lnTo>
                  <a:lnTo>
                    <a:pt x="8674405" y="1177759"/>
                  </a:lnTo>
                  <a:lnTo>
                    <a:pt x="8692020" y="1151648"/>
                  </a:lnTo>
                  <a:lnTo>
                    <a:pt x="8698484" y="1119657"/>
                  </a:lnTo>
                  <a:lnTo>
                    <a:pt x="8698484" y="1068603"/>
                  </a:lnTo>
                  <a:close/>
                </a:path>
                <a:path w="11612244" h="1202054">
                  <a:moveTo>
                    <a:pt x="8698484" y="572325"/>
                  </a:moveTo>
                  <a:lnTo>
                    <a:pt x="8692020" y="540346"/>
                  </a:lnTo>
                  <a:lnTo>
                    <a:pt x="8674405" y="514223"/>
                  </a:lnTo>
                  <a:lnTo>
                    <a:pt x="8648294" y="496620"/>
                  </a:lnTo>
                  <a:lnTo>
                    <a:pt x="8616302" y="490156"/>
                  </a:lnTo>
                  <a:lnTo>
                    <a:pt x="8090446" y="490156"/>
                  </a:lnTo>
                  <a:lnTo>
                    <a:pt x="8058455" y="496620"/>
                  </a:lnTo>
                  <a:lnTo>
                    <a:pt x="8032343" y="514223"/>
                  </a:lnTo>
                  <a:lnTo>
                    <a:pt x="8014729" y="540346"/>
                  </a:lnTo>
                  <a:lnTo>
                    <a:pt x="8008264" y="572325"/>
                  </a:lnTo>
                  <a:lnTo>
                    <a:pt x="8008264" y="623366"/>
                  </a:lnTo>
                  <a:lnTo>
                    <a:pt x="8014729" y="655358"/>
                  </a:lnTo>
                  <a:lnTo>
                    <a:pt x="8032343" y="681482"/>
                  </a:lnTo>
                  <a:lnTo>
                    <a:pt x="8058455" y="699084"/>
                  </a:lnTo>
                  <a:lnTo>
                    <a:pt x="8090446" y="705548"/>
                  </a:lnTo>
                  <a:lnTo>
                    <a:pt x="8616302" y="705548"/>
                  </a:lnTo>
                  <a:lnTo>
                    <a:pt x="8648294" y="699084"/>
                  </a:lnTo>
                  <a:lnTo>
                    <a:pt x="8674405" y="681482"/>
                  </a:lnTo>
                  <a:lnTo>
                    <a:pt x="8692020" y="655358"/>
                  </a:lnTo>
                  <a:lnTo>
                    <a:pt x="8698484" y="623366"/>
                  </a:lnTo>
                  <a:lnTo>
                    <a:pt x="8698484" y="572325"/>
                  </a:lnTo>
                  <a:close/>
                </a:path>
                <a:path w="11612244" h="1202054">
                  <a:moveTo>
                    <a:pt x="8698484" y="82169"/>
                  </a:moveTo>
                  <a:lnTo>
                    <a:pt x="8692020" y="50177"/>
                  </a:lnTo>
                  <a:lnTo>
                    <a:pt x="8674405" y="24066"/>
                  </a:lnTo>
                  <a:lnTo>
                    <a:pt x="8648294" y="6464"/>
                  </a:lnTo>
                  <a:lnTo>
                    <a:pt x="8616302" y="0"/>
                  </a:lnTo>
                  <a:lnTo>
                    <a:pt x="8090446" y="0"/>
                  </a:lnTo>
                  <a:lnTo>
                    <a:pt x="8058455" y="6464"/>
                  </a:lnTo>
                  <a:lnTo>
                    <a:pt x="8032343" y="24066"/>
                  </a:lnTo>
                  <a:lnTo>
                    <a:pt x="8014729" y="50177"/>
                  </a:lnTo>
                  <a:lnTo>
                    <a:pt x="8008264" y="82169"/>
                  </a:lnTo>
                  <a:lnTo>
                    <a:pt x="8008264" y="133210"/>
                  </a:lnTo>
                  <a:lnTo>
                    <a:pt x="8014729" y="165201"/>
                  </a:lnTo>
                  <a:lnTo>
                    <a:pt x="8032343" y="191325"/>
                  </a:lnTo>
                  <a:lnTo>
                    <a:pt x="8058455" y="208927"/>
                  </a:lnTo>
                  <a:lnTo>
                    <a:pt x="8090446" y="215392"/>
                  </a:lnTo>
                  <a:lnTo>
                    <a:pt x="8616302" y="215392"/>
                  </a:lnTo>
                  <a:lnTo>
                    <a:pt x="8648294" y="208927"/>
                  </a:lnTo>
                  <a:lnTo>
                    <a:pt x="8674405" y="191325"/>
                  </a:lnTo>
                  <a:lnTo>
                    <a:pt x="8692020" y="165201"/>
                  </a:lnTo>
                  <a:lnTo>
                    <a:pt x="8698484" y="133210"/>
                  </a:lnTo>
                  <a:lnTo>
                    <a:pt x="8698484" y="82169"/>
                  </a:lnTo>
                  <a:close/>
                </a:path>
                <a:path w="11612244" h="1202054">
                  <a:moveTo>
                    <a:pt x="9055062" y="822591"/>
                  </a:moveTo>
                  <a:lnTo>
                    <a:pt x="9048598" y="790600"/>
                  </a:lnTo>
                  <a:lnTo>
                    <a:pt x="9030995" y="764489"/>
                  </a:lnTo>
                  <a:lnTo>
                    <a:pt x="9004871" y="746874"/>
                  </a:lnTo>
                  <a:lnTo>
                    <a:pt x="8972880" y="740422"/>
                  </a:lnTo>
                  <a:lnTo>
                    <a:pt x="8447024" y="740422"/>
                  </a:lnTo>
                  <a:lnTo>
                    <a:pt x="8415045" y="746874"/>
                  </a:lnTo>
                  <a:lnTo>
                    <a:pt x="8388921" y="764489"/>
                  </a:lnTo>
                  <a:lnTo>
                    <a:pt x="8371306" y="790600"/>
                  </a:lnTo>
                  <a:lnTo>
                    <a:pt x="8364855" y="822591"/>
                  </a:lnTo>
                  <a:lnTo>
                    <a:pt x="8364855" y="873633"/>
                  </a:lnTo>
                  <a:lnTo>
                    <a:pt x="8371306" y="905611"/>
                  </a:lnTo>
                  <a:lnTo>
                    <a:pt x="8388921" y="931735"/>
                  </a:lnTo>
                  <a:lnTo>
                    <a:pt x="8415045" y="949350"/>
                  </a:lnTo>
                  <a:lnTo>
                    <a:pt x="8447024" y="955802"/>
                  </a:lnTo>
                  <a:lnTo>
                    <a:pt x="8972880" y="955802"/>
                  </a:lnTo>
                  <a:lnTo>
                    <a:pt x="9004871" y="949350"/>
                  </a:lnTo>
                  <a:lnTo>
                    <a:pt x="9030995" y="931735"/>
                  </a:lnTo>
                  <a:lnTo>
                    <a:pt x="9048598" y="905611"/>
                  </a:lnTo>
                  <a:lnTo>
                    <a:pt x="9055062" y="873633"/>
                  </a:lnTo>
                  <a:lnTo>
                    <a:pt x="9055062" y="822591"/>
                  </a:lnTo>
                  <a:close/>
                </a:path>
                <a:path w="11612244" h="1202054">
                  <a:moveTo>
                    <a:pt x="9055062" y="326301"/>
                  </a:moveTo>
                  <a:lnTo>
                    <a:pt x="9048598" y="294322"/>
                  </a:lnTo>
                  <a:lnTo>
                    <a:pt x="9030983" y="268198"/>
                  </a:lnTo>
                  <a:lnTo>
                    <a:pt x="9004871" y="250596"/>
                  </a:lnTo>
                  <a:lnTo>
                    <a:pt x="8972880" y="244132"/>
                  </a:lnTo>
                  <a:lnTo>
                    <a:pt x="8447024" y="244132"/>
                  </a:lnTo>
                  <a:lnTo>
                    <a:pt x="8415045" y="250596"/>
                  </a:lnTo>
                  <a:lnTo>
                    <a:pt x="8388921" y="268198"/>
                  </a:lnTo>
                  <a:lnTo>
                    <a:pt x="8371319" y="294322"/>
                  </a:lnTo>
                  <a:lnTo>
                    <a:pt x="8364855" y="326301"/>
                  </a:lnTo>
                  <a:lnTo>
                    <a:pt x="8364855" y="377342"/>
                  </a:lnTo>
                  <a:lnTo>
                    <a:pt x="8371319" y="409333"/>
                  </a:lnTo>
                  <a:lnTo>
                    <a:pt x="8388921" y="435457"/>
                  </a:lnTo>
                  <a:lnTo>
                    <a:pt x="8415045" y="453072"/>
                  </a:lnTo>
                  <a:lnTo>
                    <a:pt x="8447024" y="459524"/>
                  </a:lnTo>
                  <a:lnTo>
                    <a:pt x="8972880" y="459524"/>
                  </a:lnTo>
                  <a:lnTo>
                    <a:pt x="9004871" y="453072"/>
                  </a:lnTo>
                  <a:lnTo>
                    <a:pt x="9030983" y="435457"/>
                  </a:lnTo>
                  <a:lnTo>
                    <a:pt x="9048598" y="409333"/>
                  </a:lnTo>
                  <a:lnTo>
                    <a:pt x="9055062" y="377342"/>
                  </a:lnTo>
                  <a:lnTo>
                    <a:pt x="9055062" y="326301"/>
                  </a:lnTo>
                  <a:close/>
                </a:path>
                <a:path w="11612244" h="1202054">
                  <a:moveTo>
                    <a:pt x="9425241" y="1068603"/>
                  </a:moveTo>
                  <a:lnTo>
                    <a:pt x="9418790" y="1036624"/>
                  </a:lnTo>
                  <a:lnTo>
                    <a:pt x="9401175" y="1010513"/>
                  </a:lnTo>
                  <a:lnTo>
                    <a:pt x="9375051" y="992898"/>
                  </a:lnTo>
                  <a:lnTo>
                    <a:pt x="9343072" y="986447"/>
                  </a:lnTo>
                  <a:lnTo>
                    <a:pt x="8817216" y="986447"/>
                  </a:lnTo>
                  <a:lnTo>
                    <a:pt x="8785225" y="992898"/>
                  </a:lnTo>
                  <a:lnTo>
                    <a:pt x="8759114" y="1010513"/>
                  </a:lnTo>
                  <a:lnTo>
                    <a:pt x="8741499" y="1036624"/>
                  </a:lnTo>
                  <a:lnTo>
                    <a:pt x="8735035" y="1068603"/>
                  </a:lnTo>
                  <a:lnTo>
                    <a:pt x="8735035" y="1119657"/>
                  </a:lnTo>
                  <a:lnTo>
                    <a:pt x="8741499" y="1151648"/>
                  </a:lnTo>
                  <a:lnTo>
                    <a:pt x="8759114" y="1177759"/>
                  </a:lnTo>
                  <a:lnTo>
                    <a:pt x="8785225" y="1195374"/>
                  </a:lnTo>
                  <a:lnTo>
                    <a:pt x="8817216" y="1201826"/>
                  </a:lnTo>
                  <a:lnTo>
                    <a:pt x="9343072" y="1201826"/>
                  </a:lnTo>
                  <a:lnTo>
                    <a:pt x="9375051" y="1195374"/>
                  </a:lnTo>
                  <a:lnTo>
                    <a:pt x="9401175" y="1177759"/>
                  </a:lnTo>
                  <a:lnTo>
                    <a:pt x="9418790" y="1151648"/>
                  </a:lnTo>
                  <a:lnTo>
                    <a:pt x="9425241" y="1119657"/>
                  </a:lnTo>
                  <a:lnTo>
                    <a:pt x="9425241" y="1068603"/>
                  </a:lnTo>
                  <a:close/>
                </a:path>
                <a:path w="11612244" h="1202054">
                  <a:moveTo>
                    <a:pt x="9425241" y="572325"/>
                  </a:moveTo>
                  <a:lnTo>
                    <a:pt x="9418790" y="540346"/>
                  </a:lnTo>
                  <a:lnTo>
                    <a:pt x="9401175" y="514223"/>
                  </a:lnTo>
                  <a:lnTo>
                    <a:pt x="9375051" y="496620"/>
                  </a:lnTo>
                  <a:lnTo>
                    <a:pt x="9343072" y="490156"/>
                  </a:lnTo>
                  <a:lnTo>
                    <a:pt x="8817216" y="490156"/>
                  </a:lnTo>
                  <a:lnTo>
                    <a:pt x="8785225" y="496620"/>
                  </a:lnTo>
                  <a:lnTo>
                    <a:pt x="8759114" y="514223"/>
                  </a:lnTo>
                  <a:lnTo>
                    <a:pt x="8741499" y="540346"/>
                  </a:lnTo>
                  <a:lnTo>
                    <a:pt x="8735035" y="572325"/>
                  </a:lnTo>
                  <a:lnTo>
                    <a:pt x="8735035" y="623366"/>
                  </a:lnTo>
                  <a:lnTo>
                    <a:pt x="8741499" y="655358"/>
                  </a:lnTo>
                  <a:lnTo>
                    <a:pt x="8759114" y="681482"/>
                  </a:lnTo>
                  <a:lnTo>
                    <a:pt x="8785225" y="699084"/>
                  </a:lnTo>
                  <a:lnTo>
                    <a:pt x="8817216" y="705548"/>
                  </a:lnTo>
                  <a:lnTo>
                    <a:pt x="9343072" y="705548"/>
                  </a:lnTo>
                  <a:lnTo>
                    <a:pt x="9375051" y="699084"/>
                  </a:lnTo>
                  <a:lnTo>
                    <a:pt x="9401175" y="681482"/>
                  </a:lnTo>
                  <a:lnTo>
                    <a:pt x="9418790" y="655358"/>
                  </a:lnTo>
                  <a:lnTo>
                    <a:pt x="9425241" y="623366"/>
                  </a:lnTo>
                  <a:lnTo>
                    <a:pt x="9425241" y="572325"/>
                  </a:lnTo>
                  <a:close/>
                </a:path>
                <a:path w="11612244" h="1202054">
                  <a:moveTo>
                    <a:pt x="9425241" y="82169"/>
                  </a:moveTo>
                  <a:lnTo>
                    <a:pt x="9418790" y="50177"/>
                  </a:lnTo>
                  <a:lnTo>
                    <a:pt x="9401175" y="24066"/>
                  </a:lnTo>
                  <a:lnTo>
                    <a:pt x="9375051" y="6464"/>
                  </a:lnTo>
                  <a:lnTo>
                    <a:pt x="9343072" y="0"/>
                  </a:lnTo>
                  <a:lnTo>
                    <a:pt x="8817216" y="0"/>
                  </a:lnTo>
                  <a:lnTo>
                    <a:pt x="8785225" y="6464"/>
                  </a:lnTo>
                  <a:lnTo>
                    <a:pt x="8759114" y="24066"/>
                  </a:lnTo>
                  <a:lnTo>
                    <a:pt x="8741499" y="50177"/>
                  </a:lnTo>
                  <a:lnTo>
                    <a:pt x="8735035" y="82169"/>
                  </a:lnTo>
                  <a:lnTo>
                    <a:pt x="8735035" y="133210"/>
                  </a:lnTo>
                  <a:lnTo>
                    <a:pt x="8741499" y="165201"/>
                  </a:lnTo>
                  <a:lnTo>
                    <a:pt x="8759114" y="191325"/>
                  </a:lnTo>
                  <a:lnTo>
                    <a:pt x="8785225" y="208927"/>
                  </a:lnTo>
                  <a:lnTo>
                    <a:pt x="8817216" y="215392"/>
                  </a:lnTo>
                  <a:lnTo>
                    <a:pt x="9343072" y="215392"/>
                  </a:lnTo>
                  <a:lnTo>
                    <a:pt x="9375051" y="208927"/>
                  </a:lnTo>
                  <a:lnTo>
                    <a:pt x="9401175" y="191325"/>
                  </a:lnTo>
                  <a:lnTo>
                    <a:pt x="9418790" y="165201"/>
                  </a:lnTo>
                  <a:lnTo>
                    <a:pt x="9425241" y="133210"/>
                  </a:lnTo>
                  <a:lnTo>
                    <a:pt x="9425241" y="82169"/>
                  </a:lnTo>
                  <a:close/>
                </a:path>
                <a:path w="11612244" h="1202054">
                  <a:moveTo>
                    <a:pt x="9781832" y="822591"/>
                  </a:moveTo>
                  <a:lnTo>
                    <a:pt x="9775368" y="790600"/>
                  </a:lnTo>
                  <a:lnTo>
                    <a:pt x="9757766" y="764489"/>
                  </a:lnTo>
                  <a:lnTo>
                    <a:pt x="9731642" y="746874"/>
                  </a:lnTo>
                  <a:lnTo>
                    <a:pt x="9699650" y="740422"/>
                  </a:lnTo>
                  <a:lnTo>
                    <a:pt x="9173794" y="740422"/>
                  </a:lnTo>
                  <a:lnTo>
                    <a:pt x="9141816" y="746874"/>
                  </a:lnTo>
                  <a:lnTo>
                    <a:pt x="9115692" y="764489"/>
                  </a:lnTo>
                  <a:lnTo>
                    <a:pt x="9098077" y="790600"/>
                  </a:lnTo>
                  <a:lnTo>
                    <a:pt x="9091625" y="822591"/>
                  </a:lnTo>
                  <a:lnTo>
                    <a:pt x="9091625" y="873633"/>
                  </a:lnTo>
                  <a:lnTo>
                    <a:pt x="9098077" y="905611"/>
                  </a:lnTo>
                  <a:lnTo>
                    <a:pt x="9115692" y="931735"/>
                  </a:lnTo>
                  <a:lnTo>
                    <a:pt x="9141816" y="949350"/>
                  </a:lnTo>
                  <a:lnTo>
                    <a:pt x="9173794" y="955802"/>
                  </a:lnTo>
                  <a:lnTo>
                    <a:pt x="9699650" y="955802"/>
                  </a:lnTo>
                  <a:lnTo>
                    <a:pt x="9731642" y="949350"/>
                  </a:lnTo>
                  <a:lnTo>
                    <a:pt x="9757766" y="931735"/>
                  </a:lnTo>
                  <a:lnTo>
                    <a:pt x="9775368" y="905624"/>
                  </a:lnTo>
                  <a:lnTo>
                    <a:pt x="9781832" y="873633"/>
                  </a:lnTo>
                  <a:lnTo>
                    <a:pt x="9781832" y="822591"/>
                  </a:lnTo>
                  <a:close/>
                </a:path>
                <a:path w="11612244" h="1202054">
                  <a:moveTo>
                    <a:pt x="9781832" y="326301"/>
                  </a:moveTo>
                  <a:lnTo>
                    <a:pt x="9775368" y="294322"/>
                  </a:lnTo>
                  <a:lnTo>
                    <a:pt x="9757753" y="268198"/>
                  </a:lnTo>
                  <a:lnTo>
                    <a:pt x="9731642" y="250596"/>
                  </a:lnTo>
                  <a:lnTo>
                    <a:pt x="9699650" y="244132"/>
                  </a:lnTo>
                  <a:lnTo>
                    <a:pt x="9173794" y="244132"/>
                  </a:lnTo>
                  <a:lnTo>
                    <a:pt x="9141816" y="250596"/>
                  </a:lnTo>
                  <a:lnTo>
                    <a:pt x="9115692" y="268198"/>
                  </a:lnTo>
                  <a:lnTo>
                    <a:pt x="9098077" y="294322"/>
                  </a:lnTo>
                  <a:lnTo>
                    <a:pt x="9091625" y="326301"/>
                  </a:lnTo>
                  <a:lnTo>
                    <a:pt x="9091625" y="377342"/>
                  </a:lnTo>
                  <a:lnTo>
                    <a:pt x="9098077" y="409333"/>
                  </a:lnTo>
                  <a:lnTo>
                    <a:pt x="9115692" y="435457"/>
                  </a:lnTo>
                  <a:lnTo>
                    <a:pt x="9141816" y="453072"/>
                  </a:lnTo>
                  <a:lnTo>
                    <a:pt x="9173794" y="459524"/>
                  </a:lnTo>
                  <a:lnTo>
                    <a:pt x="9699650" y="459524"/>
                  </a:lnTo>
                  <a:lnTo>
                    <a:pt x="9731642" y="453072"/>
                  </a:lnTo>
                  <a:lnTo>
                    <a:pt x="9757753" y="435457"/>
                  </a:lnTo>
                  <a:lnTo>
                    <a:pt x="9775368" y="409333"/>
                  </a:lnTo>
                  <a:lnTo>
                    <a:pt x="9781832" y="377342"/>
                  </a:lnTo>
                  <a:lnTo>
                    <a:pt x="9781832" y="326301"/>
                  </a:lnTo>
                  <a:close/>
                </a:path>
                <a:path w="11612244" h="1202054">
                  <a:moveTo>
                    <a:pt x="10152012" y="1068603"/>
                  </a:moveTo>
                  <a:lnTo>
                    <a:pt x="10145560" y="1036624"/>
                  </a:lnTo>
                  <a:lnTo>
                    <a:pt x="10127945" y="1010513"/>
                  </a:lnTo>
                  <a:lnTo>
                    <a:pt x="10101821" y="992898"/>
                  </a:lnTo>
                  <a:lnTo>
                    <a:pt x="10069843" y="986447"/>
                  </a:lnTo>
                  <a:lnTo>
                    <a:pt x="9543986" y="986447"/>
                  </a:lnTo>
                  <a:lnTo>
                    <a:pt x="9511995" y="992898"/>
                  </a:lnTo>
                  <a:lnTo>
                    <a:pt x="9485884" y="1010513"/>
                  </a:lnTo>
                  <a:lnTo>
                    <a:pt x="9468269" y="1036624"/>
                  </a:lnTo>
                  <a:lnTo>
                    <a:pt x="9461805" y="1068603"/>
                  </a:lnTo>
                  <a:lnTo>
                    <a:pt x="9461805" y="1119657"/>
                  </a:lnTo>
                  <a:lnTo>
                    <a:pt x="9468269" y="1151648"/>
                  </a:lnTo>
                  <a:lnTo>
                    <a:pt x="9485884" y="1177759"/>
                  </a:lnTo>
                  <a:lnTo>
                    <a:pt x="9511995" y="1195374"/>
                  </a:lnTo>
                  <a:lnTo>
                    <a:pt x="9543986" y="1201826"/>
                  </a:lnTo>
                  <a:lnTo>
                    <a:pt x="10069843" y="1201826"/>
                  </a:lnTo>
                  <a:lnTo>
                    <a:pt x="10101821" y="1195374"/>
                  </a:lnTo>
                  <a:lnTo>
                    <a:pt x="10127945" y="1177759"/>
                  </a:lnTo>
                  <a:lnTo>
                    <a:pt x="10145560" y="1151648"/>
                  </a:lnTo>
                  <a:lnTo>
                    <a:pt x="10152012" y="1119657"/>
                  </a:lnTo>
                  <a:lnTo>
                    <a:pt x="10152012" y="1068603"/>
                  </a:lnTo>
                  <a:close/>
                </a:path>
                <a:path w="11612244" h="1202054">
                  <a:moveTo>
                    <a:pt x="10152012" y="572325"/>
                  </a:moveTo>
                  <a:lnTo>
                    <a:pt x="10145560" y="540346"/>
                  </a:lnTo>
                  <a:lnTo>
                    <a:pt x="10127945" y="514223"/>
                  </a:lnTo>
                  <a:lnTo>
                    <a:pt x="10101821" y="496620"/>
                  </a:lnTo>
                  <a:lnTo>
                    <a:pt x="10069843" y="490156"/>
                  </a:lnTo>
                  <a:lnTo>
                    <a:pt x="9543986" y="490156"/>
                  </a:lnTo>
                  <a:lnTo>
                    <a:pt x="9511995" y="496620"/>
                  </a:lnTo>
                  <a:lnTo>
                    <a:pt x="9485884" y="514223"/>
                  </a:lnTo>
                  <a:lnTo>
                    <a:pt x="9468269" y="540346"/>
                  </a:lnTo>
                  <a:lnTo>
                    <a:pt x="9461805" y="572325"/>
                  </a:lnTo>
                  <a:lnTo>
                    <a:pt x="9461805" y="623366"/>
                  </a:lnTo>
                  <a:lnTo>
                    <a:pt x="9468269" y="655358"/>
                  </a:lnTo>
                  <a:lnTo>
                    <a:pt x="9485884" y="681482"/>
                  </a:lnTo>
                  <a:lnTo>
                    <a:pt x="9511995" y="699084"/>
                  </a:lnTo>
                  <a:lnTo>
                    <a:pt x="9543986" y="705548"/>
                  </a:lnTo>
                  <a:lnTo>
                    <a:pt x="10069843" y="705548"/>
                  </a:lnTo>
                  <a:lnTo>
                    <a:pt x="10101821" y="699084"/>
                  </a:lnTo>
                  <a:lnTo>
                    <a:pt x="10127945" y="681482"/>
                  </a:lnTo>
                  <a:lnTo>
                    <a:pt x="10145560" y="655358"/>
                  </a:lnTo>
                  <a:lnTo>
                    <a:pt x="10152012" y="623366"/>
                  </a:lnTo>
                  <a:lnTo>
                    <a:pt x="10152012" y="572325"/>
                  </a:lnTo>
                  <a:close/>
                </a:path>
                <a:path w="11612244" h="1202054">
                  <a:moveTo>
                    <a:pt x="10152012" y="82169"/>
                  </a:moveTo>
                  <a:lnTo>
                    <a:pt x="10145560" y="50177"/>
                  </a:lnTo>
                  <a:lnTo>
                    <a:pt x="10127945" y="24066"/>
                  </a:lnTo>
                  <a:lnTo>
                    <a:pt x="10101821" y="6464"/>
                  </a:lnTo>
                  <a:lnTo>
                    <a:pt x="10069843" y="0"/>
                  </a:lnTo>
                  <a:lnTo>
                    <a:pt x="9543986" y="0"/>
                  </a:lnTo>
                  <a:lnTo>
                    <a:pt x="9511995" y="6464"/>
                  </a:lnTo>
                  <a:lnTo>
                    <a:pt x="9485884" y="24066"/>
                  </a:lnTo>
                  <a:lnTo>
                    <a:pt x="9468269" y="50177"/>
                  </a:lnTo>
                  <a:lnTo>
                    <a:pt x="9461805" y="82169"/>
                  </a:lnTo>
                  <a:lnTo>
                    <a:pt x="9461805" y="133210"/>
                  </a:lnTo>
                  <a:lnTo>
                    <a:pt x="9468269" y="165201"/>
                  </a:lnTo>
                  <a:lnTo>
                    <a:pt x="9485884" y="191325"/>
                  </a:lnTo>
                  <a:lnTo>
                    <a:pt x="9511995" y="208927"/>
                  </a:lnTo>
                  <a:lnTo>
                    <a:pt x="9543986" y="215392"/>
                  </a:lnTo>
                  <a:lnTo>
                    <a:pt x="10069843" y="215392"/>
                  </a:lnTo>
                  <a:lnTo>
                    <a:pt x="10101821" y="208927"/>
                  </a:lnTo>
                  <a:lnTo>
                    <a:pt x="10127945" y="191325"/>
                  </a:lnTo>
                  <a:lnTo>
                    <a:pt x="10145560" y="165201"/>
                  </a:lnTo>
                  <a:lnTo>
                    <a:pt x="10152012" y="133210"/>
                  </a:lnTo>
                  <a:lnTo>
                    <a:pt x="10152012" y="82169"/>
                  </a:lnTo>
                  <a:close/>
                </a:path>
                <a:path w="11612244" h="1202054">
                  <a:moveTo>
                    <a:pt x="10508602" y="822591"/>
                  </a:moveTo>
                  <a:lnTo>
                    <a:pt x="10502138" y="790600"/>
                  </a:lnTo>
                  <a:lnTo>
                    <a:pt x="10484536" y="764489"/>
                  </a:lnTo>
                  <a:lnTo>
                    <a:pt x="10458412" y="746874"/>
                  </a:lnTo>
                  <a:lnTo>
                    <a:pt x="10426421" y="740422"/>
                  </a:lnTo>
                  <a:lnTo>
                    <a:pt x="9900564" y="740422"/>
                  </a:lnTo>
                  <a:lnTo>
                    <a:pt x="9868586" y="746874"/>
                  </a:lnTo>
                  <a:lnTo>
                    <a:pt x="9842462" y="764489"/>
                  </a:lnTo>
                  <a:lnTo>
                    <a:pt x="9824847" y="790600"/>
                  </a:lnTo>
                  <a:lnTo>
                    <a:pt x="9818395" y="822591"/>
                  </a:lnTo>
                  <a:lnTo>
                    <a:pt x="9818395" y="873633"/>
                  </a:lnTo>
                  <a:lnTo>
                    <a:pt x="9824847" y="905611"/>
                  </a:lnTo>
                  <a:lnTo>
                    <a:pt x="9842462" y="931735"/>
                  </a:lnTo>
                  <a:lnTo>
                    <a:pt x="9868586" y="949350"/>
                  </a:lnTo>
                  <a:lnTo>
                    <a:pt x="9900564" y="955802"/>
                  </a:lnTo>
                  <a:lnTo>
                    <a:pt x="10426421" y="955802"/>
                  </a:lnTo>
                  <a:lnTo>
                    <a:pt x="10458412" y="949350"/>
                  </a:lnTo>
                  <a:lnTo>
                    <a:pt x="10484536" y="931735"/>
                  </a:lnTo>
                  <a:lnTo>
                    <a:pt x="10502138" y="905624"/>
                  </a:lnTo>
                  <a:lnTo>
                    <a:pt x="10508602" y="873633"/>
                  </a:lnTo>
                  <a:lnTo>
                    <a:pt x="10508602" y="822591"/>
                  </a:lnTo>
                  <a:close/>
                </a:path>
                <a:path w="11612244" h="1202054">
                  <a:moveTo>
                    <a:pt x="10508602" y="326301"/>
                  </a:moveTo>
                  <a:lnTo>
                    <a:pt x="10502138" y="294322"/>
                  </a:lnTo>
                  <a:lnTo>
                    <a:pt x="10484523" y="268198"/>
                  </a:lnTo>
                  <a:lnTo>
                    <a:pt x="10458412" y="250596"/>
                  </a:lnTo>
                  <a:lnTo>
                    <a:pt x="10426421" y="244132"/>
                  </a:lnTo>
                  <a:lnTo>
                    <a:pt x="9900564" y="244132"/>
                  </a:lnTo>
                  <a:lnTo>
                    <a:pt x="9868586" y="250596"/>
                  </a:lnTo>
                  <a:lnTo>
                    <a:pt x="9842462" y="268198"/>
                  </a:lnTo>
                  <a:lnTo>
                    <a:pt x="9824860" y="294322"/>
                  </a:lnTo>
                  <a:lnTo>
                    <a:pt x="9818395" y="326301"/>
                  </a:lnTo>
                  <a:lnTo>
                    <a:pt x="9818395" y="377342"/>
                  </a:lnTo>
                  <a:lnTo>
                    <a:pt x="9824860" y="409333"/>
                  </a:lnTo>
                  <a:lnTo>
                    <a:pt x="9842462" y="435457"/>
                  </a:lnTo>
                  <a:lnTo>
                    <a:pt x="9868586" y="453072"/>
                  </a:lnTo>
                  <a:lnTo>
                    <a:pt x="9900564" y="459524"/>
                  </a:lnTo>
                  <a:lnTo>
                    <a:pt x="10426421" y="459524"/>
                  </a:lnTo>
                  <a:lnTo>
                    <a:pt x="10458412" y="453072"/>
                  </a:lnTo>
                  <a:lnTo>
                    <a:pt x="10484523" y="435457"/>
                  </a:lnTo>
                  <a:lnTo>
                    <a:pt x="10502138" y="409333"/>
                  </a:lnTo>
                  <a:lnTo>
                    <a:pt x="10508602" y="377342"/>
                  </a:lnTo>
                  <a:lnTo>
                    <a:pt x="10508602" y="326301"/>
                  </a:lnTo>
                  <a:close/>
                </a:path>
                <a:path w="11612244" h="1202054">
                  <a:moveTo>
                    <a:pt x="10878782" y="1068603"/>
                  </a:moveTo>
                  <a:lnTo>
                    <a:pt x="10872330" y="1036624"/>
                  </a:lnTo>
                  <a:lnTo>
                    <a:pt x="10854715" y="1010513"/>
                  </a:lnTo>
                  <a:lnTo>
                    <a:pt x="10828592" y="992898"/>
                  </a:lnTo>
                  <a:lnTo>
                    <a:pt x="10796613" y="986447"/>
                  </a:lnTo>
                  <a:lnTo>
                    <a:pt x="10270757" y="986447"/>
                  </a:lnTo>
                  <a:lnTo>
                    <a:pt x="10238765" y="992898"/>
                  </a:lnTo>
                  <a:lnTo>
                    <a:pt x="10212654" y="1010513"/>
                  </a:lnTo>
                  <a:lnTo>
                    <a:pt x="10195039" y="1036624"/>
                  </a:lnTo>
                  <a:lnTo>
                    <a:pt x="10188575" y="1068603"/>
                  </a:lnTo>
                  <a:lnTo>
                    <a:pt x="10188575" y="1119657"/>
                  </a:lnTo>
                  <a:lnTo>
                    <a:pt x="10195039" y="1151648"/>
                  </a:lnTo>
                  <a:lnTo>
                    <a:pt x="10212654" y="1177759"/>
                  </a:lnTo>
                  <a:lnTo>
                    <a:pt x="10238765" y="1195374"/>
                  </a:lnTo>
                  <a:lnTo>
                    <a:pt x="10270757" y="1201826"/>
                  </a:lnTo>
                  <a:lnTo>
                    <a:pt x="10796613" y="1201826"/>
                  </a:lnTo>
                  <a:lnTo>
                    <a:pt x="10828592" y="1195374"/>
                  </a:lnTo>
                  <a:lnTo>
                    <a:pt x="10854715" y="1177759"/>
                  </a:lnTo>
                  <a:lnTo>
                    <a:pt x="10872330" y="1151648"/>
                  </a:lnTo>
                  <a:lnTo>
                    <a:pt x="10878782" y="1119657"/>
                  </a:lnTo>
                  <a:lnTo>
                    <a:pt x="10878782" y="1068603"/>
                  </a:lnTo>
                  <a:close/>
                </a:path>
                <a:path w="11612244" h="1202054">
                  <a:moveTo>
                    <a:pt x="10878782" y="572325"/>
                  </a:moveTo>
                  <a:lnTo>
                    <a:pt x="10872330" y="540346"/>
                  </a:lnTo>
                  <a:lnTo>
                    <a:pt x="10854715" y="514223"/>
                  </a:lnTo>
                  <a:lnTo>
                    <a:pt x="10828592" y="496620"/>
                  </a:lnTo>
                  <a:lnTo>
                    <a:pt x="10796613" y="490156"/>
                  </a:lnTo>
                  <a:lnTo>
                    <a:pt x="10270757" y="490156"/>
                  </a:lnTo>
                  <a:lnTo>
                    <a:pt x="10238765" y="496620"/>
                  </a:lnTo>
                  <a:lnTo>
                    <a:pt x="10212654" y="514223"/>
                  </a:lnTo>
                  <a:lnTo>
                    <a:pt x="10195039" y="540346"/>
                  </a:lnTo>
                  <a:lnTo>
                    <a:pt x="10188575" y="572325"/>
                  </a:lnTo>
                  <a:lnTo>
                    <a:pt x="10188575" y="623366"/>
                  </a:lnTo>
                  <a:lnTo>
                    <a:pt x="10195039" y="655358"/>
                  </a:lnTo>
                  <a:lnTo>
                    <a:pt x="10212654" y="681482"/>
                  </a:lnTo>
                  <a:lnTo>
                    <a:pt x="10238765" y="699084"/>
                  </a:lnTo>
                  <a:lnTo>
                    <a:pt x="10270757" y="705548"/>
                  </a:lnTo>
                  <a:lnTo>
                    <a:pt x="10796613" y="705548"/>
                  </a:lnTo>
                  <a:lnTo>
                    <a:pt x="10828592" y="699084"/>
                  </a:lnTo>
                  <a:lnTo>
                    <a:pt x="10854715" y="681482"/>
                  </a:lnTo>
                  <a:lnTo>
                    <a:pt x="10872330" y="655358"/>
                  </a:lnTo>
                  <a:lnTo>
                    <a:pt x="10878782" y="623366"/>
                  </a:lnTo>
                  <a:lnTo>
                    <a:pt x="10878782" y="572325"/>
                  </a:lnTo>
                  <a:close/>
                </a:path>
                <a:path w="11612244" h="1202054">
                  <a:moveTo>
                    <a:pt x="10878782" y="82169"/>
                  </a:moveTo>
                  <a:lnTo>
                    <a:pt x="10872330" y="50177"/>
                  </a:lnTo>
                  <a:lnTo>
                    <a:pt x="10854715" y="24066"/>
                  </a:lnTo>
                  <a:lnTo>
                    <a:pt x="10828592" y="6464"/>
                  </a:lnTo>
                  <a:lnTo>
                    <a:pt x="10796613" y="0"/>
                  </a:lnTo>
                  <a:lnTo>
                    <a:pt x="10270757" y="0"/>
                  </a:lnTo>
                  <a:lnTo>
                    <a:pt x="10238765" y="6464"/>
                  </a:lnTo>
                  <a:lnTo>
                    <a:pt x="10212654" y="24066"/>
                  </a:lnTo>
                  <a:lnTo>
                    <a:pt x="10195039" y="50177"/>
                  </a:lnTo>
                  <a:lnTo>
                    <a:pt x="10188575" y="82169"/>
                  </a:lnTo>
                  <a:lnTo>
                    <a:pt x="10188575" y="133210"/>
                  </a:lnTo>
                  <a:lnTo>
                    <a:pt x="10195039" y="165201"/>
                  </a:lnTo>
                  <a:lnTo>
                    <a:pt x="10212654" y="191325"/>
                  </a:lnTo>
                  <a:lnTo>
                    <a:pt x="10238765" y="208927"/>
                  </a:lnTo>
                  <a:lnTo>
                    <a:pt x="10270757" y="215392"/>
                  </a:lnTo>
                  <a:lnTo>
                    <a:pt x="10796613" y="215392"/>
                  </a:lnTo>
                  <a:lnTo>
                    <a:pt x="10828592" y="208927"/>
                  </a:lnTo>
                  <a:lnTo>
                    <a:pt x="10854715" y="191325"/>
                  </a:lnTo>
                  <a:lnTo>
                    <a:pt x="10872330" y="165201"/>
                  </a:lnTo>
                  <a:lnTo>
                    <a:pt x="10878782" y="133210"/>
                  </a:lnTo>
                  <a:lnTo>
                    <a:pt x="10878782" y="82169"/>
                  </a:lnTo>
                  <a:close/>
                </a:path>
                <a:path w="11612244" h="1202054">
                  <a:moveTo>
                    <a:pt x="11235373" y="822591"/>
                  </a:moveTo>
                  <a:lnTo>
                    <a:pt x="11228908" y="790600"/>
                  </a:lnTo>
                  <a:lnTo>
                    <a:pt x="11211306" y="764489"/>
                  </a:lnTo>
                  <a:lnTo>
                    <a:pt x="11185182" y="746874"/>
                  </a:lnTo>
                  <a:lnTo>
                    <a:pt x="11153191" y="740422"/>
                  </a:lnTo>
                  <a:lnTo>
                    <a:pt x="10627335" y="740422"/>
                  </a:lnTo>
                  <a:lnTo>
                    <a:pt x="10595356" y="746874"/>
                  </a:lnTo>
                  <a:lnTo>
                    <a:pt x="10569232" y="764489"/>
                  </a:lnTo>
                  <a:lnTo>
                    <a:pt x="10551617" y="790600"/>
                  </a:lnTo>
                  <a:lnTo>
                    <a:pt x="10545166" y="822591"/>
                  </a:lnTo>
                  <a:lnTo>
                    <a:pt x="10545166" y="873633"/>
                  </a:lnTo>
                  <a:lnTo>
                    <a:pt x="10551617" y="905611"/>
                  </a:lnTo>
                  <a:lnTo>
                    <a:pt x="10569232" y="931735"/>
                  </a:lnTo>
                  <a:lnTo>
                    <a:pt x="10595356" y="949350"/>
                  </a:lnTo>
                  <a:lnTo>
                    <a:pt x="10627335" y="955802"/>
                  </a:lnTo>
                  <a:lnTo>
                    <a:pt x="11153191" y="955802"/>
                  </a:lnTo>
                  <a:lnTo>
                    <a:pt x="11185182" y="949350"/>
                  </a:lnTo>
                  <a:lnTo>
                    <a:pt x="11211306" y="931735"/>
                  </a:lnTo>
                  <a:lnTo>
                    <a:pt x="11228908" y="905624"/>
                  </a:lnTo>
                  <a:lnTo>
                    <a:pt x="11235373" y="873633"/>
                  </a:lnTo>
                  <a:lnTo>
                    <a:pt x="11235373" y="822591"/>
                  </a:lnTo>
                  <a:close/>
                </a:path>
                <a:path w="11612244" h="1202054">
                  <a:moveTo>
                    <a:pt x="11235373" y="326301"/>
                  </a:moveTo>
                  <a:lnTo>
                    <a:pt x="11228908" y="294322"/>
                  </a:lnTo>
                  <a:lnTo>
                    <a:pt x="11211293" y="268198"/>
                  </a:lnTo>
                  <a:lnTo>
                    <a:pt x="11185182" y="250596"/>
                  </a:lnTo>
                  <a:lnTo>
                    <a:pt x="11153191" y="244132"/>
                  </a:lnTo>
                  <a:lnTo>
                    <a:pt x="10627335" y="244132"/>
                  </a:lnTo>
                  <a:lnTo>
                    <a:pt x="10595356" y="250596"/>
                  </a:lnTo>
                  <a:lnTo>
                    <a:pt x="10569232" y="268198"/>
                  </a:lnTo>
                  <a:lnTo>
                    <a:pt x="10551617" y="294322"/>
                  </a:lnTo>
                  <a:lnTo>
                    <a:pt x="10545166" y="326301"/>
                  </a:lnTo>
                  <a:lnTo>
                    <a:pt x="10545166" y="377342"/>
                  </a:lnTo>
                  <a:lnTo>
                    <a:pt x="10551617" y="409333"/>
                  </a:lnTo>
                  <a:lnTo>
                    <a:pt x="10569232" y="435457"/>
                  </a:lnTo>
                  <a:lnTo>
                    <a:pt x="10595356" y="453072"/>
                  </a:lnTo>
                  <a:lnTo>
                    <a:pt x="10627335" y="459524"/>
                  </a:lnTo>
                  <a:lnTo>
                    <a:pt x="11153191" y="459524"/>
                  </a:lnTo>
                  <a:lnTo>
                    <a:pt x="11185182" y="453072"/>
                  </a:lnTo>
                  <a:lnTo>
                    <a:pt x="11211293" y="435457"/>
                  </a:lnTo>
                  <a:lnTo>
                    <a:pt x="11228908" y="409333"/>
                  </a:lnTo>
                  <a:lnTo>
                    <a:pt x="11235373" y="377342"/>
                  </a:lnTo>
                  <a:lnTo>
                    <a:pt x="11235373" y="326301"/>
                  </a:lnTo>
                  <a:close/>
                </a:path>
                <a:path w="11612244" h="1202054">
                  <a:moveTo>
                    <a:pt x="11605552" y="1068603"/>
                  </a:moveTo>
                  <a:lnTo>
                    <a:pt x="11599101" y="1036624"/>
                  </a:lnTo>
                  <a:lnTo>
                    <a:pt x="11581486" y="1010513"/>
                  </a:lnTo>
                  <a:lnTo>
                    <a:pt x="11555362" y="992898"/>
                  </a:lnTo>
                  <a:lnTo>
                    <a:pt x="11523383" y="986447"/>
                  </a:lnTo>
                  <a:lnTo>
                    <a:pt x="10997527" y="986447"/>
                  </a:lnTo>
                  <a:lnTo>
                    <a:pt x="10965536" y="992898"/>
                  </a:lnTo>
                  <a:lnTo>
                    <a:pt x="10939424" y="1010513"/>
                  </a:lnTo>
                  <a:lnTo>
                    <a:pt x="10921810" y="1036624"/>
                  </a:lnTo>
                  <a:lnTo>
                    <a:pt x="10915358" y="1068603"/>
                  </a:lnTo>
                  <a:lnTo>
                    <a:pt x="10915358" y="1119657"/>
                  </a:lnTo>
                  <a:lnTo>
                    <a:pt x="10921810" y="1151648"/>
                  </a:lnTo>
                  <a:lnTo>
                    <a:pt x="10939424" y="1177759"/>
                  </a:lnTo>
                  <a:lnTo>
                    <a:pt x="10965536" y="1195374"/>
                  </a:lnTo>
                  <a:lnTo>
                    <a:pt x="10997527" y="1201826"/>
                  </a:lnTo>
                  <a:lnTo>
                    <a:pt x="11523383" y="1201826"/>
                  </a:lnTo>
                  <a:lnTo>
                    <a:pt x="11555362" y="1195374"/>
                  </a:lnTo>
                  <a:lnTo>
                    <a:pt x="11581486" y="1177759"/>
                  </a:lnTo>
                  <a:lnTo>
                    <a:pt x="11599101" y="1151648"/>
                  </a:lnTo>
                  <a:lnTo>
                    <a:pt x="11605552" y="1119657"/>
                  </a:lnTo>
                  <a:lnTo>
                    <a:pt x="11605552" y="1068603"/>
                  </a:lnTo>
                  <a:close/>
                </a:path>
                <a:path w="11612244" h="1202054">
                  <a:moveTo>
                    <a:pt x="11605552" y="572325"/>
                  </a:moveTo>
                  <a:lnTo>
                    <a:pt x="11599101" y="540346"/>
                  </a:lnTo>
                  <a:lnTo>
                    <a:pt x="11581486" y="514223"/>
                  </a:lnTo>
                  <a:lnTo>
                    <a:pt x="11555362" y="496620"/>
                  </a:lnTo>
                  <a:lnTo>
                    <a:pt x="11523383" y="490156"/>
                  </a:lnTo>
                  <a:lnTo>
                    <a:pt x="10997527" y="490156"/>
                  </a:lnTo>
                  <a:lnTo>
                    <a:pt x="10965536" y="496620"/>
                  </a:lnTo>
                  <a:lnTo>
                    <a:pt x="10939424" y="514223"/>
                  </a:lnTo>
                  <a:lnTo>
                    <a:pt x="10921810" y="540346"/>
                  </a:lnTo>
                  <a:lnTo>
                    <a:pt x="10915358" y="572325"/>
                  </a:lnTo>
                  <a:lnTo>
                    <a:pt x="10915358" y="623366"/>
                  </a:lnTo>
                  <a:lnTo>
                    <a:pt x="10921810" y="655358"/>
                  </a:lnTo>
                  <a:lnTo>
                    <a:pt x="10939424" y="681482"/>
                  </a:lnTo>
                  <a:lnTo>
                    <a:pt x="10965536" y="699084"/>
                  </a:lnTo>
                  <a:lnTo>
                    <a:pt x="10997527" y="705548"/>
                  </a:lnTo>
                  <a:lnTo>
                    <a:pt x="11523383" y="705548"/>
                  </a:lnTo>
                  <a:lnTo>
                    <a:pt x="11555362" y="699084"/>
                  </a:lnTo>
                  <a:lnTo>
                    <a:pt x="11581486" y="681482"/>
                  </a:lnTo>
                  <a:lnTo>
                    <a:pt x="11599101" y="655358"/>
                  </a:lnTo>
                  <a:lnTo>
                    <a:pt x="11605552" y="623366"/>
                  </a:lnTo>
                  <a:lnTo>
                    <a:pt x="11605552" y="572325"/>
                  </a:lnTo>
                  <a:close/>
                </a:path>
                <a:path w="11612244" h="1202054">
                  <a:moveTo>
                    <a:pt x="11605552" y="82169"/>
                  </a:moveTo>
                  <a:lnTo>
                    <a:pt x="11599101" y="50177"/>
                  </a:lnTo>
                  <a:lnTo>
                    <a:pt x="11581486" y="24066"/>
                  </a:lnTo>
                  <a:lnTo>
                    <a:pt x="11555362" y="6464"/>
                  </a:lnTo>
                  <a:lnTo>
                    <a:pt x="11523383" y="0"/>
                  </a:lnTo>
                  <a:lnTo>
                    <a:pt x="10997527" y="0"/>
                  </a:lnTo>
                  <a:lnTo>
                    <a:pt x="10965536" y="6464"/>
                  </a:lnTo>
                  <a:lnTo>
                    <a:pt x="10939424" y="24066"/>
                  </a:lnTo>
                  <a:lnTo>
                    <a:pt x="10921810" y="50177"/>
                  </a:lnTo>
                  <a:lnTo>
                    <a:pt x="10915358" y="82169"/>
                  </a:lnTo>
                  <a:lnTo>
                    <a:pt x="10915358" y="133210"/>
                  </a:lnTo>
                  <a:lnTo>
                    <a:pt x="10921810" y="165201"/>
                  </a:lnTo>
                  <a:lnTo>
                    <a:pt x="10939424" y="191325"/>
                  </a:lnTo>
                  <a:lnTo>
                    <a:pt x="10965536" y="208927"/>
                  </a:lnTo>
                  <a:lnTo>
                    <a:pt x="10997527" y="215392"/>
                  </a:lnTo>
                  <a:lnTo>
                    <a:pt x="11523383" y="215392"/>
                  </a:lnTo>
                  <a:lnTo>
                    <a:pt x="11555362" y="208927"/>
                  </a:lnTo>
                  <a:lnTo>
                    <a:pt x="11581486" y="191325"/>
                  </a:lnTo>
                  <a:lnTo>
                    <a:pt x="11599101" y="165201"/>
                  </a:lnTo>
                  <a:lnTo>
                    <a:pt x="11605552" y="133210"/>
                  </a:lnTo>
                  <a:lnTo>
                    <a:pt x="11605552" y="82169"/>
                  </a:lnTo>
                  <a:close/>
                </a:path>
                <a:path w="11612244" h="1202054">
                  <a:moveTo>
                    <a:pt x="11612156" y="822591"/>
                  </a:moveTo>
                  <a:lnTo>
                    <a:pt x="11605705" y="790600"/>
                  </a:lnTo>
                  <a:lnTo>
                    <a:pt x="11588090" y="764489"/>
                  </a:lnTo>
                  <a:lnTo>
                    <a:pt x="11561966" y="746874"/>
                  </a:lnTo>
                  <a:lnTo>
                    <a:pt x="11529987" y="740422"/>
                  </a:lnTo>
                  <a:lnTo>
                    <a:pt x="11354105" y="740422"/>
                  </a:lnTo>
                  <a:lnTo>
                    <a:pt x="11322126" y="746874"/>
                  </a:lnTo>
                  <a:lnTo>
                    <a:pt x="11296002" y="764489"/>
                  </a:lnTo>
                  <a:lnTo>
                    <a:pt x="11278387" y="790600"/>
                  </a:lnTo>
                  <a:lnTo>
                    <a:pt x="11271923" y="822591"/>
                  </a:lnTo>
                  <a:lnTo>
                    <a:pt x="11271923" y="873633"/>
                  </a:lnTo>
                  <a:lnTo>
                    <a:pt x="11278387" y="905611"/>
                  </a:lnTo>
                  <a:lnTo>
                    <a:pt x="11296002" y="931735"/>
                  </a:lnTo>
                  <a:lnTo>
                    <a:pt x="11322126" y="949350"/>
                  </a:lnTo>
                  <a:lnTo>
                    <a:pt x="11354105" y="955802"/>
                  </a:lnTo>
                  <a:lnTo>
                    <a:pt x="11529987" y="955802"/>
                  </a:lnTo>
                  <a:lnTo>
                    <a:pt x="11561966" y="949350"/>
                  </a:lnTo>
                  <a:lnTo>
                    <a:pt x="11588090" y="931735"/>
                  </a:lnTo>
                  <a:lnTo>
                    <a:pt x="11605705" y="905624"/>
                  </a:lnTo>
                  <a:lnTo>
                    <a:pt x="11612156" y="873633"/>
                  </a:lnTo>
                  <a:lnTo>
                    <a:pt x="11612156" y="822591"/>
                  </a:lnTo>
                  <a:close/>
                </a:path>
                <a:path w="11612244" h="1202054">
                  <a:moveTo>
                    <a:pt x="11612156" y="326301"/>
                  </a:moveTo>
                  <a:lnTo>
                    <a:pt x="11605705" y="294322"/>
                  </a:lnTo>
                  <a:lnTo>
                    <a:pt x="11588090" y="268198"/>
                  </a:lnTo>
                  <a:lnTo>
                    <a:pt x="11561966" y="250596"/>
                  </a:lnTo>
                  <a:lnTo>
                    <a:pt x="11529987" y="244132"/>
                  </a:lnTo>
                  <a:lnTo>
                    <a:pt x="11354105" y="244132"/>
                  </a:lnTo>
                  <a:lnTo>
                    <a:pt x="11322126" y="250596"/>
                  </a:lnTo>
                  <a:lnTo>
                    <a:pt x="11296002" y="268198"/>
                  </a:lnTo>
                  <a:lnTo>
                    <a:pt x="11278400" y="294322"/>
                  </a:lnTo>
                  <a:lnTo>
                    <a:pt x="11271936" y="326301"/>
                  </a:lnTo>
                  <a:lnTo>
                    <a:pt x="11271936" y="377342"/>
                  </a:lnTo>
                  <a:lnTo>
                    <a:pt x="11278400" y="409333"/>
                  </a:lnTo>
                  <a:lnTo>
                    <a:pt x="11296002" y="435457"/>
                  </a:lnTo>
                  <a:lnTo>
                    <a:pt x="11322126" y="453072"/>
                  </a:lnTo>
                  <a:lnTo>
                    <a:pt x="11354105" y="459524"/>
                  </a:lnTo>
                  <a:lnTo>
                    <a:pt x="11529987" y="459524"/>
                  </a:lnTo>
                  <a:lnTo>
                    <a:pt x="11561966" y="453072"/>
                  </a:lnTo>
                  <a:lnTo>
                    <a:pt x="11588090" y="435457"/>
                  </a:lnTo>
                  <a:lnTo>
                    <a:pt x="11605705" y="409333"/>
                  </a:lnTo>
                  <a:lnTo>
                    <a:pt x="11612156" y="377342"/>
                  </a:lnTo>
                  <a:lnTo>
                    <a:pt x="11612156" y="326301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608770" y="6951287"/>
              <a:ext cx="11612245" cy="958215"/>
            </a:xfrm>
            <a:custGeom>
              <a:avLst/>
              <a:gdLst/>
              <a:ahLst/>
              <a:cxnLst/>
              <a:rect l="l" t="t" r="r" b="b"/>
              <a:pathLst>
                <a:path w="11612244" h="958215">
                  <a:moveTo>
                    <a:pt x="340233" y="578446"/>
                  </a:moveTo>
                  <a:lnTo>
                    <a:pt x="333768" y="546468"/>
                  </a:lnTo>
                  <a:lnTo>
                    <a:pt x="316166" y="520344"/>
                  </a:lnTo>
                  <a:lnTo>
                    <a:pt x="290042" y="502742"/>
                  </a:lnTo>
                  <a:lnTo>
                    <a:pt x="258051" y="496277"/>
                  </a:lnTo>
                  <a:lnTo>
                    <a:pt x="82181" y="496277"/>
                  </a:lnTo>
                  <a:lnTo>
                    <a:pt x="50190" y="502742"/>
                  </a:lnTo>
                  <a:lnTo>
                    <a:pt x="24066" y="520344"/>
                  </a:lnTo>
                  <a:lnTo>
                    <a:pt x="6464" y="546468"/>
                  </a:lnTo>
                  <a:lnTo>
                    <a:pt x="0" y="578446"/>
                  </a:lnTo>
                  <a:lnTo>
                    <a:pt x="0" y="629488"/>
                  </a:lnTo>
                  <a:lnTo>
                    <a:pt x="6464" y="661479"/>
                  </a:lnTo>
                  <a:lnTo>
                    <a:pt x="24066" y="687603"/>
                  </a:lnTo>
                  <a:lnTo>
                    <a:pt x="50190" y="705205"/>
                  </a:lnTo>
                  <a:lnTo>
                    <a:pt x="82181" y="711669"/>
                  </a:lnTo>
                  <a:lnTo>
                    <a:pt x="258051" y="711669"/>
                  </a:lnTo>
                  <a:lnTo>
                    <a:pt x="290042" y="705205"/>
                  </a:lnTo>
                  <a:lnTo>
                    <a:pt x="316166" y="687603"/>
                  </a:lnTo>
                  <a:lnTo>
                    <a:pt x="333768" y="661479"/>
                  </a:lnTo>
                  <a:lnTo>
                    <a:pt x="340233" y="629488"/>
                  </a:lnTo>
                  <a:lnTo>
                    <a:pt x="340233" y="578446"/>
                  </a:lnTo>
                  <a:close/>
                </a:path>
                <a:path w="11612244" h="958215">
                  <a:moveTo>
                    <a:pt x="699439" y="824471"/>
                  </a:moveTo>
                  <a:lnTo>
                    <a:pt x="692975" y="792480"/>
                  </a:lnTo>
                  <a:lnTo>
                    <a:pt x="675373" y="766368"/>
                  </a:lnTo>
                  <a:lnTo>
                    <a:pt x="649249" y="748766"/>
                  </a:lnTo>
                  <a:lnTo>
                    <a:pt x="617258" y="742302"/>
                  </a:lnTo>
                  <a:lnTo>
                    <a:pt x="91401" y="742302"/>
                  </a:lnTo>
                  <a:lnTo>
                    <a:pt x="59423" y="748766"/>
                  </a:lnTo>
                  <a:lnTo>
                    <a:pt x="33299" y="766368"/>
                  </a:lnTo>
                  <a:lnTo>
                    <a:pt x="15684" y="792480"/>
                  </a:lnTo>
                  <a:lnTo>
                    <a:pt x="9232" y="824471"/>
                  </a:lnTo>
                  <a:lnTo>
                    <a:pt x="9232" y="875512"/>
                  </a:lnTo>
                  <a:lnTo>
                    <a:pt x="15684" y="907503"/>
                  </a:lnTo>
                  <a:lnTo>
                    <a:pt x="33299" y="933627"/>
                  </a:lnTo>
                  <a:lnTo>
                    <a:pt x="59423" y="951230"/>
                  </a:lnTo>
                  <a:lnTo>
                    <a:pt x="91401" y="957694"/>
                  </a:lnTo>
                  <a:lnTo>
                    <a:pt x="617258" y="957694"/>
                  </a:lnTo>
                  <a:lnTo>
                    <a:pt x="649249" y="951230"/>
                  </a:lnTo>
                  <a:lnTo>
                    <a:pt x="675373" y="933627"/>
                  </a:lnTo>
                  <a:lnTo>
                    <a:pt x="692975" y="907503"/>
                  </a:lnTo>
                  <a:lnTo>
                    <a:pt x="699439" y="875512"/>
                  </a:lnTo>
                  <a:lnTo>
                    <a:pt x="699439" y="824471"/>
                  </a:lnTo>
                  <a:close/>
                </a:path>
                <a:path w="11612244" h="958215">
                  <a:moveTo>
                    <a:pt x="699439" y="328180"/>
                  </a:moveTo>
                  <a:lnTo>
                    <a:pt x="692975" y="296202"/>
                  </a:lnTo>
                  <a:lnTo>
                    <a:pt x="675373" y="270078"/>
                  </a:lnTo>
                  <a:lnTo>
                    <a:pt x="649249" y="252476"/>
                  </a:lnTo>
                  <a:lnTo>
                    <a:pt x="617258" y="246024"/>
                  </a:lnTo>
                  <a:lnTo>
                    <a:pt x="91401" y="246024"/>
                  </a:lnTo>
                  <a:lnTo>
                    <a:pt x="59423" y="252476"/>
                  </a:lnTo>
                  <a:lnTo>
                    <a:pt x="33299" y="270078"/>
                  </a:lnTo>
                  <a:lnTo>
                    <a:pt x="15684" y="296202"/>
                  </a:lnTo>
                  <a:lnTo>
                    <a:pt x="9232" y="328180"/>
                  </a:lnTo>
                  <a:lnTo>
                    <a:pt x="9232" y="379234"/>
                  </a:lnTo>
                  <a:lnTo>
                    <a:pt x="15684" y="411226"/>
                  </a:lnTo>
                  <a:lnTo>
                    <a:pt x="33299" y="437337"/>
                  </a:lnTo>
                  <a:lnTo>
                    <a:pt x="59423" y="454952"/>
                  </a:lnTo>
                  <a:lnTo>
                    <a:pt x="91401" y="461403"/>
                  </a:lnTo>
                  <a:lnTo>
                    <a:pt x="617258" y="461403"/>
                  </a:lnTo>
                  <a:lnTo>
                    <a:pt x="649249" y="454952"/>
                  </a:lnTo>
                  <a:lnTo>
                    <a:pt x="675373" y="437337"/>
                  </a:lnTo>
                  <a:lnTo>
                    <a:pt x="692975" y="411226"/>
                  </a:lnTo>
                  <a:lnTo>
                    <a:pt x="699439" y="379234"/>
                  </a:lnTo>
                  <a:lnTo>
                    <a:pt x="699439" y="328180"/>
                  </a:lnTo>
                  <a:close/>
                </a:path>
                <a:path w="11612244" h="958215">
                  <a:moveTo>
                    <a:pt x="1056017" y="578446"/>
                  </a:moveTo>
                  <a:lnTo>
                    <a:pt x="1049566" y="546468"/>
                  </a:lnTo>
                  <a:lnTo>
                    <a:pt x="1031951" y="520344"/>
                  </a:lnTo>
                  <a:lnTo>
                    <a:pt x="1005827" y="502742"/>
                  </a:lnTo>
                  <a:lnTo>
                    <a:pt x="973848" y="496277"/>
                  </a:lnTo>
                  <a:lnTo>
                    <a:pt x="447992" y="496277"/>
                  </a:lnTo>
                  <a:lnTo>
                    <a:pt x="416001" y="502742"/>
                  </a:lnTo>
                  <a:lnTo>
                    <a:pt x="389877" y="520344"/>
                  </a:lnTo>
                  <a:lnTo>
                    <a:pt x="372275" y="546468"/>
                  </a:lnTo>
                  <a:lnTo>
                    <a:pt x="365810" y="578446"/>
                  </a:lnTo>
                  <a:lnTo>
                    <a:pt x="365810" y="629488"/>
                  </a:lnTo>
                  <a:lnTo>
                    <a:pt x="372275" y="661479"/>
                  </a:lnTo>
                  <a:lnTo>
                    <a:pt x="389877" y="687603"/>
                  </a:lnTo>
                  <a:lnTo>
                    <a:pt x="416001" y="705205"/>
                  </a:lnTo>
                  <a:lnTo>
                    <a:pt x="447992" y="711669"/>
                  </a:lnTo>
                  <a:lnTo>
                    <a:pt x="973848" y="711669"/>
                  </a:lnTo>
                  <a:lnTo>
                    <a:pt x="1005827" y="705205"/>
                  </a:lnTo>
                  <a:lnTo>
                    <a:pt x="1031951" y="687603"/>
                  </a:lnTo>
                  <a:lnTo>
                    <a:pt x="1049566" y="661479"/>
                  </a:lnTo>
                  <a:lnTo>
                    <a:pt x="1056017" y="629488"/>
                  </a:lnTo>
                  <a:lnTo>
                    <a:pt x="1056017" y="578446"/>
                  </a:lnTo>
                  <a:close/>
                </a:path>
                <a:path w="11612244" h="958215">
                  <a:moveTo>
                    <a:pt x="1426210" y="824471"/>
                  </a:moveTo>
                  <a:lnTo>
                    <a:pt x="1419745" y="792480"/>
                  </a:lnTo>
                  <a:lnTo>
                    <a:pt x="1402143" y="766368"/>
                  </a:lnTo>
                  <a:lnTo>
                    <a:pt x="1376019" y="748766"/>
                  </a:lnTo>
                  <a:lnTo>
                    <a:pt x="1344028" y="742302"/>
                  </a:lnTo>
                  <a:lnTo>
                    <a:pt x="818172" y="742302"/>
                  </a:lnTo>
                  <a:lnTo>
                    <a:pt x="786193" y="748766"/>
                  </a:lnTo>
                  <a:lnTo>
                    <a:pt x="760069" y="766368"/>
                  </a:lnTo>
                  <a:lnTo>
                    <a:pt x="742454" y="792480"/>
                  </a:lnTo>
                  <a:lnTo>
                    <a:pt x="736003" y="824471"/>
                  </a:lnTo>
                  <a:lnTo>
                    <a:pt x="736003" y="875512"/>
                  </a:lnTo>
                  <a:lnTo>
                    <a:pt x="742454" y="907503"/>
                  </a:lnTo>
                  <a:lnTo>
                    <a:pt x="760069" y="933627"/>
                  </a:lnTo>
                  <a:lnTo>
                    <a:pt x="786193" y="951230"/>
                  </a:lnTo>
                  <a:lnTo>
                    <a:pt x="818172" y="957694"/>
                  </a:lnTo>
                  <a:lnTo>
                    <a:pt x="1344028" y="957694"/>
                  </a:lnTo>
                  <a:lnTo>
                    <a:pt x="1376019" y="951230"/>
                  </a:lnTo>
                  <a:lnTo>
                    <a:pt x="1402143" y="933627"/>
                  </a:lnTo>
                  <a:lnTo>
                    <a:pt x="1419745" y="907503"/>
                  </a:lnTo>
                  <a:lnTo>
                    <a:pt x="1426210" y="875512"/>
                  </a:lnTo>
                  <a:lnTo>
                    <a:pt x="1426210" y="824471"/>
                  </a:lnTo>
                  <a:close/>
                </a:path>
                <a:path w="11612244" h="958215">
                  <a:moveTo>
                    <a:pt x="1426210" y="328180"/>
                  </a:moveTo>
                  <a:lnTo>
                    <a:pt x="1419745" y="296202"/>
                  </a:lnTo>
                  <a:lnTo>
                    <a:pt x="1402143" y="270078"/>
                  </a:lnTo>
                  <a:lnTo>
                    <a:pt x="1376019" y="252476"/>
                  </a:lnTo>
                  <a:lnTo>
                    <a:pt x="1344028" y="246024"/>
                  </a:lnTo>
                  <a:lnTo>
                    <a:pt x="818172" y="246024"/>
                  </a:lnTo>
                  <a:lnTo>
                    <a:pt x="786193" y="252476"/>
                  </a:lnTo>
                  <a:lnTo>
                    <a:pt x="760069" y="270078"/>
                  </a:lnTo>
                  <a:lnTo>
                    <a:pt x="742454" y="296202"/>
                  </a:lnTo>
                  <a:lnTo>
                    <a:pt x="736003" y="328180"/>
                  </a:lnTo>
                  <a:lnTo>
                    <a:pt x="736003" y="379234"/>
                  </a:lnTo>
                  <a:lnTo>
                    <a:pt x="742454" y="411226"/>
                  </a:lnTo>
                  <a:lnTo>
                    <a:pt x="760069" y="437337"/>
                  </a:lnTo>
                  <a:lnTo>
                    <a:pt x="786193" y="454952"/>
                  </a:lnTo>
                  <a:lnTo>
                    <a:pt x="818172" y="461403"/>
                  </a:lnTo>
                  <a:lnTo>
                    <a:pt x="1344028" y="461403"/>
                  </a:lnTo>
                  <a:lnTo>
                    <a:pt x="1376019" y="454952"/>
                  </a:lnTo>
                  <a:lnTo>
                    <a:pt x="1402143" y="437337"/>
                  </a:lnTo>
                  <a:lnTo>
                    <a:pt x="1419745" y="411226"/>
                  </a:lnTo>
                  <a:lnTo>
                    <a:pt x="1426210" y="379234"/>
                  </a:lnTo>
                  <a:lnTo>
                    <a:pt x="1426210" y="328180"/>
                  </a:lnTo>
                  <a:close/>
                </a:path>
                <a:path w="11612244" h="958215">
                  <a:moveTo>
                    <a:pt x="1782787" y="578446"/>
                  </a:moveTo>
                  <a:lnTo>
                    <a:pt x="1776336" y="546468"/>
                  </a:lnTo>
                  <a:lnTo>
                    <a:pt x="1758721" y="520344"/>
                  </a:lnTo>
                  <a:lnTo>
                    <a:pt x="1732597" y="502742"/>
                  </a:lnTo>
                  <a:lnTo>
                    <a:pt x="1700618" y="496277"/>
                  </a:lnTo>
                  <a:lnTo>
                    <a:pt x="1174762" y="496277"/>
                  </a:lnTo>
                  <a:lnTo>
                    <a:pt x="1142771" y="502742"/>
                  </a:lnTo>
                  <a:lnTo>
                    <a:pt x="1116647" y="520344"/>
                  </a:lnTo>
                  <a:lnTo>
                    <a:pt x="1099045" y="546468"/>
                  </a:lnTo>
                  <a:lnTo>
                    <a:pt x="1092581" y="578446"/>
                  </a:lnTo>
                  <a:lnTo>
                    <a:pt x="1092581" y="629488"/>
                  </a:lnTo>
                  <a:lnTo>
                    <a:pt x="1099045" y="661479"/>
                  </a:lnTo>
                  <a:lnTo>
                    <a:pt x="1116647" y="687603"/>
                  </a:lnTo>
                  <a:lnTo>
                    <a:pt x="1142771" y="705205"/>
                  </a:lnTo>
                  <a:lnTo>
                    <a:pt x="1174762" y="711669"/>
                  </a:lnTo>
                  <a:lnTo>
                    <a:pt x="1700618" y="711669"/>
                  </a:lnTo>
                  <a:lnTo>
                    <a:pt x="1732597" y="705205"/>
                  </a:lnTo>
                  <a:lnTo>
                    <a:pt x="1758721" y="687603"/>
                  </a:lnTo>
                  <a:lnTo>
                    <a:pt x="1776336" y="661479"/>
                  </a:lnTo>
                  <a:lnTo>
                    <a:pt x="1782787" y="629488"/>
                  </a:lnTo>
                  <a:lnTo>
                    <a:pt x="1782787" y="578446"/>
                  </a:lnTo>
                  <a:close/>
                </a:path>
                <a:path w="11612244" h="958215">
                  <a:moveTo>
                    <a:pt x="2152980" y="824471"/>
                  </a:moveTo>
                  <a:lnTo>
                    <a:pt x="2146516" y="792480"/>
                  </a:lnTo>
                  <a:lnTo>
                    <a:pt x="2128913" y="766368"/>
                  </a:lnTo>
                  <a:lnTo>
                    <a:pt x="2102789" y="748766"/>
                  </a:lnTo>
                  <a:lnTo>
                    <a:pt x="2070798" y="742302"/>
                  </a:lnTo>
                  <a:lnTo>
                    <a:pt x="1544942" y="742302"/>
                  </a:lnTo>
                  <a:lnTo>
                    <a:pt x="1512963" y="748766"/>
                  </a:lnTo>
                  <a:lnTo>
                    <a:pt x="1486839" y="766368"/>
                  </a:lnTo>
                  <a:lnTo>
                    <a:pt x="1469224" y="792480"/>
                  </a:lnTo>
                  <a:lnTo>
                    <a:pt x="1462773" y="824471"/>
                  </a:lnTo>
                  <a:lnTo>
                    <a:pt x="1462773" y="875512"/>
                  </a:lnTo>
                  <a:lnTo>
                    <a:pt x="1469224" y="907503"/>
                  </a:lnTo>
                  <a:lnTo>
                    <a:pt x="1486839" y="933627"/>
                  </a:lnTo>
                  <a:lnTo>
                    <a:pt x="1512963" y="951230"/>
                  </a:lnTo>
                  <a:lnTo>
                    <a:pt x="1544942" y="957694"/>
                  </a:lnTo>
                  <a:lnTo>
                    <a:pt x="2070798" y="957694"/>
                  </a:lnTo>
                  <a:lnTo>
                    <a:pt x="2102789" y="951230"/>
                  </a:lnTo>
                  <a:lnTo>
                    <a:pt x="2128913" y="933627"/>
                  </a:lnTo>
                  <a:lnTo>
                    <a:pt x="2146516" y="907503"/>
                  </a:lnTo>
                  <a:lnTo>
                    <a:pt x="2152980" y="875512"/>
                  </a:lnTo>
                  <a:lnTo>
                    <a:pt x="2152980" y="824471"/>
                  </a:lnTo>
                  <a:close/>
                </a:path>
                <a:path w="11612244" h="958215">
                  <a:moveTo>
                    <a:pt x="2152980" y="328180"/>
                  </a:moveTo>
                  <a:lnTo>
                    <a:pt x="2146516" y="296202"/>
                  </a:lnTo>
                  <a:lnTo>
                    <a:pt x="2128913" y="270078"/>
                  </a:lnTo>
                  <a:lnTo>
                    <a:pt x="2102789" y="252476"/>
                  </a:lnTo>
                  <a:lnTo>
                    <a:pt x="2070798" y="246024"/>
                  </a:lnTo>
                  <a:lnTo>
                    <a:pt x="1544942" y="246024"/>
                  </a:lnTo>
                  <a:lnTo>
                    <a:pt x="1512963" y="252476"/>
                  </a:lnTo>
                  <a:lnTo>
                    <a:pt x="1486839" y="270078"/>
                  </a:lnTo>
                  <a:lnTo>
                    <a:pt x="1469224" y="296202"/>
                  </a:lnTo>
                  <a:lnTo>
                    <a:pt x="1462773" y="328180"/>
                  </a:lnTo>
                  <a:lnTo>
                    <a:pt x="1462773" y="379234"/>
                  </a:lnTo>
                  <a:lnTo>
                    <a:pt x="1469224" y="411226"/>
                  </a:lnTo>
                  <a:lnTo>
                    <a:pt x="1486839" y="437337"/>
                  </a:lnTo>
                  <a:lnTo>
                    <a:pt x="1512963" y="454952"/>
                  </a:lnTo>
                  <a:lnTo>
                    <a:pt x="1544942" y="461403"/>
                  </a:lnTo>
                  <a:lnTo>
                    <a:pt x="2070798" y="461403"/>
                  </a:lnTo>
                  <a:lnTo>
                    <a:pt x="2102789" y="454952"/>
                  </a:lnTo>
                  <a:lnTo>
                    <a:pt x="2128913" y="437337"/>
                  </a:lnTo>
                  <a:lnTo>
                    <a:pt x="2146516" y="411226"/>
                  </a:lnTo>
                  <a:lnTo>
                    <a:pt x="2152980" y="379234"/>
                  </a:lnTo>
                  <a:lnTo>
                    <a:pt x="2152980" y="328180"/>
                  </a:lnTo>
                  <a:close/>
                </a:path>
                <a:path w="11612244" h="958215">
                  <a:moveTo>
                    <a:pt x="2509558" y="578446"/>
                  </a:moveTo>
                  <a:lnTo>
                    <a:pt x="2503106" y="546468"/>
                  </a:lnTo>
                  <a:lnTo>
                    <a:pt x="2485491" y="520344"/>
                  </a:lnTo>
                  <a:lnTo>
                    <a:pt x="2459367" y="502742"/>
                  </a:lnTo>
                  <a:lnTo>
                    <a:pt x="2427389" y="496277"/>
                  </a:lnTo>
                  <a:lnTo>
                    <a:pt x="1901532" y="496277"/>
                  </a:lnTo>
                  <a:lnTo>
                    <a:pt x="1869541" y="502742"/>
                  </a:lnTo>
                  <a:lnTo>
                    <a:pt x="1843417" y="520344"/>
                  </a:lnTo>
                  <a:lnTo>
                    <a:pt x="1825815" y="546468"/>
                  </a:lnTo>
                  <a:lnTo>
                    <a:pt x="1819351" y="578446"/>
                  </a:lnTo>
                  <a:lnTo>
                    <a:pt x="1819351" y="629488"/>
                  </a:lnTo>
                  <a:lnTo>
                    <a:pt x="1825815" y="661479"/>
                  </a:lnTo>
                  <a:lnTo>
                    <a:pt x="1843417" y="687603"/>
                  </a:lnTo>
                  <a:lnTo>
                    <a:pt x="1869541" y="705205"/>
                  </a:lnTo>
                  <a:lnTo>
                    <a:pt x="1901532" y="711669"/>
                  </a:lnTo>
                  <a:lnTo>
                    <a:pt x="2427389" y="711669"/>
                  </a:lnTo>
                  <a:lnTo>
                    <a:pt x="2459367" y="705205"/>
                  </a:lnTo>
                  <a:lnTo>
                    <a:pt x="2485491" y="687603"/>
                  </a:lnTo>
                  <a:lnTo>
                    <a:pt x="2503106" y="661479"/>
                  </a:lnTo>
                  <a:lnTo>
                    <a:pt x="2509558" y="629488"/>
                  </a:lnTo>
                  <a:lnTo>
                    <a:pt x="2509558" y="578446"/>
                  </a:lnTo>
                  <a:close/>
                </a:path>
                <a:path w="11612244" h="958215">
                  <a:moveTo>
                    <a:pt x="2879750" y="824471"/>
                  </a:moveTo>
                  <a:lnTo>
                    <a:pt x="2873286" y="792480"/>
                  </a:lnTo>
                  <a:lnTo>
                    <a:pt x="2855684" y="766368"/>
                  </a:lnTo>
                  <a:lnTo>
                    <a:pt x="2829560" y="748766"/>
                  </a:lnTo>
                  <a:lnTo>
                    <a:pt x="2797568" y="742302"/>
                  </a:lnTo>
                  <a:lnTo>
                    <a:pt x="2271712" y="742302"/>
                  </a:lnTo>
                  <a:lnTo>
                    <a:pt x="2239734" y="748766"/>
                  </a:lnTo>
                  <a:lnTo>
                    <a:pt x="2213610" y="766368"/>
                  </a:lnTo>
                  <a:lnTo>
                    <a:pt x="2195995" y="792480"/>
                  </a:lnTo>
                  <a:lnTo>
                    <a:pt x="2189543" y="824471"/>
                  </a:lnTo>
                  <a:lnTo>
                    <a:pt x="2189543" y="875512"/>
                  </a:lnTo>
                  <a:lnTo>
                    <a:pt x="2195995" y="907503"/>
                  </a:lnTo>
                  <a:lnTo>
                    <a:pt x="2213610" y="933627"/>
                  </a:lnTo>
                  <a:lnTo>
                    <a:pt x="2239734" y="951230"/>
                  </a:lnTo>
                  <a:lnTo>
                    <a:pt x="2271712" y="957694"/>
                  </a:lnTo>
                  <a:lnTo>
                    <a:pt x="2797568" y="957694"/>
                  </a:lnTo>
                  <a:lnTo>
                    <a:pt x="2829560" y="951230"/>
                  </a:lnTo>
                  <a:lnTo>
                    <a:pt x="2855684" y="933627"/>
                  </a:lnTo>
                  <a:lnTo>
                    <a:pt x="2873286" y="907503"/>
                  </a:lnTo>
                  <a:lnTo>
                    <a:pt x="2879750" y="875512"/>
                  </a:lnTo>
                  <a:lnTo>
                    <a:pt x="2879750" y="824471"/>
                  </a:lnTo>
                  <a:close/>
                </a:path>
                <a:path w="11612244" h="958215">
                  <a:moveTo>
                    <a:pt x="2879750" y="328180"/>
                  </a:moveTo>
                  <a:lnTo>
                    <a:pt x="2873286" y="296202"/>
                  </a:lnTo>
                  <a:lnTo>
                    <a:pt x="2855684" y="270078"/>
                  </a:lnTo>
                  <a:lnTo>
                    <a:pt x="2829560" y="252476"/>
                  </a:lnTo>
                  <a:lnTo>
                    <a:pt x="2797568" y="246024"/>
                  </a:lnTo>
                  <a:lnTo>
                    <a:pt x="2271712" y="246024"/>
                  </a:lnTo>
                  <a:lnTo>
                    <a:pt x="2239734" y="252476"/>
                  </a:lnTo>
                  <a:lnTo>
                    <a:pt x="2213610" y="270078"/>
                  </a:lnTo>
                  <a:lnTo>
                    <a:pt x="2195995" y="296202"/>
                  </a:lnTo>
                  <a:lnTo>
                    <a:pt x="2189543" y="328180"/>
                  </a:lnTo>
                  <a:lnTo>
                    <a:pt x="2189543" y="379234"/>
                  </a:lnTo>
                  <a:lnTo>
                    <a:pt x="2195995" y="411226"/>
                  </a:lnTo>
                  <a:lnTo>
                    <a:pt x="2213610" y="437337"/>
                  </a:lnTo>
                  <a:lnTo>
                    <a:pt x="2239734" y="454952"/>
                  </a:lnTo>
                  <a:lnTo>
                    <a:pt x="2271712" y="461403"/>
                  </a:lnTo>
                  <a:lnTo>
                    <a:pt x="2797568" y="461403"/>
                  </a:lnTo>
                  <a:lnTo>
                    <a:pt x="2829560" y="454952"/>
                  </a:lnTo>
                  <a:lnTo>
                    <a:pt x="2855684" y="437337"/>
                  </a:lnTo>
                  <a:lnTo>
                    <a:pt x="2873286" y="411226"/>
                  </a:lnTo>
                  <a:lnTo>
                    <a:pt x="2879750" y="379234"/>
                  </a:lnTo>
                  <a:lnTo>
                    <a:pt x="2879750" y="328180"/>
                  </a:lnTo>
                  <a:close/>
                </a:path>
                <a:path w="11612244" h="958215">
                  <a:moveTo>
                    <a:pt x="3236328" y="578446"/>
                  </a:moveTo>
                  <a:lnTo>
                    <a:pt x="3229876" y="546468"/>
                  </a:lnTo>
                  <a:lnTo>
                    <a:pt x="3212261" y="520344"/>
                  </a:lnTo>
                  <a:lnTo>
                    <a:pt x="3186138" y="502742"/>
                  </a:lnTo>
                  <a:lnTo>
                    <a:pt x="3154159" y="496277"/>
                  </a:lnTo>
                  <a:lnTo>
                    <a:pt x="2628303" y="496277"/>
                  </a:lnTo>
                  <a:lnTo>
                    <a:pt x="2596311" y="502742"/>
                  </a:lnTo>
                  <a:lnTo>
                    <a:pt x="2570188" y="520344"/>
                  </a:lnTo>
                  <a:lnTo>
                    <a:pt x="2552585" y="546468"/>
                  </a:lnTo>
                  <a:lnTo>
                    <a:pt x="2546121" y="578446"/>
                  </a:lnTo>
                  <a:lnTo>
                    <a:pt x="2546121" y="629488"/>
                  </a:lnTo>
                  <a:lnTo>
                    <a:pt x="2552585" y="661479"/>
                  </a:lnTo>
                  <a:lnTo>
                    <a:pt x="2570188" y="687603"/>
                  </a:lnTo>
                  <a:lnTo>
                    <a:pt x="2596311" y="705205"/>
                  </a:lnTo>
                  <a:lnTo>
                    <a:pt x="2628303" y="711669"/>
                  </a:lnTo>
                  <a:lnTo>
                    <a:pt x="3154159" y="711669"/>
                  </a:lnTo>
                  <a:lnTo>
                    <a:pt x="3186138" y="705205"/>
                  </a:lnTo>
                  <a:lnTo>
                    <a:pt x="3212261" y="687603"/>
                  </a:lnTo>
                  <a:lnTo>
                    <a:pt x="3229876" y="661479"/>
                  </a:lnTo>
                  <a:lnTo>
                    <a:pt x="3236328" y="629488"/>
                  </a:lnTo>
                  <a:lnTo>
                    <a:pt x="3236328" y="578446"/>
                  </a:lnTo>
                  <a:close/>
                </a:path>
                <a:path w="11612244" h="958215">
                  <a:moveTo>
                    <a:pt x="3606520" y="824471"/>
                  </a:moveTo>
                  <a:lnTo>
                    <a:pt x="3600056" y="792480"/>
                  </a:lnTo>
                  <a:lnTo>
                    <a:pt x="3582454" y="766368"/>
                  </a:lnTo>
                  <a:lnTo>
                    <a:pt x="3556330" y="748766"/>
                  </a:lnTo>
                  <a:lnTo>
                    <a:pt x="3524339" y="742302"/>
                  </a:lnTo>
                  <a:lnTo>
                    <a:pt x="2998482" y="742302"/>
                  </a:lnTo>
                  <a:lnTo>
                    <a:pt x="2966504" y="748766"/>
                  </a:lnTo>
                  <a:lnTo>
                    <a:pt x="2940380" y="766368"/>
                  </a:lnTo>
                  <a:lnTo>
                    <a:pt x="2922778" y="792480"/>
                  </a:lnTo>
                  <a:lnTo>
                    <a:pt x="2916313" y="824471"/>
                  </a:lnTo>
                  <a:lnTo>
                    <a:pt x="2916313" y="875512"/>
                  </a:lnTo>
                  <a:lnTo>
                    <a:pt x="2922778" y="907503"/>
                  </a:lnTo>
                  <a:lnTo>
                    <a:pt x="2940380" y="933627"/>
                  </a:lnTo>
                  <a:lnTo>
                    <a:pt x="2966504" y="951230"/>
                  </a:lnTo>
                  <a:lnTo>
                    <a:pt x="2998482" y="957694"/>
                  </a:lnTo>
                  <a:lnTo>
                    <a:pt x="3524339" y="957694"/>
                  </a:lnTo>
                  <a:lnTo>
                    <a:pt x="3556330" y="951230"/>
                  </a:lnTo>
                  <a:lnTo>
                    <a:pt x="3582454" y="933627"/>
                  </a:lnTo>
                  <a:lnTo>
                    <a:pt x="3600056" y="907503"/>
                  </a:lnTo>
                  <a:lnTo>
                    <a:pt x="3606520" y="875512"/>
                  </a:lnTo>
                  <a:lnTo>
                    <a:pt x="3606520" y="824471"/>
                  </a:lnTo>
                  <a:close/>
                </a:path>
                <a:path w="11612244" h="958215">
                  <a:moveTo>
                    <a:pt x="3606520" y="328180"/>
                  </a:moveTo>
                  <a:lnTo>
                    <a:pt x="3600056" y="296202"/>
                  </a:lnTo>
                  <a:lnTo>
                    <a:pt x="3582454" y="270078"/>
                  </a:lnTo>
                  <a:lnTo>
                    <a:pt x="3556330" y="252476"/>
                  </a:lnTo>
                  <a:lnTo>
                    <a:pt x="3524339" y="246024"/>
                  </a:lnTo>
                  <a:lnTo>
                    <a:pt x="2998482" y="246024"/>
                  </a:lnTo>
                  <a:lnTo>
                    <a:pt x="2966504" y="252476"/>
                  </a:lnTo>
                  <a:lnTo>
                    <a:pt x="2940380" y="270078"/>
                  </a:lnTo>
                  <a:lnTo>
                    <a:pt x="2922778" y="296202"/>
                  </a:lnTo>
                  <a:lnTo>
                    <a:pt x="2916313" y="328180"/>
                  </a:lnTo>
                  <a:lnTo>
                    <a:pt x="2916313" y="379234"/>
                  </a:lnTo>
                  <a:lnTo>
                    <a:pt x="2922778" y="411226"/>
                  </a:lnTo>
                  <a:lnTo>
                    <a:pt x="2940380" y="437337"/>
                  </a:lnTo>
                  <a:lnTo>
                    <a:pt x="2966504" y="454952"/>
                  </a:lnTo>
                  <a:lnTo>
                    <a:pt x="2998482" y="461403"/>
                  </a:lnTo>
                  <a:lnTo>
                    <a:pt x="3524339" y="461403"/>
                  </a:lnTo>
                  <a:lnTo>
                    <a:pt x="3556330" y="454952"/>
                  </a:lnTo>
                  <a:lnTo>
                    <a:pt x="3582454" y="437337"/>
                  </a:lnTo>
                  <a:lnTo>
                    <a:pt x="3600056" y="411226"/>
                  </a:lnTo>
                  <a:lnTo>
                    <a:pt x="3606520" y="379234"/>
                  </a:lnTo>
                  <a:lnTo>
                    <a:pt x="3606520" y="328180"/>
                  </a:lnTo>
                  <a:close/>
                </a:path>
                <a:path w="11612244" h="958215">
                  <a:moveTo>
                    <a:pt x="3963098" y="578446"/>
                  </a:moveTo>
                  <a:lnTo>
                    <a:pt x="3956647" y="546468"/>
                  </a:lnTo>
                  <a:lnTo>
                    <a:pt x="3939032" y="520344"/>
                  </a:lnTo>
                  <a:lnTo>
                    <a:pt x="3912908" y="502742"/>
                  </a:lnTo>
                  <a:lnTo>
                    <a:pt x="3880929" y="496277"/>
                  </a:lnTo>
                  <a:lnTo>
                    <a:pt x="3355073" y="496277"/>
                  </a:lnTo>
                  <a:lnTo>
                    <a:pt x="3323082" y="502742"/>
                  </a:lnTo>
                  <a:lnTo>
                    <a:pt x="3296958" y="520344"/>
                  </a:lnTo>
                  <a:lnTo>
                    <a:pt x="3279356" y="546468"/>
                  </a:lnTo>
                  <a:lnTo>
                    <a:pt x="3272891" y="578446"/>
                  </a:lnTo>
                  <a:lnTo>
                    <a:pt x="3272891" y="629488"/>
                  </a:lnTo>
                  <a:lnTo>
                    <a:pt x="3279356" y="661479"/>
                  </a:lnTo>
                  <a:lnTo>
                    <a:pt x="3296958" y="687603"/>
                  </a:lnTo>
                  <a:lnTo>
                    <a:pt x="3323082" y="705205"/>
                  </a:lnTo>
                  <a:lnTo>
                    <a:pt x="3355073" y="711669"/>
                  </a:lnTo>
                  <a:lnTo>
                    <a:pt x="3880929" y="711669"/>
                  </a:lnTo>
                  <a:lnTo>
                    <a:pt x="3912908" y="705205"/>
                  </a:lnTo>
                  <a:lnTo>
                    <a:pt x="3939032" y="687603"/>
                  </a:lnTo>
                  <a:lnTo>
                    <a:pt x="3956647" y="661492"/>
                  </a:lnTo>
                  <a:lnTo>
                    <a:pt x="3963098" y="629500"/>
                  </a:lnTo>
                  <a:lnTo>
                    <a:pt x="3963098" y="578446"/>
                  </a:lnTo>
                  <a:close/>
                </a:path>
                <a:path w="11612244" h="958215">
                  <a:moveTo>
                    <a:pt x="4333291" y="824471"/>
                  </a:moveTo>
                  <a:lnTo>
                    <a:pt x="4326826" y="792480"/>
                  </a:lnTo>
                  <a:lnTo>
                    <a:pt x="4309224" y="766368"/>
                  </a:lnTo>
                  <a:lnTo>
                    <a:pt x="4283100" y="748766"/>
                  </a:lnTo>
                  <a:lnTo>
                    <a:pt x="4251109" y="742302"/>
                  </a:lnTo>
                  <a:lnTo>
                    <a:pt x="3725253" y="742302"/>
                  </a:lnTo>
                  <a:lnTo>
                    <a:pt x="3693274" y="748766"/>
                  </a:lnTo>
                  <a:lnTo>
                    <a:pt x="3667150" y="766368"/>
                  </a:lnTo>
                  <a:lnTo>
                    <a:pt x="3649548" y="792480"/>
                  </a:lnTo>
                  <a:lnTo>
                    <a:pt x="3643096" y="824471"/>
                  </a:lnTo>
                  <a:lnTo>
                    <a:pt x="3643096" y="875512"/>
                  </a:lnTo>
                  <a:lnTo>
                    <a:pt x="3649548" y="907503"/>
                  </a:lnTo>
                  <a:lnTo>
                    <a:pt x="3667150" y="933627"/>
                  </a:lnTo>
                  <a:lnTo>
                    <a:pt x="3693274" y="951230"/>
                  </a:lnTo>
                  <a:lnTo>
                    <a:pt x="3725253" y="957694"/>
                  </a:lnTo>
                  <a:lnTo>
                    <a:pt x="4251109" y="957694"/>
                  </a:lnTo>
                  <a:lnTo>
                    <a:pt x="4283100" y="951230"/>
                  </a:lnTo>
                  <a:lnTo>
                    <a:pt x="4309224" y="933627"/>
                  </a:lnTo>
                  <a:lnTo>
                    <a:pt x="4326826" y="907503"/>
                  </a:lnTo>
                  <a:lnTo>
                    <a:pt x="4333291" y="875512"/>
                  </a:lnTo>
                  <a:lnTo>
                    <a:pt x="4333291" y="824471"/>
                  </a:lnTo>
                  <a:close/>
                </a:path>
                <a:path w="11612244" h="958215">
                  <a:moveTo>
                    <a:pt x="4333291" y="328180"/>
                  </a:moveTo>
                  <a:lnTo>
                    <a:pt x="4326826" y="296202"/>
                  </a:lnTo>
                  <a:lnTo>
                    <a:pt x="4309224" y="270078"/>
                  </a:lnTo>
                  <a:lnTo>
                    <a:pt x="4283100" y="252476"/>
                  </a:lnTo>
                  <a:lnTo>
                    <a:pt x="4251109" y="246024"/>
                  </a:lnTo>
                  <a:lnTo>
                    <a:pt x="3725253" y="246024"/>
                  </a:lnTo>
                  <a:lnTo>
                    <a:pt x="3693274" y="252476"/>
                  </a:lnTo>
                  <a:lnTo>
                    <a:pt x="3667150" y="270078"/>
                  </a:lnTo>
                  <a:lnTo>
                    <a:pt x="3649548" y="296202"/>
                  </a:lnTo>
                  <a:lnTo>
                    <a:pt x="3643096" y="328180"/>
                  </a:lnTo>
                  <a:lnTo>
                    <a:pt x="3643096" y="379234"/>
                  </a:lnTo>
                  <a:lnTo>
                    <a:pt x="3649548" y="411226"/>
                  </a:lnTo>
                  <a:lnTo>
                    <a:pt x="3667150" y="437337"/>
                  </a:lnTo>
                  <a:lnTo>
                    <a:pt x="3693274" y="454952"/>
                  </a:lnTo>
                  <a:lnTo>
                    <a:pt x="3725253" y="461403"/>
                  </a:lnTo>
                  <a:lnTo>
                    <a:pt x="4251109" y="461403"/>
                  </a:lnTo>
                  <a:lnTo>
                    <a:pt x="4283100" y="454952"/>
                  </a:lnTo>
                  <a:lnTo>
                    <a:pt x="4309224" y="437337"/>
                  </a:lnTo>
                  <a:lnTo>
                    <a:pt x="4326826" y="411226"/>
                  </a:lnTo>
                  <a:lnTo>
                    <a:pt x="4333291" y="379234"/>
                  </a:lnTo>
                  <a:lnTo>
                    <a:pt x="4333291" y="328180"/>
                  </a:lnTo>
                  <a:close/>
                </a:path>
                <a:path w="11612244" h="958215">
                  <a:moveTo>
                    <a:pt x="4689868" y="578446"/>
                  </a:moveTo>
                  <a:lnTo>
                    <a:pt x="4683417" y="546468"/>
                  </a:lnTo>
                  <a:lnTo>
                    <a:pt x="4665802" y="520344"/>
                  </a:lnTo>
                  <a:lnTo>
                    <a:pt x="4639678" y="502742"/>
                  </a:lnTo>
                  <a:lnTo>
                    <a:pt x="4607699" y="496277"/>
                  </a:lnTo>
                  <a:lnTo>
                    <a:pt x="4081830" y="496277"/>
                  </a:lnTo>
                  <a:lnTo>
                    <a:pt x="4049852" y="502742"/>
                  </a:lnTo>
                  <a:lnTo>
                    <a:pt x="4023728" y="520344"/>
                  </a:lnTo>
                  <a:lnTo>
                    <a:pt x="4006113" y="546468"/>
                  </a:lnTo>
                  <a:lnTo>
                    <a:pt x="3999661" y="578446"/>
                  </a:lnTo>
                  <a:lnTo>
                    <a:pt x="3999661" y="629500"/>
                  </a:lnTo>
                  <a:lnTo>
                    <a:pt x="4006113" y="661492"/>
                  </a:lnTo>
                  <a:lnTo>
                    <a:pt x="4023728" y="687603"/>
                  </a:lnTo>
                  <a:lnTo>
                    <a:pt x="4049852" y="705205"/>
                  </a:lnTo>
                  <a:lnTo>
                    <a:pt x="4081830" y="711669"/>
                  </a:lnTo>
                  <a:lnTo>
                    <a:pt x="4607699" y="711669"/>
                  </a:lnTo>
                  <a:lnTo>
                    <a:pt x="4639678" y="705205"/>
                  </a:lnTo>
                  <a:lnTo>
                    <a:pt x="4665802" y="687603"/>
                  </a:lnTo>
                  <a:lnTo>
                    <a:pt x="4683417" y="661492"/>
                  </a:lnTo>
                  <a:lnTo>
                    <a:pt x="4689868" y="629500"/>
                  </a:lnTo>
                  <a:lnTo>
                    <a:pt x="4689868" y="578446"/>
                  </a:lnTo>
                  <a:close/>
                </a:path>
                <a:path w="11612244" h="958215">
                  <a:moveTo>
                    <a:pt x="5060061" y="824471"/>
                  </a:moveTo>
                  <a:lnTo>
                    <a:pt x="5053596" y="792480"/>
                  </a:lnTo>
                  <a:lnTo>
                    <a:pt x="5035994" y="766368"/>
                  </a:lnTo>
                  <a:lnTo>
                    <a:pt x="5009870" y="748766"/>
                  </a:lnTo>
                  <a:lnTo>
                    <a:pt x="4977879" y="742302"/>
                  </a:lnTo>
                  <a:lnTo>
                    <a:pt x="4452023" y="742302"/>
                  </a:lnTo>
                  <a:lnTo>
                    <a:pt x="4420044" y="748766"/>
                  </a:lnTo>
                  <a:lnTo>
                    <a:pt x="4393920" y="766368"/>
                  </a:lnTo>
                  <a:lnTo>
                    <a:pt x="4376305" y="792480"/>
                  </a:lnTo>
                  <a:lnTo>
                    <a:pt x="4369854" y="824471"/>
                  </a:lnTo>
                  <a:lnTo>
                    <a:pt x="4369854" y="875512"/>
                  </a:lnTo>
                  <a:lnTo>
                    <a:pt x="4376305" y="907503"/>
                  </a:lnTo>
                  <a:lnTo>
                    <a:pt x="4393920" y="933627"/>
                  </a:lnTo>
                  <a:lnTo>
                    <a:pt x="4420044" y="951230"/>
                  </a:lnTo>
                  <a:lnTo>
                    <a:pt x="4452023" y="957694"/>
                  </a:lnTo>
                  <a:lnTo>
                    <a:pt x="4977879" y="957694"/>
                  </a:lnTo>
                  <a:lnTo>
                    <a:pt x="5009870" y="951230"/>
                  </a:lnTo>
                  <a:lnTo>
                    <a:pt x="5035994" y="933627"/>
                  </a:lnTo>
                  <a:lnTo>
                    <a:pt x="5053596" y="907503"/>
                  </a:lnTo>
                  <a:lnTo>
                    <a:pt x="5060061" y="875512"/>
                  </a:lnTo>
                  <a:lnTo>
                    <a:pt x="5060061" y="824471"/>
                  </a:lnTo>
                  <a:close/>
                </a:path>
                <a:path w="11612244" h="958215">
                  <a:moveTo>
                    <a:pt x="5060061" y="328180"/>
                  </a:moveTo>
                  <a:lnTo>
                    <a:pt x="5053596" y="296202"/>
                  </a:lnTo>
                  <a:lnTo>
                    <a:pt x="5035994" y="270078"/>
                  </a:lnTo>
                  <a:lnTo>
                    <a:pt x="5009870" y="252476"/>
                  </a:lnTo>
                  <a:lnTo>
                    <a:pt x="4977879" y="246024"/>
                  </a:lnTo>
                  <a:lnTo>
                    <a:pt x="4452023" y="246024"/>
                  </a:lnTo>
                  <a:lnTo>
                    <a:pt x="4420044" y="252476"/>
                  </a:lnTo>
                  <a:lnTo>
                    <a:pt x="4393920" y="270078"/>
                  </a:lnTo>
                  <a:lnTo>
                    <a:pt x="4376305" y="296202"/>
                  </a:lnTo>
                  <a:lnTo>
                    <a:pt x="4369854" y="328180"/>
                  </a:lnTo>
                  <a:lnTo>
                    <a:pt x="4369854" y="379234"/>
                  </a:lnTo>
                  <a:lnTo>
                    <a:pt x="4376305" y="411226"/>
                  </a:lnTo>
                  <a:lnTo>
                    <a:pt x="4393920" y="437337"/>
                  </a:lnTo>
                  <a:lnTo>
                    <a:pt x="4420044" y="454952"/>
                  </a:lnTo>
                  <a:lnTo>
                    <a:pt x="4452023" y="461403"/>
                  </a:lnTo>
                  <a:lnTo>
                    <a:pt x="4977879" y="461403"/>
                  </a:lnTo>
                  <a:lnTo>
                    <a:pt x="5009870" y="454952"/>
                  </a:lnTo>
                  <a:lnTo>
                    <a:pt x="5035994" y="437337"/>
                  </a:lnTo>
                  <a:lnTo>
                    <a:pt x="5053596" y="411226"/>
                  </a:lnTo>
                  <a:lnTo>
                    <a:pt x="5060061" y="379234"/>
                  </a:lnTo>
                  <a:lnTo>
                    <a:pt x="5060061" y="328180"/>
                  </a:lnTo>
                  <a:close/>
                </a:path>
                <a:path w="11612244" h="958215">
                  <a:moveTo>
                    <a:pt x="5416639" y="578446"/>
                  </a:moveTo>
                  <a:lnTo>
                    <a:pt x="5410187" y="546468"/>
                  </a:lnTo>
                  <a:lnTo>
                    <a:pt x="5392572" y="520344"/>
                  </a:lnTo>
                  <a:lnTo>
                    <a:pt x="5366448" y="502742"/>
                  </a:lnTo>
                  <a:lnTo>
                    <a:pt x="5334470" y="496277"/>
                  </a:lnTo>
                  <a:lnTo>
                    <a:pt x="4808601" y="496277"/>
                  </a:lnTo>
                  <a:lnTo>
                    <a:pt x="4776622" y="502742"/>
                  </a:lnTo>
                  <a:lnTo>
                    <a:pt x="4750498" y="520344"/>
                  </a:lnTo>
                  <a:lnTo>
                    <a:pt x="4732883" y="546468"/>
                  </a:lnTo>
                  <a:lnTo>
                    <a:pt x="4726432" y="578446"/>
                  </a:lnTo>
                  <a:lnTo>
                    <a:pt x="4726432" y="629488"/>
                  </a:lnTo>
                  <a:lnTo>
                    <a:pt x="4732883" y="661479"/>
                  </a:lnTo>
                  <a:lnTo>
                    <a:pt x="4750498" y="687603"/>
                  </a:lnTo>
                  <a:lnTo>
                    <a:pt x="4776622" y="705205"/>
                  </a:lnTo>
                  <a:lnTo>
                    <a:pt x="4808601" y="711669"/>
                  </a:lnTo>
                  <a:lnTo>
                    <a:pt x="5334470" y="711669"/>
                  </a:lnTo>
                  <a:lnTo>
                    <a:pt x="5366448" y="705205"/>
                  </a:lnTo>
                  <a:lnTo>
                    <a:pt x="5392572" y="687603"/>
                  </a:lnTo>
                  <a:lnTo>
                    <a:pt x="5410187" y="661492"/>
                  </a:lnTo>
                  <a:lnTo>
                    <a:pt x="5416639" y="629500"/>
                  </a:lnTo>
                  <a:lnTo>
                    <a:pt x="5416639" y="578446"/>
                  </a:lnTo>
                  <a:close/>
                </a:path>
                <a:path w="11612244" h="958215">
                  <a:moveTo>
                    <a:pt x="5786831" y="824471"/>
                  </a:moveTo>
                  <a:lnTo>
                    <a:pt x="5780367" y="792480"/>
                  </a:lnTo>
                  <a:lnTo>
                    <a:pt x="5762764" y="766368"/>
                  </a:lnTo>
                  <a:lnTo>
                    <a:pt x="5736641" y="748766"/>
                  </a:lnTo>
                  <a:lnTo>
                    <a:pt x="5704649" y="742302"/>
                  </a:lnTo>
                  <a:lnTo>
                    <a:pt x="5178793" y="742302"/>
                  </a:lnTo>
                  <a:lnTo>
                    <a:pt x="5146814" y="748766"/>
                  </a:lnTo>
                  <a:lnTo>
                    <a:pt x="5120691" y="766368"/>
                  </a:lnTo>
                  <a:lnTo>
                    <a:pt x="5103076" y="792480"/>
                  </a:lnTo>
                  <a:lnTo>
                    <a:pt x="5096624" y="824471"/>
                  </a:lnTo>
                  <a:lnTo>
                    <a:pt x="5096624" y="875512"/>
                  </a:lnTo>
                  <a:lnTo>
                    <a:pt x="5103076" y="907503"/>
                  </a:lnTo>
                  <a:lnTo>
                    <a:pt x="5120691" y="933627"/>
                  </a:lnTo>
                  <a:lnTo>
                    <a:pt x="5146814" y="951230"/>
                  </a:lnTo>
                  <a:lnTo>
                    <a:pt x="5178793" y="957694"/>
                  </a:lnTo>
                  <a:lnTo>
                    <a:pt x="5704649" y="957694"/>
                  </a:lnTo>
                  <a:lnTo>
                    <a:pt x="5736641" y="951230"/>
                  </a:lnTo>
                  <a:lnTo>
                    <a:pt x="5762764" y="933627"/>
                  </a:lnTo>
                  <a:lnTo>
                    <a:pt x="5780367" y="907503"/>
                  </a:lnTo>
                  <a:lnTo>
                    <a:pt x="5786831" y="875512"/>
                  </a:lnTo>
                  <a:lnTo>
                    <a:pt x="5786831" y="824471"/>
                  </a:lnTo>
                  <a:close/>
                </a:path>
                <a:path w="11612244" h="958215">
                  <a:moveTo>
                    <a:pt x="5786831" y="328180"/>
                  </a:moveTo>
                  <a:lnTo>
                    <a:pt x="5780367" y="296202"/>
                  </a:lnTo>
                  <a:lnTo>
                    <a:pt x="5762764" y="270078"/>
                  </a:lnTo>
                  <a:lnTo>
                    <a:pt x="5736641" y="252476"/>
                  </a:lnTo>
                  <a:lnTo>
                    <a:pt x="5704649" y="246024"/>
                  </a:lnTo>
                  <a:lnTo>
                    <a:pt x="5178793" y="246024"/>
                  </a:lnTo>
                  <a:lnTo>
                    <a:pt x="5146814" y="252476"/>
                  </a:lnTo>
                  <a:lnTo>
                    <a:pt x="5120691" y="270078"/>
                  </a:lnTo>
                  <a:lnTo>
                    <a:pt x="5103076" y="296202"/>
                  </a:lnTo>
                  <a:lnTo>
                    <a:pt x="5096624" y="328180"/>
                  </a:lnTo>
                  <a:lnTo>
                    <a:pt x="5096624" y="379234"/>
                  </a:lnTo>
                  <a:lnTo>
                    <a:pt x="5103076" y="411226"/>
                  </a:lnTo>
                  <a:lnTo>
                    <a:pt x="5120691" y="437337"/>
                  </a:lnTo>
                  <a:lnTo>
                    <a:pt x="5146814" y="454952"/>
                  </a:lnTo>
                  <a:lnTo>
                    <a:pt x="5178793" y="461403"/>
                  </a:lnTo>
                  <a:lnTo>
                    <a:pt x="5704649" y="461403"/>
                  </a:lnTo>
                  <a:lnTo>
                    <a:pt x="5736641" y="454952"/>
                  </a:lnTo>
                  <a:lnTo>
                    <a:pt x="5762764" y="437337"/>
                  </a:lnTo>
                  <a:lnTo>
                    <a:pt x="5780367" y="411226"/>
                  </a:lnTo>
                  <a:lnTo>
                    <a:pt x="5786831" y="379234"/>
                  </a:lnTo>
                  <a:lnTo>
                    <a:pt x="5786831" y="328180"/>
                  </a:lnTo>
                  <a:close/>
                </a:path>
                <a:path w="11612244" h="958215">
                  <a:moveTo>
                    <a:pt x="6143409" y="578446"/>
                  </a:moveTo>
                  <a:lnTo>
                    <a:pt x="6136957" y="546468"/>
                  </a:lnTo>
                  <a:lnTo>
                    <a:pt x="6119342" y="520344"/>
                  </a:lnTo>
                  <a:lnTo>
                    <a:pt x="6093218" y="502742"/>
                  </a:lnTo>
                  <a:lnTo>
                    <a:pt x="6061240" y="496277"/>
                  </a:lnTo>
                  <a:lnTo>
                    <a:pt x="5535371" y="496277"/>
                  </a:lnTo>
                  <a:lnTo>
                    <a:pt x="5503392" y="502742"/>
                  </a:lnTo>
                  <a:lnTo>
                    <a:pt x="5477268" y="520344"/>
                  </a:lnTo>
                  <a:lnTo>
                    <a:pt x="5459654" y="546468"/>
                  </a:lnTo>
                  <a:lnTo>
                    <a:pt x="5453202" y="578446"/>
                  </a:lnTo>
                  <a:lnTo>
                    <a:pt x="5453202" y="629488"/>
                  </a:lnTo>
                  <a:lnTo>
                    <a:pt x="5459654" y="661479"/>
                  </a:lnTo>
                  <a:lnTo>
                    <a:pt x="5477268" y="687603"/>
                  </a:lnTo>
                  <a:lnTo>
                    <a:pt x="5503392" y="705205"/>
                  </a:lnTo>
                  <a:lnTo>
                    <a:pt x="5535371" y="711669"/>
                  </a:lnTo>
                  <a:lnTo>
                    <a:pt x="6061240" y="711669"/>
                  </a:lnTo>
                  <a:lnTo>
                    <a:pt x="6093218" y="705205"/>
                  </a:lnTo>
                  <a:lnTo>
                    <a:pt x="6119342" y="687603"/>
                  </a:lnTo>
                  <a:lnTo>
                    <a:pt x="6136957" y="661492"/>
                  </a:lnTo>
                  <a:lnTo>
                    <a:pt x="6143409" y="629500"/>
                  </a:lnTo>
                  <a:lnTo>
                    <a:pt x="6143409" y="578446"/>
                  </a:lnTo>
                  <a:close/>
                </a:path>
                <a:path w="11612244" h="958215">
                  <a:moveTo>
                    <a:pt x="6143409" y="82156"/>
                  </a:moveTo>
                  <a:lnTo>
                    <a:pt x="6136945" y="50177"/>
                  </a:lnTo>
                  <a:lnTo>
                    <a:pt x="6119342" y="24066"/>
                  </a:lnTo>
                  <a:lnTo>
                    <a:pt x="6093218" y="6451"/>
                  </a:lnTo>
                  <a:lnTo>
                    <a:pt x="6061227" y="0"/>
                  </a:lnTo>
                  <a:lnTo>
                    <a:pt x="5535371" y="0"/>
                  </a:lnTo>
                  <a:lnTo>
                    <a:pt x="5503392" y="6451"/>
                  </a:lnTo>
                  <a:lnTo>
                    <a:pt x="5477268" y="24066"/>
                  </a:lnTo>
                  <a:lnTo>
                    <a:pt x="5459666" y="50177"/>
                  </a:lnTo>
                  <a:lnTo>
                    <a:pt x="5453215" y="82156"/>
                  </a:lnTo>
                  <a:lnTo>
                    <a:pt x="5453215" y="133210"/>
                  </a:lnTo>
                  <a:lnTo>
                    <a:pt x="5459666" y="165201"/>
                  </a:lnTo>
                  <a:lnTo>
                    <a:pt x="5477268" y="191312"/>
                  </a:lnTo>
                  <a:lnTo>
                    <a:pt x="5503392" y="208927"/>
                  </a:lnTo>
                  <a:lnTo>
                    <a:pt x="5535371" y="215379"/>
                  </a:lnTo>
                  <a:lnTo>
                    <a:pt x="6061227" y="215379"/>
                  </a:lnTo>
                  <a:lnTo>
                    <a:pt x="6093218" y="208927"/>
                  </a:lnTo>
                  <a:lnTo>
                    <a:pt x="6119342" y="191312"/>
                  </a:lnTo>
                  <a:lnTo>
                    <a:pt x="6136945" y="165201"/>
                  </a:lnTo>
                  <a:lnTo>
                    <a:pt x="6143409" y="133210"/>
                  </a:lnTo>
                  <a:lnTo>
                    <a:pt x="6143409" y="82156"/>
                  </a:lnTo>
                  <a:close/>
                </a:path>
                <a:path w="11612244" h="958215">
                  <a:moveTo>
                    <a:pt x="6518173" y="824471"/>
                  </a:moveTo>
                  <a:lnTo>
                    <a:pt x="6511709" y="792480"/>
                  </a:lnTo>
                  <a:lnTo>
                    <a:pt x="6494094" y="766368"/>
                  </a:lnTo>
                  <a:lnTo>
                    <a:pt x="6467983" y="748766"/>
                  </a:lnTo>
                  <a:lnTo>
                    <a:pt x="6435992" y="742302"/>
                  </a:lnTo>
                  <a:lnTo>
                    <a:pt x="5910135" y="742302"/>
                  </a:lnTo>
                  <a:lnTo>
                    <a:pt x="5878157" y="748766"/>
                  </a:lnTo>
                  <a:lnTo>
                    <a:pt x="5852033" y="766368"/>
                  </a:lnTo>
                  <a:lnTo>
                    <a:pt x="5834418" y="792480"/>
                  </a:lnTo>
                  <a:lnTo>
                    <a:pt x="5827954" y="824471"/>
                  </a:lnTo>
                  <a:lnTo>
                    <a:pt x="5827954" y="875512"/>
                  </a:lnTo>
                  <a:lnTo>
                    <a:pt x="5834418" y="907503"/>
                  </a:lnTo>
                  <a:lnTo>
                    <a:pt x="5852033" y="933627"/>
                  </a:lnTo>
                  <a:lnTo>
                    <a:pt x="5878157" y="951230"/>
                  </a:lnTo>
                  <a:lnTo>
                    <a:pt x="5910135" y="957694"/>
                  </a:lnTo>
                  <a:lnTo>
                    <a:pt x="6435992" y="957694"/>
                  </a:lnTo>
                  <a:lnTo>
                    <a:pt x="6467983" y="951230"/>
                  </a:lnTo>
                  <a:lnTo>
                    <a:pt x="6494094" y="933627"/>
                  </a:lnTo>
                  <a:lnTo>
                    <a:pt x="6511709" y="907503"/>
                  </a:lnTo>
                  <a:lnTo>
                    <a:pt x="6518173" y="875512"/>
                  </a:lnTo>
                  <a:lnTo>
                    <a:pt x="6518173" y="824471"/>
                  </a:lnTo>
                  <a:close/>
                </a:path>
                <a:path w="11612244" h="958215">
                  <a:moveTo>
                    <a:pt x="6518173" y="328180"/>
                  </a:moveTo>
                  <a:lnTo>
                    <a:pt x="6511709" y="296202"/>
                  </a:lnTo>
                  <a:lnTo>
                    <a:pt x="6494094" y="270078"/>
                  </a:lnTo>
                  <a:lnTo>
                    <a:pt x="6467983" y="252476"/>
                  </a:lnTo>
                  <a:lnTo>
                    <a:pt x="6435992" y="246024"/>
                  </a:lnTo>
                  <a:lnTo>
                    <a:pt x="5910135" y="246024"/>
                  </a:lnTo>
                  <a:lnTo>
                    <a:pt x="5878157" y="252476"/>
                  </a:lnTo>
                  <a:lnTo>
                    <a:pt x="5852033" y="270078"/>
                  </a:lnTo>
                  <a:lnTo>
                    <a:pt x="5834418" y="296202"/>
                  </a:lnTo>
                  <a:lnTo>
                    <a:pt x="5827954" y="328180"/>
                  </a:lnTo>
                  <a:lnTo>
                    <a:pt x="5827954" y="379234"/>
                  </a:lnTo>
                  <a:lnTo>
                    <a:pt x="5834418" y="411226"/>
                  </a:lnTo>
                  <a:lnTo>
                    <a:pt x="5852033" y="437337"/>
                  </a:lnTo>
                  <a:lnTo>
                    <a:pt x="5878157" y="454952"/>
                  </a:lnTo>
                  <a:lnTo>
                    <a:pt x="5910135" y="461403"/>
                  </a:lnTo>
                  <a:lnTo>
                    <a:pt x="6435992" y="461403"/>
                  </a:lnTo>
                  <a:lnTo>
                    <a:pt x="6467983" y="454952"/>
                  </a:lnTo>
                  <a:lnTo>
                    <a:pt x="6494094" y="437337"/>
                  </a:lnTo>
                  <a:lnTo>
                    <a:pt x="6511709" y="411226"/>
                  </a:lnTo>
                  <a:lnTo>
                    <a:pt x="6518173" y="379234"/>
                  </a:lnTo>
                  <a:lnTo>
                    <a:pt x="6518173" y="328180"/>
                  </a:lnTo>
                  <a:close/>
                </a:path>
                <a:path w="11612244" h="958215">
                  <a:moveTo>
                    <a:pt x="6874751" y="578446"/>
                  </a:moveTo>
                  <a:lnTo>
                    <a:pt x="6868287" y="546468"/>
                  </a:lnTo>
                  <a:lnTo>
                    <a:pt x="6850685" y="520344"/>
                  </a:lnTo>
                  <a:lnTo>
                    <a:pt x="6824561" y="502742"/>
                  </a:lnTo>
                  <a:lnTo>
                    <a:pt x="6792569" y="496277"/>
                  </a:lnTo>
                  <a:lnTo>
                    <a:pt x="6266713" y="496277"/>
                  </a:lnTo>
                  <a:lnTo>
                    <a:pt x="6234735" y="502742"/>
                  </a:lnTo>
                  <a:lnTo>
                    <a:pt x="6208611" y="520344"/>
                  </a:lnTo>
                  <a:lnTo>
                    <a:pt x="6190996" y="546468"/>
                  </a:lnTo>
                  <a:lnTo>
                    <a:pt x="6184544" y="578446"/>
                  </a:lnTo>
                  <a:lnTo>
                    <a:pt x="6184544" y="629488"/>
                  </a:lnTo>
                  <a:lnTo>
                    <a:pt x="6190996" y="661479"/>
                  </a:lnTo>
                  <a:lnTo>
                    <a:pt x="6208611" y="687603"/>
                  </a:lnTo>
                  <a:lnTo>
                    <a:pt x="6234735" y="705205"/>
                  </a:lnTo>
                  <a:lnTo>
                    <a:pt x="6266713" y="711669"/>
                  </a:lnTo>
                  <a:lnTo>
                    <a:pt x="6792569" y="711669"/>
                  </a:lnTo>
                  <a:lnTo>
                    <a:pt x="6824561" y="705205"/>
                  </a:lnTo>
                  <a:lnTo>
                    <a:pt x="6850685" y="687603"/>
                  </a:lnTo>
                  <a:lnTo>
                    <a:pt x="6868287" y="661479"/>
                  </a:lnTo>
                  <a:lnTo>
                    <a:pt x="6874751" y="629488"/>
                  </a:lnTo>
                  <a:lnTo>
                    <a:pt x="6874751" y="578446"/>
                  </a:lnTo>
                  <a:close/>
                </a:path>
                <a:path w="11612244" h="958215">
                  <a:moveTo>
                    <a:pt x="6874751" y="82156"/>
                  </a:moveTo>
                  <a:lnTo>
                    <a:pt x="6868287" y="50177"/>
                  </a:lnTo>
                  <a:lnTo>
                    <a:pt x="6850685" y="24066"/>
                  </a:lnTo>
                  <a:lnTo>
                    <a:pt x="6824561" y="6451"/>
                  </a:lnTo>
                  <a:lnTo>
                    <a:pt x="6792569" y="0"/>
                  </a:lnTo>
                  <a:lnTo>
                    <a:pt x="6266713" y="0"/>
                  </a:lnTo>
                  <a:lnTo>
                    <a:pt x="6234735" y="6451"/>
                  </a:lnTo>
                  <a:lnTo>
                    <a:pt x="6208611" y="24066"/>
                  </a:lnTo>
                  <a:lnTo>
                    <a:pt x="6191008" y="50177"/>
                  </a:lnTo>
                  <a:lnTo>
                    <a:pt x="6184557" y="82156"/>
                  </a:lnTo>
                  <a:lnTo>
                    <a:pt x="6184557" y="133210"/>
                  </a:lnTo>
                  <a:lnTo>
                    <a:pt x="6191008" y="165201"/>
                  </a:lnTo>
                  <a:lnTo>
                    <a:pt x="6208611" y="191312"/>
                  </a:lnTo>
                  <a:lnTo>
                    <a:pt x="6234735" y="208927"/>
                  </a:lnTo>
                  <a:lnTo>
                    <a:pt x="6266713" y="215379"/>
                  </a:lnTo>
                  <a:lnTo>
                    <a:pt x="6792569" y="215379"/>
                  </a:lnTo>
                  <a:lnTo>
                    <a:pt x="6824561" y="208927"/>
                  </a:lnTo>
                  <a:lnTo>
                    <a:pt x="6850685" y="191312"/>
                  </a:lnTo>
                  <a:lnTo>
                    <a:pt x="6868287" y="165201"/>
                  </a:lnTo>
                  <a:lnTo>
                    <a:pt x="6874751" y="133210"/>
                  </a:lnTo>
                  <a:lnTo>
                    <a:pt x="6874751" y="82156"/>
                  </a:lnTo>
                  <a:close/>
                </a:path>
                <a:path w="11612244" h="958215">
                  <a:moveTo>
                    <a:pt x="7244943" y="824471"/>
                  </a:moveTo>
                  <a:lnTo>
                    <a:pt x="7238479" y="792480"/>
                  </a:lnTo>
                  <a:lnTo>
                    <a:pt x="7220864" y="766368"/>
                  </a:lnTo>
                  <a:lnTo>
                    <a:pt x="7194753" y="748766"/>
                  </a:lnTo>
                  <a:lnTo>
                    <a:pt x="7162762" y="742302"/>
                  </a:lnTo>
                  <a:lnTo>
                    <a:pt x="6636906" y="742302"/>
                  </a:lnTo>
                  <a:lnTo>
                    <a:pt x="6604914" y="748766"/>
                  </a:lnTo>
                  <a:lnTo>
                    <a:pt x="6578803" y="766368"/>
                  </a:lnTo>
                  <a:lnTo>
                    <a:pt x="6561201" y="792480"/>
                  </a:lnTo>
                  <a:lnTo>
                    <a:pt x="6554737" y="824471"/>
                  </a:lnTo>
                  <a:lnTo>
                    <a:pt x="6554737" y="875512"/>
                  </a:lnTo>
                  <a:lnTo>
                    <a:pt x="6561201" y="907503"/>
                  </a:lnTo>
                  <a:lnTo>
                    <a:pt x="6578803" y="933627"/>
                  </a:lnTo>
                  <a:lnTo>
                    <a:pt x="6604914" y="951230"/>
                  </a:lnTo>
                  <a:lnTo>
                    <a:pt x="6636906" y="957694"/>
                  </a:lnTo>
                  <a:lnTo>
                    <a:pt x="7162762" y="957694"/>
                  </a:lnTo>
                  <a:lnTo>
                    <a:pt x="7194753" y="951230"/>
                  </a:lnTo>
                  <a:lnTo>
                    <a:pt x="7220864" y="933627"/>
                  </a:lnTo>
                  <a:lnTo>
                    <a:pt x="7238479" y="907503"/>
                  </a:lnTo>
                  <a:lnTo>
                    <a:pt x="7244943" y="875512"/>
                  </a:lnTo>
                  <a:lnTo>
                    <a:pt x="7244943" y="824471"/>
                  </a:lnTo>
                  <a:close/>
                </a:path>
                <a:path w="11612244" h="958215">
                  <a:moveTo>
                    <a:pt x="7244943" y="328180"/>
                  </a:moveTo>
                  <a:lnTo>
                    <a:pt x="7238479" y="296202"/>
                  </a:lnTo>
                  <a:lnTo>
                    <a:pt x="7220864" y="270078"/>
                  </a:lnTo>
                  <a:lnTo>
                    <a:pt x="7194753" y="252476"/>
                  </a:lnTo>
                  <a:lnTo>
                    <a:pt x="7162762" y="246024"/>
                  </a:lnTo>
                  <a:lnTo>
                    <a:pt x="6636906" y="246024"/>
                  </a:lnTo>
                  <a:lnTo>
                    <a:pt x="6604914" y="252476"/>
                  </a:lnTo>
                  <a:lnTo>
                    <a:pt x="6578803" y="270078"/>
                  </a:lnTo>
                  <a:lnTo>
                    <a:pt x="6561201" y="296202"/>
                  </a:lnTo>
                  <a:lnTo>
                    <a:pt x="6554737" y="328180"/>
                  </a:lnTo>
                  <a:lnTo>
                    <a:pt x="6554737" y="379234"/>
                  </a:lnTo>
                  <a:lnTo>
                    <a:pt x="6561201" y="411226"/>
                  </a:lnTo>
                  <a:lnTo>
                    <a:pt x="6578803" y="437337"/>
                  </a:lnTo>
                  <a:lnTo>
                    <a:pt x="6604914" y="454952"/>
                  </a:lnTo>
                  <a:lnTo>
                    <a:pt x="6636906" y="461403"/>
                  </a:lnTo>
                  <a:lnTo>
                    <a:pt x="7162762" y="461403"/>
                  </a:lnTo>
                  <a:lnTo>
                    <a:pt x="7194753" y="454952"/>
                  </a:lnTo>
                  <a:lnTo>
                    <a:pt x="7220864" y="437337"/>
                  </a:lnTo>
                  <a:lnTo>
                    <a:pt x="7238479" y="411226"/>
                  </a:lnTo>
                  <a:lnTo>
                    <a:pt x="7244943" y="379234"/>
                  </a:lnTo>
                  <a:lnTo>
                    <a:pt x="7244943" y="328180"/>
                  </a:lnTo>
                  <a:close/>
                </a:path>
                <a:path w="11612244" h="958215">
                  <a:moveTo>
                    <a:pt x="7601521" y="578446"/>
                  </a:moveTo>
                  <a:lnTo>
                    <a:pt x="7595057" y="546468"/>
                  </a:lnTo>
                  <a:lnTo>
                    <a:pt x="7577455" y="520344"/>
                  </a:lnTo>
                  <a:lnTo>
                    <a:pt x="7551331" y="502742"/>
                  </a:lnTo>
                  <a:lnTo>
                    <a:pt x="7519340" y="496277"/>
                  </a:lnTo>
                  <a:lnTo>
                    <a:pt x="6993483" y="496277"/>
                  </a:lnTo>
                  <a:lnTo>
                    <a:pt x="6961505" y="502742"/>
                  </a:lnTo>
                  <a:lnTo>
                    <a:pt x="6935381" y="520344"/>
                  </a:lnTo>
                  <a:lnTo>
                    <a:pt x="6917766" y="546468"/>
                  </a:lnTo>
                  <a:lnTo>
                    <a:pt x="6911314" y="578446"/>
                  </a:lnTo>
                  <a:lnTo>
                    <a:pt x="6911314" y="629488"/>
                  </a:lnTo>
                  <a:lnTo>
                    <a:pt x="6917766" y="661479"/>
                  </a:lnTo>
                  <a:lnTo>
                    <a:pt x="6935381" y="687603"/>
                  </a:lnTo>
                  <a:lnTo>
                    <a:pt x="6961505" y="705205"/>
                  </a:lnTo>
                  <a:lnTo>
                    <a:pt x="6993483" y="711669"/>
                  </a:lnTo>
                  <a:lnTo>
                    <a:pt x="7519340" y="711669"/>
                  </a:lnTo>
                  <a:lnTo>
                    <a:pt x="7551331" y="705205"/>
                  </a:lnTo>
                  <a:lnTo>
                    <a:pt x="7577455" y="687603"/>
                  </a:lnTo>
                  <a:lnTo>
                    <a:pt x="7595057" y="661479"/>
                  </a:lnTo>
                  <a:lnTo>
                    <a:pt x="7601521" y="629488"/>
                  </a:lnTo>
                  <a:lnTo>
                    <a:pt x="7601521" y="578446"/>
                  </a:lnTo>
                  <a:close/>
                </a:path>
                <a:path w="11612244" h="958215">
                  <a:moveTo>
                    <a:pt x="7601521" y="82156"/>
                  </a:moveTo>
                  <a:lnTo>
                    <a:pt x="7595057" y="50177"/>
                  </a:lnTo>
                  <a:lnTo>
                    <a:pt x="7577455" y="24066"/>
                  </a:lnTo>
                  <a:lnTo>
                    <a:pt x="7551331" y="6451"/>
                  </a:lnTo>
                  <a:lnTo>
                    <a:pt x="7519340" y="0"/>
                  </a:lnTo>
                  <a:lnTo>
                    <a:pt x="6993483" y="0"/>
                  </a:lnTo>
                  <a:lnTo>
                    <a:pt x="6961505" y="6451"/>
                  </a:lnTo>
                  <a:lnTo>
                    <a:pt x="6935381" y="24066"/>
                  </a:lnTo>
                  <a:lnTo>
                    <a:pt x="6917779" y="50177"/>
                  </a:lnTo>
                  <a:lnTo>
                    <a:pt x="6911314" y="82156"/>
                  </a:lnTo>
                  <a:lnTo>
                    <a:pt x="6911314" y="133210"/>
                  </a:lnTo>
                  <a:lnTo>
                    <a:pt x="6917779" y="165201"/>
                  </a:lnTo>
                  <a:lnTo>
                    <a:pt x="6935381" y="191312"/>
                  </a:lnTo>
                  <a:lnTo>
                    <a:pt x="6961505" y="208927"/>
                  </a:lnTo>
                  <a:lnTo>
                    <a:pt x="6993483" y="215379"/>
                  </a:lnTo>
                  <a:lnTo>
                    <a:pt x="7519340" y="215379"/>
                  </a:lnTo>
                  <a:lnTo>
                    <a:pt x="7551331" y="208927"/>
                  </a:lnTo>
                  <a:lnTo>
                    <a:pt x="7577455" y="191312"/>
                  </a:lnTo>
                  <a:lnTo>
                    <a:pt x="7595057" y="165201"/>
                  </a:lnTo>
                  <a:lnTo>
                    <a:pt x="7601521" y="133210"/>
                  </a:lnTo>
                  <a:lnTo>
                    <a:pt x="7601521" y="82156"/>
                  </a:lnTo>
                  <a:close/>
                </a:path>
                <a:path w="11612244" h="958215">
                  <a:moveTo>
                    <a:pt x="7971714" y="824471"/>
                  </a:moveTo>
                  <a:lnTo>
                    <a:pt x="7965249" y="792480"/>
                  </a:lnTo>
                  <a:lnTo>
                    <a:pt x="7947634" y="766368"/>
                  </a:lnTo>
                  <a:lnTo>
                    <a:pt x="7921523" y="748766"/>
                  </a:lnTo>
                  <a:lnTo>
                    <a:pt x="7889532" y="742302"/>
                  </a:lnTo>
                  <a:lnTo>
                    <a:pt x="7363676" y="742302"/>
                  </a:lnTo>
                  <a:lnTo>
                    <a:pt x="7331697" y="748766"/>
                  </a:lnTo>
                  <a:lnTo>
                    <a:pt x="7305573" y="766368"/>
                  </a:lnTo>
                  <a:lnTo>
                    <a:pt x="7287971" y="792480"/>
                  </a:lnTo>
                  <a:lnTo>
                    <a:pt x="7281507" y="824471"/>
                  </a:lnTo>
                  <a:lnTo>
                    <a:pt x="7281507" y="875512"/>
                  </a:lnTo>
                  <a:lnTo>
                    <a:pt x="7287971" y="907503"/>
                  </a:lnTo>
                  <a:lnTo>
                    <a:pt x="7305573" y="933627"/>
                  </a:lnTo>
                  <a:lnTo>
                    <a:pt x="7331697" y="951230"/>
                  </a:lnTo>
                  <a:lnTo>
                    <a:pt x="7363676" y="957694"/>
                  </a:lnTo>
                  <a:lnTo>
                    <a:pt x="7889532" y="957694"/>
                  </a:lnTo>
                  <a:lnTo>
                    <a:pt x="7921523" y="951230"/>
                  </a:lnTo>
                  <a:lnTo>
                    <a:pt x="7947634" y="933627"/>
                  </a:lnTo>
                  <a:lnTo>
                    <a:pt x="7965249" y="907503"/>
                  </a:lnTo>
                  <a:lnTo>
                    <a:pt x="7971714" y="875512"/>
                  </a:lnTo>
                  <a:lnTo>
                    <a:pt x="7971714" y="824471"/>
                  </a:lnTo>
                  <a:close/>
                </a:path>
                <a:path w="11612244" h="958215">
                  <a:moveTo>
                    <a:pt x="7971714" y="328180"/>
                  </a:moveTo>
                  <a:lnTo>
                    <a:pt x="7965249" y="296202"/>
                  </a:lnTo>
                  <a:lnTo>
                    <a:pt x="7947634" y="270078"/>
                  </a:lnTo>
                  <a:lnTo>
                    <a:pt x="7921523" y="252476"/>
                  </a:lnTo>
                  <a:lnTo>
                    <a:pt x="7889532" y="246024"/>
                  </a:lnTo>
                  <a:lnTo>
                    <a:pt x="7363676" y="246024"/>
                  </a:lnTo>
                  <a:lnTo>
                    <a:pt x="7331697" y="252476"/>
                  </a:lnTo>
                  <a:lnTo>
                    <a:pt x="7305573" y="270078"/>
                  </a:lnTo>
                  <a:lnTo>
                    <a:pt x="7287971" y="296202"/>
                  </a:lnTo>
                  <a:lnTo>
                    <a:pt x="7281507" y="328180"/>
                  </a:lnTo>
                  <a:lnTo>
                    <a:pt x="7281507" y="379234"/>
                  </a:lnTo>
                  <a:lnTo>
                    <a:pt x="7287971" y="411226"/>
                  </a:lnTo>
                  <a:lnTo>
                    <a:pt x="7305573" y="437337"/>
                  </a:lnTo>
                  <a:lnTo>
                    <a:pt x="7331697" y="454952"/>
                  </a:lnTo>
                  <a:lnTo>
                    <a:pt x="7363676" y="461403"/>
                  </a:lnTo>
                  <a:lnTo>
                    <a:pt x="7889532" y="461403"/>
                  </a:lnTo>
                  <a:lnTo>
                    <a:pt x="7921523" y="454952"/>
                  </a:lnTo>
                  <a:lnTo>
                    <a:pt x="7947634" y="437337"/>
                  </a:lnTo>
                  <a:lnTo>
                    <a:pt x="7965249" y="411226"/>
                  </a:lnTo>
                  <a:lnTo>
                    <a:pt x="7971714" y="379234"/>
                  </a:lnTo>
                  <a:lnTo>
                    <a:pt x="7971714" y="328180"/>
                  </a:lnTo>
                  <a:close/>
                </a:path>
                <a:path w="11612244" h="958215">
                  <a:moveTo>
                    <a:pt x="8328292" y="578446"/>
                  </a:moveTo>
                  <a:lnTo>
                    <a:pt x="8321827" y="546468"/>
                  </a:lnTo>
                  <a:lnTo>
                    <a:pt x="8304225" y="520344"/>
                  </a:lnTo>
                  <a:lnTo>
                    <a:pt x="8278101" y="502742"/>
                  </a:lnTo>
                  <a:lnTo>
                    <a:pt x="8246110" y="496277"/>
                  </a:lnTo>
                  <a:lnTo>
                    <a:pt x="7720254" y="496277"/>
                  </a:lnTo>
                  <a:lnTo>
                    <a:pt x="7688275" y="502742"/>
                  </a:lnTo>
                  <a:lnTo>
                    <a:pt x="7662151" y="520344"/>
                  </a:lnTo>
                  <a:lnTo>
                    <a:pt x="7644536" y="546468"/>
                  </a:lnTo>
                  <a:lnTo>
                    <a:pt x="7638085" y="578446"/>
                  </a:lnTo>
                  <a:lnTo>
                    <a:pt x="7638085" y="629488"/>
                  </a:lnTo>
                  <a:lnTo>
                    <a:pt x="7644536" y="661479"/>
                  </a:lnTo>
                  <a:lnTo>
                    <a:pt x="7662151" y="687603"/>
                  </a:lnTo>
                  <a:lnTo>
                    <a:pt x="7688275" y="705205"/>
                  </a:lnTo>
                  <a:lnTo>
                    <a:pt x="7720254" y="711669"/>
                  </a:lnTo>
                  <a:lnTo>
                    <a:pt x="8246110" y="711669"/>
                  </a:lnTo>
                  <a:lnTo>
                    <a:pt x="8278101" y="705205"/>
                  </a:lnTo>
                  <a:lnTo>
                    <a:pt x="8304225" y="687603"/>
                  </a:lnTo>
                  <a:lnTo>
                    <a:pt x="8321827" y="661479"/>
                  </a:lnTo>
                  <a:lnTo>
                    <a:pt x="8328292" y="629488"/>
                  </a:lnTo>
                  <a:lnTo>
                    <a:pt x="8328292" y="578446"/>
                  </a:lnTo>
                  <a:close/>
                </a:path>
                <a:path w="11612244" h="958215">
                  <a:moveTo>
                    <a:pt x="8328292" y="82156"/>
                  </a:moveTo>
                  <a:lnTo>
                    <a:pt x="8321827" y="50177"/>
                  </a:lnTo>
                  <a:lnTo>
                    <a:pt x="8304225" y="24066"/>
                  </a:lnTo>
                  <a:lnTo>
                    <a:pt x="8278101" y="6451"/>
                  </a:lnTo>
                  <a:lnTo>
                    <a:pt x="8246110" y="0"/>
                  </a:lnTo>
                  <a:lnTo>
                    <a:pt x="7720254" y="0"/>
                  </a:lnTo>
                  <a:lnTo>
                    <a:pt x="7688275" y="6451"/>
                  </a:lnTo>
                  <a:lnTo>
                    <a:pt x="7662151" y="24066"/>
                  </a:lnTo>
                  <a:lnTo>
                    <a:pt x="7644536" y="50177"/>
                  </a:lnTo>
                  <a:lnTo>
                    <a:pt x="7638085" y="82156"/>
                  </a:lnTo>
                  <a:lnTo>
                    <a:pt x="7638085" y="133210"/>
                  </a:lnTo>
                  <a:lnTo>
                    <a:pt x="7644536" y="165201"/>
                  </a:lnTo>
                  <a:lnTo>
                    <a:pt x="7662151" y="191312"/>
                  </a:lnTo>
                  <a:lnTo>
                    <a:pt x="7688275" y="208927"/>
                  </a:lnTo>
                  <a:lnTo>
                    <a:pt x="7720254" y="215379"/>
                  </a:lnTo>
                  <a:lnTo>
                    <a:pt x="8246110" y="215379"/>
                  </a:lnTo>
                  <a:lnTo>
                    <a:pt x="8278101" y="208927"/>
                  </a:lnTo>
                  <a:lnTo>
                    <a:pt x="8304225" y="191312"/>
                  </a:lnTo>
                  <a:lnTo>
                    <a:pt x="8321827" y="165201"/>
                  </a:lnTo>
                  <a:lnTo>
                    <a:pt x="8328292" y="133210"/>
                  </a:lnTo>
                  <a:lnTo>
                    <a:pt x="8328292" y="82156"/>
                  </a:lnTo>
                  <a:close/>
                </a:path>
                <a:path w="11612244" h="958215">
                  <a:moveTo>
                    <a:pt x="8698484" y="824471"/>
                  </a:moveTo>
                  <a:lnTo>
                    <a:pt x="8692020" y="792480"/>
                  </a:lnTo>
                  <a:lnTo>
                    <a:pt x="8674405" y="766368"/>
                  </a:lnTo>
                  <a:lnTo>
                    <a:pt x="8648294" y="748766"/>
                  </a:lnTo>
                  <a:lnTo>
                    <a:pt x="8616302" y="742302"/>
                  </a:lnTo>
                  <a:lnTo>
                    <a:pt x="8090446" y="742302"/>
                  </a:lnTo>
                  <a:lnTo>
                    <a:pt x="8058455" y="748766"/>
                  </a:lnTo>
                  <a:lnTo>
                    <a:pt x="8032343" y="766368"/>
                  </a:lnTo>
                  <a:lnTo>
                    <a:pt x="8014729" y="792480"/>
                  </a:lnTo>
                  <a:lnTo>
                    <a:pt x="8008264" y="824471"/>
                  </a:lnTo>
                  <a:lnTo>
                    <a:pt x="8008264" y="875512"/>
                  </a:lnTo>
                  <a:lnTo>
                    <a:pt x="8014729" y="907503"/>
                  </a:lnTo>
                  <a:lnTo>
                    <a:pt x="8032343" y="933627"/>
                  </a:lnTo>
                  <a:lnTo>
                    <a:pt x="8058455" y="951230"/>
                  </a:lnTo>
                  <a:lnTo>
                    <a:pt x="8090446" y="957694"/>
                  </a:lnTo>
                  <a:lnTo>
                    <a:pt x="8616302" y="957694"/>
                  </a:lnTo>
                  <a:lnTo>
                    <a:pt x="8648294" y="951230"/>
                  </a:lnTo>
                  <a:lnTo>
                    <a:pt x="8674405" y="933627"/>
                  </a:lnTo>
                  <a:lnTo>
                    <a:pt x="8692020" y="907503"/>
                  </a:lnTo>
                  <a:lnTo>
                    <a:pt x="8698484" y="875512"/>
                  </a:lnTo>
                  <a:lnTo>
                    <a:pt x="8698484" y="824471"/>
                  </a:lnTo>
                  <a:close/>
                </a:path>
                <a:path w="11612244" h="958215">
                  <a:moveTo>
                    <a:pt x="8698484" y="328180"/>
                  </a:moveTo>
                  <a:lnTo>
                    <a:pt x="8692020" y="296202"/>
                  </a:lnTo>
                  <a:lnTo>
                    <a:pt x="8674405" y="270078"/>
                  </a:lnTo>
                  <a:lnTo>
                    <a:pt x="8648294" y="252476"/>
                  </a:lnTo>
                  <a:lnTo>
                    <a:pt x="8616302" y="246024"/>
                  </a:lnTo>
                  <a:lnTo>
                    <a:pt x="8090446" y="246024"/>
                  </a:lnTo>
                  <a:lnTo>
                    <a:pt x="8058455" y="252476"/>
                  </a:lnTo>
                  <a:lnTo>
                    <a:pt x="8032343" y="270078"/>
                  </a:lnTo>
                  <a:lnTo>
                    <a:pt x="8014729" y="296202"/>
                  </a:lnTo>
                  <a:lnTo>
                    <a:pt x="8008264" y="328180"/>
                  </a:lnTo>
                  <a:lnTo>
                    <a:pt x="8008264" y="379234"/>
                  </a:lnTo>
                  <a:lnTo>
                    <a:pt x="8014729" y="411226"/>
                  </a:lnTo>
                  <a:lnTo>
                    <a:pt x="8032343" y="437337"/>
                  </a:lnTo>
                  <a:lnTo>
                    <a:pt x="8058455" y="454952"/>
                  </a:lnTo>
                  <a:lnTo>
                    <a:pt x="8090446" y="461403"/>
                  </a:lnTo>
                  <a:lnTo>
                    <a:pt x="8616302" y="461403"/>
                  </a:lnTo>
                  <a:lnTo>
                    <a:pt x="8648294" y="454952"/>
                  </a:lnTo>
                  <a:lnTo>
                    <a:pt x="8674405" y="437337"/>
                  </a:lnTo>
                  <a:lnTo>
                    <a:pt x="8692020" y="411226"/>
                  </a:lnTo>
                  <a:lnTo>
                    <a:pt x="8698484" y="379234"/>
                  </a:lnTo>
                  <a:lnTo>
                    <a:pt x="8698484" y="328180"/>
                  </a:lnTo>
                  <a:close/>
                </a:path>
                <a:path w="11612244" h="958215">
                  <a:moveTo>
                    <a:pt x="9055062" y="578446"/>
                  </a:moveTo>
                  <a:lnTo>
                    <a:pt x="9048598" y="546468"/>
                  </a:lnTo>
                  <a:lnTo>
                    <a:pt x="9030995" y="520344"/>
                  </a:lnTo>
                  <a:lnTo>
                    <a:pt x="9004871" y="502742"/>
                  </a:lnTo>
                  <a:lnTo>
                    <a:pt x="8972880" y="496277"/>
                  </a:lnTo>
                  <a:lnTo>
                    <a:pt x="8447024" y="496277"/>
                  </a:lnTo>
                  <a:lnTo>
                    <a:pt x="8415045" y="502742"/>
                  </a:lnTo>
                  <a:lnTo>
                    <a:pt x="8388921" y="520344"/>
                  </a:lnTo>
                  <a:lnTo>
                    <a:pt x="8371306" y="546468"/>
                  </a:lnTo>
                  <a:lnTo>
                    <a:pt x="8364855" y="578446"/>
                  </a:lnTo>
                  <a:lnTo>
                    <a:pt x="8364855" y="629488"/>
                  </a:lnTo>
                  <a:lnTo>
                    <a:pt x="8371306" y="661479"/>
                  </a:lnTo>
                  <a:lnTo>
                    <a:pt x="8388921" y="687603"/>
                  </a:lnTo>
                  <a:lnTo>
                    <a:pt x="8415045" y="705205"/>
                  </a:lnTo>
                  <a:lnTo>
                    <a:pt x="8447024" y="711669"/>
                  </a:lnTo>
                  <a:lnTo>
                    <a:pt x="8972880" y="711669"/>
                  </a:lnTo>
                  <a:lnTo>
                    <a:pt x="9004871" y="705205"/>
                  </a:lnTo>
                  <a:lnTo>
                    <a:pt x="9030995" y="687603"/>
                  </a:lnTo>
                  <a:lnTo>
                    <a:pt x="9048598" y="661479"/>
                  </a:lnTo>
                  <a:lnTo>
                    <a:pt x="9055062" y="629488"/>
                  </a:lnTo>
                  <a:lnTo>
                    <a:pt x="9055062" y="578446"/>
                  </a:lnTo>
                  <a:close/>
                </a:path>
                <a:path w="11612244" h="958215">
                  <a:moveTo>
                    <a:pt x="9055062" y="82156"/>
                  </a:moveTo>
                  <a:lnTo>
                    <a:pt x="9048598" y="50177"/>
                  </a:lnTo>
                  <a:lnTo>
                    <a:pt x="9030983" y="24066"/>
                  </a:lnTo>
                  <a:lnTo>
                    <a:pt x="9004871" y="6451"/>
                  </a:lnTo>
                  <a:lnTo>
                    <a:pt x="8972880" y="0"/>
                  </a:lnTo>
                  <a:lnTo>
                    <a:pt x="8447024" y="0"/>
                  </a:lnTo>
                  <a:lnTo>
                    <a:pt x="8415045" y="6451"/>
                  </a:lnTo>
                  <a:lnTo>
                    <a:pt x="8388921" y="24066"/>
                  </a:lnTo>
                  <a:lnTo>
                    <a:pt x="8371319" y="50177"/>
                  </a:lnTo>
                  <a:lnTo>
                    <a:pt x="8364855" y="82156"/>
                  </a:lnTo>
                  <a:lnTo>
                    <a:pt x="8364855" y="133210"/>
                  </a:lnTo>
                  <a:lnTo>
                    <a:pt x="8371319" y="165201"/>
                  </a:lnTo>
                  <a:lnTo>
                    <a:pt x="8388921" y="191312"/>
                  </a:lnTo>
                  <a:lnTo>
                    <a:pt x="8415045" y="208927"/>
                  </a:lnTo>
                  <a:lnTo>
                    <a:pt x="8447024" y="215379"/>
                  </a:lnTo>
                  <a:lnTo>
                    <a:pt x="8972880" y="215379"/>
                  </a:lnTo>
                  <a:lnTo>
                    <a:pt x="9004871" y="208927"/>
                  </a:lnTo>
                  <a:lnTo>
                    <a:pt x="9030983" y="191312"/>
                  </a:lnTo>
                  <a:lnTo>
                    <a:pt x="9048598" y="165201"/>
                  </a:lnTo>
                  <a:lnTo>
                    <a:pt x="9055062" y="133210"/>
                  </a:lnTo>
                  <a:lnTo>
                    <a:pt x="9055062" y="82156"/>
                  </a:lnTo>
                  <a:close/>
                </a:path>
                <a:path w="11612244" h="958215">
                  <a:moveTo>
                    <a:pt x="9425241" y="328180"/>
                  </a:moveTo>
                  <a:lnTo>
                    <a:pt x="9418790" y="296202"/>
                  </a:lnTo>
                  <a:lnTo>
                    <a:pt x="9401175" y="270078"/>
                  </a:lnTo>
                  <a:lnTo>
                    <a:pt x="9375051" y="252476"/>
                  </a:lnTo>
                  <a:lnTo>
                    <a:pt x="9343072" y="246024"/>
                  </a:lnTo>
                  <a:lnTo>
                    <a:pt x="8817216" y="246024"/>
                  </a:lnTo>
                  <a:lnTo>
                    <a:pt x="8785225" y="252476"/>
                  </a:lnTo>
                  <a:lnTo>
                    <a:pt x="8759114" y="270078"/>
                  </a:lnTo>
                  <a:lnTo>
                    <a:pt x="8741499" y="296202"/>
                  </a:lnTo>
                  <a:lnTo>
                    <a:pt x="8735035" y="328180"/>
                  </a:lnTo>
                  <a:lnTo>
                    <a:pt x="8735035" y="379234"/>
                  </a:lnTo>
                  <a:lnTo>
                    <a:pt x="8741499" y="411226"/>
                  </a:lnTo>
                  <a:lnTo>
                    <a:pt x="8759114" y="437337"/>
                  </a:lnTo>
                  <a:lnTo>
                    <a:pt x="8785225" y="454952"/>
                  </a:lnTo>
                  <a:lnTo>
                    <a:pt x="8817216" y="461403"/>
                  </a:lnTo>
                  <a:lnTo>
                    <a:pt x="9343072" y="461403"/>
                  </a:lnTo>
                  <a:lnTo>
                    <a:pt x="9375051" y="454952"/>
                  </a:lnTo>
                  <a:lnTo>
                    <a:pt x="9401175" y="437337"/>
                  </a:lnTo>
                  <a:lnTo>
                    <a:pt x="9418790" y="411226"/>
                  </a:lnTo>
                  <a:lnTo>
                    <a:pt x="9425241" y="379234"/>
                  </a:lnTo>
                  <a:lnTo>
                    <a:pt x="9425241" y="328180"/>
                  </a:lnTo>
                  <a:close/>
                </a:path>
                <a:path w="11612244" h="958215">
                  <a:moveTo>
                    <a:pt x="9781832" y="578446"/>
                  </a:moveTo>
                  <a:lnTo>
                    <a:pt x="9775368" y="546468"/>
                  </a:lnTo>
                  <a:lnTo>
                    <a:pt x="9757766" y="520344"/>
                  </a:lnTo>
                  <a:lnTo>
                    <a:pt x="9731642" y="502742"/>
                  </a:lnTo>
                  <a:lnTo>
                    <a:pt x="9699650" y="496277"/>
                  </a:lnTo>
                  <a:lnTo>
                    <a:pt x="9173794" y="496277"/>
                  </a:lnTo>
                  <a:lnTo>
                    <a:pt x="9141816" y="502742"/>
                  </a:lnTo>
                  <a:lnTo>
                    <a:pt x="9115692" y="520344"/>
                  </a:lnTo>
                  <a:lnTo>
                    <a:pt x="9098077" y="546468"/>
                  </a:lnTo>
                  <a:lnTo>
                    <a:pt x="9091625" y="578446"/>
                  </a:lnTo>
                  <a:lnTo>
                    <a:pt x="9091625" y="629488"/>
                  </a:lnTo>
                  <a:lnTo>
                    <a:pt x="9098077" y="661479"/>
                  </a:lnTo>
                  <a:lnTo>
                    <a:pt x="9115692" y="687603"/>
                  </a:lnTo>
                  <a:lnTo>
                    <a:pt x="9141816" y="705205"/>
                  </a:lnTo>
                  <a:lnTo>
                    <a:pt x="9173794" y="711669"/>
                  </a:lnTo>
                  <a:lnTo>
                    <a:pt x="9699650" y="711669"/>
                  </a:lnTo>
                  <a:lnTo>
                    <a:pt x="9731642" y="705205"/>
                  </a:lnTo>
                  <a:lnTo>
                    <a:pt x="9757766" y="687603"/>
                  </a:lnTo>
                  <a:lnTo>
                    <a:pt x="9775368" y="661492"/>
                  </a:lnTo>
                  <a:lnTo>
                    <a:pt x="9781832" y="629500"/>
                  </a:lnTo>
                  <a:lnTo>
                    <a:pt x="9781832" y="578446"/>
                  </a:lnTo>
                  <a:close/>
                </a:path>
                <a:path w="11612244" h="958215">
                  <a:moveTo>
                    <a:pt x="9781832" y="82156"/>
                  </a:moveTo>
                  <a:lnTo>
                    <a:pt x="9775368" y="50177"/>
                  </a:lnTo>
                  <a:lnTo>
                    <a:pt x="9757753" y="24066"/>
                  </a:lnTo>
                  <a:lnTo>
                    <a:pt x="9731642" y="6451"/>
                  </a:lnTo>
                  <a:lnTo>
                    <a:pt x="9699650" y="0"/>
                  </a:lnTo>
                  <a:lnTo>
                    <a:pt x="9173794" y="0"/>
                  </a:lnTo>
                  <a:lnTo>
                    <a:pt x="9141816" y="6451"/>
                  </a:lnTo>
                  <a:lnTo>
                    <a:pt x="9115692" y="24066"/>
                  </a:lnTo>
                  <a:lnTo>
                    <a:pt x="9098077" y="50177"/>
                  </a:lnTo>
                  <a:lnTo>
                    <a:pt x="9091625" y="82156"/>
                  </a:lnTo>
                  <a:lnTo>
                    <a:pt x="9091625" y="133210"/>
                  </a:lnTo>
                  <a:lnTo>
                    <a:pt x="9098077" y="165201"/>
                  </a:lnTo>
                  <a:lnTo>
                    <a:pt x="9115692" y="191312"/>
                  </a:lnTo>
                  <a:lnTo>
                    <a:pt x="9141816" y="208927"/>
                  </a:lnTo>
                  <a:lnTo>
                    <a:pt x="9173794" y="215379"/>
                  </a:lnTo>
                  <a:lnTo>
                    <a:pt x="9699650" y="215379"/>
                  </a:lnTo>
                  <a:lnTo>
                    <a:pt x="9731642" y="208927"/>
                  </a:lnTo>
                  <a:lnTo>
                    <a:pt x="9757753" y="191312"/>
                  </a:lnTo>
                  <a:lnTo>
                    <a:pt x="9775368" y="165201"/>
                  </a:lnTo>
                  <a:lnTo>
                    <a:pt x="9781832" y="133210"/>
                  </a:lnTo>
                  <a:lnTo>
                    <a:pt x="9781832" y="82156"/>
                  </a:lnTo>
                  <a:close/>
                </a:path>
                <a:path w="11612244" h="958215">
                  <a:moveTo>
                    <a:pt x="10152012" y="328180"/>
                  </a:moveTo>
                  <a:lnTo>
                    <a:pt x="10145560" y="296202"/>
                  </a:lnTo>
                  <a:lnTo>
                    <a:pt x="10127945" y="270078"/>
                  </a:lnTo>
                  <a:lnTo>
                    <a:pt x="10101821" y="252476"/>
                  </a:lnTo>
                  <a:lnTo>
                    <a:pt x="10069843" y="246024"/>
                  </a:lnTo>
                  <a:lnTo>
                    <a:pt x="9543986" y="246024"/>
                  </a:lnTo>
                  <a:lnTo>
                    <a:pt x="9511995" y="252476"/>
                  </a:lnTo>
                  <a:lnTo>
                    <a:pt x="9485884" y="270078"/>
                  </a:lnTo>
                  <a:lnTo>
                    <a:pt x="9468269" y="296202"/>
                  </a:lnTo>
                  <a:lnTo>
                    <a:pt x="9461805" y="328180"/>
                  </a:lnTo>
                  <a:lnTo>
                    <a:pt x="9461805" y="379234"/>
                  </a:lnTo>
                  <a:lnTo>
                    <a:pt x="9468269" y="411226"/>
                  </a:lnTo>
                  <a:lnTo>
                    <a:pt x="9485884" y="437337"/>
                  </a:lnTo>
                  <a:lnTo>
                    <a:pt x="9511995" y="454952"/>
                  </a:lnTo>
                  <a:lnTo>
                    <a:pt x="9543986" y="461403"/>
                  </a:lnTo>
                  <a:lnTo>
                    <a:pt x="10069843" y="461403"/>
                  </a:lnTo>
                  <a:lnTo>
                    <a:pt x="10101821" y="454952"/>
                  </a:lnTo>
                  <a:lnTo>
                    <a:pt x="10127945" y="437337"/>
                  </a:lnTo>
                  <a:lnTo>
                    <a:pt x="10145560" y="411226"/>
                  </a:lnTo>
                  <a:lnTo>
                    <a:pt x="10152012" y="379234"/>
                  </a:lnTo>
                  <a:lnTo>
                    <a:pt x="10152012" y="328180"/>
                  </a:lnTo>
                  <a:close/>
                </a:path>
                <a:path w="11612244" h="958215">
                  <a:moveTo>
                    <a:pt x="10508602" y="578446"/>
                  </a:moveTo>
                  <a:lnTo>
                    <a:pt x="10502138" y="546468"/>
                  </a:lnTo>
                  <a:lnTo>
                    <a:pt x="10484536" y="520344"/>
                  </a:lnTo>
                  <a:lnTo>
                    <a:pt x="10458412" y="502742"/>
                  </a:lnTo>
                  <a:lnTo>
                    <a:pt x="10426421" y="496277"/>
                  </a:lnTo>
                  <a:lnTo>
                    <a:pt x="9900564" y="496277"/>
                  </a:lnTo>
                  <a:lnTo>
                    <a:pt x="9868586" y="502742"/>
                  </a:lnTo>
                  <a:lnTo>
                    <a:pt x="9842462" y="520344"/>
                  </a:lnTo>
                  <a:lnTo>
                    <a:pt x="9824847" y="546468"/>
                  </a:lnTo>
                  <a:lnTo>
                    <a:pt x="9818395" y="578446"/>
                  </a:lnTo>
                  <a:lnTo>
                    <a:pt x="9818395" y="629488"/>
                  </a:lnTo>
                  <a:lnTo>
                    <a:pt x="9824847" y="661479"/>
                  </a:lnTo>
                  <a:lnTo>
                    <a:pt x="9842462" y="687603"/>
                  </a:lnTo>
                  <a:lnTo>
                    <a:pt x="9868586" y="705205"/>
                  </a:lnTo>
                  <a:lnTo>
                    <a:pt x="9900564" y="711669"/>
                  </a:lnTo>
                  <a:lnTo>
                    <a:pt x="10426421" y="711669"/>
                  </a:lnTo>
                  <a:lnTo>
                    <a:pt x="10458412" y="705205"/>
                  </a:lnTo>
                  <a:lnTo>
                    <a:pt x="10484536" y="687603"/>
                  </a:lnTo>
                  <a:lnTo>
                    <a:pt x="10502138" y="661492"/>
                  </a:lnTo>
                  <a:lnTo>
                    <a:pt x="10508602" y="629500"/>
                  </a:lnTo>
                  <a:lnTo>
                    <a:pt x="10508602" y="578446"/>
                  </a:lnTo>
                  <a:close/>
                </a:path>
                <a:path w="11612244" h="958215">
                  <a:moveTo>
                    <a:pt x="10508602" y="82156"/>
                  </a:moveTo>
                  <a:lnTo>
                    <a:pt x="10502138" y="50177"/>
                  </a:lnTo>
                  <a:lnTo>
                    <a:pt x="10484523" y="24066"/>
                  </a:lnTo>
                  <a:lnTo>
                    <a:pt x="10458412" y="6451"/>
                  </a:lnTo>
                  <a:lnTo>
                    <a:pt x="10426421" y="0"/>
                  </a:lnTo>
                  <a:lnTo>
                    <a:pt x="9900564" y="0"/>
                  </a:lnTo>
                  <a:lnTo>
                    <a:pt x="9868586" y="6451"/>
                  </a:lnTo>
                  <a:lnTo>
                    <a:pt x="9842462" y="24066"/>
                  </a:lnTo>
                  <a:lnTo>
                    <a:pt x="9824860" y="50177"/>
                  </a:lnTo>
                  <a:lnTo>
                    <a:pt x="9818395" y="82156"/>
                  </a:lnTo>
                  <a:lnTo>
                    <a:pt x="9818395" y="133210"/>
                  </a:lnTo>
                  <a:lnTo>
                    <a:pt x="9824860" y="165201"/>
                  </a:lnTo>
                  <a:lnTo>
                    <a:pt x="9842462" y="191312"/>
                  </a:lnTo>
                  <a:lnTo>
                    <a:pt x="9868586" y="208927"/>
                  </a:lnTo>
                  <a:lnTo>
                    <a:pt x="9900564" y="215379"/>
                  </a:lnTo>
                  <a:lnTo>
                    <a:pt x="10426421" y="215379"/>
                  </a:lnTo>
                  <a:lnTo>
                    <a:pt x="10458412" y="208927"/>
                  </a:lnTo>
                  <a:lnTo>
                    <a:pt x="10484523" y="191312"/>
                  </a:lnTo>
                  <a:lnTo>
                    <a:pt x="10502138" y="165201"/>
                  </a:lnTo>
                  <a:lnTo>
                    <a:pt x="10508602" y="133210"/>
                  </a:lnTo>
                  <a:lnTo>
                    <a:pt x="10508602" y="82156"/>
                  </a:lnTo>
                  <a:close/>
                </a:path>
                <a:path w="11612244" h="958215">
                  <a:moveTo>
                    <a:pt x="10878782" y="328180"/>
                  </a:moveTo>
                  <a:lnTo>
                    <a:pt x="10872330" y="296202"/>
                  </a:lnTo>
                  <a:lnTo>
                    <a:pt x="10854715" y="270078"/>
                  </a:lnTo>
                  <a:lnTo>
                    <a:pt x="10828592" y="252476"/>
                  </a:lnTo>
                  <a:lnTo>
                    <a:pt x="10796613" y="246024"/>
                  </a:lnTo>
                  <a:lnTo>
                    <a:pt x="10270757" y="246024"/>
                  </a:lnTo>
                  <a:lnTo>
                    <a:pt x="10238765" y="252476"/>
                  </a:lnTo>
                  <a:lnTo>
                    <a:pt x="10212654" y="270078"/>
                  </a:lnTo>
                  <a:lnTo>
                    <a:pt x="10195039" y="296202"/>
                  </a:lnTo>
                  <a:lnTo>
                    <a:pt x="10188575" y="328180"/>
                  </a:lnTo>
                  <a:lnTo>
                    <a:pt x="10188575" y="379234"/>
                  </a:lnTo>
                  <a:lnTo>
                    <a:pt x="10195039" y="411226"/>
                  </a:lnTo>
                  <a:lnTo>
                    <a:pt x="10212654" y="437337"/>
                  </a:lnTo>
                  <a:lnTo>
                    <a:pt x="10238765" y="454952"/>
                  </a:lnTo>
                  <a:lnTo>
                    <a:pt x="10270757" y="461403"/>
                  </a:lnTo>
                  <a:lnTo>
                    <a:pt x="10796613" y="461403"/>
                  </a:lnTo>
                  <a:lnTo>
                    <a:pt x="10828592" y="454952"/>
                  </a:lnTo>
                  <a:lnTo>
                    <a:pt x="10854715" y="437337"/>
                  </a:lnTo>
                  <a:lnTo>
                    <a:pt x="10872330" y="411226"/>
                  </a:lnTo>
                  <a:lnTo>
                    <a:pt x="10878782" y="379234"/>
                  </a:lnTo>
                  <a:lnTo>
                    <a:pt x="10878782" y="328180"/>
                  </a:lnTo>
                  <a:close/>
                </a:path>
                <a:path w="11612244" h="958215">
                  <a:moveTo>
                    <a:pt x="11235373" y="578446"/>
                  </a:moveTo>
                  <a:lnTo>
                    <a:pt x="11228908" y="546468"/>
                  </a:lnTo>
                  <a:lnTo>
                    <a:pt x="11211306" y="520344"/>
                  </a:lnTo>
                  <a:lnTo>
                    <a:pt x="11185182" y="502742"/>
                  </a:lnTo>
                  <a:lnTo>
                    <a:pt x="11153191" y="496277"/>
                  </a:lnTo>
                  <a:lnTo>
                    <a:pt x="10627335" y="496277"/>
                  </a:lnTo>
                  <a:lnTo>
                    <a:pt x="10595356" y="502742"/>
                  </a:lnTo>
                  <a:lnTo>
                    <a:pt x="10569232" y="520344"/>
                  </a:lnTo>
                  <a:lnTo>
                    <a:pt x="10551617" y="546468"/>
                  </a:lnTo>
                  <a:lnTo>
                    <a:pt x="10545166" y="578446"/>
                  </a:lnTo>
                  <a:lnTo>
                    <a:pt x="10545166" y="629488"/>
                  </a:lnTo>
                  <a:lnTo>
                    <a:pt x="10551617" y="661479"/>
                  </a:lnTo>
                  <a:lnTo>
                    <a:pt x="10569232" y="687603"/>
                  </a:lnTo>
                  <a:lnTo>
                    <a:pt x="10595356" y="705205"/>
                  </a:lnTo>
                  <a:lnTo>
                    <a:pt x="10627335" y="711669"/>
                  </a:lnTo>
                  <a:lnTo>
                    <a:pt x="11153191" y="711669"/>
                  </a:lnTo>
                  <a:lnTo>
                    <a:pt x="11185182" y="705205"/>
                  </a:lnTo>
                  <a:lnTo>
                    <a:pt x="11211306" y="687603"/>
                  </a:lnTo>
                  <a:lnTo>
                    <a:pt x="11228908" y="661492"/>
                  </a:lnTo>
                  <a:lnTo>
                    <a:pt x="11235373" y="629500"/>
                  </a:lnTo>
                  <a:lnTo>
                    <a:pt x="11235373" y="578446"/>
                  </a:lnTo>
                  <a:close/>
                </a:path>
                <a:path w="11612244" h="958215">
                  <a:moveTo>
                    <a:pt x="11235373" y="82156"/>
                  </a:moveTo>
                  <a:lnTo>
                    <a:pt x="11228908" y="50177"/>
                  </a:lnTo>
                  <a:lnTo>
                    <a:pt x="11211293" y="24066"/>
                  </a:lnTo>
                  <a:lnTo>
                    <a:pt x="11185182" y="6451"/>
                  </a:lnTo>
                  <a:lnTo>
                    <a:pt x="11153191" y="0"/>
                  </a:lnTo>
                  <a:lnTo>
                    <a:pt x="10627335" y="0"/>
                  </a:lnTo>
                  <a:lnTo>
                    <a:pt x="10595356" y="6451"/>
                  </a:lnTo>
                  <a:lnTo>
                    <a:pt x="10569232" y="24066"/>
                  </a:lnTo>
                  <a:lnTo>
                    <a:pt x="10551617" y="50177"/>
                  </a:lnTo>
                  <a:lnTo>
                    <a:pt x="10545166" y="82156"/>
                  </a:lnTo>
                  <a:lnTo>
                    <a:pt x="10545166" y="133210"/>
                  </a:lnTo>
                  <a:lnTo>
                    <a:pt x="10551617" y="165201"/>
                  </a:lnTo>
                  <a:lnTo>
                    <a:pt x="10569232" y="191312"/>
                  </a:lnTo>
                  <a:lnTo>
                    <a:pt x="10595356" y="208927"/>
                  </a:lnTo>
                  <a:lnTo>
                    <a:pt x="10627335" y="215379"/>
                  </a:lnTo>
                  <a:lnTo>
                    <a:pt x="11153191" y="215379"/>
                  </a:lnTo>
                  <a:lnTo>
                    <a:pt x="11185182" y="208927"/>
                  </a:lnTo>
                  <a:lnTo>
                    <a:pt x="11211293" y="191312"/>
                  </a:lnTo>
                  <a:lnTo>
                    <a:pt x="11228908" y="165201"/>
                  </a:lnTo>
                  <a:lnTo>
                    <a:pt x="11235373" y="133210"/>
                  </a:lnTo>
                  <a:lnTo>
                    <a:pt x="11235373" y="82156"/>
                  </a:lnTo>
                  <a:close/>
                </a:path>
                <a:path w="11612244" h="958215">
                  <a:moveTo>
                    <a:pt x="11605552" y="328180"/>
                  </a:moveTo>
                  <a:lnTo>
                    <a:pt x="11599101" y="296202"/>
                  </a:lnTo>
                  <a:lnTo>
                    <a:pt x="11581486" y="270078"/>
                  </a:lnTo>
                  <a:lnTo>
                    <a:pt x="11555362" y="252476"/>
                  </a:lnTo>
                  <a:lnTo>
                    <a:pt x="11523383" y="246024"/>
                  </a:lnTo>
                  <a:lnTo>
                    <a:pt x="10997527" y="246024"/>
                  </a:lnTo>
                  <a:lnTo>
                    <a:pt x="10965536" y="252476"/>
                  </a:lnTo>
                  <a:lnTo>
                    <a:pt x="10939424" y="270078"/>
                  </a:lnTo>
                  <a:lnTo>
                    <a:pt x="10921810" y="296202"/>
                  </a:lnTo>
                  <a:lnTo>
                    <a:pt x="10915358" y="328180"/>
                  </a:lnTo>
                  <a:lnTo>
                    <a:pt x="10915358" y="379234"/>
                  </a:lnTo>
                  <a:lnTo>
                    <a:pt x="10921810" y="411226"/>
                  </a:lnTo>
                  <a:lnTo>
                    <a:pt x="10939424" y="437337"/>
                  </a:lnTo>
                  <a:lnTo>
                    <a:pt x="10965536" y="454952"/>
                  </a:lnTo>
                  <a:lnTo>
                    <a:pt x="10997527" y="461403"/>
                  </a:lnTo>
                  <a:lnTo>
                    <a:pt x="11523383" y="461403"/>
                  </a:lnTo>
                  <a:lnTo>
                    <a:pt x="11555362" y="454952"/>
                  </a:lnTo>
                  <a:lnTo>
                    <a:pt x="11581486" y="437337"/>
                  </a:lnTo>
                  <a:lnTo>
                    <a:pt x="11599101" y="411226"/>
                  </a:lnTo>
                  <a:lnTo>
                    <a:pt x="11605552" y="379234"/>
                  </a:lnTo>
                  <a:lnTo>
                    <a:pt x="11605552" y="328180"/>
                  </a:lnTo>
                  <a:close/>
                </a:path>
                <a:path w="11612244" h="958215">
                  <a:moveTo>
                    <a:pt x="11612156" y="578446"/>
                  </a:moveTo>
                  <a:lnTo>
                    <a:pt x="11605705" y="546468"/>
                  </a:lnTo>
                  <a:lnTo>
                    <a:pt x="11588090" y="520344"/>
                  </a:lnTo>
                  <a:lnTo>
                    <a:pt x="11561966" y="502742"/>
                  </a:lnTo>
                  <a:lnTo>
                    <a:pt x="11529987" y="496277"/>
                  </a:lnTo>
                  <a:lnTo>
                    <a:pt x="11354105" y="496277"/>
                  </a:lnTo>
                  <a:lnTo>
                    <a:pt x="11322126" y="502742"/>
                  </a:lnTo>
                  <a:lnTo>
                    <a:pt x="11296002" y="520344"/>
                  </a:lnTo>
                  <a:lnTo>
                    <a:pt x="11278387" y="546468"/>
                  </a:lnTo>
                  <a:lnTo>
                    <a:pt x="11271923" y="578446"/>
                  </a:lnTo>
                  <a:lnTo>
                    <a:pt x="11271923" y="629488"/>
                  </a:lnTo>
                  <a:lnTo>
                    <a:pt x="11278387" y="661479"/>
                  </a:lnTo>
                  <a:lnTo>
                    <a:pt x="11296002" y="687603"/>
                  </a:lnTo>
                  <a:lnTo>
                    <a:pt x="11322126" y="705205"/>
                  </a:lnTo>
                  <a:lnTo>
                    <a:pt x="11354105" y="711669"/>
                  </a:lnTo>
                  <a:lnTo>
                    <a:pt x="11529987" y="711669"/>
                  </a:lnTo>
                  <a:lnTo>
                    <a:pt x="11561966" y="705205"/>
                  </a:lnTo>
                  <a:lnTo>
                    <a:pt x="11588090" y="687603"/>
                  </a:lnTo>
                  <a:lnTo>
                    <a:pt x="11605705" y="661492"/>
                  </a:lnTo>
                  <a:lnTo>
                    <a:pt x="11612156" y="629500"/>
                  </a:lnTo>
                  <a:lnTo>
                    <a:pt x="11612156" y="578446"/>
                  </a:lnTo>
                  <a:close/>
                </a:path>
                <a:path w="11612244" h="958215">
                  <a:moveTo>
                    <a:pt x="11612156" y="82156"/>
                  </a:moveTo>
                  <a:lnTo>
                    <a:pt x="11605705" y="50177"/>
                  </a:lnTo>
                  <a:lnTo>
                    <a:pt x="11588090" y="24066"/>
                  </a:lnTo>
                  <a:lnTo>
                    <a:pt x="11561966" y="6451"/>
                  </a:lnTo>
                  <a:lnTo>
                    <a:pt x="11529987" y="0"/>
                  </a:lnTo>
                  <a:lnTo>
                    <a:pt x="11354105" y="0"/>
                  </a:lnTo>
                  <a:lnTo>
                    <a:pt x="11322126" y="6451"/>
                  </a:lnTo>
                  <a:lnTo>
                    <a:pt x="11296002" y="24066"/>
                  </a:lnTo>
                  <a:lnTo>
                    <a:pt x="11278400" y="50177"/>
                  </a:lnTo>
                  <a:lnTo>
                    <a:pt x="11271936" y="82156"/>
                  </a:lnTo>
                  <a:lnTo>
                    <a:pt x="11271936" y="133210"/>
                  </a:lnTo>
                  <a:lnTo>
                    <a:pt x="11278400" y="165201"/>
                  </a:lnTo>
                  <a:lnTo>
                    <a:pt x="11296002" y="191312"/>
                  </a:lnTo>
                  <a:lnTo>
                    <a:pt x="11322126" y="208927"/>
                  </a:lnTo>
                  <a:lnTo>
                    <a:pt x="11354105" y="215379"/>
                  </a:lnTo>
                  <a:lnTo>
                    <a:pt x="11529987" y="215379"/>
                  </a:lnTo>
                  <a:lnTo>
                    <a:pt x="11561966" y="208927"/>
                  </a:lnTo>
                  <a:lnTo>
                    <a:pt x="11588090" y="191312"/>
                  </a:lnTo>
                  <a:lnTo>
                    <a:pt x="11605705" y="165201"/>
                  </a:lnTo>
                  <a:lnTo>
                    <a:pt x="11612156" y="133210"/>
                  </a:lnTo>
                  <a:lnTo>
                    <a:pt x="11612156" y="82156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317237" y="8884151"/>
              <a:ext cx="11289665" cy="25400"/>
            </a:xfrm>
            <a:custGeom>
              <a:avLst/>
              <a:gdLst/>
              <a:ahLst/>
              <a:cxnLst/>
              <a:rect l="l" t="t" r="r" b="b"/>
              <a:pathLst>
                <a:path w="11289665" h="25400">
                  <a:moveTo>
                    <a:pt x="11283949" y="0"/>
                  </a:moveTo>
                  <a:lnTo>
                    <a:pt x="5570" y="0"/>
                  </a:lnTo>
                  <a:lnTo>
                    <a:pt x="0" y="5570"/>
                  </a:lnTo>
                  <a:lnTo>
                    <a:pt x="0" y="19203"/>
                  </a:lnTo>
                  <a:lnTo>
                    <a:pt x="5570" y="24784"/>
                  </a:lnTo>
                  <a:lnTo>
                    <a:pt x="11277133" y="24784"/>
                  </a:lnTo>
                  <a:lnTo>
                    <a:pt x="11283949" y="24784"/>
                  </a:lnTo>
                  <a:lnTo>
                    <a:pt x="11289530" y="19203"/>
                  </a:lnTo>
                  <a:lnTo>
                    <a:pt x="11289530" y="5570"/>
                  </a:lnTo>
                  <a:lnTo>
                    <a:pt x="11283949" y="0"/>
                  </a:lnTo>
                  <a:close/>
                </a:path>
              </a:pathLst>
            </a:custGeom>
            <a:solidFill>
              <a:srgbClr val="2831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822186" y="7970869"/>
              <a:ext cx="3662679" cy="989330"/>
            </a:xfrm>
            <a:custGeom>
              <a:avLst/>
              <a:gdLst/>
              <a:ahLst/>
              <a:cxnLst/>
              <a:rect l="l" t="t" r="r" b="b"/>
              <a:pathLst>
                <a:path w="3662679" h="989329">
                  <a:moveTo>
                    <a:pt x="1986884" y="0"/>
                  </a:moveTo>
                  <a:lnTo>
                    <a:pt x="1944524" y="1749"/>
                  </a:lnTo>
                  <a:lnTo>
                    <a:pt x="1900792" y="5750"/>
                  </a:lnTo>
                  <a:lnTo>
                    <a:pt x="1855778" y="11908"/>
                  </a:lnTo>
                  <a:lnTo>
                    <a:pt x="1809571" y="20131"/>
                  </a:lnTo>
                  <a:lnTo>
                    <a:pt x="1762262" y="30327"/>
                  </a:lnTo>
                  <a:lnTo>
                    <a:pt x="1713941" y="42402"/>
                  </a:lnTo>
                  <a:lnTo>
                    <a:pt x="1664698" y="56262"/>
                  </a:lnTo>
                  <a:lnTo>
                    <a:pt x="1614623" y="71817"/>
                  </a:lnTo>
                  <a:lnTo>
                    <a:pt x="1563806" y="88972"/>
                  </a:lnTo>
                  <a:lnTo>
                    <a:pt x="1512336" y="107634"/>
                  </a:lnTo>
                  <a:lnTo>
                    <a:pt x="1460305" y="127711"/>
                  </a:lnTo>
                  <a:lnTo>
                    <a:pt x="1407803" y="149111"/>
                  </a:lnTo>
                  <a:lnTo>
                    <a:pt x="1354918" y="171739"/>
                  </a:lnTo>
                  <a:lnTo>
                    <a:pt x="1301742" y="195503"/>
                  </a:lnTo>
                  <a:lnTo>
                    <a:pt x="1248364" y="220310"/>
                  </a:lnTo>
                  <a:lnTo>
                    <a:pt x="1194875" y="246068"/>
                  </a:lnTo>
                  <a:lnTo>
                    <a:pt x="1141364" y="272683"/>
                  </a:lnTo>
                  <a:lnTo>
                    <a:pt x="1087922" y="300063"/>
                  </a:lnTo>
                  <a:lnTo>
                    <a:pt x="1034638" y="328114"/>
                  </a:lnTo>
                  <a:lnTo>
                    <a:pt x="981604" y="356744"/>
                  </a:lnTo>
                  <a:lnTo>
                    <a:pt x="928908" y="385860"/>
                  </a:lnTo>
                  <a:lnTo>
                    <a:pt x="876640" y="415369"/>
                  </a:lnTo>
                  <a:lnTo>
                    <a:pt x="824892" y="445178"/>
                  </a:lnTo>
                  <a:lnTo>
                    <a:pt x="773753" y="475194"/>
                  </a:lnTo>
                  <a:lnTo>
                    <a:pt x="723312" y="505324"/>
                  </a:lnTo>
                  <a:lnTo>
                    <a:pt x="673661" y="535476"/>
                  </a:lnTo>
                  <a:lnTo>
                    <a:pt x="624889" y="565556"/>
                  </a:lnTo>
                  <a:lnTo>
                    <a:pt x="577086" y="595472"/>
                  </a:lnTo>
                  <a:lnTo>
                    <a:pt x="530343" y="625131"/>
                  </a:lnTo>
                  <a:lnTo>
                    <a:pt x="484748" y="654440"/>
                  </a:lnTo>
                  <a:lnTo>
                    <a:pt x="440394" y="683305"/>
                  </a:lnTo>
                  <a:lnTo>
                    <a:pt x="397368" y="711635"/>
                  </a:lnTo>
                  <a:lnTo>
                    <a:pt x="355762" y="739336"/>
                  </a:lnTo>
                  <a:lnTo>
                    <a:pt x="315666" y="766315"/>
                  </a:lnTo>
                  <a:lnTo>
                    <a:pt x="240363" y="817737"/>
                  </a:lnTo>
                  <a:lnTo>
                    <a:pt x="172179" y="865157"/>
                  </a:lnTo>
                  <a:lnTo>
                    <a:pt x="111834" y="907833"/>
                  </a:lnTo>
                  <a:lnTo>
                    <a:pt x="60050" y="945021"/>
                  </a:lnTo>
                  <a:lnTo>
                    <a:pt x="0" y="988888"/>
                  </a:lnTo>
                  <a:lnTo>
                    <a:pt x="3662087" y="988888"/>
                  </a:lnTo>
                  <a:lnTo>
                    <a:pt x="3592473" y="923875"/>
                  </a:lnTo>
                  <a:lnTo>
                    <a:pt x="3536411" y="872845"/>
                  </a:lnTo>
                  <a:lnTo>
                    <a:pt x="3505720" y="845377"/>
                  </a:lnTo>
                  <a:lnTo>
                    <a:pt x="3473358" y="816764"/>
                  </a:lnTo>
                  <a:lnTo>
                    <a:pt x="3439405" y="787124"/>
                  </a:lnTo>
                  <a:lnTo>
                    <a:pt x="3403939" y="756573"/>
                  </a:lnTo>
                  <a:lnTo>
                    <a:pt x="3367039" y="725230"/>
                  </a:lnTo>
                  <a:lnTo>
                    <a:pt x="3328781" y="693213"/>
                  </a:lnTo>
                  <a:lnTo>
                    <a:pt x="3289246" y="660639"/>
                  </a:lnTo>
                  <a:lnTo>
                    <a:pt x="3248510" y="627625"/>
                  </a:lnTo>
                  <a:lnTo>
                    <a:pt x="3206653" y="594290"/>
                  </a:lnTo>
                  <a:lnTo>
                    <a:pt x="3163753" y="560751"/>
                  </a:lnTo>
                  <a:lnTo>
                    <a:pt x="3119887" y="527126"/>
                  </a:lnTo>
                  <a:lnTo>
                    <a:pt x="3075134" y="493532"/>
                  </a:lnTo>
                  <a:lnTo>
                    <a:pt x="3029573" y="460087"/>
                  </a:lnTo>
                  <a:lnTo>
                    <a:pt x="2983281" y="426908"/>
                  </a:lnTo>
                  <a:lnTo>
                    <a:pt x="2936338" y="394114"/>
                  </a:lnTo>
                  <a:lnTo>
                    <a:pt x="2888820" y="361823"/>
                  </a:lnTo>
                  <a:lnTo>
                    <a:pt x="2840807" y="330150"/>
                  </a:lnTo>
                  <a:lnTo>
                    <a:pt x="2792377" y="299216"/>
                  </a:lnTo>
                  <a:lnTo>
                    <a:pt x="2743608" y="269136"/>
                  </a:lnTo>
                  <a:lnTo>
                    <a:pt x="2694578" y="240028"/>
                  </a:lnTo>
                  <a:lnTo>
                    <a:pt x="2645366" y="212012"/>
                  </a:lnTo>
                  <a:lnTo>
                    <a:pt x="2596050" y="185203"/>
                  </a:lnTo>
                  <a:lnTo>
                    <a:pt x="2546707" y="159719"/>
                  </a:lnTo>
                  <a:lnTo>
                    <a:pt x="2497734" y="135828"/>
                  </a:lnTo>
                  <a:lnTo>
                    <a:pt x="2448889" y="113474"/>
                  </a:lnTo>
                  <a:lnTo>
                    <a:pt x="2400250" y="92774"/>
                  </a:lnTo>
                  <a:lnTo>
                    <a:pt x="2351894" y="73844"/>
                  </a:lnTo>
                  <a:lnTo>
                    <a:pt x="2303898" y="56798"/>
                  </a:lnTo>
                  <a:lnTo>
                    <a:pt x="2256338" y="41754"/>
                  </a:lnTo>
                  <a:lnTo>
                    <a:pt x="2209292" y="28825"/>
                  </a:lnTo>
                  <a:lnTo>
                    <a:pt x="2162836" y="18130"/>
                  </a:lnTo>
                  <a:lnTo>
                    <a:pt x="2117047" y="9782"/>
                  </a:lnTo>
                  <a:lnTo>
                    <a:pt x="2072003" y="3898"/>
                  </a:lnTo>
                  <a:lnTo>
                    <a:pt x="2027781" y="593"/>
                  </a:lnTo>
                  <a:lnTo>
                    <a:pt x="1986884" y="0"/>
                  </a:lnTo>
                  <a:close/>
                </a:path>
              </a:pathLst>
            </a:custGeom>
            <a:solidFill>
              <a:srgbClr val="F1C6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146774" y="6501611"/>
              <a:ext cx="1123950" cy="2141220"/>
            </a:xfrm>
            <a:custGeom>
              <a:avLst/>
              <a:gdLst/>
              <a:ahLst/>
              <a:cxnLst/>
              <a:rect l="l" t="t" r="r" b="b"/>
              <a:pathLst>
                <a:path w="1123950" h="2141220">
                  <a:moveTo>
                    <a:pt x="40984" y="0"/>
                  </a:moveTo>
                  <a:lnTo>
                    <a:pt x="24853" y="3497"/>
                  </a:lnTo>
                  <a:lnTo>
                    <a:pt x="11376" y="13023"/>
                  </a:lnTo>
                  <a:lnTo>
                    <a:pt x="2858" y="26550"/>
                  </a:lnTo>
                  <a:lnTo>
                    <a:pt x="0" y="42277"/>
                  </a:lnTo>
                  <a:lnTo>
                    <a:pt x="3503" y="58406"/>
                  </a:lnTo>
                  <a:lnTo>
                    <a:pt x="686100" y="1609825"/>
                  </a:lnTo>
                  <a:lnTo>
                    <a:pt x="659020" y="1637518"/>
                  </a:lnTo>
                  <a:lnTo>
                    <a:pt x="638044" y="1672308"/>
                  </a:lnTo>
                  <a:lnTo>
                    <a:pt x="623385" y="1713099"/>
                  </a:lnTo>
                  <a:lnTo>
                    <a:pt x="615255" y="1758797"/>
                  </a:lnTo>
                  <a:lnTo>
                    <a:pt x="613869" y="1808307"/>
                  </a:lnTo>
                  <a:lnTo>
                    <a:pt x="619437" y="1860533"/>
                  </a:lnTo>
                  <a:lnTo>
                    <a:pt x="632173" y="1914382"/>
                  </a:lnTo>
                  <a:lnTo>
                    <a:pt x="652290" y="1968757"/>
                  </a:lnTo>
                  <a:lnTo>
                    <a:pt x="719983" y="2122559"/>
                  </a:lnTo>
                  <a:lnTo>
                    <a:pt x="729177" y="2140730"/>
                  </a:lnTo>
                  <a:lnTo>
                    <a:pt x="1123658" y="1967165"/>
                  </a:lnTo>
                  <a:lnTo>
                    <a:pt x="1049817" y="1793840"/>
                  </a:lnTo>
                  <a:lnTo>
                    <a:pt x="1023401" y="1742406"/>
                  </a:lnTo>
                  <a:lnTo>
                    <a:pt x="992399" y="1696739"/>
                  </a:lnTo>
                  <a:lnTo>
                    <a:pt x="957746" y="1657422"/>
                  </a:lnTo>
                  <a:lnTo>
                    <a:pt x="920377" y="1625038"/>
                  </a:lnTo>
                  <a:lnTo>
                    <a:pt x="881228" y="1600169"/>
                  </a:lnTo>
                  <a:lnTo>
                    <a:pt x="841234" y="1583397"/>
                  </a:lnTo>
                  <a:lnTo>
                    <a:pt x="801331" y="1575305"/>
                  </a:lnTo>
                  <a:lnTo>
                    <a:pt x="762454" y="1576475"/>
                  </a:lnTo>
                  <a:lnTo>
                    <a:pt x="79763" y="24858"/>
                  </a:lnTo>
                  <a:lnTo>
                    <a:pt x="70241" y="11381"/>
                  </a:lnTo>
                  <a:lnTo>
                    <a:pt x="56714" y="2861"/>
                  </a:lnTo>
                  <a:lnTo>
                    <a:pt x="40984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675615" y="8295972"/>
              <a:ext cx="920115" cy="377825"/>
            </a:xfrm>
            <a:custGeom>
              <a:avLst/>
              <a:gdLst/>
              <a:ahLst/>
              <a:cxnLst/>
              <a:rect l="l" t="t" r="r" b="b"/>
              <a:pathLst>
                <a:path w="920114" h="377825">
                  <a:moveTo>
                    <a:pt x="589098" y="0"/>
                  </a:moveTo>
                  <a:lnTo>
                    <a:pt x="375458" y="34667"/>
                  </a:lnTo>
                  <a:lnTo>
                    <a:pt x="0" y="128972"/>
                  </a:lnTo>
                  <a:lnTo>
                    <a:pt x="744741" y="377216"/>
                  </a:lnTo>
                  <a:lnTo>
                    <a:pt x="790016" y="352669"/>
                  </a:lnTo>
                  <a:lnTo>
                    <a:pt x="874201" y="288484"/>
                  </a:lnTo>
                  <a:lnTo>
                    <a:pt x="919838" y="198845"/>
                  </a:lnTo>
                  <a:lnTo>
                    <a:pt x="849471" y="97936"/>
                  </a:lnTo>
                  <a:lnTo>
                    <a:pt x="720556" y="22059"/>
                  </a:lnTo>
                  <a:lnTo>
                    <a:pt x="589098" y="0"/>
                  </a:lnTo>
                  <a:close/>
                </a:path>
              </a:pathLst>
            </a:custGeom>
            <a:solidFill>
              <a:srgbClr val="F1C6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2306121" y="8042351"/>
              <a:ext cx="5677535" cy="868044"/>
            </a:xfrm>
            <a:custGeom>
              <a:avLst/>
              <a:gdLst/>
              <a:ahLst/>
              <a:cxnLst/>
              <a:rect l="l" t="t" r="r" b="b"/>
              <a:pathLst>
                <a:path w="5677534" h="868045">
                  <a:moveTo>
                    <a:pt x="3101239" y="0"/>
                  </a:moveTo>
                  <a:lnTo>
                    <a:pt x="3057723" y="361"/>
                  </a:lnTo>
                  <a:lnTo>
                    <a:pt x="3013200" y="1644"/>
                  </a:lnTo>
                  <a:lnTo>
                    <a:pt x="2967711" y="3824"/>
                  </a:lnTo>
                  <a:lnTo>
                    <a:pt x="2921301" y="6875"/>
                  </a:lnTo>
                  <a:lnTo>
                    <a:pt x="2874011" y="10772"/>
                  </a:lnTo>
                  <a:lnTo>
                    <a:pt x="2825884" y="15492"/>
                  </a:lnTo>
                  <a:lnTo>
                    <a:pt x="2776963" y="21008"/>
                  </a:lnTo>
                  <a:lnTo>
                    <a:pt x="2727290" y="27295"/>
                  </a:lnTo>
                  <a:lnTo>
                    <a:pt x="2676909" y="34329"/>
                  </a:lnTo>
                  <a:lnTo>
                    <a:pt x="2625861" y="42085"/>
                  </a:lnTo>
                  <a:lnTo>
                    <a:pt x="2574190" y="50538"/>
                  </a:lnTo>
                  <a:lnTo>
                    <a:pt x="2521938" y="59663"/>
                  </a:lnTo>
                  <a:lnTo>
                    <a:pt x="2469148" y="69434"/>
                  </a:lnTo>
                  <a:lnTo>
                    <a:pt x="2415862" y="79827"/>
                  </a:lnTo>
                  <a:lnTo>
                    <a:pt x="2362124" y="90817"/>
                  </a:lnTo>
                  <a:lnTo>
                    <a:pt x="2307975" y="102378"/>
                  </a:lnTo>
                  <a:lnTo>
                    <a:pt x="2253459" y="114487"/>
                  </a:lnTo>
                  <a:lnTo>
                    <a:pt x="2198618" y="127118"/>
                  </a:lnTo>
                  <a:lnTo>
                    <a:pt x="2143494" y="140245"/>
                  </a:lnTo>
                  <a:lnTo>
                    <a:pt x="2084116" y="154854"/>
                  </a:lnTo>
                  <a:lnTo>
                    <a:pt x="2024515" y="169975"/>
                  </a:lnTo>
                  <a:lnTo>
                    <a:pt x="1964746" y="185577"/>
                  </a:lnTo>
                  <a:lnTo>
                    <a:pt x="1904861" y="201630"/>
                  </a:lnTo>
                  <a:lnTo>
                    <a:pt x="1844913" y="218103"/>
                  </a:lnTo>
                  <a:lnTo>
                    <a:pt x="1784953" y="234964"/>
                  </a:lnTo>
                  <a:lnTo>
                    <a:pt x="1725036" y="252185"/>
                  </a:lnTo>
                  <a:lnTo>
                    <a:pt x="1665214" y="269732"/>
                  </a:lnTo>
                  <a:lnTo>
                    <a:pt x="1605539" y="287577"/>
                  </a:lnTo>
                  <a:lnTo>
                    <a:pt x="1546064" y="305687"/>
                  </a:lnTo>
                  <a:lnTo>
                    <a:pt x="1486842" y="324033"/>
                  </a:lnTo>
                  <a:lnTo>
                    <a:pt x="1427925" y="342583"/>
                  </a:lnTo>
                  <a:lnTo>
                    <a:pt x="1369367" y="361307"/>
                  </a:lnTo>
                  <a:lnTo>
                    <a:pt x="1311220" y="380173"/>
                  </a:lnTo>
                  <a:lnTo>
                    <a:pt x="1253536" y="399152"/>
                  </a:lnTo>
                  <a:lnTo>
                    <a:pt x="1196368" y="418212"/>
                  </a:lnTo>
                  <a:lnTo>
                    <a:pt x="1139770" y="437323"/>
                  </a:lnTo>
                  <a:lnTo>
                    <a:pt x="1083793" y="456453"/>
                  </a:lnTo>
                  <a:lnTo>
                    <a:pt x="973916" y="494650"/>
                  </a:lnTo>
                  <a:lnTo>
                    <a:pt x="867158" y="532557"/>
                  </a:lnTo>
                  <a:lnTo>
                    <a:pt x="763941" y="569927"/>
                  </a:lnTo>
                  <a:lnTo>
                    <a:pt x="664686" y="606515"/>
                  </a:lnTo>
                  <a:lnTo>
                    <a:pt x="569816" y="642074"/>
                  </a:lnTo>
                  <a:lnTo>
                    <a:pt x="479751" y="676358"/>
                  </a:lnTo>
                  <a:lnTo>
                    <a:pt x="354586" y="724854"/>
                  </a:lnTo>
                  <a:lnTo>
                    <a:pt x="242606" y="769097"/>
                  </a:lnTo>
                  <a:lnTo>
                    <a:pt x="116267" y="820034"/>
                  </a:lnTo>
                  <a:lnTo>
                    <a:pt x="0" y="867993"/>
                  </a:lnTo>
                  <a:lnTo>
                    <a:pt x="5677408" y="867993"/>
                  </a:lnTo>
                  <a:lnTo>
                    <a:pt x="5602429" y="828174"/>
                  </a:lnTo>
                  <a:lnTo>
                    <a:pt x="5513159" y="781797"/>
                  </a:lnTo>
                  <a:lnTo>
                    <a:pt x="5446312" y="747751"/>
                  </a:lnTo>
                  <a:lnTo>
                    <a:pt x="5374024" y="711564"/>
                  </a:lnTo>
                  <a:lnTo>
                    <a:pt x="5296659" y="673546"/>
                  </a:lnTo>
                  <a:lnTo>
                    <a:pt x="5214579" y="634007"/>
                  </a:lnTo>
                  <a:lnTo>
                    <a:pt x="5128150" y="593256"/>
                  </a:lnTo>
                  <a:lnTo>
                    <a:pt x="5083419" y="572523"/>
                  </a:lnTo>
                  <a:lnTo>
                    <a:pt x="5037736" y="551603"/>
                  </a:lnTo>
                  <a:lnTo>
                    <a:pt x="4991148" y="530535"/>
                  </a:lnTo>
                  <a:lnTo>
                    <a:pt x="4943700" y="509357"/>
                  </a:lnTo>
                  <a:lnTo>
                    <a:pt x="4895437" y="488109"/>
                  </a:lnTo>
                  <a:lnTo>
                    <a:pt x="4846406" y="466828"/>
                  </a:lnTo>
                  <a:lnTo>
                    <a:pt x="4796651" y="445555"/>
                  </a:lnTo>
                  <a:lnTo>
                    <a:pt x="4746219" y="424326"/>
                  </a:lnTo>
                  <a:lnTo>
                    <a:pt x="4695154" y="403182"/>
                  </a:lnTo>
                  <a:lnTo>
                    <a:pt x="4643502" y="382161"/>
                  </a:lnTo>
                  <a:lnTo>
                    <a:pt x="4591309" y="361301"/>
                  </a:lnTo>
                  <a:lnTo>
                    <a:pt x="4538619" y="340642"/>
                  </a:lnTo>
                  <a:lnTo>
                    <a:pt x="4485480" y="320221"/>
                  </a:lnTo>
                  <a:lnTo>
                    <a:pt x="4431935" y="300078"/>
                  </a:lnTo>
                  <a:lnTo>
                    <a:pt x="4378032" y="280252"/>
                  </a:lnTo>
                  <a:lnTo>
                    <a:pt x="4323814" y="260780"/>
                  </a:lnTo>
                  <a:lnTo>
                    <a:pt x="4269328" y="241702"/>
                  </a:lnTo>
                  <a:lnTo>
                    <a:pt x="4214619" y="223057"/>
                  </a:lnTo>
                  <a:lnTo>
                    <a:pt x="4159732" y="204883"/>
                  </a:lnTo>
                  <a:lnTo>
                    <a:pt x="4104714" y="187219"/>
                  </a:lnTo>
                  <a:lnTo>
                    <a:pt x="4049610" y="170103"/>
                  </a:lnTo>
                  <a:lnTo>
                    <a:pt x="3994464" y="153575"/>
                  </a:lnTo>
                  <a:lnTo>
                    <a:pt x="3939323" y="137673"/>
                  </a:lnTo>
                  <a:lnTo>
                    <a:pt x="3884232" y="122436"/>
                  </a:lnTo>
                  <a:lnTo>
                    <a:pt x="3829237" y="107902"/>
                  </a:lnTo>
                  <a:lnTo>
                    <a:pt x="3774383" y="94110"/>
                  </a:lnTo>
                  <a:lnTo>
                    <a:pt x="3719716" y="81099"/>
                  </a:lnTo>
                  <a:lnTo>
                    <a:pt x="3665280" y="68907"/>
                  </a:lnTo>
                  <a:lnTo>
                    <a:pt x="3611123" y="57574"/>
                  </a:lnTo>
                  <a:lnTo>
                    <a:pt x="3557288" y="47138"/>
                  </a:lnTo>
                  <a:lnTo>
                    <a:pt x="3503822" y="37637"/>
                  </a:lnTo>
                  <a:lnTo>
                    <a:pt x="3450771" y="29111"/>
                  </a:lnTo>
                  <a:lnTo>
                    <a:pt x="3398178" y="21598"/>
                  </a:lnTo>
                  <a:lnTo>
                    <a:pt x="3346091" y="15137"/>
                  </a:lnTo>
                  <a:lnTo>
                    <a:pt x="3294555" y="9766"/>
                  </a:lnTo>
                  <a:lnTo>
                    <a:pt x="3243615" y="5525"/>
                  </a:lnTo>
                  <a:lnTo>
                    <a:pt x="3193316" y="2451"/>
                  </a:lnTo>
                  <a:lnTo>
                    <a:pt x="3143705" y="584"/>
                  </a:lnTo>
                  <a:lnTo>
                    <a:pt x="3101239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446066" y="8166848"/>
              <a:ext cx="5677535" cy="868044"/>
            </a:xfrm>
            <a:custGeom>
              <a:avLst/>
              <a:gdLst/>
              <a:ahLst/>
              <a:cxnLst/>
              <a:rect l="l" t="t" r="r" b="b"/>
              <a:pathLst>
                <a:path w="5677534" h="868045">
                  <a:moveTo>
                    <a:pt x="3099076" y="0"/>
                  </a:moveTo>
                  <a:lnTo>
                    <a:pt x="3053290" y="456"/>
                  </a:lnTo>
                  <a:lnTo>
                    <a:pt x="3006399" y="1927"/>
                  </a:lnTo>
                  <a:lnTo>
                    <a:pt x="2958450" y="4381"/>
                  </a:lnTo>
                  <a:lnTo>
                    <a:pt x="2909494" y="7791"/>
                  </a:lnTo>
                  <a:lnTo>
                    <a:pt x="2859579" y="12128"/>
                  </a:lnTo>
                  <a:lnTo>
                    <a:pt x="2808756" y="17362"/>
                  </a:lnTo>
                  <a:lnTo>
                    <a:pt x="2757074" y="23465"/>
                  </a:lnTo>
                  <a:lnTo>
                    <a:pt x="2704583" y="30407"/>
                  </a:lnTo>
                  <a:lnTo>
                    <a:pt x="2651331" y="38161"/>
                  </a:lnTo>
                  <a:lnTo>
                    <a:pt x="2597369" y="46697"/>
                  </a:lnTo>
                  <a:lnTo>
                    <a:pt x="2542746" y="55986"/>
                  </a:lnTo>
                  <a:lnTo>
                    <a:pt x="2487511" y="65999"/>
                  </a:lnTo>
                  <a:lnTo>
                    <a:pt x="2431714" y="76707"/>
                  </a:lnTo>
                  <a:lnTo>
                    <a:pt x="2375404" y="88082"/>
                  </a:lnTo>
                  <a:lnTo>
                    <a:pt x="2318631" y="100095"/>
                  </a:lnTo>
                  <a:lnTo>
                    <a:pt x="2261444" y="112716"/>
                  </a:lnTo>
                  <a:lnTo>
                    <a:pt x="2203894" y="125917"/>
                  </a:lnTo>
                  <a:lnTo>
                    <a:pt x="2146028" y="139669"/>
                  </a:lnTo>
                  <a:lnTo>
                    <a:pt x="2087898" y="153943"/>
                  </a:lnTo>
                  <a:lnTo>
                    <a:pt x="2029551" y="168710"/>
                  </a:lnTo>
                  <a:lnTo>
                    <a:pt x="1971039" y="183942"/>
                  </a:lnTo>
                  <a:lnTo>
                    <a:pt x="1912409" y="199608"/>
                  </a:lnTo>
                  <a:lnTo>
                    <a:pt x="1853713" y="215681"/>
                  </a:lnTo>
                  <a:lnTo>
                    <a:pt x="1794999" y="232132"/>
                  </a:lnTo>
                  <a:lnTo>
                    <a:pt x="1736316" y="248931"/>
                  </a:lnTo>
                  <a:lnTo>
                    <a:pt x="1677715" y="266050"/>
                  </a:lnTo>
                  <a:lnTo>
                    <a:pt x="1619244" y="283459"/>
                  </a:lnTo>
                  <a:lnTo>
                    <a:pt x="1560954" y="301131"/>
                  </a:lnTo>
                  <a:lnTo>
                    <a:pt x="1502893" y="319036"/>
                  </a:lnTo>
                  <a:lnTo>
                    <a:pt x="1445111" y="337144"/>
                  </a:lnTo>
                  <a:lnTo>
                    <a:pt x="1387658" y="355429"/>
                  </a:lnTo>
                  <a:lnTo>
                    <a:pt x="1330584" y="373859"/>
                  </a:lnTo>
                  <a:lnTo>
                    <a:pt x="1273937" y="392407"/>
                  </a:lnTo>
                  <a:lnTo>
                    <a:pt x="1217767" y="411043"/>
                  </a:lnTo>
                  <a:lnTo>
                    <a:pt x="1162123" y="429739"/>
                  </a:lnTo>
                  <a:lnTo>
                    <a:pt x="1052614" y="467195"/>
                  </a:lnTo>
                  <a:lnTo>
                    <a:pt x="945806" y="504542"/>
                  </a:lnTo>
                  <a:lnTo>
                    <a:pt x="842094" y="541551"/>
                  </a:lnTo>
                  <a:lnTo>
                    <a:pt x="741874" y="577988"/>
                  </a:lnTo>
                  <a:lnTo>
                    <a:pt x="645542" y="613625"/>
                  </a:lnTo>
                  <a:lnTo>
                    <a:pt x="553494" y="648228"/>
                  </a:lnTo>
                  <a:lnTo>
                    <a:pt x="466126" y="681568"/>
                  </a:lnTo>
                  <a:lnTo>
                    <a:pt x="344714" y="728701"/>
                  </a:lnTo>
                  <a:lnTo>
                    <a:pt x="236060" y="771691"/>
                  </a:lnTo>
                  <a:lnTo>
                    <a:pt x="113341" y="821215"/>
                  </a:lnTo>
                  <a:lnTo>
                    <a:pt x="0" y="867993"/>
                  </a:lnTo>
                  <a:lnTo>
                    <a:pt x="5677408" y="867993"/>
                  </a:lnTo>
                  <a:lnTo>
                    <a:pt x="5598307" y="826006"/>
                  </a:lnTo>
                  <a:lnTo>
                    <a:pt x="5536777" y="793960"/>
                  </a:lnTo>
                  <a:lnTo>
                    <a:pt x="5468702" y="759087"/>
                  </a:lnTo>
                  <a:lnTo>
                    <a:pt x="5394502" y="721745"/>
                  </a:lnTo>
                  <a:lnTo>
                    <a:pt x="5314598" y="682292"/>
                  </a:lnTo>
                  <a:lnTo>
                    <a:pt x="5229411" y="641087"/>
                  </a:lnTo>
                  <a:lnTo>
                    <a:pt x="5184968" y="619939"/>
                  </a:lnTo>
                  <a:lnTo>
                    <a:pt x="5139361" y="598487"/>
                  </a:lnTo>
                  <a:lnTo>
                    <a:pt x="5092644" y="576777"/>
                  </a:lnTo>
                  <a:lnTo>
                    <a:pt x="5044870" y="554851"/>
                  </a:lnTo>
                  <a:lnTo>
                    <a:pt x="4996090" y="532756"/>
                  </a:lnTo>
                  <a:lnTo>
                    <a:pt x="4946357" y="510536"/>
                  </a:lnTo>
                  <a:lnTo>
                    <a:pt x="4895724" y="488236"/>
                  </a:lnTo>
                  <a:lnTo>
                    <a:pt x="4844244" y="465901"/>
                  </a:lnTo>
                  <a:lnTo>
                    <a:pt x="4791968" y="443575"/>
                  </a:lnTo>
                  <a:lnTo>
                    <a:pt x="4738951" y="421303"/>
                  </a:lnTo>
                  <a:lnTo>
                    <a:pt x="4685244" y="399131"/>
                  </a:lnTo>
                  <a:lnTo>
                    <a:pt x="4630899" y="377101"/>
                  </a:lnTo>
                  <a:lnTo>
                    <a:pt x="4575970" y="355260"/>
                  </a:lnTo>
                  <a:lnTo>
                    <a:pt x="4520509" y="333653"/>
                  </a:lnTo>
                  <a:lnTo>
                    <a:pt x="4464569" y="312323"/>
                  </a:lnTo>
                  <a:lnTo>
                    <a:pt x="4408202" y="291316"/>
                  </a:lnTo>
                  <a:lnTo>
                    <a:pt x="4351461" y="270676"/>
                  </a:lnTo>
                  <a:lnTo>
                    <a:pt x="4294398" y="250449"/>
                  </a:lnTo>
                  <a:lnTo>
                    <a:pt x="4237067" y="230678"/>
                  </a:lnTo>
                  <a:lnTo>
                    <a:pt x="4179519" y="211409"/>
                  </a:lnTo>
                  <a:lnTo>
                    <a:pt x="4121807" y="192687"/>
                  </a:lnTo>
                  <a:lnTo>
                    <a:pt x="4063984" y="174555"/>
                  </a:lnTo>
                  <a:lnTo>
                    <a:pt x="4006102" y="157060"/>
                  </a:lnTo>
                  <a:lnTo>
                    <a:pt x="3948214" y="140245"/>
                  </a:lnTo>
                  <a:lnTo>
                    <a:pt x="3896001" y="125688"/>
                  </a:lnTo>
                  <a:lnTo>
                    <a:pt x="3843864" y="111753"/>
                  </a:lnTo>
                  <a:lnTo>
                    <a:pt x="3791842" y="98475"/>
                  </a:lnTo>
                  <a:lnTo>
                    <a:pt x="3739975" y="85886"/>
                  </a:lnTo>
                  <a:lnTo>
                    <a:pt x="3688301" y="74019"/>
                  </a:lnTo>
                  <a:lnTo>
                    <a:pt x="3636858" y="62908"/>
                  </a:lnTo>
                  <a:lnTo>
                    <a:pt x="3585686" y="52584"/>
                  </a:lnTo>
                  <a:lnTo>
                    <a:pt x="3534824" y="43082"/>
                  </a:lnTo>
                  <a:lnTo>
                    <a:pt x="3484309" y="34434"/>
                  </a:lnTo>
                  <a:lnTo>
                    <a:pt x="3434181" y="26673"/>
                  </a:lnTo>
                  <a:lnTo>
                    <a:pt x="3384479" y="19832"/>
                  </a:lnTo>
                  <a:lnTo>
                    <a:pt x="3335241" y="13944"/>
                  </a:lnTo>
                  <a:lnTo>
                    <a:pt x="3286505" y="9043"/>
                  </a:lnTo>
                  <a:lnTo>
                    <a:pt x="3238312" y="5160"/>
                  </a:lnTo>
                  <a:lnTo>
                    <a:pt x="3190699" y="2330"/>
                  </a:lnTo>
                  <a:lnTo>
                    <a:pt x="3143705" y="585"/>
                  </a:lnTo>
                  <a:lnTo>
                    <a:pt x="3099076" y="0"/>
                  </a:lnTo>
                  <a:close/>
                </a:path>
              </a:pathLst>
            </a:custGeom>
            <a:solidFill>
              <a:srgbClr val="F1C6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986281" y="7970887"/>
              <a:ext cx="3662679" cy="989330"/>
            </a:xfrm>
            <a:custGeom>
              <a:avLst/>
              <a:gdLst/>
              <a:ahLst/>
              <a:cxnLst/>
              <a:rect l="l" t="t" r="r" b="b"/>
              <a:pathLst>
                <a:path w="3662679" h="989329">
                  <a:moveTo>
                    <a:pt x="1985358" y="0"/>
                  </a:moveTo>
                  <a:lnTo>
                    <a:pt x="1941367" y="1940"/>
                  </a:lnTo>
                  <a:lnTo>
                    <a:pt x="1895908" y="6292"/>
                  </a:lnTo>
                  <a:lnTo>
                    <a:pt x="1849080" y="12953"/>
                  </a:lnTo>
                  <a:lnTo>
                    <a:pt x="1800985" y="21820"/>
                  </a:lnTo>
                  <a:lnTo>
                    <a:pt x="1751723" y="32787"/>
                  </a:lnTo>
                  <a:lnTo>
                    <a:pt x="1701393" y="45753"/>
                  </a:lnTo>
                  <a:lnTo>
                    <a:pt x="1650096" y="60612"/>
                  </a:lnTo>
                  <a:lnTo>
                    <a:pt x="1597933" y="77263"/>
                  </a:lnTo>
                  <a:lnTo>
                    <a:pt x="1545003" y="95601"/>
                  </a:lnTo>
                  <a:lnTo>
                    <a:pt x="1491407" y="115522"/>
                  </a:lnTo>
                  <a:lnTo>
                    <a:pt x="1437245" y="136923"/>
                  </a:lnTo>
                  <a:lnTo>
                    <a:pt x="1382617" y="159701"/>
                  </a:lnTo>
                  <a:lnTo>
                    <a:pt x="1328713" y="183277"/>
                  </a:lnTo>
                  <a:lnTo>
                    <a:pt x="1274554" y="207978"/>
                  </a:lnTo>
                  <a:lnTo>
                    <a:pt x="1220234" y="233708"/>
                  </a:lnTo>
                  <a:lnTo>
                    <a:pt x="1165848" y="260369"/>
                  </a:lnTo>
                  <a:lnTo>
                    <a:pt x="1111490" y="287863"/>
                  </a:lnTo>
                  <a:lnTo>
                    <a:pt x="1057256" y="316092"/>
                  </a:lnTo>
                  <a:lnTo>
                    <a:pt x="1003239" y="344960"/>
                  </a:lnTo>
                  <a:lnTo>
                    <a:pt x="949534" y="374369"/>
                  </a:lnTo>
                  <a:lnTo>
                    <a:pt x="896236" y="404221"/>
                  </a:lnTo>
                  <a:lnTo>
                    <a:pt x="843438" y="434418"/>
                  </a:lnTo>
                  <a:lnTo>
                    <a:pt x="791237" y="464864"/>
                  </a:lnTo>
                  <a:lnTo>
                    <a:pt x="739725" y="495460"/>
                  </a:lnTo>
                  <a:lnTo>
                    <a:pt x="688998" y="526110"/>
                  </a:lnTo>
                  <a:lnTo>
                    <a:pt x="639151" y="556715"/>
                  </a:lnTo>
                  <a:lnTo>
                    <a:pt x="590277" y="587179"/>
                  </a:lnTo>
                  <a:lnTo>
                    <a:pt x="542471" y="617403"/>
                  </a:lnTo>
                  <a:lnTo>
                    <a:pt x="495828" y="647290"/>
                  </a:lnTo>
                  <a:lnTo>
                    <a:pt x="450443" y="676743"/>
                  </a:lnTo>
                  <a:lnTo>
                    <a:pt x="406409" y="705664"/>
                  </a:lnTo>
                  <a:lnTo>
                    <a:pt x="363822" y="733956"/>
                  </a:lnTo>
                  <a:lnTo>
                    <a:pt x="322776" y="761521"/>
                  </a:lnTo>
                  <a:lnTo>
                    <a:pt x="283365" y="788261"/>
                  </a:lnTo>
                  <a:lnTo>
                    <a:pt x="245684" y="814079"/>
                  </a:lnTo>
                  <a:lnTo>
                    <a:pt x="175890" y="862560"/>
                  </a:lnTo>
                  <a:lnTo>
                    <a:pt x="114150" y="906184"/>
                  </a:lnTo>
                  <a:lnTo>
                    <a:pt x="61220" y="944169"/>
                  </a:lnTo>
                  <a:lnTo>
                    <a:pt x="0" y="988869"/>
                  </a:lnTo>
                  <a:lnTo>
                    <a:pt x="3662087" y="988869"/>
                  </a:lnTo>
                  <a:lnTo>
                    <a:pt x="3592624" y="923998"/>
                  </a:lnTo>
                  <a:lnTo>
                    <a:pt x="3536691" y="873084"/>
                  </a:lnTo>
                  <a:lnTo>
                    <a:pt x="3506072" y="845678"/>
                  </a:lnTo>
                  <a:lnTo>
                    <a:pt x="3473787" y="817129"/>
                  </a:lnTo>
                  <a:lnTo>
                    <a:pt x="3439916" y="787554"/>
                  </a:lnTo>
                  <a:lnTo>
                    <a:pt x="3404535" y="757070"/>
                  </a:lnTo>
                  <a:lnTo>
                    <a:pt x="3367723" y="725795"/>
                  </a:lnTo>
                  <a:lnTo>
                    <a:pt x="3329558" y="693844"/>
                  </a:lnTo>
                  <a:lnTo>
                    <a:pt x="3290118" y="661336"/>
                  </a:lnTo>
                  <a:lnTo>
                    <a:pt x="3249479" y="628388"/>
                  </a:lnTo>
                  <a:lnTo>
                    <a:pt x="3207722" y="595115"/>
                  </a:lnTo>
                  <a:lnTo>
                    <a:pt x="3164922" y="561636"/>
                  </a:lnTo>
                  <a:lnTo>
                    <a:pt x="3121159" y="528068"/>
                  </a:lnTo>
                  <a:lnTo>
                    <a:pt x="3076509" y="494527"/>
                  </a:lnTo>
                  <a:lnTo>
                    <a:pt x="3031052" y="461132"/>
                  </a:lnTo>
                  <a:lnTo>
                    <a:pt x="2984865" y="427997"/>
                  </a:lnTo>
                  <a:lnTo>
                    <a:pt x="2938026" y="395242"/>
                  </a:lnTo>
                  <a:lnTo>
                    <a:pt x="2890612" y="362983"/>
                  </a:lnTo>
                  <a:lnTo>
                    <a:pt x="2842702" y="331336"/>
                  </a:lnTo>
                  <a:lnTo>
                    <a:pt x="2794373" y="300420"/>
                  </a:lnTo>
                  <a:lnTo>
                    <a:pt x="2745704" y="270351"/>
                  </a:lnTo>
                  <a:lnTo>
                    <a:pt x="2696772" y="241246"/>
                  </a:lnTo>
                  <a:lnTo>
                    <a:pt x="2647656" y="213222"/>
                  </a:lnTo>
                  <a:lnTo>
                    <a:pt x="2598433" y="186397"/>
                  </a:lnTo>
                  <a:lnTo>
                    <a:pt x="2549181" y="160887"/>
                  </a:lnTo>
                  <a:lnTo>
                    <a:pt x="2499977" y="136809"/>
                  </a:lnTo>
                  <a:lnTo>
                    <a:pt x="2450901" y="114281"/>
                  </a:lnTo>
                  <a:lnTo>
                    <a:pt x="2402030" y="93420"/>
                  </a:lnTo>
                  <a:lnTo>
                    <a:pt x="2353441" y="74342"/>
                  </a:lnTo>
                  <a:lnTo>
                    <a:pt x="2305213" y="57165"/>
                  </a:lnTo>
                  <a:lnTo>
                    <a:pt x="2257423" y="42006"/>
                  </a:lnTo>
                  <a:lnTo>
                    <a:pt x="2210150" y="28982"/>
                  </a:lnTo>
                  <a:lnTo>
                    <a:pt x="2163472" y="18209"/>
                  </a:lnTo>
                  <a:lnTo>
                    <a:pt x="2117465" y="9806"/>
                  </a:lnTo>
                  <a:lnTo>
                    <a:pt x="2072209" y="3889"/>
                  </a:lnTo>
                  <a:lnTo>
                    <a:pt x="2027781" y="575"/>
                  </a:lnTo>
                  <a:lnTo>
                    <a:pt x="1985358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/>
          <p:nvPr/>
        </p:nvSpPr>
        <p:spPr>
          <a:xfrm>
            <a:off x="13418618" y="9730939"/>
            <a:ext cx="1978660" cy="603885"/>
          </a:xfrm>
          <a:custGeom>
            <a:avLst/>
            <a:gdLst/>
            <a:ahLst/>
            <a:cxnLst/>
            <a:rect l="l" t="t" r="r" b="b"/>
            <a:pathLst>
              <a:path w="1978659" h="603884">
                <a:moveTo>
                  <a:pt x="989069" y="0"/>
                </a:moveTo>
                <a:lnTo>
                  <a:pt x="918433" y="757"/>
                </a:lnTo>
                <a:lnTo>
                  <a:pt x="849137" y="2997"/>
                </a:lnTo>
                <a:lnTo>
                  <a:pt x="781349" y="6666"/>
                </a:lnTo>
                <a:lnTo>
                  <a:pt x="715237" y="11716"/>
                </a:lnTo>
                <a:lnTo>
                  <a:pt x="650967" y="18093"/>
                </a:lnTo>
                <a:lnTo>
                  <a:pt x="588708" y="25748"/>
                </a:lnTo>
                <a:lnTo>
                  <a:pt x="528626" y="34629"/>
                </a:lnTo>
                <a:lnTo>
                  <a:pt x="470888" y="44685"/>
                </a:lnTo>
                <a:lnTo>
                  <a:pt x="415663" y="55865"/>
                </a:lnTo>
                <a:lnTo>
                  <a:pt x="363117" y="68118"/>
                </a:lnTo>
                <a:lnTo>
                  <a:pt x="313418" y="81393"/>
                </a:lnTo>
                <a:lnTo>
                  <a:pt x="266733" y="95638"/>
                </a:lnTo>
                <a:lnTo>
                  <a:pt x="223230" y="110804"/>
                </a:lnTo>
                <a:lnTo>
                  <a:pt x="183075" y="126837"/>
                </a:lnTo>
                <a:lnTo>
                  <a:pt x="146437" y="143689"/>
                </a:lnTo>
                <a:lnTo>
                  <a:pt x="84379" y="179640"/>
                </a:lnTo>
                <a:lnTo>
                  <a:pt x="38394" y="218248"/>
                </a:lnTo>
                <a:lnTo>
                  <a:pt x="9821" y="259105"/>
                </a:lnTo>
                <a:lnTo>
                  <a:pt x="0" y="301802"/>
                </a:lnTo>
                <a:lnTo>
                  <a:pt x="2483" y="323356"/>
                </a:lnTo>
                <a:lnTo>
                  <a:pt x="21847" y="365186"/>
                </a:lnTo>
                <a:lnTo>
                  <a:pt x="59294" y="404970"/>
                </a:lnTo>
                <a:lnTo>
                  <a:pt x="113483" y="442302"/>
                </a:lnTo>
                <a:lnTo>
                  <a:pt x="183075" y="476771"/>
                </a:lnTo>
                <a:lnTo>
                  <a:pt x="223230" y="492805"/>
                </a:lnTo>
                <a:lnTo>
                  <a:pt x="266733" y="507969"/>
                </a:lnTo>
                <a:lnTo>
                  <a:pt x="313418" y="522215"/>
                </a:lnTo>
                <a:lnTo>
                  <a:pt x="363117" y="535489"/>
                </a:lnTo>
                <a:lnTo>
                  <a:pt x="415663" y="547742"/>
                </a:lnTo>
                <a:lnTo>
                  <a:pt x="470888" y="558921"/>
                </a:lnTo>
                <a:lnTo>
                  <a:pt x="528626" y="568977"/>
                </a:lnTo>
                <a:lnTo>
                  <a:pt x="588708" y="577857"/>
                </a:lnTo>
                <a:lnTo>
                  <a:pt x="650967" y="585512"/>
                </a:lnTo>
                <a:lnTo>
                  <a:pt x="715237" y="591889"/>
                </a:lnTo>
                <a:lnTo>
                  <a:pt x="781349" y="596938"/>
                </a:lnTo>
                <a:lnTo>
                  <a:pt x="849137" y="600607"/>
                </a:lnTo>
                <a:lnTo>
                  <a:pt x="918433" y="602846"/>
                </a:lnTo>
                <a:lnTo>
                  <a:pt x="989069" y="603604"/>
                </a:lnTo>
                <a:lnTo>
                  <a:pt x="1059703" y="602846"/>
                </a:lnTo>
                <a:lnTo>
                  <a:pt x="1128996" y="600607"/>
                </a:lnTo>
                <a:lnTo>
                  <a:pt x="1196782" y="596938"/>
                </a:lnTo>
                <a:lnTo>
                  <a:pt x="1262892" y="591889"/>
                </a:lnTo>
                <a:lnTo>
                  <a:pt x="1327161" y="585512"/>
                </a:lnTo>
                <a:lnTo>
                  <a:pt x="1389419" y="577857"/>
                </a:lnTo>
                <a:lnTo>
                  <a:pt x="1449500" y="568977"/>
                </a:lnTo>
                <a:lnTo>
                  <a:pt x="1507237" y="558921"/>
                </a:lnTo>
                <a:lnTo>
                  <a:pt x="1562462" y="547742"/>
                </a:lnTo>
                <a:lnTo>
                  <a:pt x="1615008" y="535489"/>
                </a:lnTo>
                <a:lnTo>
                  <a:pt x="1664707" y="522215"/>
                </a:lnTo>
                <a:lnTo>
                  <a:pt x="1711392" y="507969"/>
                </a:lnTo>
                <a:lnTo>
                  <a:pt x="1754895" y="492805"/>
                </a:lnTo>
                <a:lnTo>
                  <a:pt x="1795050" y="476771"/>
                </a:lnTo>
                <a:lnTo>
                  <a:pt x="1831688" y="459920"/>
                </a:lnTo>
                <a:lnTo>
                  <a:pt x="1893747" y="423968"/>
                </a:lnTo>
                <a:lnTo>
                  <a:pt x="1939732" y="385359"/>
                </a:lnTo>
                <a:lnTo>
                  <a:pt x="1968306" y="344501"/>
                </a:lnTo>
                <a:lnTo>
                  <a:pt x="1978128" y="301802"/>
                </a:lnTo>
                <a:lnTo>
                  <a:pt x="1975644" y="280249"/>
                </a:lnTo>
                <a:lnTo>
                  <a:pt x="1956279" y="238421"/>
                </a:lnTo>
                <a:lnTo>
                  <a:pt x="1918833" y="198637"/>
                </a:lnTo>
                <a:lnTo>
                  <a:pt x="1864643" y="161307"/>
                </a:lnTo>
                <a:lnTo>
                  <a:pt x="1795050" y="126837"/>
                </a:lnTo>
                <a:lnTo>
                  <a:pt x="1754895" y="110804"/>
                </a:lnTo>
                <a:lnTo>
                  <a:pt x="1711392" y="95638"/>
                </a:lnTo>
                <a:lnTo>
                  <a:pt x="1664707" y="81393"/>
                </a:lnTo>
                <a:lnTo>
                  <a:pt x="1615008" y="68118"/>
                </a:lnTo>
                <a:lnTo>
                  <a:pt x="1562462" y="55865"/>
                </a:lnTo>
                <a:lnTo>
                  <a:pt x="1507237" y="44685"/>
                </a:lnTo>
                <a:lnTo>
                  <a:pt x="1449500" y="34629"/>
                </a:lnTo>
                <a:lnTo>
                  <a:pt x="1389419" y="25748"/>
                </a:lnTo>
                <a:lnTo>
                  <a:pt x="1327161" y="18093"/>
                </a:lnTo>
                <a:lnTo>
                  <a:pt x="1262892" y="11716"/>
                </a:lnTo>
                <a:lnTo>
                  <a:pt x="1196782" y="6666"/>
                </a:lnTo>
                <a:lnTo>
                  <a:pt x="1128996" y="2997"/>
                </a:lnTo>
                <a:lnTo>
                  <a:pt x="1059703" y="757"/>
                </a:lnTo>
                <a:lnTo>
                  <a:pt x="989069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0873337" y="9581373"/>
            <a:ext cx="1743075" cy="532130"/>
          </a:xfrm>
          <a:custGeom>
            <a:avLst/>
            <a:gdLst/>
            <a:ahLst/>
            <a:cxnLst/>
            <a:rect l="l" t="t" r="r" b="b"/>
            <a:pathLst>
              <a:path w="1743075" h="532129">
                <a:moveTo>
                  <a:pt x="871481" y="0"/>
                </a:moveTo>
                <a:lnTo>
                  <a:pt x="800006" y="881"/>
                </a:lnTo>
                <a:lnTo>
                  <a:pt x="730122" y="3480"/>
                </a:lnTo>
                <a:lnTo>
                  <a:pt x="662054" y="7728"/>
                </a:lnTo>
                <a:lnTo>
                  <a:pt x="596026" y="13556"/>
                </a:lnTo>
                <a:lnTo>
                  <a:pt x="532261" y="20896"/>
                </a:lnTo>
                <a:lnTo>
                  <a:pt x="470985" y="29681"/>
                </a:lnTo>
                <a:lnTo>
                  <a:pt x="412422" y="39840"/>
                </a:lnTo>
                <a:lnTo>
                  <a:pt x="356796" y="51306"/>
                </a:lnTo>
                <a:lnTo>
                  <a:pt x="304331" y="64010"/>
                </a:lnTo>
                <a:lnTo>
                  <a:pt x="255251" y="77885"/>
                </a:lnTo>
                <a:lnTo>
                  <a:pt x="209781" y="92860"/>
                </a:lnTo>
                <a:lnTo>
                  <a:pt x="168145" y="108869"/>
                </a:lnTo>
                <a:lnTo>
                  <a:pt x="130568" y="125843"/>
                </a:lnTo>
                <a:lnTo>
                  <a:pt x="68485" y="162410"/>
                </a:lnTo>
                <a:lnTo>
                  <a:pt x="25327" y="202014"/>
                </a:lnTo>
                <a:lnTo>
                  <a:pt x="2888" y="244108"/>
                </a:lnTo>
                <a:lnTo>
                  <a:pt x="0" y="265918"/>
                </a:lnTo>
                <a:lnTo>
                  <a:pt x="2888" y="287728"/>
                </a:lnTo>
                <a:lnTo>
                  <a:pt x="25327" y="329823"/>
                </a:lnTo>
                <a:lnTo>
                  <a:pt x="68485" y="369428"/>
                </a:lnTo>
                <a:lnTo>
                  <a:pt x="130568" y="405996"/>
                </a:lnTo>
                <a:lnTo>
                  <a:pt x="168145" y="422971"/>
                </a:lnTo>
                <a:lnTo>
                  <a:pt x="209781" y="438980"/>
                </a:lnTo>
                <a:lnTo>
                  <a:pt x="255251" y="453957"/>
                </a:lnTo>
                <a:lnTo>
                  <a:pt x="304331" y="467832"/>
                </a:lnTo>
                <a:lnTo>
                  <a:pt x="356796" y="480537"/>
                </a:lnTo>
                <a:lnTo>
                  <a:pt x="412422" y="492004"/>
                </a:lnTo>
                <a:lnTo>
                  <a:pt x="470985" y="502164"/>
                </a:lnTo>
                <a:lnTo>
                  <a:pt x="532261" y="510949"/>
                </a:lnTo>
                <a:lnTo>
                  <a:pt x="596026" y="518290"/>
                </a:lnTo>
                <a:lnTo>
                  <a:pt x="662054" y="524118"/>
                </a:lnTo>
                <a:lnTo>
                  <a:pt x="730122" y="528367"/>
                </a:lnTo>
                <a:lnTo>
                  <a:pt x="800006" y="530966"/>
                </a:lnTo>
                <a:lnTo>
                  <a:pt x="871481" y="531847"/>
                </a:lnTo>
                <a:lnTo>
                  <a:pt x="942956" y="530966"/>
                </a:lnTo>
                <a:lnTo>
                  <a:pt x="1012839" y="528367"/>
                </a:lnTo>
                <a:lnTo>
                  <a:pt x="1080908" y="524118"/>
                </a:lnTo>
                <a:lnTo>
                  <a:pt x="1146936" y="518290"/>
                </a:lnTo>
                <a:lnTo>
                  <a:pt x="1210700" y="510949"/>
                </a:lnTo>
                <a:lnTo>
                  <a:pt x="1271976" y="502164"/>
                </a:lnTo>
                <a:lnTo>
                  <a:pt x="1330539" y="492004"/>
                </a:lnTo>
                <a:lnTo>
                  <a:pt x="1386166" y="480537"/>
                </a:lnTo>
                <a:lnTo>
                  <a:pt x="1438631" y="467832"/>
                </a:lnTo>
                <a:lnTo>
                  <a:pt x="1487711" y="453957"/>
                </a:lnTo>
                <a:lnTo>
                  <a:pt x="1533181" y="438980"/>
                </a:lnTo>
                <a:lnTo>
                  <a:pt x="1574816" y="422971"/>
                </a:lnTo>
                <a:lnTo>
                  <a:pt x="1612394" y="405996"/>
                </a:lnTo>
                <a:lnTo>
                  <a:pt x="1674477" y="369428"/>
                </a:lnTo>
                <a:lnTo>
                  <a:pt x="1717635" y="329823"/>
                </a:lnTo>
                <a:lnTo>
                  <a:pt x="1740073" y="287728"/>
                </a:lnTo>
                <a:lnTo>
                  <a:pt x="1742962" y="265918"/>
                </a:lnTo>
                <a:lnTo>
                  <a:pt x="1740073" y="244108"/>
                </a:lnTo>
                <a:lnTo>
                  <a:pt x="1717635" y="202014"/>
                </a:lnTo>
                <a:lnTo>
                  <a:pt x="1674477" y="162410"/>
                </a:lnTo>
                <a:lnTo>
                  <a:pt x="1612394" y="125843"/>
                </a:lnTo>
                <a:lnTo>
                  <a:pt x="1574816" y="108869"/>
                </a:lnTo>
                <a:lnTo>
                  <a:pt x="1533181" y="92860"/>
                </a:lnTo>
                <a:lnTo>
                  <a:pt x="1487711" y="77885"/>
                </a:lnTo>
                <a:lnTo>
                  <a:pt x="1438631" y="64010"/>
                </a:lnTo>
                <a:lnTo>
                  <a:pt x="1386166" y="51306"/>
                </a:lnTo>
                <a:lnTo>
                  <a:pt x="1330539" y="39840"/>
                </a:lnTo>
                <a:lnTo>
                  <a:pt x="1271976" y="29681"/>
                </a:lnTo>
                <a:lnTo>
                  <a:pt x="1210700" y="20896"/>
                </a:lnTo>
                <a:lnTo>
                  <a:pt x="1146936" y="13556"/>
                </a:lnTo>
                <a:lnTo>
                  <a:pt x="1080908" y="7728"/>
                </a:lnTo>
                <a:lnTo>
                  <a:pt x="1012839" y="3480"/>
                </a:lnTo>
                <a:lnTo>
                  <a:pt x="942956" y="881"/>
                </a:lnTo>
                <a:lnTo>
                  <a:pt x="871481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6834081" y="9539874"/>
            <a:ext cx="1743075" cy="532130"/>
          </a:xfrm>
          <a:custGeom>
            <a:avLst/>
            <a:gdLst/>
            <a:ahLst/>
            <a:cxnLst/>
            <a:rect l="l" t="t" r="r" b="b"/>
            <a:pathLst>
              <a:path w="1743075" h="532129">
                <a:moveTo>
                  <a:pt x="871481" y="0"/>
                </a:moveTo>
                <a:lnTo>
                  <a:pt x="800006" y="881"/>
                </a:lnTo>
                <a:lnTo>
                  <a:pt x="730122" y="3480"/>
                </a:lnTo>
                <a:lnTo>
                  <a:pt x="662054" y="7728"/>
                </a:lnTo>
                <a:lnTo>
                  <a:pt x="596026" y="13556"/>
                </a:lnTo>
                <a:lnTo>
                  <a:pt x="532261" y="20896"/>
                </a:lnTo>
                <a:lnTo>
                  <a:pt x="470985" y="29681"/>
                </a:lnTo>
                <a:lnTo>
                  <a:pt x="412422" y="39840"/>
                </a:lnTo>
                <a:lnTo>
                  <a:pt x="356796" y="51306"/>
                </a:lnTo>
                <a:lnTo>
                  <a:pt x="304331" y="64010"/>
                </a:lnTo>
                <a:lnTo>
                  <a:pt x="255251" y="77885"/>
                </a:lnTo>
                <a:lnTo>
                  <a:pt x="209781" y="92860"/>
                </a:lnTo>
                <a:lnTo>
                  <a:pt x="168145" y="108869"/>
                </a:lnTo>
                <a:lnTo>
                  <a:pt x="130568" y="125843"/>
                </a:lnTo>
                <a:lnTo>
                  <a:pt x="68485" y="162410"/>
                </a:lnTo>
                <a:lnTo>
                  <a:pt x="25327" y="202014"/>
                </a:lnTo>
                <a:lnTo>
                  <a:pt x="2888" y="244108"/>
                </a:lnTo>
                <a:lnTo>
                  <a:pt x="0" y="265918"/>
                </a:lnTo>
                <a:lnTo>
                  <a:pt x="2888" y="287728"/>
                </a:lnTo>
                <a:lnTo>
                  <a:pt x="25327" y="329823"/>
                </a:lnTo>
                <a:lnTo>
                  <a:pt x="68485" y="369428"/>
                </a:lnTo>
                <a:lnTo>
                  <a:pt x="130568" y="405996"/>
                </a:lnTo>
                <a:lnTo>
                  <a:pt x="168145" y="422971"/>
                </a:lnTo>
                <a:lnTo>
                  <a:pt x="209781" y="438980"/>
                </a:lnTo>
                <a:lnTo>
                  <a:pt x="255251" y="453957"/>
                </a:lnTo>
                <a:lnTo>
                  <a:pt x="304331" y="467832"/>
                </a:lnTo>
                <a:lnTo>
                  <a:pt x="356796" y="480537"/>
                </a:lnTo>
                <a:lnTo>
                  <a:pt x="412422" y="492004"/>
                </a:lnTo>
                <a:lnTo>
                  <a:pt x="470985" y="502164"/>
                </a:lnTo>
                <a:lnTo>
                  <a:pt x="532261" y="510949"/>
                </a:lnTo>
                <a:lnTo>
                  <a:pt x="596026" y="518290"/>
                </a:lnTo>
                <a:lnTo>
                  <a:pt x="662054" y="524118"/>
                </a:lnTo>
                <a:lnTo>
                  <a:pt x="730122" y="528367"/>
                </a:lnTo>
                <a:lnTo>
                  <a:pt x="800006" y="530966"/>
                </a:lnTo>
                <a:lnTo>
                  <a:pt x="871481" y="531847"/>
                </a:lnTo>
                <a:lnTo>
                  <a:pt x="942956" y="530966"/>
                </a:lnTo>
                <a:lnTo>
                  <a:pt x="1012839" y="528367"/>
                </a:lnTo>
                <a:lnTo>
                  <a:pt x="1080908" y="524118"/>
                </a:lnTo>
                <a:lnTo>
                  <a:pt x="1146936" y="518290"/>
                </a:lnTo>
                <a:lnTo>
                  <a:pt x="1210700" y="510949"/>
                </a:lnTo>
                <a:lnTo>
                  <a:pt x="1271976" y="502164"/>
                </a:lnTo>
                <a:lnTo>
                  <a:pt x="1330539" y="492004"/>
                </a:lnTo>
                <a:lnTo>
                  <a:pt x="1386166" y="480537"/>
                </a:lnTo>
                <a:lnTo>
                  <a:pt x="1438631" y="467832"/>
                </a:lnTo>
                <a:lnTo>
                  <a:pt x="1487711" y="453957"/>
                </a:lnTo>
                <a:lnTo>
                  <a:pt x="1533181" y="438980"/>
                </a:lnTo>
                <a:lnTo>
                  <a:pt x="1574816" y="422971"/>
                </a:lnTo>
                <a:lnTo>
                  <a:pt x="1612394" y="405996"/>
                </a:lnTo>
                <a:lnTo>
                  <a:pt x="1674477" y="369428"/>
                </a:lnTo>
                <a:lnTo>
                  <a:pt x="1717635" y="329823"/>
                </a:lnTo>
                <a:lnTo>
                  <a:pt x="1740073" y="287728"/>
                </a:lnTo>
                <a:lnTo>
                  <a:pt x="1742962" y="265918"/>
                </a:lnTo>
                <a:lnTo>
                  <a:pt x="1740073" y="244108"/>
                </a:lnTo>
                <a:lnTo>
                  <a:pt x="1717635" y="202014"/>
                </a:lnTo>
                <a:lnTo>
                  <a:pt x="1674477" y="162410"/>
                </a:lnTo>
                <a:lnTo>
                  <a:pt x="1612394" y="125843"/>
                </a:lnTo>
                <a:lnTo>
                  <a:pt x="1574816" y="108869"/>
                </a:lnTo>
                <a:lnTo>
                  <a:pt x="1533181" y="92860"/>
                </a:lnTo>
                <a:lnTo>
                  <a:pt x="1487711" y="77885"/>
                </a:lnTo>
                <a:lnTo>
                  <a:pt x="1438631" y="64010"/>
                </a:lnTo>
                <a:lnTo>
                  <a:pt x="1386166" y="51306"/>
                </a:lnTo>
                <a:lnTo>
                  <a:pt x="1330539" y="39840"/>
                </a:lnTo>
                <a:lnTo>
                  <a:pt x="1271976" y="29681"/>
                </a:lnTo>
                <a:lnTo>
                  <a:pt x="1210700" y="20896"/>
                </a:lnTo>
                <a:lnTo>
                  <a:pt x="1146936" y="13556"/>
                </a:lnTo>
                <a:lnTo>
                  <a:pt x="1080908" y="7728"/>
                </a:lnTo>
                <a:lnTo>
                  <a:pt x="1012839" y="3480"/>
                </a:lnTo>
                <a:lnTo>
                  <a:pt x="942956" y="881"/>
                </a:lnTo>
                <a:lnTo>
                  <a:pt x="871481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3" name="object 43" descr=""/>
          <p:cNvGrpSpPr/>
          <p:nvPr/>
        </p:nvGrpSpPr>
        <p:grpSpPr>
          <a:xfrm>
            <a:off x="7685980" y="7838599"/>
            <a:ext cx="615315" cy="2076450"/>
            <a:chOff x="7685980" y="7838599"/>
            <a:chExt cx="615315" cy="2076450"/>
          </a:xfrm>
        </p:grpSpPr>
        <p:sp>
          <p:nvSpPr>
            <p:cNvPr id="44" name="object 44" descr=""/>
            <p:cNvSpPr/>
            <p:nvPr/>
          </p:nvSpPr>
          <p:spPr>
            <a:xfrm>
              <a:off x="7728222" y="7838599"/>
              <a:ext cx="420370" cy="176530"/>
            </a:xfrm>
            <a:custGeom>
              <a:avLst/>
              <a:gdLst/>
              <a:ahLst/>
              <a:cxnLst/>
              <a:rect l="l" t="t" r="r" b="b"/>
              <a:pathLst>
                <a:path w="420370" h="176529">
                  <a:moveTo>
                    <a:pt x="12127" y="0"/>
                  </a:moveTo>
                  <a:lnTo>
                    <a:pt x="9324" y="48668"/>
                  </a:lnTo>
                  <a:lnTo>
                    <a:pt x="4398" y="103909"/>
                  </a:lnTo>
                  <a:lnTo>
                    <a:pt x="0" y="143115"/>
                  </a:lnTo>
                  <a:lnTo>
                    <a:pt x="400996" y="175965"/>
                  </a:lnTo>
                  <a:lnTo>
                    <a:pt x="403462" y="158857"/>
                  </a:lnTo>
                  <a:lnTo>
                    <a:pt x="411669" y="103862"/>
                  </a:lnTo>
                  <a:lnTo>
                    <a:pt x="420199" y="48668"/>
                  </a:lnTo>
                  <a:lnTo>
                    <a:pt x="12127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685980" y="7838602"/>
              <a:ext cx="615315" cy="2076450"/>
            </a:xfrm>
            <a:custGeom>
              <a:avLst/>
              <a:gdLst/>
              <a:ahLst/>
              <a:cxnLst/>
              <a:rect l="l" t="t" r="r" b="b"/>
              <a:pathLst>
                <a:path w="615315" h="2076450">
                  <a:moveTo>
                    <a:pt x="54376" y="0"/>
                  </a:moveTo>
                  <a:lnTo>
                    <a:pt x="51569" y="48668"/>
                  </a:lnTo>
                  <a:lnTo>
                    <a:pt x="46642" y="103909"/>
                  </a:lnTo>
                  <a:lnTo>
                    <a:pt x="40201" y="161315"/>
                  </a:lnTo>
                  <a:lnTo>
                    <a:pt x="32863" y="216286"/>
                  </a:lnTo>
                  <a:lnTo>
                    <a:pt x="25136" y="264863"/>
                  </a:lnTo>
                  <a:lnTo>
                    <a:pt x="21907" y="283941"/>
                  </a:lnTo>
                  <a:lnTo>
                    <a:pt x="18802" y="303780"/>
                  </a:lnTo>
                  <a:lnTo>
                    <a:pt x="15915" y="323655"/>
                  </a:lnTo>
                  <a:lnTo>
                    <a:pt x="13226" y="343560"/>
                  </a:lnTo>
                  <a:lnTo>
                    <a:pt x="13065" y="343560"/>
                  </a:lnTo>
                  <a:lnTo>
                    <a:pt x="12789" y="346941"/>
                  </a:lnTo>
                  <a:lnTo>
                    <a:pt x="10864" y="363530"/>
                  </a:lnTo>
                  <a:lnTo>
                    <a:pt x="9425" y="376407"/>
                  </a:lnTo>
                  <a:lnTo>
                    <a:pt x="4578" y="428175"/>
                  </a:lnTo>
                  <a:lnTo>
                    <a:pt x="1687" y="480069"/>
                  </a:lnTo>
                  <a:lnTo>
                    <a:pt x="396" y="519284"/>
                  </a:lnTo>
                  <a:lnTo>
                    <a:pt x="0" y="562306"/>
                  </a:lnTo>
                  <a:lnTo>
                    <a:pt x="772" y="608773"/>
                  </a:lnTo>
                  <a:lnTo>
                    <a:pt x="2987" y="658323"/>
                  </a:lnTo>
                  <a:lnTo>
                    <a:pt x="6918" y="710597"/>
                  </a:lnTo>
                  <a:lnTo>
                    <a:pt x="12839" y="765234"/>
                  </a:lnTo>
                  <a:lnTo>
                    <a:pt x="21023" y="821872"/>
                  </a:lnTo>
                  <a:lnTo>
                    <a:pt x="31745" y="880150"/>
                  </a:lnTo>
                  <a:lnTo>
                    <a:pt x="45277" y="939709"/>
                  </a:lnTo>
                  <a:lnTo>
                    <a:pt x="80201" y="1079304"/>
                  </a:lnTo>
                  <a:lnTo>
                    <a:pt x="96099" y="1143470"/>
                  </a:lnTo>
                  <a:lnTo>
                    <a:pt x="110565" y="1202882"/>
                  </a:lnTo>
                  <a:lnTo>
                    <a:pt x="123305" y="1256789"/>
                  </a:lnTo>
                  <a:lnTo>
                    <a:pt x="134028" y="1304440"/>
                  </a:lnTo>
                  <a:lnTo>
                    <a:pt x="142442" y="1345085"/>
                  </a:lnTo>
                  <a:lnTo>
                    <a:pt x="151169" y="1402355"/>
                  </a:lnTo>
                  <a:lnTo>
                    <a:pt x="155527" y="1447211"/>
                  </a:lnTo>
                  <a:lnTo>
                    <a:pt x="161605" y="1503695"/>
                  </a:lnTo>
                  <a:lnTo>
                    <a:pt x="166320" y="1562016"/>
                  </a:lnTo>
                  <a:lnTo>
                    <a:pt x="166589" y="1612384"/>
                  </a:lnTo>
                  <a:lnTo>
                    <a:pt x="159326" y="1645007"/>
                  </a:lnTo>
                  <a:lnTo>
                    <a:pt x="143431" y="1671815"/>
                  </a:lnTo>
                  <a:lnTo>
                    <a:pt x="127650" y="1700891"/>
                  </a:lnTo>
                  <a:lnTo>
                    <a:pt x="114656" y="1732043"/>
                  </a:lnTo>
                  <a:lnTo>
                    <a:pt x="107118" y="1765077"/>
                  </a:lnTo>
                  <a:lnTo>
                    <a:pt x="106375" y="1784491"/>
                  </a:lnTo>
                  <a:lnTo>
                    <a:pt x="114759" y="1802873"/>
                  </a:lnTo>
                  <a:lnTo>
                    <a:pt x="140040" y="1830939"/>
                  </a:lnTo>
                  <a:lnTo>
                    <a:pt x="189985" y="1879408"/>
                  </a:lnTo>
                  <a:lnTo>
                    <a:pt x="197800" y="1890259"/>
                  </a:lnTo>
                  <a:lnTo>
                    <a:pt x="217034" y="1918021"/>
                  </a:lnTo>
                  <a:lnTo>
                    <a:pt x="241368" y="1955507"/>
                  </a:lnTo>
                  <a:lnTo>
                    <a:pt x="264485" y="1995530"/>
                  </a:lnTo>
                  <a:lnTo>
                    <a:pt x="281301" y="2016318"/>
                  </a:lnTo>
                  <a:lnTo>
                    <a:pt x="306145" y="2033938"/>
                  </a:lnTo>
                  <a:lnTo>
                    <a:pt x="334635" y="2046107"/>
                  </a:lnTo>
                  <a:lnTo>
                    <a:pt x="362388" y="2050544"/>
                  </a:lnTo>
                  <a:lnTo>
                    <a:pt x="585156" y="2075821"/>
                  </a:lnTo>
                  <a:lnTo>
                    <a:pt x="601879" y="2064909"/>
                  </a:lnTo>
                  <a:lnTo>
                    <a:pt x="610104" y="2040426"/>
                  </a:lnTo>
                  <a:lnTo>
                    <a:pt x="610136" y="2019641"/>
                  </a:lnTo>
                  <a:lnTo>
                    <a:pt x="579852" y="1998015"/>
                  </a:lnTo>
                  <a:lnTo>
                    <a:pt x="521175" y="1967658"/>
                  </a:lnTo>
                  <a:lnTo>
                    <a:pt x="465366" y="1940829"/>
                  </a:lnTo>
                  <a:lnTo>
                    <a:pt x="439077" y="1926496"/>
                  </a:lnTo>
                  <a:lnTo>
                    <a:pt x="426624" y="1904208"/>
                  </a:lnTo>
                  <a:lnTo>
                    <a:pt x="391308" y="1843356"/>
                  </a:lnTo>
                  <a:lnTo>
                    <a:pt x="379026" y="1820991"/>
                  </a:lnTo>
                  <a:lnTo>
                    <a:pt x="365869" y="1788145"/>
                  </a:lnTo>
                  <a:lnTo>
                    <a:pt x="355980" y="1753272"/>
                  </a:lnTo>
                  <a:lnTo>
                    <a:pt x="346655" y="1718173"/>
                  </a:lnTo>
                  <a:lnTo>
                    <a:pt x="335195" y="1684650"/>
                  </a:lnTo>
                  <a:lnTo>
                    <a:pt x="332554" y="1650524"/>
                  </a:lnTo>
                  <a:lnTo>
                    <a:pt x="336276" y="1591520"/>
                  </a:lnTo>
                  <a:lnTo>
                    <a:pt x="343226" y="1523371"/>
                  </a:lnTo>
                  <a:lnTo>
                    <a:pt x="350269" y="1461811"/>
                  </a:lnTo>
                  <a:lnTo>
                    <a:pt x="354273" y="1422574"/>
                  </a:lnTo>
                  <a:lnTo>
                    <a:pt x="357354" y="1374858"/>
                  </a:lnTo>
                  <a:lnTo>
                    <a:pt x="360559" y="1327150"/>
                  </a:lnTo>
                  <a:lnTo>
                    <a:pt x="363868" y="1279448"/>
                  </a:lnTo>
                  <a:lnTo>
                    <a:pt x="367260" y="1231751"/>
                  </a:lnTo>
                  <a:lnTo>
                    <a:pt x="370713" y="1184058"/>
                  </a:lnTo>
                  <a:lnTo>
                    <a:pt x="377717" y="1088678"/>
                  </a:lnTo>
                  <a:lnTo>
                    <a:pt x="379935" y="1054950"/>
                  </a:lnTo>
                  <a:lnTo>
                    <a:pt x="382460" y="1010568"/>
                  </a:lnTo>
                  <a:lnTo>
                    <a:pt x="385214" y="957746"/>
                  </a:lnTo>
                  <a:lnTo>
                    <a:pt x="388116" y="898695"/>
                  </a:lnTo>
                  <a:lnTo>
                    <a:pt x="391086" y="835628"/>
                  </a:lnTo>
                  <a:lnTo>
                    <a:pt x="394045" y="770757"/>
                  </a:lnTo>
                  <a:lnTo>
                    <a:pt x="396913" y="706293"/>
                  </a:lnTo>
                  <a:lnTo>
                    <a:pt x="399610" y="644450"/>
                  </a:lnTo>
                  <a:lnTo>
                    <a:pt x="402056" y="587440"/>
                  </a:lnTo>
                  <a:lnTo>
                    <a:pt x="404172" y="537474"/>
                  </a:lnTo>
                  <a:lnTo>
                    <a:pt x="407737" y="451965"/>
                  </a:lnTo>
                  <a:lnTo>
                    <a:pt x="408146" y="448070"/>
                  </a:lnTo>
                  <a:lnTo>
                    <a:pt x="413124" y="402275"/>
                  </a:lnTo>
                  <a:lnTo>
                    <a:pt x="418156" y="360672"/>
                  </a:lnTo>
                  <a:lnTo>
                    <a:pt x="420343" y="343560"/>
                  </a:lnTo>
                  <a:lnTo>
                    <a:pt x="13226" y="343560"/>
                  </a:lnTo>
                  <a:lnTo>
                    <a:pt x="13069" y="343518"/>
                  </a:lnTo>
                  <a:lnTo>
                    <a:pt x="420348" y="343518"/>
                  </a:lnTo>
                  <a:lnTo>
                    <a:pt x="424067" y="314418"/>
                  </a:lnTo>
                  <a:lnTo>
                    <a:pt x="430790" y="264149"/>
                  </a:lnTo>
                  <a:lnTo>
                    <a:pt x="437934" y="212759"/>
                  </a:lnTo>
                  <a:lnTo>
                    <a:pt x="445702" y="158857"/>
                  </a:lnTo>
                  <a:lnTo>
                    <a:pt x="453909" y="103859"/>
                  </a:lnTo>
                  <a:lnTo>
                    <a:pt x="462437" y="48668"/>
                  </a:lnTo>
                  <a:lnTo>
                    <a:pt x="54376" y="0"/>
                  </a:lnTo>
                  <a:close/>
                </a:path>
                <a:path w="615315" h="2076450">
                  <a:moveTo>
                    <a:pt x="602328" y="1989614"/>
                  </a:moveTo>
                  <a:lnTo>
                    <a:pt x="610148" y="2012088"/>
                  </a:lnTo>
                  <a:lnTo>
                    <a:pt x="610136" y="2019641"/>
                  </a:lnTo>
                  <a:lnTo>
                    <a:pt x="614747" y="2022933"/>
                  </a:lnTo>
                  <a:lnTo>
                    <a:pt x="612864" y="2017796"/>
                  </a:lnTo>
                  <a:lnTo>
                    <a:pt x="604217" y="1994745"/>
                  </a:lnTo>
                  <a:lnTo>
                    <a:pt x="602328" y="1989614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728222" y="7838599"/>
              <a:ext cx="420370" cy="176530"/>
            </a:xfrm>
            <a:custGeom>
              <a:avLst/>
              <a:gdLst/>
              <a:ahLst/>
              <a:cxnLst/>
              <a:rect l="l" t="t" r="r" b="b"/>
              <a:pathLst>
                <a:path w="420370" h="176529">
                  <a:moveTo>
                    <a:pt x="12127" y="0"/>
                  </a:moveTo>
                  <a:lnTo>
                    <a:pt x="9324" y="48668"/>
                  </a:lnTo>
                  <a:lnTo>
                    <a:pt x="4398" y="103909"/>
                  </a:lnTo>
                  <a:lnTo>
                    <a:pt x="0" y="143115"/>
                  </a:lnTo>
                  <a:lnTo>
                    <a:pt x="400996" y="175965"/>
                  </a:lnTo>
                  <a:lnTo>
                    <a:pt x="403462" y="158857"/>
                  </a:lnTo>
                  <a:lnTo>
                    <a:pt x="411669" y="103862"/>
                  </a:lnTo>
                  <a:lnTo>
                    <a:pt x="420199" y="48668"/>
                  </a:lnTo>
                  <a:lnTo>
                    <a:pt x="12127" y="0"/>
                  </a:lnTo>
                  <a:close/>
                </a:path>
              </a:pathLst>
            </a:custGeom>
            <a:solidFill>
              <a:srgbClr val="FADFE1">
                <a:alpha val="26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 descr=""/>
          <p:cNvGrpSpPr/>
          <p:nvPr/>
        </p:nvGrpSpPr>
        <p:grpSpPr>
          <a:xfrm>
            <a:off x="7090066" y="7817351"/>
            <a:ext cx="545465" cy="2122170"/>
            <a:chOff x="7090066" y="7817351"/>
            <a:chExt cx="545465" cy="2122170"/>
          </a:xfrm>
        </p:grpSpPr>
        <p:sp>
          <p:nvSpPr>
            <p:cNvPr id="48" name="object 48" descr=""/>
            <p:cNvSpPr/>
            <p:nvPr/>
          </p:nvSpPr>
          <p:spPr>
            <a:xfrm>
              <a:off x="7207453" y="7817353"/>
              <a:ext cx="428625" cy="217804"/>
            </a:xfrm>
            <a:custGeom>
              <a:avLst/>
              <a:gdLst/>
              <a:ahLst/>
              <a:cxnLst/>
              <a:rect l="l" t="t" r="r" b="b"/>
              <a:pathLst>
                <a:path w="428625" h="217804">
                  <a:moveTo>
                    <a:pt x="27844" y="0"/>
                  </a:moveTo>
                  <a:lnTo>
                    <a:pt x="19711" y="47941"/>
                  </a:lnTo>
                  <a:lnTo>
                    <a:pt x="8708" y="102372"/>
                  </a:lnTo>
                  <a:lnTo>
                    <a:pt x="0" y="140902"/>
                  </a:lnTo>
                  <a:lnTo>
                    <a:pt x="394919" y="217798"/>
                  </a:lnTo>
                  <a:lnTo>
                    <a:pt x="399258" y="201067"/>
                  </a:lnTo>
                  <a:lnTo>
                    <a:pt x="413471" y="147360"/>
                  </a:lnTo>
                  <a:lnTo>
                    <a:pt x="428052" y="93400"/>
                  </a:lnTo>
                  <a:lnTo>
                    <a:pt x="27844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090066" y="7817351"/>
              <a:ext cx="545465" cy="2122170"/>
            </a:xfrm>
            <a:custGeom>
              <a:avLst/>
              <a:gdLst/>
              <a:ahLst/>
              <a:cxnLst/>
              <a:rect l="l" t="t" r="r" b="b"/>
              <a:pathLst>
                <a:path w="545465" h="2122170">
                  <a:moveTo>
                    <a:pt x="145231" y="0"/>
                  </a:moveTo>
                  <a:lnTo>
                    <a:pt x="137098" y="47941"/>
                  </a:lnTo>
                  <a:lnTo>
                    <a:pt x="126092" y="102372"/>
                  </a:lnTo>
                  <a:lnTo>
                    <a:pt x="113345" y="158766"/>
                  </a:lnTo>
                  <a:lnTo>
                    <a:pt x="99987" y="212592"/>
                  </a:lnTo>
                  <a:lnTo>
                    <a:pt x="87149" y="259321"/>
                  </a:lnTo>
                  <a:lnTo>
                    <a:pt x="81636" y="278625"/>
                  </a:lnTo>
                  <a:lnTo>
                    <a:pt x="76359" y="298000"/>
                  </a:lnTo>
                  <a:lnTo>
                    <a:pt x="71294" y="317435"/>
                  </a:lnTo>
                  <a:lnTo>
                    <a:pt x="66417" y="336921"/>
                  </a:lnTo>
                  <a:lnTo>
                    <a:pt x="66270" y="336921"/>
                  </a:lnTo>
                  <a:lnTo>
                    <a:pt x="65621" y="340242"/>
                  </a:lnTo>
                  <a:lnTo>
                    <a:pt x="61875" y="356513"/>
                  </a:lnTo>
                  <a:lnTo>
                    <a:pt x="59024" y="369151"/>
                  </a:lnTo>
                  <a:lnTo>
                    <a:pt x="48497" y="420065"/>
                  </a:lnTo>
                  <a:lnTo>
                    <a:pt x="39894" y="471325"/>
                  </a:lnTo>
                  <a:lnTo>
                    <a:pt x="34283" y="510157"/>
                  </a:lnTo>
                  <a:lnTo>
                    <a:pt x="29142" y="552872"/>
                  </a:lnTo>
                  <a:lnTo>
                    <a:pt x="24781" y="599140"/>
                  </a:lnTo>
                  <a:lnTo>
                    <a:pt x="21514" y="648634"/>
                  </a:lnTo>
                  <a:lnTo>
                    <a:pt x="19652" y="701025"/>
                  </a:lnTo>
                  <a:lnTo>
                    <a:pt x="19507" y="755983"/>
                  </a:lnTo>
                  <a:lnTo>
                    <a:pt x="21390" y="813180"/>
                  </a:lnTo>
                  <a:lnTo>
                    <a:pt x="25614" y="872288"/>
                  </a:lnTo>
                  <a:lnTo>
                    <a:pt x="32491" y="932976"/>
                  </a:lnTo>
                  <a:lnTo>
                    <a:pt x="42388" y="1005936"/>
                  </a:lnTo>
                  <a:lnTo>
                    <a:pt x="51801" y="1075570"/>
                  </a:lnTo>
                  <a:lnTo>
                    <a:pt x="60522" y="1141098"/>
                  </a:lnTo>
                  <a:lnTo>
                    <a:pt x="68344" y="1201742"/>
                  </a:lnTo>
                  <a:lnTo>
                    <a:pt x="75058" y="1256724"/>
                  </a:lnTo>
                  <a:lnTo>
                    <a:pt x="80507" y="1305789"/>
                  </a:lnTo>
                  <a:lnTo>
                    <a:pt x="84335" y="1346591"/>
                  </a:lnTo>
                  <a:lnTo>
                    <a:pt x="86688" y="1404470"/>
                  </a:lnTo>
                  <a:lnTo>
                    <a:pt x="86069" y="1449535"/>
                  </a:lnTo>
                  <a:lnTo>
                    <a:pt x="85877" y="1506345"/>
                  </a:lnTo>
                  <a:lnTo>
                    <a:pt x="84130" y="1564830"/>
                  </a:lnTo>
                  <a:lnTo>
                    <a:pt x="78842" y="1614921"/>
                  </a:lnTo>
                  <a:lnTo>
                    <a:pt x="68029" y="1646546"/>
                  </a:lnTo>
                  <a:lnTo>
                    <a:pt x="49267" y="1671438"/>
                  </a:lnTo>
                  <a:lnTo>
                    <a:pt x="30369" y="1698594"/>
                  </a:lnTo>
                  <a:lnTo>
                    <a:pt x="14015" y="1728118"/>
                  </a:lnTo>
                  <a:lnTo>
                    <a:pt x="2879" y="1760113"/>
                  </a:lnTo>
                  <a:lnTo>
                    <a:pt x="0" y="1779330"/>
                  </a:lnTo>
                  <a:lnTo>
                    <a:pt x="6305" y="1798526"/>
                  </a:lnTo>
                  <a:lnTo>
                    <a:pt x="28334" y="1829210"/>
                  </a:lnTo>
                  <a:lnTo>
                    <a:pt x="72626" y="1882895"/>
                  </a:lnTo>
                  <a:lnTo>
                    <a:pt x="79196" y="1894542"/>
                  </a:lnTo>
                  <a:lnTo>
                    <a:pt x="95248" y="1924256"/>
                  </a:lnTo>
                  <a:lnTo>
                    <a:pt x="115298" y="1964197"/>
                  </a:lnTo>
                  <a:lnTo>
                    <a:pt x="133860" y="2006525"/>
                  </a:lnTo>
                  <a:lnTo>
                    <a:pt x="148275" y="2029045"/>
                  </a:lnTo>
                  <a:lnTo>
                    <a:pt x="171022" y="2049301"/>
                  </a:lnTo>
                  <a:lnTo>
                    <a:pt x="197996" y="2064543"/>
                  </a:lnTo>
                  <a:lnTo>
                    <a:pt x="225093" y="2072020"/>
                  </a:lnTo>
                  <a:lnTo>
                    <a:pt x="443704" y="2121715"/>
                  </a:lnTo>
                  <a:lnTo>
                    <a:pt x="461528" y="2112717"/>
                  </a:lnTo>
                  <a:lnTo>
                    <a:pt x="472404" y="2089292"/>
                  </a:lnTo>
                  <a:lnTo>
                    <a:pt x="474732" y="2068630"/>
                  </a:lnTo>
                  <a:lnTo>
                    <a:pt x="447023" y="2043800"/>
                  </a:lnTo>
                  <a:lnTo>
                    <a:pt x="392053" y="2007153"/>
                  </a:lnTo>
                  <a:lnTo>
                    <a:pt x="339546" y="1974331"/>
                  </a:lnTo>
                  <a:lnTo>
                    <a:pt x="314996" y="1957186"/>
                  </a:lnTo>
                  <a:lnTo>
                    <a:pt x="305080" y="1933660"/>
                  </a:lnTo>
                  <a:lnTo>
                    <a:pt x="290858" y="1901480"/>
                  </a:lnTo>
                  <a:lnTo>
                    <a:pt x="276694" y="1869281"/>
                  </a:lnTo>
                  <a:lnTo>
                    <a:pt x="266955" y="1845702"/>
                  </a:lnTo>
                  <a:lnTo>
                    <a:pt x="257509" y="1811606"/>
                  </a:lnTo>
                  <a:lnTo>
                    <a:pt x="251529" y="1775854"/>
                  </a:lnTo>
                  <a:lnTo>
                    <a:pt x="246135" y="1739941"/>
                  </a:lnTo>
                  <a:lnTo>
                    <a:pt x="238443" y="1705361"/>
                  </a:lnTo>
                  <a:lnTo>
                    <a:pt x="239582" y="1671151"/>
                  </a:lnTo>
                  <a:lnTo>
                    <a:pt x="249791" y="1612917"/>
                  </a:lnTo>
                  <a:lnTo>
                    <a:pt x="264217" y="1545951"/>
                  </a:lnTo>
                  <a:lnTo>
                    <a:pt x="278010" y="1485545"/>
                  </a:lnTo>
                  <a:lnTo>
                    <a:pt x="286316" y="1446992"/>
                  </a:lnTo>
                  <a:lnTo>
                    <a:pt x="294646" y="1399903"/>
                  </a:lnTo>
                  <a:lnTo>
                    <a:pt x="303098" y="1352837"/>
                  </a:lnTo>
                  <a:lnTo>
                    <a:pt x="311748" y="1305267"/>
                  </a:lnTo>
                  <a:lnTo>
                    <a:pt x="320286" y="1258756"/>
                  </a:lnTo>
                  <a:lnTo>
                    <a:pt x="328980" y="1211735"/>
                  </a:lnTo>
                  <a:lnTo>
                    <a:pt x="346461" y="1117714"/>
                  </a:lnTo>
                  <a:lnTo>
                    <a:pt x="352386" y="1084436"/>
                  </a:lnTo>
                  <a:lnTo>
                    <a:pt x="359794" y="1040605"/>
                  </a:lnTo>
                  <a:lnTo>
                    <a:pt x="368360" y="988410"/>
                  </a:lnTo>
                  <a:lnTo>
                    <a:pt x="377761" y="930040"/>
                  </a:lnTo>
                  <a:lnTo>
                    <a:pt x="387674" y="867687"/>
                  </a:lnTo>
                  <a:lnTo>
                    <a:pt x="397774" y="803539"/>
                  </a:lnTo>
                  <a:lnTo>
                    <a:pt x="407739" y="739786"/>
                  </a:lnTo>
                  <a:lnTo>
                    <a:pt x="417245" y="678619"/>
                  </a:lnTo>
                  <a:lnTo>
                    <a:pt x="425968" y="622226"/>
                  </a:lnTo>
                  <a:lnTo>
                    <a:pt x="433585" y="572799"/>
                  </a:lnTo>
                  <a:lnTo>
                    <a:pt x="446562" y="488205"/>
                  </a:lnTo>
                  <a:lnTo>
                    <a:pt x="447400" y="484372"/>
                  </a:lnTo>
                  <a:lnTo>
                    <a:pt x="457263" y="439995"/>
                  </a:lnTo>
                  <a:lnTo>
                    <a:pt x="466993" y="398616"/>
                  </a:lnTo>
                  <a:lnTo>
                    <a:pt x="477973" y="353297"/>
                  </a:lnTo>
                  <a:lnTo>
                    <a:pt x="482041" y="336921"/>
                  </a:lnTo>
                  <a:lnTo>
                    <a:pt x="66417" y="336921"/>
                  </a:lnTo>
                  <a:lnTo>
                    <a:pt x="66281" y="336869"/>
                  </a:lnTo>
                  <a:lnTo>
                    <a:pt x="482054" y="336869"/>
                  </a:lnTo>
                  <a:lnTo>
                    <a:pt x="490026" y="304776"/>
                  </a:lnTo>
                  <a:lnTo>
                    <a:pt x="502975" y="253788"/>
                  </a:lnTo>
                  <a:lnTo>
                    <a:pt x="516645" y="201072"/>
                  </a:lnTo>
                  <a:lnTo>
                    <a:pt x="530858" y="147363"/>
                  </a:lnTo>
                  <a:lnTo>
                    <a:pt x="545439" y="93400"/>
                  </a:lnTo>
                  <a:lnTo>
                    <a:pt x="145231" y="0"/>
                  </a:lnTo>
                  <a:close/>
                </a:path>
                <a:path w="545465" h="2122170">
                  <a:moveTo>
                    <a:pt x="470289" y="2037927"/>
                  </a:moveTo>
                  <a:lnTo>
                    <a:pt x="475577" y="2061132"/>
                  </a:lnTo>
                  <a:lnTo>
                    <a:pt x="474732" y="2068630"/>
                  </a:lnTo>
                  <a:lnTo>
                    <a:pt x="478959" y="2072418"/>
                  </a:lnTo>
                  <a:lnTo>
                    <a:pt x="477649" y="2067105"/>
                  </a:lnTo>
                  <a:lnTo>
                    <a:pt x="471600" y="2043240"/>
                  </a:lnTo>
                  <a:lnTo>
                    <a:pt x="470289" y="2037927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207453" y="7817353"/>
              <a:ext cx="428625" cy="217804"/>
            </a:xfrm>
            <a:custGeom>
              <a:avLst/>
              <a:gdLst/>
              <a:ahLst/>
              <a:cxnLst/>
              <a:rect l="l" t="t" r="r" b="b"/>
              <a:pathLst>
                <a:path w="428625" h="217804">
                  <a:moveTo>
                    <a:pt x="27844" y="0"/>
                  </a:moveTo>
                  <a:lnTo>
                    <a:pt x="19711" y="47941"/>
                  </a:lnTo>
                  <a:lnTo>
                    <a:pt x="8708" y="102372"/>
                  </a:lnTo>
                  <a:lnTo>
                    <a:pt x="0" y="140902"/>
                  </a:lnTo>
                  <a:lnTo>
                    <a:pt x="394919" y="217798"/>
                  </a:lnTo>
                  <a:lnTo>
                    <a:pt x="399258" y="201067"/>
                  </a:lnTo>
                  <a:lnTo>
                    <a:pt x="413471" y="147360"/>
                  </a:lnTo>
                  <a:lnTo>
                    <a:pt x="428052" y="93400"/>
                  </a:lnTo>
                  <a:lnTo>
                    <a:pt x="27844" y="0"/>
                  </a:lnTo>
                  <a:close/>
                </a:path>
              </a:pathLst>
            </a:custGeom>
            <a:solidFill>
              <a:srgbClr val="FADFE1">
                <a:alpha val="26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7358499" y="4270372"/>
            <a:ext cx="767080" cy="970915"/>
            <a:chOff x="7358499" y="4270372"/>
            <a:chExt cx="767080" cy="970915"/>
          </a:xfrm>
        </p:grpSpPr>
        <p:sp>
          <p:nvSpPr>
            <p:cNvPr id="52" name="object 52" descr=""/>
            <p:cNvSpPr/>
            <p:nvPr/>
          </p:nvSpPr>
          <p:spPr>
            <a:xfrm>
              <a:off x="7358499" y="4270372"/>
              <a:ext cx="767080" cy="721360"/>
            </a:xfrm>
            <a:custGeom>
              <a:avLst/>
              <a:gdLst/>
              <a:ahLst/>
              <a:cxnLst/>
              <a:rect l="l" t="t" r="r" b="b"/>
              <a:pathLst>
                <a:path w="767079" h="721360">
                  <a:moveTo>
                    <a:pt x="544075" y="0"/>
                  </a:moveTo>
                  <a:lnTo>
                    <a:pt x="99775" y="120603"/>
                  </a:lnTo>
                  <a:lnTo>
                    <a:pt x="91838" y="179316"/>
                  </a:lnTo>
                  <a:lnTo>
                    <a:pt x="83704" y="233070"/>
                  </a:lnTo>
                  <a:lnTo>
                    <a:pt x="74383" y="285635"/>
                  </a:lnTo>
                  <a:lnTo>
                    <a:pt x="67740" y="324209"/>
                  </a:lnTo>
                  <a:lnTo>
                    <a:pt x="68832" y="356241"/>
                  </a:lnTo>
                  <a:lnTo>
                    <a:pt x="80633" y="398987"/>
                  </a:lnTo>
                  <a:lnTo>
                    <a:pt x="106120" y="469702"/>
                  </a:lnTo>
                  <a:lnTo>
                    <a:pt x="99376" y="473470"/>
                  </a:lnTo>
                  <a:lnTo>
                    <a:pt x="80731" y="485568"/>
                  </a:lnTo>
                  <a:lnTo>
                    <a:pt x="52563" y="507189"/>
                  </a:lnTo>
                  <a:lnTo>
                    <a:pt x="17254" y="539522"/>
                  </a:lnTo>
                  <a:lnTo>
                    <a:pt x="0" y="584050"/>
                  </a:lnTo>
                  <a:lnTo>
                    <a:pt x="12497" y="633934"/>
                  </a:lnTo>
                  <a:lnTo>
                    <a:pt x="36896" y="677868"/>
                  </a:lnTo>
                  <a:lnTo>
                    <a:pt x="55347" y="704543"/>
                  </a:lnTo>
                  <a:lnTo>
                    <a:pt x="80733" y="716151"/>
                  </a:lnTo>
                  <a:lnTo>
                    <a:pt x="129923" y="721212"/>
                  </a:lnTo>
                  <a:lnTo>
                    <a:pt x="191014" y="717939"/>
                  </a:lnTo>
                  <a:lnTo>
                    <a:pt x="252105" y="704543"/>
                  </a:lnTo>
                  <a:lnTo>
                    <a:pt x="295654" y="689370"/>
                  </a:lnTo>
                  <a:lnTo>
                    <a:pt x="314878" y="678337"/>
                  </a:lnTo>
                  <a:lnTo>
                    <a:pt x="314013" y="666068"/>
                  </a:lnTo>
                  <a:lnTo>
                    <a:pt x="297297" y="647184"/>
                  </a:lnTo>
                  <a:lnTo>
                    <a:pt x="467910" y="622033"/>
                  </a:lnTo>
                  <a:lnTo>
                    <a:pt x="497662" y="598132"/>
                  </a:lnTo>
                  <a:lnTo>
                    <a:pt x="567878" y="540313"/>
                  </a:lnTo>
                  <a:lnTo>
                    <a:pt x="649995" y="469403"/>
                  </a:lnTo>
                  <a:lnTo>
                    <a:pt x="715452" y="406228"/>
                  </a:lnTo>
                  <a:lnTo>
                    <a:pt x="751652" y="362491"/>
                  </a:lnTo>
                  <a:lnTo>
                    <a:pt x="767025" y="318160"/>
                  </a:lnTo>
                  <a:lnTo>
                    <a:pt x="764546" y="246456"/>
                  </a:lnTo>
                  <a:lnTo>
                    <a:pt x="747189" y="120603"/>
                  </a:lnTo>
                  <a:lnTo>
                    <a:pt x="544075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588684" y="4770650"/>
              <a:ext cx="448945" cy="470534"/>
            </a:xfrm>
            <a:custGeom>
              <a:avLst/>
              <a:gdLst/>
              <a:ahLst/>
              <a:cxnLst/>
              <a:rect l="l" t="t" r="r" b="b"/>
              <a:pathLst>
                <a:path w="448945" h="470535">
                  <a:moveTo>
                    <a:pt x="321767" y="0"/>
                  </a:moveTo>
                  <a:lnTo>
                    <a:pt x="31200" y="0"/>
                  </a:lnTo>
                  <a:lnTo>
                    <a:pt x="36818" y="131577"/>
                  </a:lnTo>
                  <a:lnTo>
                    <a:pt x="36490" y="200751"/>
                  </a:lnTo>
                  <a:lnTo>
                    <a:pt x="28234" y="230304"/>
                  </a:lnTo>
                  <a:lnTo>
                    <a:pt x="10069" y="243018"/>
                  </a:lnTo>
                  <a:lnTo>
                    <a:pt x="0" y="278593"/>
                  </a:lnTo>
                  <a:lnTo>
                    <a:pt x="8749" y="341412"/>
                  </a:lnTo>
                  <a:lnTo>
                    <a:pt x="23441" y="401260"/>
                  </a:lnTo>
                  <a:lnTo>
                    <a:pt x="31200" y="427924"/>
                  </a:lnTo>
                  <a:lnTo>
                    <a:pt x="268931" y="470184"/>
                  </a:lnTo>
                  <a:lnTo>
                    <a:pt x="448559" y="369800"/>
                  </a:lnTo>
                  <a:lnTo>
                    <a:pt x="345818" y="326691"/>
                  </a:lnTo>
                  <a:lnTo>
                    <a:pt x="321767" y="137357"/>
                  </a:lnTo>
                  <a:lnTo>
                    <a:pt x="319536" y="98061"/>
                  </a:lnTo>
                  <a:lnTo>
                    <a:pt x="319784" y="52826"/>
                  </a:lnTo>
                  <a:lnTo>
                    <a:pt x="321023" y="15517"/>
                  </a:lnTo>
                  <a:lnTo>
                    <a:pt x="321767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 descr=""/>
          <p:cNvGrpSpPr/>
          <p:nvPr/>
        </p:nvGrpSpPr>
        <p:grpSpPr>
          <a:xfrm>
            <a:off x="6644429" y="4052803"/>
            <a:ext cx="2214245" cy="4521200"/>
            <a:chOff x="6644429" y="4052803"/>
            <a:chExt cx="2214245" cy="4521200"/>
          </a:xfrm>
        </p:grpSpPr>
        <p:pic>
          <p:nvPicPr>
            <p:cNvPr id="55" name="object 5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91593" y="6149500"/>
              <a:ext cx="1199500" cy="1942811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6874989" y="4948941"/>
              <a:ext cx="1796414" cy="2025014"/>
            </a:xfrm>
            <a:custGeom>
              <a:avLst/>
              <a:gdLst/>
              <a:ahLst/>
              <a:cxnLst/>
              <a:rect l="l" t="t" r="r" b="b"/>
              <a:pathLst>
                <a:path w="1796415" h="2025015">
                  <a:moveTo>
                    <a:pt x="1066815" y="0"/>
                  </a:moveTo>
                  <a:lnTo>
                    <a:pt x="1055114" y="969"/>
                  </a:lnTo>
                  <a:lnTo>
                    <a:pt x="1040669" y="3901"/>
                  </a:lnTo>
                  <a:lnTo>
                    <a:pt x="1041412" y="14673"/>
                  </a:lnTo>
                  <a:lnTo>
                    <a:pt x="1042648" y="39955"/>
                  </a:lnTo>
                  <a:lnTo>
                    <a:pt x="1042896" y="69199"/>
                  </a:lnTo>
                  <a:lnTo>
                    <a:pt x="1040669" y="91857"/>
                  </a:lnTo>
                  <a:lnTo>
                    <a:pt x="1041339" y="105694"/>
                  </a:lnTo>
                  <a:lnTo>
                    <a:pt x="1055590" y="132111"/>
                  </a:lnTo>
                  <a:lnTo>
                    <a:pt x="1059234" y="151897"/>
                  </a:lnTo>
                  <a:lnTo>
                    <a:pt x="1051227" y="171210"/>
                  </a:lnTo>
                  <a:lnTo>
                    <a:pt x="1030837" y="183589"/>
                  </a:lnTo>
                  <a:lnTo>
                    <a:pt x="1003513" y="192007"/>
                  </a:lnTo>
                  <a:lnTo>
                    <a:pt x="974703" y="199435"/>
                  </a:lnTo>
                  <a:lnTo>
                    <a:pt x="952992" y="206704"/>
                  </a:lnTo>
                  <a:lnTo>
                    <a:pt x="939701" y="217933"/>
                  </a:lnTo>
                  <a:lnTo>
                    <a:pt x="929383" y="241045"/>
                  </a:lnTo>
                  <a:lnTo>
                    <a:pt x="916589" y="283966"/>
                  </a:lnTo>
                  <a:lnTo>
                    <a:pt x="891495" y="258210"/>
                  </a:lnTo>
                  <a:lnTo>
                    <a:pt x="869787" y="234933"/>
                  </a:lnTo>
                  <a:lnTo>
                    <a:pt x="850560" y="212649"/>
                  </a:lnTo>
                  <a:lnTo>
                    <a:pt x="836941" y="196220"/>
                  </a:lnTo>
                  <a:lnTo>
                    <a:pt x="820844" y="180287"/>
                  </a:lnTo>
                  <a:lnTo>
                    <a:pt x="791867" y="155439"/>
                  </a:lnTo>
                  <a:lnTo>
                    <a:pt x="739610" y="112264"/>
                  </a:lnTo>
                  <a:lnTo>
                    <a:pt x="739610" y="22456"/>
                  </a:lnTo>
                  <a:lnTo>
                    <a:pt x="736640" y="21796"/>
                  </a:lnTo>
                  <a:lnTo>
                    <a:pt x="727727" y="21138"/>
                  </a:lnTo>
                  <a:lnTo>
                    <a:pt x="712872" y="22460"/>
                  </a:lnTo>
                  <a:lnTo>
                    <a:pt x="673082" y="35255"/>
                  </a:lnTo>
                  <a:lnTo>
                    <a:pt x="643034" y="76032"/>
                  </a:lnTo>
                  <a:lnTo>
                    <a:pt x="618106" y="128117"/>
                  </a:lnTo>
                  <a:lnTo>
                    <a:pt x="587729" y="139674"/>
                  </a:lnTo>
                  <a:lnTo>
                    <a:pt x="513767" y="169061"/>
                  </a:lnTo>
                  <a:lnTo>
                    <a:pt x="421974" y="208355"/>
                  </a:lnTo>
                  <a:lnTo>
                    <a:pt x="338104" y="249632"/>
                  </a:lnTo>
                  <a:lnTo>
                    <a:pt x="303953" y="290945"/>
                  </a:lnTo>
                  <a:lnTo>
                    <a:pt x="288030" y="325733"/>
                  </a:lnTo>
                  <a:lnTo>
                    <a:pt x="272896" y="368166"/>
                  </a:lnTo>
                  <a:lnTo>
                    <a:pt x="258567" y="416915"/>
                  </a:lnTo>
                  <a:lnTo>
                    <a:pt x="245058" y="470647"/>
                  </a:lnTo>
                  <a:lnTo>
                    <a:pt x="232384" y="528032"/>
                  </a:lnTo>
                  <a:lnTo>
                    <a:pt x="220562" y="587738"/>
                  </a:lnTo>
                  <a:lnTo>
                    <a:pt x="209607" y="648435"/>
                  </a:lnTo>
                  <a:lnTo>
                    <a:pt x="199533" y="708792"/>
                  </a:lnTo>
                  <a:lnTo>
                    <a:pt x="190357" y="767477"/>
                  </a:lnTo>
                  <a:lnTo>
                    <a:pt x="182095" y="823160"/>
                  </a:lnTo>
                  <a:lnTo>
                    <a:pt x="162942" y="958881"/>
                  </a:lnTo>
                  <a:lnTo>
                    <a:pt x="158487" y="989243"/>
                  </a:lnTo>
                  <a:lnTo>
                    <a:pt x="151750" y="1028416"/>
                  </a:lnTo>
                  <a:lnTo>
                    <a:pt x="142464" y="1075898"/>
                  </a:lnTo>
                  <a:lnTo>
                    <a:pt x="131161" y="1129654"/>
                  </a:lnTo>
                  <a:lnTo>
                    <a:pt x="118373" y="1187647"/>
                  </a:lnTo>
                  <a:lnTo>
                    <a:pt x="104632" y="1247841"/>
                  </a:lnTo>
                  <a:lnTo>
                    <a:pt x="90468" y="1308201"/>
                  </a:lnTo>
                  <a:lnTo>
                    <a:pt x="76414" y="1366689"/>
                  </a:lnTo>
                  <a:lnTo>
                    <a:pt x="63002" y="1421270"/>
                  </a:lnTo>
                  <a:lnTo>
                    <a:pt x="50764" y="1469908"/>
                  </a:lnTo>
                  <a:lnTo>
                    <a:pt x="40231" y="1510567"/>
                  </a:lnTo>
                  <a:lnTo>
                    <a:pt x="26407" y="1559801"/>
                  </a:lnTo>
                  <a:lnTo>
                    <a:pt x="20366" y="1592218"/>
                  </a:lnTo>
                  <a:lnTo>
                    <a:pt x="19902" y="1632749"/>
                  </a:lnTo>
                  <a:lnTo>
                    <a:pt x="22987" y="1681901"/>
                  </a:lnTo>
                  <a:lnTo>
                    <a:pt x="27594" y="1740182"/>
                  </a:lnTo>
                  <a:lnTo>
                    <a:pt x="31695" y="1808098"/>
                  </a:lnTo>
                  <a:lnTo>
                    <a:pt x="34174" y="1879834"/>
                  </a:lnTo>
                  <a:lnTo>
                    <a:pt x="31699" y="1926309"/>
                  </a:lnTo>
                  <a:lnTo>
                    <a:pt x="21298" y="1967828"/>
                  </a:lnTo>
                  <a:lnTo>
                    <a:pt x="0" y="2024698"/>
                  </a:lnTo>
                  <a:lnTo>
                    <a:pt x="232453" y="2024698"/>
                  </a:lnTo>
                  <a:lnTo>
                    <a:pt x="232453" y="1924324"/>
                  </a:lnTo>
                  <a:lnTo>
                    <a:pt x="239552" y="1906742"/>
                  </a:lnTo>
                  <a:lnTo>
                    <a:pt x="257545" y="1858949"/>
                  </a:lnTo>
                  <a:lnTo>
                    <a:pt x="281482" y="1788374"/>
                  </a:lnTo>
                  <a:lnTo>
                    <a:pt x="306409" y="1702446"/>
                  </a:lnTo>
                  <a:lnTo>
                    <a:pt x="325971" y="1627078"/>
                  </a:lnTo>
                  <a:lnTo>
                    <a:pt x="344048" y="1555179"/>
                  </a:lnTo>
                  <a:lnTo>
                    <a:pt x="371040" y="1444650"/>
                  </a:lnTo>
                  <a:lnTo>
                    <a:pt x="417348" y="1253392"/>
                  </a:lnTo>
                  <a:lnTo>
                    <a:pt x="1040743" y="1306228"/>
                  </a:lnTo>
                  <a:lnTo>
                    <a:pt x="1553188" y="1306228"/>
                  </a:lnTo>
                  <a:lnTo>
                    <a:pt x="1567881" y="1311757"/>
                  </a:lnTo>
                  <a:lnTo>
                    <a:pt x="1603375" y="1322734"/>
                  </a:lnTo>
                  <a:lnTo>
                    <a:pt x="1646793" y="1330740"/>
                  </a:lnTo>
                  <a:lnTo>
                    <a:pt x="1685257" y="1327358"/>
                  </a:lnTo>
                  <a:lnTo>
                    <a:pt x="1710768" y="1315882"/>
                  </a:lnTo>
                  <a:lnTo>
                    <a:pt x="1730829" y="1294997"/>
                  </a:lnTo>
                  <a:lnTo>
                    <a:pt x="1755841" y="1249348"/>
                  </a:lnTo>
                  <a:lnTo>
                    <a:pt x="1796207" y="1163583"/>
                  </a:lnTo>
                  <a:lnTo>
                    <a:pt x="1796207" y="1036791"/>
                  </a:lnTo>
                  <a:lnTo>
                    <a:pt x="1790428" y="1015575"/>
                  </a:lnTo>
                  <a:lnTo>
                    <a:pt x="1777715" y="981979"/>
                  </a:lnTo>
                  <a:lnTo>
                    <a:pt x="1765002" y="945410"/>
                  </a:lnTo>
                  <a:lnTo>
                    <a:pt x="1759223" y="915277"/>
                  </a:lnTo>
                  <a:lnTo>
                    <a:pt x="1754038" y="884974"/>
                  </a:lnTo>
                  <a:lnTo>
                    <a:pt x="1740635" y="833099"/>
                  </a:lnTo>
                  <a:lnTo>
                    <a:pt x="1722243" y="770658"/>
                  </a:lnTo>
                  <a:lnTo>
                    <a:pt x="1702090" y="708657"/>
                  </a:lnTo>
                  <a:lnTo>
                    <a:pt x="1683404" y="658101"/>
                  </a:lnTo>
                  <a:lnTo>
                    <a:pt x="1669415" y="629997"/>
                  </a:lnTo>
                  <a:lnTo>
                    <a:pt x="1659396" y="608197"/>
                  </a:lnTo>
                  <a:lnTo>
                    <a:pt x="1645725" y="566523"/>
                  </a:lnTo>
                  <a:lnTo>
                    <a:pt x="1629205" y="510856"/>
                  </a:lnTo>
                  <a:lnTo>
                    <a:pt x="1610643" y="447079"/>
                  </a:lnTo>
                  <a:lnTo>
                    <a:pt x="1590842" y="381072"/>
                  </a:lnTo>
                  <a:lnTo>
                    <a:pt x="1570608" y="318718"/>
                  </a:lnTo>
                  <a:lnTo>
                    <a:pt x="1550745" y="265897"/>
                  </a:lnTo>
                  <a:lnTo>
                    <a:pt x="1532058" y="228491"/>
                  </a:lnTo>
                  <a:lnTo>
                    <a:pt x="1500400" y="184786"/>
                  </a:lnTo>
                  <a:lnTo>
                    <a:pt x="1457104" y="156186"/>
                  </a:lnTo>
                  <a:lnTo>
                    <a:pt x="1372701" y="130061"/>
                  </a:lnTo>
                  <a:lnTo>
                    <a:pt x="1217722" y="93783"/>
                  </a:lnTo>
                  <a:lnTo>
                    <a:pt x="1206330" y="80493"/>
                  </a:lnTo>
                  <a:lnTo>
                    <a:pt x="1178100" y="50858"/>
                  </a:lnTo>
                  <a:lnTo>
                    <a:pt x="1141945" y="20234"/>
                  </a:lnTo>
                  <a:lnTo>
                    <a:pt x="1106783" y="3975"/>
                  </a:lnTo>
                  <a:lnTo>
                    <a:pt x="1081972" y="999"/>
                  </a:lnTo>
                  <a:lnTo>
                    <a:pt x="1066815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498052" y="5241223"/>
              <a:ext cx="1360170" cy="1410335"/>
            </a:xfrm>
            <a:custGeom>
              <a:avLst/>
              <a:gdLst/>
              <a:ahLst/>
              <a:cxnLst/>
              <a:rect l="l" t="t" r="r" b="b"/>
              <a:pathLst>
                <a:path w="1360170" h="1410334">
                  <a:moveTo>
                    <a:pt x="240990" y="0"/>
                  </a:moveTo>
                  <a:lnTo>
                    <a:pt x="188232" y="9563"/>
                  </a:lnTo>
                  <a:lnTo>
                    <a:pt x="121828" y="36591"/>
                  </a:lnTo>
                  <a:lnTo>
                    <a:pt x="37266" y="81369"/>
                  </a:lnTo>
                  <a:lnTo>
                    <a:pt x="0" y="117482"/>
                  </a:lnTo>
                  <a:lnTo>
                    <a:pt x="1857" y="163999"/>
                  </a:lnTo>
                  <a:lnTo>
                    <a:pt x="34669" y="239988"/>
                  </a:lnTo>
                  <a:lnTo>
                    <a:pt x="924840" y="1394308"/>
                  </a:lnTo>
                  <a:lnTo>
                    <a:pt x="1037764" y="1409743"/>
                  </a:lnTo>
                  <a:lnTo>
                    <a:pt x="1095216" y="1398930"/>
                  </a:lnTo>
                  <a:lnTo>
                    <a:pt x="1115026" y="1347506"/>
                  </a:lnTo>
                  <a:lnTo>
                    <a:pt x="1115023" y="1241109"/>
                  </a:lnTo>
                  <a:lnTo>
                    <a:pt x="924840" y="934689"/>
                  </a:lnTo>
                  <a:lnTo>
                    <a:pt x="940693" y="818462"/>
                  </a:lnTo>
                  <a:lnTo>
                    <a:pt x="1001282" y="748547"/>
                  </a:lnTo>
                  <a:lnTo>
                    <a:pt x="1136161" y="591960"/>
                  </a:lnTo>
                  <a:lnTo>
                    <a:pt x="1275003" y="428436"/>
                  </a:lnTo>
                  <a:lnTo>
                    <a:pt x="1347477" y="337712"/>
                  </a:lnTo>
                  <a:lnTo>
                    <a:pt x="1360158" y="262910"/>
                  </a:lnTo>
                  <a:lnTo>
                    <a:pt x="1351281" y="214096"/>
                  </a:lnTo>
                  <a:lnTo>
                    <a:pt x="1327191" y="167819"/>
                  </a:lnTo>
                  <a:lnTo>
                    <a:pt x="1284086" y="131687"/>
                  </a:lnTo>
                  <a:lnTo>
                    <a:pt x="1223911" y="103785"/>
                  </a:lnTo>
                  <a:lnTo>
                    <a:pt x="1175126" y="90741"/>
                  </a:lnTo>
                  <a:lnTo>
                    <a:pt x="1133276" y="91565"/>
                  </a:lnTo>
                  <a:lnTo>
                    <a:pt x="1093903" y="105269"/>
                  </a:lnTo>
                  <a:lnTo>
                    <a:pt x="1058240" y="128219"/>
                  </a:lnTo>
                  <a:lnTo>
                    <a:pt x="1006729" y="189799"/>
                  </a:lnTo>
                  <a:lnTo>
                    <a:pt x="903712" y="338548"/>
                  </a:lnTo>
                  <a:lnTo>
                    <a:pt x="713528" y="623002"/>
                  </a:lnTo>
                  <a:lnTo>
                    <a:pt x="663421" y="542188"/>
                  </a:lnTo>
                  <a:lnTo>
                    <a:pt x="550413" y="360832"/>
                  </a:lnTo>
                  <a:lnTo>
                    <a:pt x="430473" y="170563"/>
                  </a:lnTo>
                  <a:lnTo>
                    <a:pt x="359570" y="63009"/>
                  </a:lnTo>
                  <a:lnTo>
                    <a:pt x="314368" y="18590"/>
                  </a:lnTo>
                  <a:lnTo>
                    <a:pt x="282301" y="4232"/>
                  </a:lnTo>
                  <a:lnTo>
                    <a:pt x="24099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928024" y="5816673"/>
              <a:ext cx="636905" cy="449580"/>
            </a:xfrm>
            <a:custGeom>
              <a:avLst/>
              <a:gdLst/>
              <a:ahLst/>
              <a:cxnLst/>
              <a:rect l="l" t="t" r="r" b="b"/>
              <a:pathLst>
                <a:path w="636904" h="449579">
                  <a:moveTo>
                    <a:pt x="273896" y="0"/>
                  </a:moveTo>
                  <a:lnTo>
                    <a:pt x="267012" y="13208"/>
                  </a:lnTo>
                  <a:lnTo>
                    <a:pt x="263698" y="34341"/>
                  </a:lnTo>
                  <a:lnTo>
                    <a:pt x="265484" y="59437"/>
                  </a:lnTo>
                  <a:lnTo>
                    <a:pt x="273896" y="84531"/>
                  </a:lnTo>
                  <a:lnTo>
                    <a:pt x="289779" y="113174"/>
                  </a:lnTo>
                  <a:lnTo>
                    <a:pt x="307196" y="147266"/>
                  </a:lnTo>
                  <a:lnTo>
                    <a:pt x="317478" y="180367"/>
                  </a:lnTo>
                  <a:lnTo>
                    <a:pt x="311957" y="206035"/>
                  </a:lnTo>
                  <a:lnTo>
                    <a:pt x="286380" y="220477"/>
                  </a:lnTo>
                  <a:lnTo>
                    <a:pt x="250101" y="226503"/>
                  </a:lnTo>
                  <a:lnTo>
                    <a:pt x="214842" y="227577"/>
                  </a:lnTo>
                  <a:lnTo>
                    <a:pt x="192328" y="227165"/>
                  </a:lnTo>
                  <a:lnTo>
                    <a:pt x="162002" y="221471"/>
                  </a:lnTo>
                  <a:lnTo>
                    <a:pt x="108736" y="209339"/>
                  </a:lnTo>
                  <a:lnTo>
                    <a:pt x="52411" y="198196"/>
                  </a:lnTo>
                  <a:lnTo>
                    <a:pt x="12909" y="195470"/>
                  </a:lnTo>
                  <a:lnTo>
                    <a:pt x="0" y="204300"/>
                  </a:lnTo>
                  <a:lnTo>
                    <a:pt x="3400" y="218579"/>
                  </a:lnTo>
                  <a:lnTo>
                    <a:pt x="12916" y="231869"/>
                  </a:lnTo>
                  <a:lnTo>
                    <a:pt x="18354" y="237730"/>
                  </a:lnTo>
                  <a:lnTo>
                    <a:pt x="18693" y="265385"/>
                  </a:lnTo>
                  <a:lnTo>
                    <a:pt x="21071" y="280657"/>
                  </a:lnTo>
                  <a:lnTo>
                    <a:pt x="27524" y="288997"/>
                  </a:lnTo>
                  <a:lnTo>
                    <a:pt x="40091" y="295854"/>
                  </a:lnTo>
                  <a:lnTo>
                    <a:pt x="49778" y="320369"/>
                  </a:lnTo>
                  <a:lnTo>
                    <a:pt x="56405" y="333492"/>
                  </a:lnTo>
                  <a:lnTo>
                    <a:pt x="63032" y="339681"/>
                  </a:lnTo>
                  <a:lnTo>
                    <a:pt x="72719" y="343392"/>
                  </a:lnTo>
                  <a:lnTo>
                    <a:pt x="89286" y="355773"/>
                  </a:lnTo>
                  <a:lnTo>
                    <a:pt x="111460" y="379052"/>
                  </a:lnTo>
                  <a:lnTo>
                    <a:pt x="134652" y="404313"/>
                  </a:lnTo>
                  <a:lnTo>
                    <a:pt x="154276" y="422636"/>
                  </a:lnTo>
                  <a:lnTo>
                    <a:pt x="182821" y="434194"/>
                  </a:lnTo>
                  <a:lnTo>
                    <a:pt x="227679" y="443769"/>
                  </a:lnTo>
                  <a:lnTo>
                    <a:pt x="276613" y="449382"/>
                  </a:lnTo>
                  <a:lnTo>
                    <a:pt x="317392" y="449054"/>
                  </a:lnTo>
                  <a:lnTo>
                    <a:pt x="362163" y="442695"/>
                  </a:lnTo>
                  <a:lnTo>
                    <a:pt x="468015" y="426020"/>
                  </a:lnTo>
                  <a:lnTo>
                    <a:pt x="491376" y="422636"/>
                  </a:lnTo>
                  <a:lnTo>
                    <a:pt x="504262" y="425808"/>
                  </a:lnTo>
                  <a:lnTo>
                    <a:pt x="527302" y="432787"/>
                  </a:lnTo>
                  <a:lnTo>
                    <a:pt x="559144" y="442939"/>
                  </a:lnTo>
                  <a:lnTo>
                    <a:pt x="613456" y="393469"/>
                  </a:lnTo>
                  <a:lnTo>
                    <a:pt x="636521" y="359621"/>
                  </a:lnTo>
                  <a:lnTo>
                    <a:pt x="632802" y="325770"/>
                  </a:lnTo>
                  <a:lnTo>
                    <a:pt x="606765" y="276295"/>
                  </a:lnTo>
                  <a:lnTo>
                    <a:pt x="555692" y="275133"/>
                  </a:lnTo>
                  <a:lnTo>
                    <a:pt x="528913" y="272930"/>
                  </a:lnTo>
                  <a:lnTo>
                    <a:pt x="517650" y="268050"/>
                  </a:lnTo>
                  <a:lnTo>
                    <a:pt x="513124" y="258861"/>
                  </a:lnTo>
                  <a:lnTo>
                    <a:pt x="496904" y="238558"/>
                  </a:lnTo>
                  <a:lnTo>
                    <a:pt x="464876" y="207357"/>
                  </a:lnTo>
                  <a:lnTo>
                    <a:pt x="429787" y="174173"/>
                  </a:lnTo>
                  <a:lnTo>
                    <a:pt x="404384" y="147922"/>
                  </a:lnTo>
                  <a:lnTo>
                    <a:pt x="386543" y="126707"/>
                  </a:lnTo>
                  <a:lnTo>
                    <a:pt x="367682" y="104999"/>
                  </a:lnTo>
                  <a:lnTo>
                    <a:pt x="350861" y="86264"/>
                  </a:lnTo>
                  <a:lnTo>
                    <a:pt x="339140" y="73966"/>
                  </a:lnTo>
                  <a:lnTo>
                    <a:pt x="325890" y="56466"/>
                  </a:lnTo>
                  <a:lnTo>
                    <a:pt x="306522" y="29059"/>
                  </a:lnTo>
                  <a:lnTo>
                    <a:pt x="287151" y="5614"/>
                  </a:lnTo>
                  <a:lnTo>
                    <a:pt x="273896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6644429" y="7316365"/>
              <a:ext cx="753110" cy="1257935"/>
            </a:xfrm>
            <a:custGeom>
              <a:avLst/>
              <a:gdLst/>
              <a:ahLst/>
              <a:cxnLst/>
              <a:rect l="l" t="t" r="r" b="b"/>
              <a:pathLst>
                <a:path w="753109" h="1257934">
                  <a:moveTo>
                    <a:pt x="343874" y="0"/>
                  </a:moveTo>
                  <a:lnTo>
                    <a:pt x="128613" y="0"/>
                  </a:lnTo>
                  <a:lnTo>
                    <a:pt x="116672" y="2227"/>
                  </a:lnTo>
                  <a:lnTo>
                    <a:pt x="62" y="862078"/>
                  </a:lnTo>
                  <a:lnTo>
                    <a:pt x="0" y="889018"/>
                  </a:lnTo>
                  <a:lnTo>
                    <a:pt x="5829" y="914987"/>
                  </a:lnTo>
                  <a:lnTo>
                    <a:pt x="33852" y="960232"/>
                  </a:lnTo>
                  <a:lnTo>
                    <a:pt x="312775" y="1243585"/>
                  </a:lnTo>
                  <a:lnTo>
                    <a:pt x="345633" y="1257343"/>
                  </a:lnTo>
                  <a:lnTo>
                    <a:pt x="647634" y="1257343"/>
                  </a:lnTo>
                  <a:lnTo>
                    <a:pt x="689209" y="1231192"/>
                  </a:lnTo>
                  <a:lnTo>
                    <a:pt x="752552" y="306116"/>
                  </a:lnTo>
                  <a:lnTo>
                    <a:pt x="751769" y="294176"/>
                  </a:lnTo>
                  <a:lnTo>
                    <a:pt x="350407" y="2020"/>
                  </a:lnTo>
                  <a:lnTo>
                    <a:pt x="343874" y="0"/>
                  </a:lnTo>
                  <a:close/>
                </a:path>
              </a:pathLst>
            </a:custGeom>
            <a:solidFill>
              <a:srgbClr val="303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911971" y="6973643"/>
              <a:ext cx="232410" cy="391160"/>
            </a:xfrm>
            <a:custGeom>
              <a:avLst/>
              <a:gdLst/>
              <a:ahLst/>
              <a:cxnLst/>
              <a:rect l="l" t="t" r="r" b="b"/>
              <a:pathLst>
                <a:path w="232409" h="391159">
                  <a:moveTo>
                    <a:pt x="231109" y="232275"/>
                  </a:moveTo>
                  <a:lnTo>
                    <a:pt x="152759" y="232275"/>
                  </a:lnTo>
                  <a:lnTo>
                    <a:pt x="169052" y="306419"/>
                  </a:lnTo>
                  <a:lnTo>
                    <a:pt x="169465" y="319626"/>
                  </a:lnTo>
                  <a:lnTo>
                    <a:pt x="172354" y="348680"/>
                  </a:lnTo>
                  <a:lnTo>
                    <a:pt x="180197" y="377734"/>
                  </a:lnTo>
                  <a:lnTo>
                    <a:pt x="195470" y="390940"/>
                  </a:lnTo>
                  <a:lnTo>
                    <a:pt x="213109" y="371299"/>
                  </a:lnTo>
                  <a:lnTo>
                    <a:pt x="225661" y="324941"/>
                  </a:lnTo>
                  <a:lnTo>
                    <a:pt x="232000" y="270721"/>
                  </a:lnTo>
                  <a:lnTo>
                    <a:pt x="231109" y="232275"/>
                  </a:lnTo>
                  <a:close/>
                </a:path>
                <a:path w="232409" h="391159">
                  <a:moveTo>
                    <a:pt x="143839" y="303687"/>
                  </a:moveTo>
                  <a:lnTo>
                    <a:pt x="81348" y="303687"/>
                  </a:lnTo>
                  <a:lnTo>
                    <a:pt x="87676" y="308151"/>
                  </a:lnTo>
                  <a:lnTo>
                    <a:pt x="103182" y="317575"/>
                  </a:lnTo>
                  <a:lnTo>
                    <a:pt x="122651" y="326008"/>
                  </a:lnTo>
                  <a:lnTo>
                    <a:pt x="140864" y="327497"/>
                  </a:lnTo>
                  <a:lnTo>
                    <a:pt x="143839" y="303687"/>
                  </a:lnTo>
                  <a:close/>
                </a:path>
                <a:path w="232409" h="391159">
                  <a:moveTo>
                    <a:pt x="178790" y="0"/>
                  </a:moveTo>
                  <a:lnTo>
                    <a:pt x="33276" y="0"/>
                  </a:lnTo>
                  <a:lnTo>
                    <a:pt x="33690" y="7346"/>
                  </a:lnTo>
                  <a:lnTo>
                    <a:pt x="33809" y="27073"/>
                  </a:lnTo>
                  <a:lnTo>
                    <a:pt x="31946" y="55716"/>
                  </a:lnTo>
                  <a:lnTo>
                    <a:pt x="26418" y="89808"/>
                  </a:lnTo>
                  <a:lnTo>
                    <a:pt x="17085" y="139007"/>
                  </a:lnTo>
                  <a:lnTo>
                    <a:pt x="7260" y="202072"/>
                  </a:lnTo>
                  <a:lnTo>
                    <a:pt x="409" y="259192"/>
                  </a:lnTo>
                  <a:lnTo>
                    <a:pt x="0" y="290556"/>
                  </a:lnTo>
                  <a:lnTo>
                    <a:pt x="4245" y="299684"/>
                  </a:lnTo>
                  <a:lnTo>
                    <a:pt x="14134" y="304095"/>
                  </a:lnTo>
                  <a:lnTo>
                    <a:pt x="37293" y="305019"/>
                  </a:lnTo>
                  <a:lnTo>
                    <a:pt x="81348" y="303687"/>
                  </a:lnTo>
                  <a:lnTo>
                    <a:pt x="143839" y="303687"/>
                  </a:lnTo>
                  <a:lnTo>
                    <a:pt x="152759" y="232275"/>
                  </a:lnTo>
                  <a:lnTo>
                    <a:pt x="231109" y="232275"/>
                  </a:lnTo>
                  <a:lnTo>
                    <a:pt x="230998" y="227490"/>
                  </a:lnTo>
                  <a:lnTo>
                    <a:pt x="226579" y="201585"/>
                  </a:lnTo>
                  <a:lnTo>
                    <a:pt x="220854" y="177507"/>
                  </a:lnTo>
                  <a:lnTo>
                    <a:pt x="209997" y="141359"/>
                  </a:lnTo>
                  <a:lnTo>
                    <a:pt x="190182" y="79243"/>
                  </a:lnTo>
                  <a:lnTo>
                    <a:pt x="178790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619881" y="4770648"/>
              <a:ext cx="297815" cy="233045"/>
            </a:xfrm>
            <a:custGeom>
              <a:avLst/>
              <a:gdLst/>
              <a:ahLst/>
              <a:cxnLst/>
              <a:rect l="l" t="t" r="r" b="b"/>
              <a:pathLst>
                <a:path w="297815" h="233045">
                  <a:moveTo>
                    <a:pt x="290567" y="0"/>
                  </a:moveTo>
                  <a:lnTo>
                    <a:pt x="0" y="0"/>
                  </a:lnTo>
                  <a:lnTo>
                    <a:pt x="1366" y="30554"/>
                  </a:lnTo>
                  <a:lnTo>
                    <a:pt x="1976" y="51876"/>
                  </a:lnTo>
                  <a:lnTo>
                    <a:pt x="1970" y="73990"/>
                  </a:lnTo>
                  <a:lnTo>
                    <a:pt x="1486" y="106918"/>
                  </a:lnTo>
                  <a:lnTo>
                    <a:pt x="38017" y="137609"/>
                  </a:lnTo>
                  <a:lnTo>
                    <a:pt x="81376" y="170946"/>
                  </a:lnTo>
                  <a:lnTo>
                    <a:pt x="126475" y="201491"/>
                  </a:lnTo>
                  <a:lnTo>
                    <a:pt x="168224" y="223806"/>
                  </a:lnTo>
                  <a:lnTo>
                    <a:pt x="201533" y="232453"/>
                  </a:lnTo>
                  <a:lnTo>
                    <a:pt x="228365" y="228951"/>
                  </a:lnTo>
                  <a:lnTo>
                    <a:pt x="254082" y="219925"/>
                  </a:lnTo>
                  <a:lnTo>
                    <a:pt x="277578" y="207592"/>
                  </a:lnTo>
                  <a:lnTo>
                    <a:pt x="297750" y="194172"/>
                  </a:lnTo>
                  <a:lnTo>
                    <a:pt x="290567" y="137357"/>
                  </a:lnTo>
                  <a:lnTo>
                    <a:pt x="288340" y="98066"/>
                  </a:lnTo>
                  <a:lnTo>
                    <a:pt x="288588" y="52830"/>
                  </a:lnTo>
                  <a:lnTo>
                    <a:pt x="289824" y="15519"/>
                  </a:lnTo>
                  <a:lnTo>
                    <a:pt x="290567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7522087" y="4191824"/>
              <a:ext cx="550545" cy="746760"/>
            </a:xfrm>
            <a:custGeom>
              <a:avLst/>
              <a:gdLst/>
              <a:ahLst/>
              <a:cxnLst/>
              <a:rect l="l" t="t" r="r" b="b"/>
              <a:pathLst>
                <a:path w="550545" h="746760">
                  <a:moveTo>
                    <a:pt x="295906" y="0"/>
                  </a:moveTo>
                  <a:lnTo>
                    <a:pt x="247919" y="324"/>
                  </a:lnTo>
                  <a:lnTo>
                    <a:pt x="200632" y="7025"/>
                  </a:lnTo>
                  <a:lnTo>
                    <a:pt x="155878" y="20379"/>
                  </a:lnTo>
                  <a:lnTo>
                    <a:pt x="114718" y="40231"/>
                  </a:lnTo>
                  <a:lnTo>
                    <a:pt x="78214" y="66425"/>
                  </a:lnTo>
                  <a:lnTo>
                    <a:pt x="47429" y="98805"/>
                  </a:lnTo>
                  <a:lnTo>
                    <a:pt x="23423" y="137215"/>
                  </a:lnTo>
                  <a:lnTo>
                    <a:pt x="7259" y="181499"/>
                  </a:lnTo>
                  <a:lnTo>
                    <a:pt x="0" y="231500"/>
                  </a:lnTo>
                  <a:lnTo>
                    <a:pt x="785" y="284887"/>
                  </a:lnTo>
                  <a:lnTo>
                    <a:pt x="7256" y="337943"/>
                  </a:lnTo>
                  <a:lnTo>
                    <a:pt x="18109" y="390548"/>
                  </a:lnTo>
                  <a:lnTo>
                    <a:pt x="32040" y="442580"/>
                  </a:lnTo>
                  <a:lnTo>
                    <a:pt x="47747" y="493919"/>
                  </a:lnTo>
                  <a:lnTo>
                    <a:pt x="67642" y="555950"/>
                  </a:lnTo>
                  <a:lnTo>
                    <a:pt x="94365" y="613575"/>
                  </a:lnTo>
                  <a:lnTo>
                    <a:pt x="131421" y="653571"/>
                  </a:lnTo>
                  <a:lnTo>
                    <a:pt x="167051" y="675559"/>
                  </a:lnTo>
                  <a:lnTo>
                    <a:pt x="193932" y="687834"/>
                  </a:lnTo>
                  <a:lnTo>
                    <a:pt x="207197" y="694345"/>
                  </a:lnTo>
                  <a:lnTo>
                    <a:pt x="224598" y="704397"/>
                  </a:lnTo>
                  <a:lnTo>
                    <a:pt x="241601" y="715196"/>
                  </a:lnTo>
                  <a:lnTo>
                    <a:pt x="258700" y="725789"/>
                  </a:lnTo>
                  <a:lnTo>
                    <a:pt x="276389" y="735223"/>
                  </a:lnTo>
                  <a:lnTo>
                    <a:pt x="295285" y="742419"/>
                  </a:lnTo>
                  <a:lnTo>
                    <a:pt x="315051" y="746251"/>
                  </a:lnTo>
                  <a:lnTo>
                    <a:pt x="334753" y="745675"/>
                  </a:lnTo>
                  <a:lnTo>
                    <a:pt x="353455" y="739642"/>
                  </a:lnTo>
                  <a:lnTo>
                    <a:pt x="364537" y="732579"/>
                  </a:lnTo>
                  <a:lnTo>
                    <a:pt x="374611" y="723960"/>
                  </a:lnTo>
                  <a:lnTo>
                    <a:pt x="393977" y="705475"/>
                  </a:lnTo>
                  <a:lnTo>
                    <a:pt x="411176" y="691096"/>
                  </a:lnTo>
                  <a:lnTo>
                    <a:pt x="451871" y="652262"/>
                  </a:lnTo>
                  <a:lnTo>
                    <a:pt x="488567" y="599608"/>
                  </a:lnTo>
                  <a:lnTo>
                    <a:pt x="512989" y="541166"/>
                  </a:lnTo>
                  <a:lnTo>
                    <a:pt x="521447" y="487404"/>
                  </a:lnTo>
                  <a:lnTo>
                    <a:pt x="529512" y="433579"/>
                  </a:lnTo>
                  <a:lnTo>
                    <a:pt x="537185" y="379694"/>
                  </a:lnTo>
                  <a:lnTo>
                    <a:pt x="544465" y="325749"/>
                  </a:lnTo>
                  <a:lnTo>
                    <a:pt x="550218" y="268979"/>
                  </a:lnTo>
                  <a:lnTo>
                    <a:pt x="550506" y="249971"/>
                  </a:lnTo>
                  <a:lnTo>
                    <a:pt x="544844" y="200107"/>
                  </a:lnTo>
                  <a:lnTo>
                    <a:pt x="529919" y="151275"/>
                  </a:lnTo>
                  <a:lnTo>
                    <a:pt x="506224" y="106185"/>
                  </a:lnTo>
                  <a:lnTo>
                    <a:pt x="474253" y="67550"/>
                  </a:lnTo>
                  <a:lnTo>
                    <a:pt x="434499" y="38082"/>
                  </a:lnTo>
                  <a:lnTo>
                    <a:pt x="390452" y="18434"/>
                  </a:lnTo>
                  <a:lnTo>
                    <a:pt x="343836" y="5888"/>
                  </a:lnTo>
                  <a:lnTo>
                    <a:pt x="295906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502140" y="4162594"/>
              <a:ext cx="589915" cy="466725"/>
            </a:xfrm>
            <a:custGeom>
              <a:avLst/>
              <a:gdLst/>
              <a:ahLst/>
              <a:cxnLst/>
              <a:rect l="l" t="t" r="r" b="b"/>
              <a:pathLst>
                <a:path w="589915" h="466725">
                  <a:moveTo>
                    <a:pt x="279242" y="0"/>
                  </a:moveTo>
                  <a:lnTo>
                    <a:pt x="232139" y="9321"/>
                  </a:lnTo>
                  <a:lnTo>
                    <a:pt x="174739" y="35211"/>
                  </a:lnTo>
                  <a:lnTo>
                    <a:pt x="121650" y="70241"/>
                  </a:lnTo>
                  <a:lnTo>
                    <a:pt x="82832" y="100201"/>
                  </a:lnTo>
                  <a:lnTo>
                    <a:pt x="48553" y="135202"/>
                  </a:lnTo>
                  <a:lnTo>
                    <a:pt x="26227" y="170173"/>
                  </a:lnTo>
                  <a:lnTo>
                    <a:pt x="10792" y="208944"/>
                  </a:lnTo>
                  <a:lnTo>
                    <a:pt x="2100" y="250079"/>
                  </a:lnTo>
                  <a:lnTo>
                    <a:pt x="0" y="292140"/>
                  </a:lnTo>
                  <a:lnTo>
                    <a:pt x="4080" y="333875"/>
                  </a:lnTo>
                  <a:lnTo>
                    <a:pt x="13544" y="374703"/>
                  </a:lnTo>
                  <a:lnTo>
                    <a:pt x="27664" y="414220"/>
                  </a:lnTo>
                  <a:lnTo>
                    <a:pt x="45715" y="452020"/>
                  </a:lnTo>
                  <a:lnTo>
                    <a:pt x="55202" y="466271"/>
                  </a:lnTo>
                  <a:lnTo>
                    <a:pt x="62354" y="464365"/>
                  </a:lnTo>
                  <a:lnTo>
                    <a:pt x="66508" y="457260"/>
                  </a:lnTo>
                  <a:lnTo>
                    <a:pt x="82678" y="425159"/>
                  </a:lnTo>
                  <a:lnTo>
                    <a:pt x="88122" y="415403"/>
                  </a:lnTo>
                  <a:lnTo>
                    <a:pt x="114457" y="384661"/>
                  </a:lnTo>
                  <a:lnTo>
                    <a:pt x="156342" y="344476"/>
                  </a:lnTo>
                  <a:lnTo>
                    <a:pt x="202067" y="308956"/>
                  </a:lnTo>
                  <a:lnTo>
                    <a:pt x="240599" y="282626"/>
                  </a:lnTo>
                  <a:lnTo>
                    <a:pt x="279557" y="256731"/>
                  </a:lnTo>
                  <a:lnTo>
                    <a:pt x="317895" y="229965"/>
                  </a:lnTo>
                  <a:lnTo>
                    <a:pt x="354568" y="201021"/>
                  </a:lnTo>
                  <a:lnTo>
                    <a:pt x="388532" y="168594"/>
                  </a:lnTo>
                  <a:lnTo>
                    <a:pt x="424443" y="200066"/>
                  </a:lnTo>
                  <a:lnTo>
                    <a:pt x="458762" y="233365"/>
                  </a:lnTo>
                  <a:lnTo>
                    <a:pt x="491410" y="268401"/>
                  </a:lnTo>
                  <a:lnTo>
                    <a:pt x="522307" y="305084"/>
                  </a:lnTo>
                  <a:lnTo>
                    <a:pt x="551372" y="343323"/>
                  </a:lnTo>
                  <a:lnTo>
                    <a:pt x="578526" y="383027"/>
                  </a:lnTo>
                  <a:lnTo>
                    <a:pt x="589813" y="331331"/>
                  </a:lnTo>
                  <a:lnTo>
                    <a:pt x="589313" y="278038"/>
                  </a:lnTo>
                  <a:lnTo>
                    <a:pt x="580310" y="224522"/>
                  </a:lnTo>
                  <a:lnTo>
                    <a:pt x="566087" y="172154"/>
                  </a:lnTo>
                  <a:lnTo>
                    <a:pt x="550549" y="130544"/>
                  </a:lnTo>
                  <a:lnTo>
                    <a:pt x="525408" y="96017"/>
                  </a:lnTo>
                  <a:lnTo>
                    <a:pt x="464082" y="48887"/>
                  </a:lnTo>
                  <a:lnTo>
                    <a:pt x="420432" y="25868"/>
                  </a:lnTo>
                  <a:lnTo>
                    <a:pt x="374400" y="9337"/>
                  </a:lnTo>
                  <a:lnTo>
                    <a:pt x="327000" y="360"/>
                  </a:lnTo>
                  <a:lnTo>
                    <a:pt x="279242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84680" y="4558406"/>
              <a:ext cx="105343" cy="111760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7407226" y="4052803"/>
              <a:ext cx="830580" cy="431165"/>
            </a:xfrm>
            <a:custGeom>
              <a:avLst/>
              <a:gdLst/>
              <a:ahLst/>
              <a:cxnLst/>
              <a:rect l="l" t="t" r="r" b="b"/>
              <a:pathLst>
                <a:path w="830579" h="431164">
                  <a:moveTo>
                    <a:pt x="367056" y="0"/>
                  </a:moveTo>
                  <a:lnTo>
                    <a:pt x="309829" y="2057"/>
                  </a:lnTo>
                  <a:lnTo>
                    <a:pt x="254578" y="10528"/>
                  </a:lnTo>
                  <a:lnTo>
                    <a:pt x="210441" y="23867"/>
                  </a:lnTo>
                  <a:lnTo>
                    <a:pt x="169723" y="43318"/>
                  </a:lnTo>
                  <a:lnTo>
                    <a:pt x="132941" y="68464"/>
                  </a:lnTo>
                  <a:lnTo>
                    <a:pt x="100614" y="98892"/>
                  </a:lnTo>
                  <a:lnTo>
                    <a:pt x="73257" y="134188"/>
                  </a:lnTo>
                  <a:lnTo>
                    <a:pt x="51389" y="173938"/>
                  </a:lnTo>
                  <a:lnTo>
                    <a:pt x="35527" y="217726"/>
                  </a:lnTo>
                  <a:lnTo>
                    <a:pt x="18321" y="281003"/>
                  </a:lnTo>
                  <a:lnTo>
                    <a:pt x="8885" y="324297"/>
                  </a:lnTo>
                  <a:lnTo>
                    <a:pt x="3888" y="367589"/>
                  </a:lnTo>
                  <a:lnTo>
                    <a:pt x="0" y="430861"/>
                  </a:lnTo>
                  <a:lnTo>
                    <a:pt x="48564" y="419575"/>
                  </a:lnTo>
                  <a:lnTo>
                    <a:pt x="166506" y="393858"/>
                  </a:lnTo>
                  <a:lnTo>
                    <a:pt x="312200" y="365920"/>
                  </a:lnTo>
                  <a:lnTo>
                    <a:pt x="444017" y="347973"/>
                  </a:lnTo>
                  <a:lnTo>
                    <a:pt x="531064" y="341965"/>
                  </a:lnTo>
                  <a:lnTo>
                    <a:pt x="585364" y="344279"/>
                  </a:lnTo>
                  <a:lnTo>
                    <a:pt x="629675" y="358802"/>
                  </a:lnTo>
                  <a:lnTo>
                    <a:pt x="686753" y="389417"/>
                  </a:lnTo>
                  <a:lnTo>
                    <a:pt x="708121" y="395707"/>
                  </a:lnTo>
                  <a:lnTo>
                    <a:pt x="755575" y="408658"/>
                  </a:lnTo>
                  <a:lnTo>
                    <a:pt x="804137" y="419389"/>
                  </a:lnTo>
                  <a:lnTo>
                    <a:pt x="828833" y="419018"/>
                  </a:lnTo>
                  <a:lnTo>
                    <a:pt x="830316" y="411246"/>
                  </a:lnTo>
                  <a:lnTo>
                    <a:pt x="818477" y="401255"/>
                  </a:lnTo>
                  <a:lnTo>
                    <a:pt x="782215" y="382384"/>
                  </a:lnTo>
                  <a:lnTo>
                    <a:pt x="710428" y="347973"/>
                  </a:lnTo>
                  <a:lnTo>
                    <a:pt x="703146" y="318511"/>
                  </a:lnTo>
                  <a:lnTo>
                    <a:pt x="687682" y="274654"/>
                  </a:lnTo>
                  <a:lnTo>
                    <a:pt x="666004" y="222305"/>
                  </a:lnTo>
                  <a:lnTo>
                    <a:pt x="640080" y="167367"/>
                  </a:lnTo>
                  <a:lnTo>
                    <a:pt x="611877" y="115742"/>
                  </a:lnTo>
                  <a:lnTo>
                    <a:pt x="583363" y="73334"/>
                  </a:lnTo>
                  <a:lnTo>
                    <a:pt x="556506" y="46045"/>
                  </a:lnTo>
                  <a:lnTo>
                    <a:pt x="520984" y="27379"/>
                  </a:lnTo>
                  <a:lnTo>
                    <a:pt x="475594" y="13154"/>
                  </a:lnTo>
                  <a:lnTo>
                    <a:pt x="423298" y="3863"/>
                  </a:lnTo>
                  <a:lnTo>
                    <a:pt x="367056" y="0"/>
                  </a:lnTo>
                  <a:close/>
                </a:path>
              </a:pathLst>
            </a:custGeom>
            <a:solidFill>
              <a:srgbClr val="FFC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7438187" y="4083030"/>
              <a:ext cx="672465" cy="369570"/>
            </a:xfrm>
            <a:custGeom>
              <a:avLst/>
              <a:gdLst/>
              <a:ahLst/>
              <a:cxnLst/>
              <a:rect l="l" t="t" r="r" b="b"/>
              <a:pathLst>
                <a:path w="672465" h="369570">
                  <a:moveTo>
                    <a:pt x="308089" y="300545"/>
                  </a:moveTo>
                  <a:lnTo>
                    <a:pt x="294157" y="223494"/>
                  </a:lnTo>
                  <a:lnTo>
                    <a:pt x="282384" y="160985"/>
                  </a:lnTo>
                  <a:lnTo>
                    <a:pt x="271043" y="104762"/>
                  </a:lnTo>
                  <a:lnTo>
                    <a:pt x="243509" y="49580"/>
                  </a:lnTo>
                  <a:lnTo>
                    <a:pt x="209931" y="26720"/>
                  </a:lnTo>
                  <a:lnTo>
                    <a:pt x="160629" y="0"/>
                  </a:lnTo>
                  <a:lnTo>
                    <a:pt x="159753" y="304"/>
                  </a:lnTo>
                  <a:lnTo>
                    <a:pt x="159042" y="1790"/>
                  </a:lnTo>
                  <a:lnTo>
                    <a:pt x="159346" y="2679"/>
                  </a:lnTo>
                  <a:lnTo>
                    <a:pt x="174802" y="10502"/>
                  </a:lnTo>
                  <a:lnTo>
                    <a:pt x="206997" y="28448"/>
                  </a:lnTo>
                  <a:lnTo>
                    <a:pt x="240728" y="51117"/>
                  </a:lnTo>
                  <a:lnTo>
                    <a:pt x="268312" y="106210"/>
                  </a:lnTo>
                  <a:lnTo>
                    <a:pt x="279844" y="163499"/>
                  </a:lnTo>
                  <a:lnTo>
                    <a:pt x="291757" y="226796"/>
                  </a:lnTo>
                  <a:lnTo>
                    <a:pt x="305155" y="300964"/>
                  </a:lnTo>
                  <a:lnTo>
                    <a:pt x="305777" y="301472"/>
                  </a:lnTo>
                  <a:lnTo>
                    <a:pt x="306565" y="301472"/>
                  </a:lnTo>
                  <a:lnTo>
                    <a:pt x="307555" y="301307"/>
                  </a:lnTo>
                  <a:lnTo>
                    <a:pt x="308089" y="300545"/>
                  </a:lnTo>
                  <a:close/>
                </a:path>
                <a:path w="672465" h="369570">
                  <a:moveTo>
                    <a:pt x="611454" y="285064"/>
                  </a:moveTo>
                  <a:lnTo>
                    <a:pt x="588416" y="189191"/>
                  </a:lnTo>
                  <a:lnTo>
                    <a:pt x="572312" y="123723"/>
                  </a:lnTo>
                  <a:lnTo>
                    <a:pt x="562457" y="86398"/>
                  </a:lnTo>
                  <a:lnTo>
                    <a:pt x="542886" y="44932"/>
                  </a:lnTo>
                  <a:lnTo>
                    <a:pt x="525513" y="14135"/>
                  </a:lnTo>
                  <a:lnTo>
                    <a:pt x="524103" y="14922"/>
                  </a:lnTo>
                  <a:lnTo>
                    <a:pt x="523849" y="15824"/>
                  </a:lnTo>
                  <a:lnTo>
                    <a:pt x="539877" y="45605"/>
                  </a:lnTo>
                  <a:lnTo>
                    <a:pt x="551713" y="68999"/>
                  </a:lnTo>
                  <a:lnTo>
                    <a:pt x="559650" y="87337"/>
                  </a:lnTo>
                  <a:lnTo>
                    <a:pt x="569671" y="125336"/>
                  </a:lnTo>
                  <a:lnTo>
                    <a:pt x="586054" y="192036"/>
                  </a:lnTo>
                  <a:lnTo>
                    <a:pt x="608558" y="285635"/>
                  </a:lnTo>
                  <a:lnTo>
                    <a:pt x="609155" y="286092"/>
                  </a:lnTo>
                  <a:lnTo>
                    <a:pt x="609930" y="286092"/>
                  </a:lnTo>
                  <a:lnTo>
                    <a:pt x="610971" y="285864"/>
                  </a:lnTo>
                  <a:lnTo>
                    <a:pt x="611454" y="285064"/>
                  </a:lnTo>
                  <a:close/>
                </a:path>
                <a:path w="672465" h="369570">
                  <a:moveTo>
                    <a:pt x="672223" y="320344"/>
                  </a:moveTo>
                  <a:lnTo>
                    <a:pt x="589330" y="299148"/>
                  </a:lnTo>
                  <a:lnTo>
                    <a:pt x="517766" y="286740"/>
                  </a:lnTo>
                  <a:lnTo>
                    <a:pt x="451421" y="283718"/>
                  </a:lnTo>
                  <a:lnTo>
                    <a:pt x="416039" y="288086"/>
                  </a:lnTo>
                  <a:lnTo>
                    <a:pt x="364324" y="296456"/>
                  </a:lnTo>
                  <a:lnTo>
                    <a:pt x="301701" y="307644"/>
                  </a:lnTo>
                  <a:lnTo>
                    <a:pt x="233603" y="320459"/>
                  </a:lnTo>
                  <a:lnTo>
                    <a:pt x="165468" y="333667"/>
                  </a:lnTo>
                  <a:lnTo>
                    <a:pt x="102730" y="346100"/>
                  </a:lnTo>
                  <a:lnTo>
                    <a:pt x="495" y="366801"/>
                  </a:lnTo>
                  <a:lnTo>
                    <a:pt x="0" y="367576"/>
                  </a:lnTo>
                  <a:lnTo>
                    <a:pt x="292" y="369087"/>
                  </a:lnTo>
                  <a:lnTo>
                    <a:pt x="914" y="369557"/>
                  </a:lnTo>
                  <a:lnTo>
                    <a:pt x="1600" y="369557"/>
                  </a:lnTo>
                  <a:lnTo>
                    <a:pt x="165963" y="336575"/>
                  </a:lnTo>
                  <a:lnTo>
                    <a:pt x="234061" y="323367"/>
                  </a:lnTo>
                  <a:lnTo>
                    <a:pt x="302107" y="310578"/>
                  </a:lnTo>
                  <a:lnTo>
                    <a:pt x="364667" y="299389"/>
                  </a:lnTo>
                  <a:lnTo>
                    <a:pt x="416331" y="291020"/>
                  </a:lnTo>
                  <a:lnTo>
                    <a:pt x="451650" y="286664"/>
                  </a:lnTo>
                  <a:lnTo>
                    <a:pt x="517537" y="289687"/>
                  </a:lnTo>
                  <a:lnTo>
                    <a:pt x="588772" y="302056"/>
                  </a:lnTo>
                  <a:lnTo>
                    <a:pt x="646087" y="315595"/>
                  </a:lnTo>
                  <a:lnTo>
                    <a:pt x="670953" y="322338"/>
                  </a:lnTo>
                  <a:lnTo>
                    <a:pt x="671779" y="321906"/>
                  </a:lnTo>
                  <a:lnTo>
                    <a:pt x="672223" y="320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4071" y="4198036"/>
              <a:ext cx="198611" cy="162778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3785" y="7182115"/>
              <a:ext cx="328089" cy="336636"/>
            </a:xfrm>
            <a:prstGeom prst="rect">
              <a:avLst/>
            </a:prstGeom>
          </p:spPr>
        </p:pic>
      </p:grpSp>
      <p:grpSp>
        <p:nvGrpSpPr>
          <p:cNvPr id="69" name="object 69" descr=""/>
          <p:cNvGrpSpPr/>
          <p:nvPr/>
        </p:nvGrpSpPr>
        <p:grpSpPr>
          <a:xfrm>
            <a:off x="7763503" y="9387864"/>
            <a:ext cx="699135" cy="534670"/>
            <a:chOff x="7763503" y="9387864"/>
            <a:chExt cx="699135" cy="534670"/>
          </a:xfrm>
        </p:grpSpPr>
        <p:sp>
          <p:nvSpPr>
            <p:cNvPr id="70" name="object 70" descr=""/>
            <p:cNvSpPr/>
            <p:nvPr/>
          </p:nvSpPr>
          <p:spPr>
            <a:xfrm>
              <a:off x="7763634" y="9387864"/>
              <a:ext cx="694055" cy="514984"/>
            </a:xfrm>
            <a:custGeom>
              <a:avLst/>
              <a:gdLst/>
              <a:ahLst/>
              <a:cxnLst/>
              <a:rect l="l" t="t" r="r" b="b"/>
              <a:pathLst>
                <a:path w="694054" h="514984">
                  <a:moveTo>
                    <a:pt x="47067" y="0"/>
                  </a:moveTo>
                  <a:lnTo>
                    <a:pt x="52924" y="51057"/>
                  </a:lnTo>
                  <a:lnTo>
                    <a:pt x="51013" y="105760"/>
                  </a:lnTo>
                  <a:lnTo>
                    <a:pt x="43730" y="160277"/>
                  </a:lnTo>
                  <a:lnTo>
                    <a:pt x="33472" y="210778"/>
                  </a:lnTo>
                  <a:lnTo>
                    <a:pt x="22634" y="253429"/>
                  </a:lnTo>
                  <a:lnTo>
                    <a:pt x="13613" y="284399"/>
                  </a:lnTo>
                  <a:lnTo>
                    <a:pt x="4394" y="327334"/>
                  </a:lnTo>
                  <a:lnTo>
                    <a:pt x="0" y="375993"/>
                  </a:lnTo>
                  <a:lnTo>
                    <a:pt x="2412" y="417499"/>
                  </a:lnTo>
                  <a:lnTo>
                    <a:pt x="13613" y="438970"/>
                  </a:lnTo>
                  <a:lnTo>
                    <a:pt x="41401" y="444759"/>
                  </a:lnTo>
                  <a:lnTo>
                    <a:pt x="155525" y="460558"/>
                  </a:lnTo>
                  <a:lnTo>
                    <a:pt x="221783" y="473118"/>
                  </a:lnTo>
                  <a:lnTo>
                    <a:pt x="326480" y="503978"/>
                  </a:lnTo>
                  <a:lnTo>
                    <a:pt x="375447" y="511569"/>
                  </a:lnTo>
                  <a:lnTo>
                    <a:pt x="425608" y="514451"/>
                  </a:lnTo>
                  <a:lnTo>
                    <a:pt x="474881" y="513816"/>
                  </a:lnTo>
                  <a:lnTo>
                    <a:pt x="521184" y="510855"/>
                  </a:lnTo>
                  <a:lnTo>
                    <a:pt x="562434" y="506759"/>
                  </a:lnTo>
                  <a:lnTo>
                    <a:pt x="615490" y="497676"/>
                  </a:lnTo>
                  <a:lnTo>
                    <a:pt x="657813" y="484554"/>
                  </a:lnTo>
                  <a:lnTo>
                    <a:pt x="693823" y="454237"/>
                  </a:lnTo>
                  <a:lnTo>
                    <a:pt x="671296" y="414313"/>
                  </a:lnTo>
                  <a:lnTo>
                    <a:pt x="629093" y="393888"/>
                  </a:lnTo>
                  <a:lnTo>
                    <a:pt x="579926" y="383123"/>
                  </a:lnTo>
                  <a:lnTo>
                    <a:pt x="536508" y="372177"/>
                  </a:lnTo>
                  <a:lnTo>
                    <a:pt x="458712" y="330417"/>
                  </a:lnTo>
                  <a:lnTo>
                    <a:pt x="408144" y="297771"/>
                  </a:lnTo>
                  <a:lnTo>
                    <a:pt x="359017" y="261941"/>
                  </a:lnTo>
                  <a:lnTo>
                    <a:pt x="318246" y="226424"/>
                  </a:lnTo>
                  <a:lnTo>
                    <a:pt x="292746" y="194716"/>
                  </a:lnTo>
                  <a:lnTo>
                    <a:pt x="275113" y="159575"/>
                  </a:lnTo>
                  <a:lnTo>
                    <a:pt x="268377" y="128369"/>
                  </a:lnTo>
                  <a:lnTo>
                    <a:pt x="271769" y="83555"/>
                  </a:lnTo>
                  <a:lnTo>
                    <a:pt x="280201" y="33304"/>
                  </a:lnTo>
                  <a:lnTo>
                    <a:pt x="166970" y="33304"/>
                  </a:lnTo>
                  <a:lnTo>
                    <a:pt x="128221" y="31398"/>
                  </a:lnTo>
                  <a:lnTo>
                    <a:pt x="70145" y="7591"/>
                  </a:lnTo>
                  <a:lnTo>
                    <a:pt x="60271" y="3769"/>
                  </a:lnTo>
                  <a:lnTo>
                    <a:pt x="47067" y="0"/>
                  </a:lnTo>
                  <a:close/>
                </a:path>
                <a:path w="694054" h="514984">
                  <a:moveTo>
                    <a:pt x="267321" y="3141"/>
                  </a:moveTo>
                  <a:lnTo>
                    <a:pt x="251284" y="4543"/>
                  </a:lnTo>
                  <a:lnTo>
                    <a:pt x="235135" y="14554"/>
                  </a:lnTo>
                  <a:lnTo>
                    <a:pt x="216042" y="26707"/>
                  </a:lnTo>
                  <a:lnTo>
                    <a:pt x="192072" y="32163"/>
                  </a:lnTo>
                  <a:lnTo>
                    <a:pt x="166970" y="33304"/>
                  </a:lnTo>
                  <a:lnTo>
                    <a:pt x="280201" y="33304"/>
                  </a:lnTo>
                  <a:lnTo>
                    <a:pt x="284516" y="7591"/>
                  </a:lnTo>
                  <a:lnTo>
                    <a:pt x="279611" y="5704"/>
                  </a:lnTo>
                  <a:lnTo>
                    <a:pt x="267321" y="3141"/>
                  </a:lnTo>
                  <a:close/>
                </a:path>
              </a:pathLst>
            </a:custGeom>
            <a:solidFill>
              <a:srgbClr val="382D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763497" y="9395466"/>
              <a:ext cx="699135" cy="527050"/>
            </a:xfrm>
            <a:custGeom>
              <a:avLst/>
              <a:gdLst/>
              <a:ahLst/>
              <a:cxnLst/>
              <a:rect l="l" t="t" r="r" b="b"/>
              <a:pathLst>
                <a:path w="699134" h="527050">
                  <a:moveTo>
                    <a:pt x="235267" y="6959"/>
                  </a:moveTo>
                  <a:lnTo>
                    <a:pt x="172326" y="20358"/>
                  </a:lnTo>
                  <a:lnTo>
                    <a:pt x="134162" y="24091"/>
                  </a:lnTo>
                  <a:lnTo>
                    <a:pt x="105308" y="17526"/>
                  </a:lnTo>
                  <a:lnTo>
                    <a:pt x="70269" y="0"/>
                  </a:lnTo>
                  <a:lnTo>
                    <a:pt x="76631" y="79933"/>
                  </a:lnTo>
                  <a:lnTo>
                    <a:pt x="77635" y="149987"/>
                  </a:lnTo>
                  <a:lnTo>
                    <a:pt x="75996" y="208597"/>
                  </a:lnTo>
                  <a:lnTo>
                    <a:pt x="74434" y="254279"/>
                  </a:lnTo>
                  <a:lnTo>
                    <a:pt x="75653" y="285470"/>
                  </a:lnTo>
                  <a:lnTo>
                    <a:pt x="82372" y="300659"/>
                  </a:lnTo>
                  <a:lnTo>
                    <a:pt x="111607" y="309486"/>
                  </a:lnTo>
                  <a:lnTo>
                    <a:pt x="156768" y="315442"/>
                  </a:lnTo>
                  <a:lnTo>
                    <a:pt x="200723" y="317830"/>
                  </a:lnTo>
                  <a:lnTo>
                    <a:pt x="226339" y="315925"/>
                  </a:lnTo>
                  <a:lnTo>
                    <a:pt x="232803" y="302552"/>
                  </a:lnTo>
                  <a:lnTo>
                    <a:pt x="232867" y="274066"/>
                  </a:lnTo>
                  <a:lnTo>
                    <a:pt x="229768" y="235026"/>
                  </a:lnTo>
                  <a:lnTo>
                    <a:pt x="226733" y="189992"/>
                  </a:lnTo>
                  <a:lnTo>
                    <a:pt x="225412" y="152247"/>
                  </a:lnTo>
                  <a:lnTo>
                    <a:pt x="225856" y="120599"/>
                  </a:lnTo>
                  <a:lnTo>
                    <a:pt x="228866" y="77889"/>
                  </a:lnTo>
                  <a:lnTo>
                    <a:pt x="235267" y="6959"/>
                  </a:lnTo>
                  <a:close/>
                </a:path>
                <a:path w="699134" h="527050">
                  <a:moveTo>
                    <a:pt x="699071" y="454152"/>
                  </a:moveTo>
                  <a:lnTo>
                    <a:pt x="693953" y="446633"/>
                  </a:lnTo>
                  <a:lnTo>
                    <a:pt x="686282" y="452348"/>
                  </a:lnTo>
                  <a:lnTo>
                    <a:pt x="653389" y="465556"/>
                  </a:lnTo>
                  <a:lnTo>
                    <a:pt x="580529" y="480453"/>
                  </a:lnTo>
                  <a:lnTo>
                    <a:pt x="452920" y="491159"/>
                  </a:lnTo>
                  <a:lnTo>
                    <a:pt x="397649" y="490753"/>
                  </a:lnTo>
                  <a:lnTo>
                    <a:pt x="355269" y="484492"/>
                  </a:lnTo>
                  <a:lnTo>
                    <a:pt x="315620" y="472960"/>
                  </a:lnTo>
                  <a:lnTo>
                    <a:pt x="268566" y="456755"/>
                  </a:lnTo>
                  <a:lnTo>
                    <a:pt x="203974" y="436460"/>
                  </a:lnTo>
                  <a:lnTo>
                    <a:pt x="128828" y="415213"/>
                  </a:lnTo>
                  <a:lnTo>
                    <a:pt x="82524" y="404825"/>
                  </a:lnTo>
                  <a:lnTo>
                    <a:pt x="45961" y="402297"/>
                  </a:lnTo>
                  <a:lnTo>
                    <a:pt x="0" y="404660"/>
                  </a:lnTo>
                  <a:lnTo>
                    <a:pt x="0" y="486829"/>
                  </a:lnTo>
                  <a:lnTo>
                    <a:pt x="159016" y="499173"/>
                  </a:lnTo>
                  <a:lnTo>
                    <a:pt x="159016" y="466991"/>
                  </a:lnTo>
                  <a:lnTo>
                    <a:pt x="197040" y="475665"/>
                  </a:lnTo>
                  <a:lnTo>
                    <a:pt x="231940" y="487578"/>
                  </a:lnTo>
                  <a:lnTo>
                    <a:pt x="267703" y="500710"/>
                  </a:lnTo>
                  <a:lnTo>
                    <a:pt x="308292" y="512978"/>
                  </a:lnTo>
                  <a:lnTo>
                    <a:pt x="357708" y="522351"/>
                  </a:lnTo>
                  <a:lnTo>
                    <a:pt x="419938" y="526783"/>
                  </a:lnTo>
                  <a:lnTo>
                    <a:pt x="496303" y="525805"/>
                  </a:lnTo>
                  <a:lnTo>
                    <a:pt x="558419" y="520649"/>
                  </a:lnTo>
                  <a:lnTo>
                    <a:pt x="607669" y="512546"/>
                  </a:lnTo>
                  <a:lnTo>
                    <a:pt x="645414" y="502729"/>
                  </a:lnTo>
                  <a:lnTo>
                    <a:pt x="689965" y="480631"/>
                  </a:lnTo>
                  <a:lnTo>
                    <a:pt x="698182" y="466674"/>
                  </a:lnTo>
                  <a:lnTo>
                    <a:pt x="699071" y="454152"/>
                  </a:lnTo>
                  <a:close/>
                </a:path>
              </a:pathLst>
            </a:custGeom>
            <a:solidFill>
              <a:srgbClr val="231D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2" name="object 72" descr=""/>
          <p:cNvGrpSpPr/>
          <p:nvPr/>
        </p:nvGrpSpPr>
        <p:grpSpPr>
          <a:xfrm>
            <a:off x="7075219" y="9374678"/>
            <a:ext cx="544830" cy="583565"/>
            <a:chOff x="7075219" y="9374678"/>
            <a:chExt cx="544830" cy="583565"/>
          </a:xfrm>
        </p:grpSpPr>
        <p:sp>
          <p:nvSpPr>
            <p:cNvPr id="73" name="object 73" descr=""/>
            <p:cNvSpPr/>
            <p:nvPr/>
          </p:nvSpPr>
          <p:spPr>
            <a:xfrm>
              <a:off x="7087074" y="9374678"/>
              <a:ext cx="532765" cy="560705"/>
            </a:xfrm>
            <a:custGeom>
              <a:avLst/>
              <a:gdLst/>
              <a:ahLst/>
              <a:cxnLst/>
              <a:rect l="l" t="t" r="r" b="b"/>
              <a:pathLst>
                <a:path w="532765" h="560704">
                  <a:moveTo>
                    <a:pt x="75149" y="0"/>
                  </a:moveTo>
                  <a:lnTo>
                    <a:pt x="58127" y="42115"/>
                  </a:lnTo>
                  <a:lnTo>
                    <a:pt x="43843" y="81381"/>
                  </a:lnTo>
                  <a:lnTo>
                    <a:pt x="31925" y="120896"/>
                  </a:lnTo>
                  <a:lnTo>
                    <a:pt x="22399" y="157364"/>
                  </a:lnTo>
                  <a:lnTo>
                    <a:pt x="11730" y="197254"/>
                  </a:lnTo>
                  <a:lnTo>
                    <a:pt x="3177" y="230656"/>
                  </a:lnTo>
                  <a:lnTo>
                    <a:pt x="0" y="247657"/>
                  </a:lnTo>
                  <a:lnTo>
                    <a:pt x="4478" y="256190"/>
                  </a:lnTo>
                  <a:lnTo>
                    <a:pt x="16711" y="270835"/>
                  </a:lnTo>
                  <a:lnTo>
                    <a:pt x="36688" y="291656"/>
                  </a:lnTo>
                  <a:lnTo>
                    <a:pt x="64395" y="318712"/>
                  </a:lnTo>
                  <a:lnTo>
                    <a:pt x="89533" y="352117"/>
                  </a:lnTo>
                  <a:lnTo>
                    <a:pt x="110636" y="390324"/>
                  </a:lnTo>
                  <a:lnTo>
                    <a:pt x="140953" y="430913"/>
                  </a:lnTo>
                  <a:lnTo>
                    <a:pt x="193732" y="471462"/>
                  </a:lnTo>
                  <a:lnTo>
                    <a:pt x="236740" y="494558"/>
                  </a:lnTo>
                  <a:lnTo>
                    <a:pt x="285650" y="517068"/>
                  </a:lnTo>
                  <a:lnTo>
                    <a:pt x="337605" y="536909"/>
                  </a:lnTo>
                  <a:lnTo>
                    <a:pt x="389748" y="551995"/>
                  </a:lnTo>
                  <a:lnTo>
                    <a:pt x="439220" y="560240"/>
                  </a:lnTo>
                  <a:lnTo>
                    <a:pt x="483166" y="559559"/>
                  </a:lnTo>
                  <a:lnTo>
                    <a:pt x="518727" y="547868"/>
                  </a:lnTo>
                  <a:lnTo>
                    <a:pt x="532685" y="522293"/>
                  </a:lnTo>
                  <a:lnTo>
                    <a:pt x="519989" y="485242"/>
                  </a:lnTo>
                  <a:lnTo>
                    <a:pt x="489795" y="442678"/>
                  </a:lnTo>
                  <a:lnTo>
                    <a:pt x="451261" y="400565"/>
                  </a:lnTo>
                  <a:lnTo>
                    <a:pt x="413547" y="364868"/>
                  </a:lnTo>
                  <a:lnTo>
                    <a:pt x="375742" y="326673"/>
                  </a:lnTo>
                  <a:lnTo>
                    <a:pt x="334985" y="278420"/>
                  </a:lnTo>
                  <a:lnTo>
                    <a:pt x="297507" y="228123"/>
                  </a:lnTo>
                  <a:lnTo>
                    <a:pt x="269539" y="183795"/>
                  </a:lnTo>
                  <a:lnTo>
                    <a:pt x="255374" y="131911"/>
                  </a:lnTo>
                  <a:lnTo>
                    <a:pt x="256072" y="110361"/>
                  </a:lnTo>
                  <a:lnTo>
                    <a:pt x="260611" y="75867"/>
                  </a:lnTo>
                  <a:lnTo>
                    <a:pt x="270201" y="15496"/>
                  </a:lnTo>
                  <a:lnTo>
                    <a:pt x="249943" y="32588"/>
                  </a:lnTo>
                  <a:lnTo>
                    <a:pt x="222872" y="36671"/>
                  </a:lnTo>
                  <a:lnTo>
                    <a:pt x="170703" y="26293"/>
                  </a:lnTo>
                  <a:lnTo>
                    <a:pt x="75149" y="0"/>
                  </a:lnTo>
                  <a:close/>
                </a:path>
              </a:pathLst>
            </a:custGeom>
            <a:solidFill>
              <a:srgbClr val="382D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31077" y="9389016"/>
              <a:ext cx="132318" cy="237852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7075219" y="9622337"/>
              <a:ext cx="544830" cy="335915"/>
            </a:xfrm>
            <a:custGeom>
              <a:avLst/>
              <a:gdLst/>
              <a:ahLst/>
              <a:cxnLst/>
              <a:rect l="l" t="t" r="r" b="b"/>
              <a:pathLst>
                <a:path w="544829" h="335915">
                  <a:moveTo>
                    <a:pt x="11853" y="0"/>
                  </a:moveTo>
                  <a:lnTo>
                    <a:pt x="0" y="26878"/>
                  </a:lnTo>
                  <a:lnTo>
                    <a:pt x="48113" y="71589"/>
                  </a:lnTo>
                  <a:lnTo>
                    <a:pt x="67003" y="74824"/>
                  </a:lnTo>
                  <a:lnTo>
                    <a:pt x="77040" y="88841"/>
                  </a:lnTo>
                  <a:lnTo>
                    <a:pt x="88838" y="106652"/>
                  </a:lnTo>
                  <a:lnTo>
                    <a:pt x="104488" y="131922"/>
                  </a:lnTo>
                  <a:lnTo>
                    <a:pt x="116654" y="154939"/>
                  </a:lnTo>
                  <a:lnTo>
                    <a:pt x="132396" y="183708"/>
                  </a:lnTo>
                  <a:lnTo>
                    <a:pt x="155416" y="215938"/>
                  </a:lnTo>
                  <a:lnTo>
                    <a:pt x="189419" y="249335"/>
                  </a:lnTo>
                  <a:lnTo>
                    <a:pt x="238107" y="281607"/>
                  </a:lnTo>
                  <a:lnTo>
                    <a:pt x="305184" y="310461"/>
                  </a:lnTo>
                  <a:lnTo>
                    <a:pt x="367116" y="326398"/>
                  </a:lnTo>
                  <a:lnTo>
                    <a:pt x="427067" y="334098"/>
                  </a:lnTo>
                  <a:lnTo>
                    <a:pt x="478885" y="335556"/>
                  </a:lnTo>
                  <a:lnTo>
                    <a:pt x="516417" y="332764"/>
                  </a:lnTo>
                  <a:lnTo>
                    <a:pt x="542566" y="299720"/>
                  </a:lnTo>
                  <a:lnTo>
                    <a:pt x="544266" y="273583"/>
                  </a:lnTo>
                  <a:lnTo>
                    <a:pt x="524572" y="288442"/>
                  </a:lnTo>
                  <a:lnTo>
                    <a:pt x="484675" y="295090"/>
                  </a:lnTo>
                  <a:lnTo>
                    <a:pt x="431709" y="294162"/>
                  </a:lnTo>
                  <a:lnTo>
                    <a:pt x="372805" y="286294"/>
                  </a:lnTo>
                  <a:lnTo>
                    <a:pt x="315098" y="272123"/>
                  </a:lnTo>
                  <a:lnTo>
                    <a:pt x="265719" y="252285"/>
                  </a:lnTo>
                  <a:lnTo>
                    <a:pt x="224278" y="224423"/>
                  </a:lnTo>
                  <a:lnTo>
                    <a:pt x="186068" y="188634"/>
                  </a:lnTo>
                  <a:lnTo>
                    <a:pt x="151747" y="149238"/>
                  </a:lnTo>
                  <a:lnTo>
                    <a:pt x="121978" y="110553"/>
                  </a:lnTo>
                  <a:lnTo>
                    <a:pt x="97419" y="76895"/>
                  </a:lnTo>
                  <a:lnTo>
                    <a:pt x="78730" y="52584"/>
                  </a:lnTo>
                  <a:lnTo>
                    <a:pt x="60204" y="31295"/>
                  </a:lnTo>
                  <a:lnTo>
                    <a:pt x="47062" y="18721"/>
                  </a:lnTo>
                  <a:lnTo>
                    <a:pt x="33035" y="9933"/>
                  </a:lnTo>
                  <a:lnTo>
                    <a:pt x="11853" y="0"/>
                  </a:lnTo>
                  <a:close/>
                </a:path>
              </a:pathLst>
            </a:custGeom>
            <a:solidFill>
              <a:srgbClr val="231D2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6" name="object 7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72026" y="4237706"/>
            <a:ext cx="1315942" cy="2191491"/>
          </a:xfrm>
          <a:prstGeom prst="rect">
            <a:avLst/>
          </a:prstGeom>
        </p:spPr>
      </p:pic>
      <p:grpSp>
        <p:nvGrpSpPr>
          <p:cNvPr id="77" name="object 77" descr=""/>
          <p:cNvGrpSpPr/>
          <p:nvPr/>
        </p:nvGrpSpPr>
        <p:grpSpPr>
          <a:xfrm>
            <a:off x="11995052" y="9679847"/>
            <a:ext cx="508000" cy="379095"/>
            <a:chOff x="11995052" y="9679847"/>
            <a:chExt cx="508000" cy="379095"/>
          </a:xfrm>
        </p:grpSpPr>
        <p:sp>
          <p:nvSpPr>
            <p:cNvPr id="78" name="object 78" descr=""/>
            <p:cNvSpPr/>
            <p:nvPr/>
          </p:nvSpPr>
          <p:spPr>
            <a:xfrm>
              <a:off x="11995052" y="9679847"/>
              <a:ext cx="508000" cy="375285"/>
            </a:xfrm>
            <a:custGeom>
              <a:avLst/>
              <a:gdLst/>
              <a:ahLst/>
              <a:cxnLst/>
              <a:rect l="l" t="t" r="r" b="b"/>
              <a:pathLst>
                <a:path w="508000" h="375284">
                  <a:moveTo>
                    <a:pt x="407621" y="0"/>
                  </a:moveTo>
                  <a:lnTo>
                    <a:pt x="200067" y="0"/>
                  </a:lnTo>
                  <a:lnTo>
                    <a:pt x="78395" y="42941"/>
                  </a:lnTo>
                  <a:lnTo>
                    <a:pt x="97808" y="76856"/>
                  </a:lnTo>
                  <a:lnTo>
                    <a:pt x="85547" y="121671"/>
                  </a:lnTo>
                  <a:lnTo>
                    <a:pt x="31980" y="172552"/>
                  </a:lnTo>
                  <a:lnTo>
                    <a:pt x="5924" y="206659"/>
                  </a:lnTo>
                  <a:lnTo>
                    <a:pt x="0" y="239426"/>
                  </a:lnTo>
                  <a:lnTo>
                    <a:pt x="6827" y="286284"/>
                  </a:lnTo>
                  <a:lnTo>
                    <a:pt x="17075" y="324762"/>
                  </a:lnTo>
                  <a:lnTo>
                    <a:pt x="61960" y="361521"/>
                  </a:lnTo>
                  <a:lnTo>
                    <a:pt x="106216" y="368046"/>
                  </a:lnTo>
                  <a:lnTo>
                    <a:pt x="171429" y="372166"/>
                  </a:lnTo>
                  <a:lnTo>
                    <a:pt x="241515" y="375260"/>
                  </a:lnTo>
                  <a:lnTo>
                    <a:pt x="299232" y="374574"/>
                  </a:lnTo>
                  <a:lnTo>
                    <a:pt x="347672" y="368045"/>
                  </a:lnTo>
                  <a:lnTo>
                    <a:pt x="389926" y="353613"/>
                  </a:lnTo>
                  <a:lnTo>
                    <a:pt x="429086" y="329215"/>
                  </a:lnTo>
                  <a:lnTo>
                    <a:pt x="468564" y="296905"/>
                  </a:lnTo>
                  <a:lnTo>
                    <a:pt x="504574" y="261795"/>
                  </a:lnTo>
                  <a:lnTo>
                    <a:pt x="507817" y="257657"/>
                  </a:lnTo>
                  <a:lnTo>
                    <a:pt x="493503" y="64416"/>
                  </a:lnTo>
                  <a:lnTo>
                    <a:pt x="407621" y="0"/>
                  </a:lnTo>
                  <a:close/>
                </a:path>
              </a:pathLst>
            </a:custGeom>
            <a:solidFill>
              <a:srgbClr val="709E1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2000406" y="9903354"/>
              <a:ext cx="502920" cy="155575"/>
            </a:xfrm>
            <a:custGeom>
              <a:avLst/>
              <a:gdLst/>
              <a:ahLst/>
              <a:cxnLst/>
              <a:rect l="l" t="t" r="r" b="b"/>
              <a:pathLst>
                <a:path w="502920" h="155575">
                  <a:moveTo>
                    <a:pt x="39" y="48375"/>
                  </a:moveTo>
                  <a:lnTo>
                    <a:pt x="11721" y="104831"/>
                  </a:lnTo>
                  <a:lnTo>
                    <a:pt x="56608" y="141590"/>
                  </a:lnTo>
                  <a:lnTo>
                    <a:pt x="100888" y="148117"/>
                  </a:lnTo>
                  <a:lnTo>
                    <a:pt x="166086" y="152236"/>
                  </a:lnTo>
                  <a:lnTo>
                    <a:pt x="236166" y="155330"/>
                  </a:lnTo>
                  <a:lnTo>
                    <a:pt x="293880" y="154644"/>
                  </a:lnTo>
                  <a:lnTo>
                    <a:pt x="342322" y="148116"/>
                  </a:lnTo>
                  <a:lnTo>
                    <a:pt x="384572" y="133688"/>
                  </a:lnTo>
                  <a:lnTo>
                    <a:pt x="423732" y="109295"/>
                  </a:lnTo>
                  <a:lnTo>
                    <a:pt x="463210" y="76979"/>
                  </a:lnTo>
                  <a:lnTo>
                    <a:pt x="471458" y="69345"/>
                  </a:lnTo>
                  <a:lnTo>
                    <a:pt x="327293" y="69345"/>
                  </a:lnTo>
                  <a:lnTo>
                    <a:pt x="230492" y="66354"/>
                  </a:lnTo>
                  <a:lnTo>
                    <a:pt x="125042" y="60527"/>
                  </a:lnTo>
                  <a:lnTo>
                    <a:pt x="53540" y="54682"/>
                  </a:lnTo>
                  <a:lnTo>
                    <a:pt x="12900" y="50178"/>
                  </a:lnTo>
                  <a:lnTo>
                    <a:pt x="39" y="48375"/>
                  </a:lnTo>
                  <a:close/>
                </a:path>
                <a:path w="502920" h="155575">
                  <a:moveTo>
                    <a:pt x="499667" y="0"/>
                  </a:moveTo>
                  <a:lnTo>
                    <a:pt x="436645" y="42389"/>
                  </a:lnTo>
                  <a:lnTo>
                    <a:pt x="387599" y="63431"/>
                  </a:lnTo>
                  <a:lnTo>
                    <a:pt x="327293" y="69345"/>
                  </a:lnTo>
                  <a:lnTo>
                    <a:pt x="471458" y="69345"/>
                  </a:lnTo>
                  <a:lnTo>
                    <a:pt x="487294" y="54682"/>
                  </a:lnTo>
                  <a:lnTo>
                    <a:pt x="499220" y="41864"/>
                  </a:lnTo>
                  <a:lnTo>
                    <a:pt x="502463" y="37726"/>
                  </a:lnTo>
                  <a:lnTo>
                    <a:pt x="499667" y="0"/>
                  </a:lnTo>
                  <a:close/>
                </a:path>
              </a:pathLst>
            </a:custGeom>
            <a:solidFill>
              <a:srgbClr val="04162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0" name="object 80" descr=""/>
          <p:cNvGrpSpPr/>
          <p:nvPr/>
        </p:nvGrpSpPr>
        <p:grpSpPr>
          <a:xfrm>
            <a:off x="10918523" y="9551017"/>
            <a:ext cx="924560" cy="362585"/>
            <a:chOff x="10918523" y="9551017"/>
            <a:chExt cx="924560" cy="362585"/>
          </a:xfrm>
        </p:grpSpPr>
        <p:sp>
          <p:nvSpPr>
            <p:cNvPr id="81" name="object 81" descr=""/>
            <p:cNvSpPr/>
            <p:nvPr/>
          </p:nvSpPr>
          <p:spPr>
            <a:xfrm>
              <a:off x="10920260" y="9551017"/>
              <a:ext cx="922655" cy="362585"/>
            </a:xfrm>
            <a:custGeom>
              <a:avLst/>
              <a:gdLst/>
              <a:ahLst/>
              <a:cxnLst/>
              <a:rect l="l" t="t" r="r" b="b"/>
              <a:pathLst>
                <a:path w="922654" h="362584">
                  <a:moveTo>
                    <a:pt x="444627" y="0"/>
                  </a:moveTo>
                  <a:lnTo>
                    <a:pt x="349800" y="61731"/>
                  </a:lnTo>
                  <a:lnTo>
                    <a:pt x="275547" y="105681"/>
                  </a:lnTo>
                  <a:lnTo>
                    <a:pt x="222760" y="128833"/>
                  </a:lnTo>
                  <a:lnTo>
                    <a:pt x="190983" y="129117"/>
                  </a:lnTo>
                  <a:lnTo>
                    <a:pt x="150618" y="125968"/>
                  </a:lnTo>
                  <a:lnTo>
                    <a:pt x="106818" y="126254"/>
                  </a:lnTo>
                  <a:lnTo>
                    <a:pt x="64734" y="136846"/>
                  </a:lnTo>
                  <a:lnTo>
                    <a:pt x="29520" y="164612"/>
                  </a:lnTo>
                  <a:lnTo>
                    <a:pt x="3019" y="208446"/>
                  </a:lnTo>
                  <a:lnTo>
                    <a:pt x="0" y="246915"/>
                  </a:lnTo>
                  <a:lnTo>
                    <a:pt x="22475" y="285386"/>
                  </a:lnTo>
                  <a:lnTo>
                    <a:pt x="72461" y="329225"/>
                  </a:lnTo>
                  <a:lnTo>
                    <a:pt x="153368" y="355507"/>
                  </a:lnTo>
                  <a:lnTo>
                    <a:pt x="210246" y="360918"/>
                  </a:lnTo>
                  <a:lnTo>
                    <a:pt x="273094" y="362550"/>
                  </a:lnTo>
                  <a:lnTo>
                    <a:pt x="338174" y="361434"/>
                  </a:lnTo>
                  <a:lnTo>
                    <a:pt x="401751" y="358599"/>
                  </a:lnTo>
                  <a:lnTo>
                    <a:pt x="460089" y="355078"/>
                  </a:lnTo>
                  <a:lnTo>
                    <a:pt x="509452" y="351901"/>
                  </a:lnTo>
                  <a:lnTo>
                    <a:pt x="546104" y="350098"/>
                  </a:lnTo>
                  <a:lnTo>
                    <a:pt x="566309" y="350701"/>
                  </a:lnTo>
                  <a:lnTo>
                    <a:pt x="596626" y="353328"/>
                  </a:lnTo>
                  <a:lnTo>
                    <a:pt x="650230" y="355079"/>
                  </a:lnTo>
                  <a:lnTo>
                    <a:pt x="717106" y="355955"/>
                  </a:lnTo>
                  <a:lnTo>
                    <a:pt x="787237" y="355955"/>
                  </a:lnTo>
                  <a:lnTo>
                    <a:pt x="850607" y="355079"/>
                  </a:lnTo>
                  <a:lnTo>
                    <a:pt x="897200" y="353328"/>
                  </a:lnTo>
                  <a:lnTo>
                    <a:pt x="922364" y="324753"/>
                  </a:lnTo>
                  <a:lnTo>
                    <a:pt x="921023" y="277226"/>
                  </a:lnTo>
                  <a:lnTo>
                    <a:pt x="917000" y="186088"/>
                  </a:lnTo>
                  <a:lnTo>
                    <a:pt x="44462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0918523" y="9753932"/>
              <a:ext cx="922019" cy="160020"/>
            </a:xfrm>
            <a:custGeom>
              <a:avLst/>
              <a:gdLst/>
              <a:ahLst/>
              <a:cxnLst/>
              <a:rect l="l" t="t" r="r" b="b"/>
              <a:pathLst>
                <a:path w="922020" h="160020">
                  <a:moveTo>
                    <a:pt x="7037" y="0"/>
                  </a:moveTo>
                  <a:lnTo>
                    <a:pt x="8199" y="60304"/>
                  </a:lnTo>
                  <a:lnTo>
                    <a:pt x="32608" y="91301"/>
                  </a:lnTo>
                  <a:lnTo>
                    <a:pt x="74197" y="126310"/>
                  </a:lnTo>
                  <a:lnTo>
                    <a:pt x="155104" y="152596"/>
                  </a:lnTo>
                  <a:lnTo>
                    <a:pt x="211983" y="158007"/>
                  </a:lnTo>
                  <a:lnTo>
                    <a:pt x="274830" y="159639"/>
                  </a:lnTo>
                  <a:lnTo>
                    <a:pt x="339910" y="158522"/>
                  </a:lnTo>
                  <a:lnTo>
                    <a:pt x="403487" y="155687"/>
                  </a:lnTo>
                  <a:lnTo>
                    <a:pt x="461825" y="152165"/>
                  </a:lnTo>
                  <a:lnTo>
                    <a:pt x="511188" y="148987"/>
                  </a:lnTo>
                  <a:lnTo>
                    <a:pt x="547841" y="147183"/>
                  </a:lnTo>
                  <a:lnTo>
                    <a:pt x="568046" y="147786"/>
                  </a:lnTo>
                  <a:lnTo>
                    <a:pt x="598362" y="150413"/>
                  </a:lnTo>
                  <a:lnTo>
                    <a:pt x="651967" y="152164"/>
                  </a:lnTo>
                  <a:lnTo>
                    <a:pt x="718842" y="153040"/>
                  </a:lnTo>
                  <a:lnTo>
                    <a:pt x="788973" y="153040"/>
                  </a:lnTo>
                  <a:lnTo>
                    <a:pt x="852343" y="152164"/>
                  </a:lnTo>
                  <a:lnTo>
                    <a:pt x="898937" y="150413"/>
                  </a:lnTo>
                  <a:lnTo>
                    <a:pt x="921914" y="98914"/>
                  </a:lnTo>
                  <a:lnTo>
                    <a:pt x="921606" y="71830"/>
                  </a:lnTo>
                  <a:lnTo>
                    <a:pt x="821087" y="76674"/>
                  </a:lnTo>
                  <a:lnTo>
                    <a:pt x="765102" y="79162"/>
                  </a:lnTo>
                  <a:lnTo>
                    <a:pt x="711768" y="81303"/>
                  </a:lnTo>
                  <a:lnTo>
                    <a:pt x="665938" y="82803"/>
                  </a:lnTo>
                  <a:lnTo>
                    <a:pt x="600268" y="83840"/>
                  </a:lnTo>
                  <a:lnTo>
                    <a:pt x="436181" y="88081"/>
                  </a:lnTo>
                  <a:lnTo>
                    <a:pt x="372532" y="89259"/>
                  </a:lnTo>
                  <a:lnTo>
                    <a:pt x="311180" y="89730"/>
                  </a:lnTo>
                  <a:lnTo>
                    <a:pt x="256191" y="89141"/>
                  </a:lnTo>
                  <a:lnTo>
                    <a:pt x="211628" y="87139"/>
                  </a:lnTo>
                  <a:lnTo>
                    <a:pt x="142938" y="70304"/>
                  </a:lnTo>
                  <a:lnTo>
                    <a:pt x="96507" y="48799"/>
                  </a:lnTo>
                  <a:lnTo>
                    <a:pt x="48970" y="23737"/>
                  </a:lnTo>
                  <a:lnTo>
                    <a:pt x="7037" y="0"/>
                  </a:lnTo>
                  <a:close/>
                </a:path>
              </a:pathLst>
            </a:custGeom>
            <a:solidFill>
              <a:srgbClr val="04162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3" name="object 83" descr=""/>
          <p:cNvGrpSpPr/>
          <p:nvPr/>
        </p:nvGrpSpPr>
        <p:grpSpPr>
          <a:xfrm>
            <a:off x="10865022" y="3993650"/>
            <a:ext cx="1833880" cy="5808980"/>
            <a:chOff x="10865022" y="3993650"/>
            <a:chExt cx="1833880" cy="5808980"/>
          </a:xfrm>
        </p:grpSpPr>
        <p:pic>
          <p:nvPicPr>
            <p:cNvPr id="84" name="object 8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261106" y="4985833"/>
              <a:ext cx="1226863" cy="1233554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865022" y="3993650"/>
              <a:ext cx="1833695" cy="5808757"/>
            </a:xfrm>
            <a:prstGeom prst="rect">
              <a:avLst/>
            </a:prstGeom>
          </p:spPr>
        </p:pic>
      </p:grpSp>
      <p:pic>
        <p:nvPicPr>
          <p:cNvPr id="86" name="object 8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369909" y="3807152"/>
            <a:ext cx="1857544" cy="6511508"/>
          </a:xfrm>
          <a:prstGeom prst="rect">
            <a:avLst/>
          </a:prstGeom>
        </p:spPr>
      </p:pic>
      <p:sp>
        <p:nvSpPr>
          <p:cNvPr id="87" name="object 87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276026" y="9350814"/>
            <a:ext cx="993140" cy="66675"/>
          </a:xfrm>
          <a:custGeom>
            <a:avLst/>
            <a:gdLst/>
            <a:ahLst/>
            <a:cxnLst/>
            <a:rect l="l" t="t" r="r" b="b"/>
            <a:pathLst>
              <a:path w="993139" h="66675">
                <a:moveTo>
                  <a:pt x="0" y="66144"/>
                </a:moveTo>
                <a:lnTo>
                  <a:pt x="992985" y="66144"/>
                </a:lnTo>
                <a:lnTo>
                  <a:pt x="992985" y="0"/>
                </a:lnTo>
                <a:lnTo>
                  <a:pt x="0" y="0"/>
                </a:lnTo>
                <a:lnTo>
                  <a:pt x="0" y="66144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276015" y="6072066"/>
            <a:ext cx="2576830" cy="3345179"/>
          </a:xfrm>
          <a:custGeom>
            <a:avLst/>
            <a:gdLst/>
            <a:ahLst/>
            <a:cxnLst/>
            <a:rect l="l" t="t" r="r" b="b"/>
            <a:pathLst>
              <a:path w="2576829" h="3345179">
                <a:moveTo>
                  <a:pt x="2576601" y="0"/>
                </a:moveTo>
                <a:lnTo>
                  <a:pt x="0" y="0"/>
                </a:lnTo>
                <a:lnTo>
                  <a:pt x="0" y="1260538"/>
                </a:lnTo>
                <a:lnTo>
                  <a:pt x="0" y="3278759"/>
                </a:lnTo>
                <a:lnTo>
                  <a:pt x="2372334" y="3278759"/>
                </a:lnTo>
                <a:lnTo>
                  <a:pt x="2372334" y="3344900"/>
                </a:lnTo>
                <a:lnTo>
                  <a:pt x="2576601" y="3344900"/>
                </a:lnTo>
                <a:lnTo>
                  <a:pt x="2576601" y="3278759"/>
                </a:lnTo>
                <a:lnTo>
                  <a:pt x="2576601" y="1260538"/>
                </a:lnTo>
                <a:lnTo>
                  <a:pt x="2576601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347543" y="9350814"/>
            <a:ext cx="726440" cy="66675"/>
          </a:xfrm>
          <a:custGeom>
            <a:avLst/>
            <a:gdLst/>
            <a:ahLst/>
            <a:cxnLst/>
            <a:rect l="l" t="t" r="r" b="b"/>
            <a:pathLst>
              <a:path w="726439" h="66675">
                <a:moveTo>
                  <a:pt x="0" y="66144"/>
                </a:moveTo>
                <a:lnTo>
                  <a:pt x="726386" y="66144"/>
                </a:lnTo>
                <a:lnTo>
                  <a:pt x="726386" y="0"/>
                </a:lnTo>
                <a:lnTo>
                  <a:pt x="0" y="0"/>
                </a:lnTo>
                <a:lnTo>
                  <a:pt x="0" y="66144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253202" y="9148287"/>
            <a:ext cx="1179195" cy="269240"/>
          </a:xfrm>
          <a:custGeom>
            <a:avLst/>
            <a:gdLst/>
            <a:ahLst/>
            <a:cxnLst/>
            <a:rect l="l" t="t" r="r" b="b"/>
            <a:pathLst>
              <a:path w="1179195" h="269240">
                <a:moveTo>
                  <a:pt x="0" y="268672"/>
                </a:moveTo>
                <a:lnTo>
                  <a:pt x="1178812" y="268672"/>
                </a:lnTo>
                <a:lnTo>
                  <a:pt x="1178812" y="0"/>
                </a:lnTo>
                <a:lnTo>
                  <a:pt x="0" y="0"/>
                </a:lnTo>
                <a:lnTo>
                  <a:pt x="0" y="268672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253202" y="8625297"/>
            <a:ext cx="1179195" cy="523240"/>
          </a:xfrm>
          <a:custGeom>
            <a:avLst/>
            <a:gdLst/>
            <a:ahLst/>
            <a:cxnLst/>
            <a:rect l="l" t="t" r="r" b="b"/>
            <a:pathLst>
              <a:path w="1179195" h="523240">
                <a:moveTo>
                  <a:pt x="0" y="522989"/>
                </a:moveTo>
                <a:lnTo>
                  <a:pt x="1178812" y="522989"/>
                </a:lnTo>
                <a:lnTo>
                  <a:pt x="1178812" y="0"/>
                </a:lnTo>
                <a:lnTo>
                  <a:pt x="0" y="0"/>
                </a:lnTo>
                <a:lnTo>
                  <a:pt x="0" y="522989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253200" y="6072066"/>
            <a:ext cx="3721100" cy="3076575"/>
          </a:xfrm>
          <a:custGeom>
            <a:avLst/>
            <a:gdLst/>
            <a:ahLst/>
            <a:cxnLst/>
            <a:rect l="l" t="t" r="r" b="b"/>
            <a:pathLst>
              <a:path w="3721100" h="3076575">
                <a:moveTo>
                  <a:pt x="3720757" y="0"/>
                </a:moveTo>
                <a:lnTo>
                  <a:pt x="0" y="0"/>
                </a:lnTo>
                <a:lnTo>
                  <a:pt x="0" y="2453284"/>
                </a:lnTo>
                <a:lnTo>
                  <a:pt x="0" y="2553233"/>
                </a:lnTo>
                <a:lnTo>
                  <a:pt x="1270139" y="2553233"/>
                </a:lnTo>
                <a:lnTo>
                  <a:pt x="1270139" y="2807297"/>
                </a:lnTo>
                <a:lnTo>
                  <a:pt x="1270139" y="3024340"/>
                </a:lnTo>
                <a:lnTo>
                  <a:pt x="2619260" y="3024340"/>
                </a:lnTo>
                <a:lnTo>
                  <a:pt x="2619260" y="3076232"/>
                </a:lnTo>
                <a:lnTo>
                  <a:pt x="3720757" y="3076232"/>
                </a:lnTo>
                <a:lnTo>
                  <a:pt x="3720757" y="3024340"/>
                </a:lnTo>
                <a:lnTo>
                  <a:pt x="3720757" y="2807297"/>
                </a:lnTo>
                <a:lnTo>
                  <a:pt x="3720757" y="2553233"/>
                </a:lnTo>
                <a:lnTo>
                  <a:pt x="3720757" y="2453284"/>
                </a:lnTo>
                <a:lnTo>
                  <a:pt x="3720757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0374541" y="6072066"/>
            <a:ext cx="3655695" cy="3345179"/>
          </a:xfrm>
          <a:custGeom>
            <a:avLst/>
            <a:gdLst/>
            <a:ahLst/>
            <a:cxnLst/>
            <a:rect l="l" t="t" r="r" b="b"/>
            <a:pathLst>
              <a:path w="3655694" h="3345179">
                <a:moveTo>
                  <a:pt x="3655530" y="0"/>
                </a:moveTo>
                <a:lnTo>
                  <a:pt x="0" y="0"/>
                </a:lnTo>
                <a:lnTo>
                  <a:pt x="0" y="1260424"/>
                </a:lnTo>
                <a:lnTo>
                  <a:pt x="0" y="3024340"/>
                </a:lnTo>
                <a:lnTo>
                  <a:pt x="0" y="3278695"/>
                </a:lnTo>
                <a:lnTo>
                  <a:pt x="3066415" y="3278695"/>
                </a:lnTo>
                <a:lnTo>
                  <a:pt x="3066415" y="3344900"/>
                </a:lnTo>
                <a:lnTo>
                  <a:pt x="3655530" y="3344900"/>
                </a:lnTo>
                <a:lnTo>
                  <a:pt x="3655530" y="3278695"/>
                </a:lnTo>
                <a:lnTo>
                  <a:pt x="3655530" y="3024340"/>
                </a:lnTo>
                <a:lnTo>
                  <a:pt x="3655530" y="1260424"/>
                </a:lnTo>
                <a:lnTo>
                  <a:pt x="3655530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4430655" y="6072066"/>
            <a:ext cx="2397125" cy="3141980"/>
          </a:xfrm>
          <a:custGeom>
            <a:avLst/>
            <a:gdLst/>
            <a:ahLst/>
            <a:cxnLst/>
            <a:rect l="l" t="t" r="r" b="b"/>
            <a:pathLst>
              <a:path w="2397125" h="3141979">
                <a:moveTo>
                  <a:pt x="2396820" y="0"/>
                </a:moveTo>
                <a:lnTo>
                  <a:pt x="0" y="0"/>
                </a:lnTo>
                <a:lnTo>
                  <a:pt x="0" y="1260424"/>
                </a:lnTo>
                <a:lnTo>
                  <a:pt x="0" y="2919399"/>
                </a:lnTo>
                <a:lnTo>
                  <a:pt x="1149654" y="2919399"/>
                </a:lnTo>
                <a:lnTo>
                  <a:pt x="1149654" y="3141764"/>
                </a:lnTo>
                <a:lnTo>
                  <a:pt x="2396820" y="3141764"/>
                </a:lnTo>
                <a:lnTo>
                  <a:pt x="2396820" y="2919399"/>
                </a:lnTo>
                <a:lnTo>
                  <a:pt x="2396820" y="1260424"/>
                </a:lnTo>
                <a:lnTo>
                  <a:pt x="2396820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7523341" y="9411713"/>
            <a:ext cx="594360" cy="5715"/>
          </a:xfrm>
          <a:custGeom>
            <a:avLst/>
            <a:gdLst/>
            <a:ahLst/>
            <a:cxnLst/>
            <a:rect l="l" t="t" r="r" b="b"/>
            <a:pathLst>
              <a:path w="594359" h="5715">
                <a:moveTo>
                  <a:pt x="0" y="5245"/>
                </a:moveTo>
                <a:lnTo>
                  <a:pt x="594339" y="5245"/>
                </a:lnTo>
                <a:lnTo>
                  <a:pt x="594339" y="0"/>
                </a:lnTo>
                <a:lnTo>
                  <a:pt x="0" y="0"/>
                </a:lnTo>
                <a:lnTo>
                  <a:pt x="0" y="5245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7523341" y="9148287"/>
            <a:ext cx="594360" cy="263525"/>
          </a:xfrm>
          <a:custGeom>
            <a:avLst/>
            <a:gdLst/>
            <a:ahLst/>
            <a:cxnLst/>
            <a:rect l="l" t="t" r="r" b="b"/>
            <a:pathLst>
              <a:path w="594359" h="263525">
                <a:moveTo>
                  <a:pt x="0" y="263426"/>
                </a:moveTo>
                <a:lnTo>
                  <a:pt x="594339" y="263426"/>
                </a:lnTo>
                <a:lnTo>
                  <a:pt x="594339" y="0"/>
                </a:lnTo>
                <a:lnTo>
                  <a:pt x="0" y="0"/>
                </a:lnTo>
                <a:lnTo>
                  <a:pt x="0" y="263426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523341" y="9096403"/>
            <a:ext cx="594360" cy="52069"/>
          </a:xfrm>
          <a:custGeom>
            <a:avLst/>
            <a:gdLst/>
            <a:ahLst/>
            <a:cxnLst/>
            <a:rect l="l" t="t" r="r" b="b"/>
            <a:pathLst>
              <a:path w="594359" h="52070">
                <a:moveTo>
                  <a:pt x="0" y="51883"/>
                </a:moveTo>
                <a:lnTo>
                  <a:pt x="594339" y="51883"/>
                </a:lnTo>
                <a:lnTo>
                  <a:pt x="594339" y="0"/>
                </a:lnTo>
                <a:lnTo>
                  <a:pt x="0" y="0"/>
                </a:lnTo>
                <a:lnTo>
                  <a:pt x="0" y="51883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8872463" y="9148287"/>
            <a:ext cx="687070" cy="263525"/>
          </a:xfrm>
          <a:custGeom>
            <a:avLst/>
            <a:gdLst/>
            <a:ahLst/>
            <a:cxnLst/>
            <a:rect l="l" t="t" r="r" b="b"/>
            <a:pathLst>
              <a:path w="687070" h="263525">
                <a:moveTo>
                  <a:pt x="0" y="263426"/>
                </a:moveTo>
                <a:lnTo>
                  <a:pt x="686616" y="263426"/>
                </a:lnTo>
                <a:lnTo>
                  <a:pt x="686616" y="0"/>
                </a:lnTo>
                <a:lnTo>
                  <a:pt x="0" y="0"/>
                </a:lnTo>
                <a:lnTo>
                  <a:pt x="0" y="263426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0374541" y="9350762"/>
            <a:ext cx="2492375" cy="66675"/>
          </a:xfrm>
          <a:custGeom>
            <a:avLst/>
            <a:gdLst/>
            <a:ahLst/>
            <a:cxnLst/>
            <a:rect l="l" t="t" r="r" b="b"/>
            <a:pathLst>
              <a:path w="2492375" h="66675">
                <a:moveTo>
                  <a:pt x="2491981" y="0"/>
                </a:moveTo>
                <a:lnTo>
                  <a:pt x="568083" y="0"/>
                </a:lnTo>
                <a:lnTo>
                  <a:pt x="568083" y="60960"/>
                </a:lnTo>
                <a:lnTo>
                  <a:pt x="0" y="60960"/>
                </a:lnTo>
                <a:lnTo>
                  <a:pt x="0" y="66205"/>
                </a:lnTo>
                <a:lnTo>
                  <a:pt x="2491981" y="66205"/>
                </a:lnTo>
                <a:lnTo>
                  <a:pt x="2491981" y="60960"/>
                </a:lnTo>
                <a:lnTo>
                  <a:pt x="2491981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4998695" y="9213824"/>
            <a:ext cx="7620" cy="137160"/>
          </a:xfrm>
          <a:custGeom>
            <a:avLst/>
            <a:gdLst/>
            <a:ahLst/>
            <a:cxnLst/>
            <a:rect l="l" t="t" r="r" b="b"/>
            <a:pathLst>
              <a:path w="7619" h="137159">
                <a:moveTo>
                  <a:pt x="0" y="136927"/>
                </a:moveTo>
                <a:lnTo>
                  <a:pt x="7193" y="136927"/>
                </a:lnTo>
                <a:lnTo>
                  <a:pt x="7193" y="0"/>
                </a:lnTo>
                <a:lnTo>
                  <a:pt x="0" y="0"/>
                </a:lnTo>
                <a:lnTo>
                  <a:pt x="0" y="136927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5580321" y="9213824"/>
            <a:ext cx="316230" cy="137160"/>
          </a:xfrm>
          <a:custGeom>
            <a:avLst/>
            <a:gdLst/>
            <a:ahLst/>
            <a:cxnLst/>
            <a:rect l="l" t="t" r="r" b="b"/>
            <a:pathLst>
              <a:path w="316230" h="137159">
                <a:moveTo>
                  <a:pt x="0" y="136927"/>
                </a:moveTo>
                <a:lnTo>
                  <a:pt x="315896" y="136927"/>
                </a:lnTo>
                <a:lnTo>
                  <a:pt x="315896" y="0"/>
                </a:lnTo>
                <a:lnTo>
                  <a:pt x="0" y="0"/>
                </a:lnTo>
                <a:lnTo>
                  <a:pt x="0" y="136927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5974748" y="9213824"/>
            <a:ext cx="852805" cy="203200"/>
          </a:xfrm>
          <a:custGeom>
            <a:avLst/>
            <a:gdLst/>
            <a:ahLst/>
            <a:cxnLst/>
            <a:rect l="l" t="t" r="r" b="b"/>
            <a:pathLst>
              <a:path w="852805" h="203200">
                <a:moveTo>
                  <a:pt x="0" y="203135"/>
                </a:moveTo>
                <a:lnTo>
                  <a:pt x="852727" y="203135"/>
                </a:lnTo>
                <a:lnTo>
                  <a:pt x="852727" y="0"/>
                </a:lnTo>
                <a:lnTo>
                  <a:pt x="0" y="0"/>
                </a:lnTo>
                <a:lnTo>
                  <a:pt x="0" y="203135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4430660" y="8991454"/>
            <a:ext cx="575310" cy="222885"/>
          </a:xfrm>
          <a:custGeom>
            <a:avLst/>
            <a:gdLst/>
            <a:ahLst/>
            <a:cxnLst/>
            <a:rect l="l" t="t" r="r" b="b"/>
            <a:pathLst>
              <a:path w="575309" h="222884">
                <a:moveTo>
                  <a:pt x="0" y="222370"/>
                </a:moveTo>
                <a:lnTo>
                  <a:pt x="575228" y="222370"/>
                </a:lnTo>
                <a:lnTo>
                  <a:pt x="575228" y="0"/>
                </a:lnTo>
                <a:lnTo>
                  <a:pt x="0" y="0"/>
                </a:lnTo>
                <a:lnTo>
                  <a:pt x="0" y="22237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8872463" y="9411713"/>
            <a:ext cx="1101725" cy="5715"/>
          </a:xfrm>
          <a:custGeom>
            <a:avLst/>
            <a:gdLst/>
            <a:ahLst/>
            <a:cxnLst/>
            <a:rect l="l" t="t" r="r" b="b"/>
            <a:pathLst>
              <a:path w="1101725" h="5715">
                <a:moveTo>
                  <a:pt x="0" y="5245"/>
                </a:moveTo>
                <a:lnTo>
                  <a:pt x="1101504" y="5245"/>
                </a:lnTo>
                <a:lnTo>
                  <a:pt x="1101504" y="0"/>
                </a:lnTo>
                <a:lnTo>
                  <a:pt x="0" y="0"/>
                </a:lnTo>
                <a:lnTo>
                  <a:pt x="0" y="5245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4430660" y="9350751"/>
            <a:ext cx="547370" cy="66675"/>
          </a:xfrm>
          <a:custGeom>
            <a:avLst/>
            <a:gdLst/>
            <a:ahLst/>
            <a:cxnLst/>
            <a:rect l="l" t="t" r="r" b="b"/>
            <a:pathLst>
              <a:path w="547369" h="66675">
                <a:moveTo>
                  <a:pt x="0" y="66207"/>
                </a:moveTo>
                <a:lnTo>
                  <a:pt x="547239" y="66207"/>
                </a:lnTo>
                <a:lnTo>
                  <a:pt x="547239" y="0"/>
                </a:lnTo>
                <a:lnTo>
                  <a:pt x="0" y="0"/>
                </a:lnTo>
                <a:lnTo>
                  <a:pt x="0" y="66207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5552332" y="9350751"/>
            <a:ext cx="344170" cy="66675"/>
          </a:xfrm>
          <a:custGeom>
            <a:avLst/>
            <a:gdLst/>
            <a:ahLst/>
            <a:cxnLst/>
            <a:rect l="l" t="t" r="r" b="b"/>
            <a:pathLst>
              <a:path w="344169" h="66675">
                <a:moveTo>
                  <a:pt x="0" y="66207"/>
                </a:moveTo>
                <a:lnTo>
                  <a:pt x="343884" y="66207"/>
                </a:lnTo>
                <a:lnTo>
                  <a:pt x="343884" y="0"/>
                </a:lnTo>
                <a:lnTo>
                  <a:pt x="0" y="0"/>
                </a:lnTo>
                <a:lnTo>
                  <a:pt x="0" y="66207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3276026" y="9416959"/>
            <a:ext cx="993140" cy="293370"/>
          </a:xfrm>
          <a:custGeom>
            <a:avLst/>
            <a:gdLst/>
            <a:ahLst/>
            <a:cxnLst/>
            <a:rect l="l" t="t" r="r" b="b"/>
            <a:pathLst>
              <a:path w="993139" h="293370">
                <a:moveTo>
                  <a:pt x="0" y="293090"/>
                </a:moveTo>
                <a:lnTo>
                  <a:pt x="992985" y="293090"/>
                </a:lnTo>
                <a:lnTo>
                  <a:pt x="992985" y="0"/>
                </a:lnTo>
                <a:lnTo>
                  <a:pt x="0" y="0"/>
                </a:lnTo>
                <a:lnTo>
                  <a:pt x="0" y="293090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4347543" y="9416959"/>
            <a:ext cx="146050" cy="293370"/>
          </a:xfrm>
          <a:custGeom>
            <a:avLst/>
            <a:gdLst/>
            <a:ahLst/>
            <a:cxnLst/>
            <a:rect l="l" t="t" r="r" b="b"/>
            <a:pathLst>
              <a:path w="146050" h="293370">
                <a:moveTo>
                  <a:pt x="0" y="293090"/>
                </a:moveTo>
                <a:lnTo>
                  <a:pt x="145953" y="293090"/>
                </a:lnTo>
                <a:lnTo>
                  <a:pt x="145953" y="0"/>
                </a:lnTo>
                <a:lnTo>
                  <a:pt x="0" y="0"/>
                </a:lnTo>
                <a:lnTo>
                  <a:pt x="0" y="293090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5067929" y="9416959"/>
            <a:ext cx="6350" cy="293370"/>
          </a:xfrm>
          <a:custGeom>
            <a:avLst/>
            <a:gdLst/>
            <a:ahLst/>
            <a:cxnLst/>
            <a:rect l="l" t="t" r="r" b="b"/>
            <a:pathLst>
              <a:path w="6350" h="293370">
                <a:moveTo>
                  <a:pt x="0" y="293090"/>
                </a:moveTo>
                <a:lnTo>
                  <a:pt x="5999" y="293090"/>
                </a:lnTo>
                <a:lnTo>
                  <a:pt x="5999" y="0"/>
                </a:lnTo>
                <a:lnTo>
                  <a:pt x="0" y="0"/>
                </a:lnTo>
                <a:lnTo>
                  <a:pt x="0" y="293090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5648362" y="9416959"/>
            <a:ext cx="224154" cy="293370"/>
          </a:xfrm>
          <a:custGeom>
            <a:avLst/>
            <a:gdLst/>
            <a:ahLst/>
            <a:cxnLst/>
            <a:rect l="l" t="t" r="r" b="b"/>
            <a:pathLst>
              <a:path w="224154" h="293370">
                <a:moveTo>
                  <a:pt x="0" y="293090"/>
                </a:moveTo>
                <a:lnTo>
                  <a:pt x="223773" y="293090"/>
                </a:lnTo>
                <a:lnTo>
                  <a:pt x="223773" y="0"/>
                </a:lnTo>
                <a:lnTo>
                  <a:pt x="0" y="0"/>
                </a:lnTo>
                <a:lnTo>
                  <a:pt x="0" y="293090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3276026" y="9710049"/>
            <a:ext cx="993140" cy="145415"/>
          </a:xfrm>
          <a:custGeom>
            <a:avLst/>
            <a:gdLst/>
            <a:ahLst/>
            <a:cxnLst/>
            <a:rect l="l" t="t" r="r" b="b"/>
            <a:pathLst>
              <a:path w="993139" h="145415">
                <a:moveTo>
                  <a:pt x="0" y="144948"/>
                </a:moveTo>
                <a:lnTo>
                  <a:pt x="992985" y="144948"/>
                </a:lnTo>
                <a:lnTo>
                  <a:pt x="992985" y="0"/>
                </a:lnTo>
                <a:lnTo>
                  <a:pt x="0" y="0"/>
                </a:lnTo>
                <a:lnTo>
                  <a:pt x="0" y="144948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3276015" y="9710057"/>
            <a:ext cx="13551535" cy="826769"/>
          </a:xfrm>
          <a:custGeom>
            <a:avLst/>
            <a:gdLst/>
            <a:ahLst/>
            <a:cxnLst/>
            <a:rect l="l" t="t" r="r" b="b"/>
            <a:pathLst>
              <a:path w="13551535" h="826770">
                <a:moveTo>
                  <a:pt x="13551459" y="0"/>
                </a:moveTo>
                <a:lnTo>
                  <a:pt x="11095609" y="0"/>
                </a:lnTo>
                <a:lnTo>
                  <a:pt x="11095609" y="144945"/>
                </a:lnTo>
                <a:lnTo>
                  <a:pt x="0" y="144945"/>
                </a:lnTo>
                <a:lnTo>
                  <a:pt x="0" y="249237"/>
                </a:lnTo>
                <a:lnTo>
                  <a:pt x="0" y="826198"/>
                </a:lnTo>
                <a:lnTo>
                  <a:pt x="13551459" y="826198"/>
                </a:lnTo>
                <a:lnTo>
                  <a:pt x="13551459" y="249237"/>
                </a:lnTo>
                <a:lnTo>
                  <a:pt x="13551459" y="144945"/>
                </a:lnTo>
                <a:lnTo>
                  <a:pt x="13551459" y="0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5950667" y="9416959"/>
            <a:ext cx="83185" cy="264795"/>
          </a:xfrm>
          <a:custGeom>
            <a:avLst/>
            <a:gdLst/>
            <a:ahLst/>
            <a:cxnLst/>
            <a:rect l="l" t="t" r="r" b="b"/>
            <a:pathLst>
              <a:path w="83185" h="264795">
                <a:moveTo>
                  <a:pt x="0" y="264316"/>
                </a:moveTo>
                <a:lnTo>
                  <a:pt x="82824" y="264316"/>
                </a:lnTo>
                <a:lnTo>
                  <a:pt x="82824" y="0"/>
                </a:lnTo>
                <a:lnTo>
                  <a:pt x="0" y="0"/>
                </a:lnTo>
                <a:lnTo>
                  <a:pt x="0" y="264316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5950667" y="9681686"/>
            <a:ext cx="2167255" cy="28575"/>
          </a:xfrm>
          <a:custGeom>
            <a:avLst/>
            <a:gdLst/>
            <a:ahLst/>
            <a:cxnLst/>
            <a:rect l="l" t="t" r="r" b="b"/>
            <a:pathLst>
              <a:path w="2167254" h="28575">
                <a:moveTo>
                  <a:pt x="0" y="28363"/>
                </a:moveTo>
                <a:lnTo>
                  <a:pt x="2167013" y="28363"/>
                </a:lnTo>
                <a:lnTo>
                  <a:pt x="2167013" y="0"/>
                </a:lnTo>
                <a:lnTo>
                  <a:pt x="0" y="0"/>
                </a:lnTo>
                <a:lnTo>
                  <a:pt x="0" y="28363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5950667" y="9681275"/>
            <a:ext cx="83185" cy="635"/>
          </a:xfrm>
          <a:custGeom>
            <a:avLst/>
            <a:gdLst/>
            <a:ahLst/>
            <a:cxnLst/>
            <a:rect l="l" t="t" r="r" b="b"/>
            <a:pathLst>
              <a:path w="83185" h="634">
                <a:moveTo>
                  <a:pt x="0" y="410"/>
                </a:moveTo>
                <a:lnTo>
                  <a:pt x="82824" y="410"/>
                </a:lnTo>
                <a:lnTo>
                  <a:pt x="82824" y="0"/>
                </a:lnTo>
                <a:lnTo>
                  <a:pt x="0" y="0"/>
                </a:lnTo>
                <a:lnTo>
                  <a:pt x="0" y="410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4347543" y="9710049"/>
            <a:ext cx="1524635" cy="145415"/>
          </a:xfrm>
          <a:custGeom>
            <a:avLst/>
            <a:gdLst/>
            <a:ahLst/>
            <a:cxnLst/>
            <a:rect l="l" t="t" r="r" b="b"/>
            <a:pathLst>
              <a:path w="1524635" h="145415">
                <a:moveTo>
                  <a:pt x="0" y="144948"/>
                </a:moveTo>
                <a:lnTo>
                  <a:pt x="1524592" y="144948"/>
                </a:lnTo>
                <a:lnTo>
                  <a:pt x="1524592" y="0"/>
                </a:lnTo>
                <a:lnTo>
                  <a:pt x="0" y="0"/>
                </a:lnTo>
                <a:lnTo>
                  <a:pt x="0" y="144948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5950667" y="9710049"/>
            <a:ext cx="2167255" cy="17145"/>
          </a:xfrm>
          <a:custGeom>
            <a:avLst/>
            <a:gdLst/>
            <a:ahLst/>
            <a:cxnLst/>
            <a:rect l="l" t="t" r="r" b="b"/>
            <a:pathLst>
              <a:path w="2167254" h="17145">
                <a:moveTo>
                  <a:pt x="0" y="16973"/>
                </a:moveTo>
                <a:lnTo>
                  <a:pt x="2167013" y="16973"/>
                </a:lnTo>
                <a:lnTo>
                  <a:pt x="2167013" y="0"/>
                </a:lnTo>
                <a:lnTo>
                  <a:pt x="0" y="0"/>
                </a:lnTo>
                <a:lnTo>
                  <a:pt x="0" y="16973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5950667" y="9727023"/>
            <a:ext cx="2167255" cy="9525"/>
          </a:xfrm>
          <a:custGeom>
            <a:avLst/>
            <a:gdLst/>
            <a:ahLst/>
            <a:cxnLst/>
            <a:rect l="l" t="t" r="r" b="b"/>
            <a:pathLst>
              <a:path w="2167254" h="9525">
                <a:moveTo>
                  <a:pt x="0" y="9272"/>
                </a:moveTo>
                <a:lnTo>
                  <a:pt x="2167013" y="9272"/>
                </a:lnTo>
                <a:lnTo>
                  <a:pt x="2167013" y="0"/>
                </a:lnTo>
                <a:lnTo>
                  <a:pt x="0" y="0"/>
                </a:lnTo>
                <a:lnTo>
                  <a:pt x="0" y="9272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5950667" y="9736296"/>
            <a:ext cx="2167255" cy="118745"/>
          </a:xfrm>
          <a:custGeom>
            <a:avLst/>
            <a:gdLst/>
            <a:ahLst/>
            <a:cxnLst/>
            <a:rect l="l" t="t" r="r" b="b"/>
            <a:pathLst>
              <a:path w="2167254" h="118745">
                <a:moveTo>
                  <a:pt x="0" y="118702"/>
                </a:moveTo>
                <a:lnTo>
                  <a:pt x="2167013" y="118702"/>
                </a:lnTo>
                <a:lnTo>
                  <a:pt x="2167013" y="0"/>
                </a:lnTo>
                <a:lnTo>
                  <a:pt x="0" y="0"/>
                </a:lnTo>
                <a:lnTo>
                  <a:pt x="0" y="118702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6124818" y="9416959"/>
            <a:ext cx="48895" cy="264795"/>
          </a:xfrm>
          <a:custGeom>
            <a:avLst/>
            <a:gdLst/>
            <a:ahLst/>
            <a:cxnLst/>
            <a:rect l="l" t="t" r="r" b="b"/>
            <a:pathLst>
              <a:path w="48895" h="264795">
                <a:moveTo>
                  <a:pt x="0" y="264316"/>
                </a:moveTo>
                <a:lnTo>
                  <a:pt x="48878" y="264316"/>
                </a:lnTo>
                <a:lnTo>
                  <a:pt x="48878" y="0"/>
                </a:lnTo>
                <a:lnTo>
                  <a:pt x="0" y="0"/>
                </a:lnTo>
                <a:lnTo>
                  <a:pt x="0" y="264316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8872463" y="9681686"/>
            <a:ext cx="669925" cy="28575"/>
          </a:xfrm>
          <a:custGeom>
            <a:avLst/>
            <a:gdLst/>
            <a:ahLst/>
            <a:cxnLst/>
            <a:rect l="l" t="t" r="r" b="b"/>
            <a:pathLst>
              <a:path w="669925" h="28575">
                <a:moveTo>
                  <a:pt x="0" y="28363"/>
                </a:moveTo>
                <a:lnTo>
                  <a:pt x="669329" y="28363"/>
                </a:lnTo>
                <a:lnTo>
                  <a:pt x="669329" y="0"/>
                </a:lnTo>
                <a:lnTo>
                  <a:pt x="0" y="0"/>
                </a:lnTo>
                <a:lnTo>
                  <a:pt x="0" y="28363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10215437" y="9681686"/>
            <a:ext cx="64135" cy="28575"/>
          </a:xfrm>
          <a:custGeom>
            <a:avLst/>
            <a:gdLst/>
            <a:ahLst/>
            <a:cxnLst/>
            <a:rect l="l" t="t" r="r" b="b"/>
            <a:pathLst>
              <a:path w="64134" h="28575">
                <a:moveTo>
                  <a:pt x="0" y="28363"/>
                </a:moveTo>
                <a:lnTo>
                  <a:pt x="63725" y="28363"/>
                </a:lnTo>
                <a:lnTo>
                  <a:pt x="63725" y="0"/>
                </a:lnTo>
                <a:lnTo>
                  <a:pt x="0" y="0"/>
                </a:lnTo>
                <a:lnTo>
                  <a:pt x="0" y="28363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10952808" y="9681686"/>
            <a:ext cx="1611630" cy="28575"/>
          </a:xfrm>
          <a:custGeom>
            <a:avLst/>
            <a:gdLst/>
            <a:ahLst/>
            <a:cxnLst/>
            <a:rect l="l" t="t" r="r" b="b"/>
            <a:pathLst>
              <a:path w="1611629" h="28575">
                <a:moveTo>
                  <a:pt x="0" y="28363"/>
                </a:moveTo>
                <a:lnTo>
                  <a:pt x="1611427" y="28363"/>
                </a:lnTo>
                <a:lnTo>
                  <a:pt x="1611427" y="0"/>
                </a:lnTo>
                <a:lnTo>
                  <a:pt x="0" y="0"/>
                </a:lnTo>
                <a:lnTo>
                  <a:pt x="0" y="28363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2642767" y="9681686"/>
            <a:ext cx="224154" cy="28575"/>
          </a:xfrm>
          <a:custGeom>
            <a:avLst/>
            <a:gdLst/>
            <a:ahLst/>
            <a:cxnLst/>
            <a:rect l="l" t="t" r="r" b="b"/>
            <a:pathLst>
              <a:path w="224154" h="28575">
                <a:moveTo>
                  <a:pt x="0" y="28363"/>
                </a:moveTo>
                <a:lnTo>
                  <a:pt x="223762" y="28363"/>
                </a:lnTo>
                <a:lnTo>
                  <a:pt x="223762" y="0"/>
                </a:lnTo>
                <a:lnTo>
                  <a:pt x="0" y="0"/>
                </a:lnTo>
                <a:lnTo>
                  <a:pt x="0" y="28363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13440962" y="9681686"/>
            <a:ext cx="6350" cy="28575"/>
          </a:xfrm>
          <a:custGeom>
            <a:avLst/>
            <a:gdLst/>
            <a:ahLst/>
            <a:cxnLst/>
            <a:rect l="l" t="t" r="r" b="b"/>
            <a:pathLst>
              <a:path w="6350" h="28575">
                <a:moveTo>
                  <a:pt x="0" y="28363"/>
                </a:moveTo>
                <a:lnTo>
                  <a:pt x="6010" y="28363"/>
                </a:lnTo>
                <a:lnTo>
                  <a:pt x="6010" y="0"/>
                </a:lnTo>
                <a:lnTo>
                  <a:pt x="0" y="0"/>
                </a:lnTo>
                <a:lnTo>
                  <a:pt x="0" y="28363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4021406" y="9681686"/>
            <a:ext cx="146050" cy="28575"/>
          </a:xfrm>
          <a:custGeom>
            <a:avLst/>
            <a:gdLst/>
            <a:ahLst/>
            <a:cxnLst/>
            <a:rect l="l" t="t" r="r" b="b"/>
            <a:pathLst>
              <a:path w="146050" h="28575">
                <a:moveTo>
                  <a:pt x="0" y="28363"/>
                </a:moveTo>
                <a:lnTo>
                  <a:pt x="145953" y="28363"/>
                </a:lnTo>
                <a:lnTo>
                  <a:pt x="145953" y="0"/>
                </a:lnTo>
                <a:lnTo>
                  <a:pt x="0" y="0"/>
                </a:lnTo>
                <a:lnTo>
                  <a:pt x="0" y="28363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4245890" y="9681686"/>
            <a:ext cx="47625" cy="28575"/>
          </a:xfrm>
          <a:custGeom>
            <a:avLst/>
            <a:gdLst/>
            <a:ahLst/>
            <a:cxnLst/>
            <a:rect l="l" t="t" r="r" b="b"/>
            <a:pathLst>
              <a:path w="47625" h="28575">
                <a:moveTo>
                  <a:pt x="0" y="28363"/>
                </a:moveTo>
                <a:lnTo>
                  <a:pt x="47202" y="28363"/>
                </a:lnTo>
                <a:lnTo>
                  <a:pt x="47202" y="0"/>
                </a:lnTo>
                <a:lnTo>
                  <a:pt x="0" y="0"/>
                </a:lnTo>
                <a:lnTo>
                  <a:pt x="0" y="28363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14371625" y="9416959"/>
            <a:ext cx="26034" cy="293370"/>
          </a:xfrm>
          <a:custGeom>
            <a:avLst/>
            <a:gdLst/>
            <a:ahLst/>
            <a:cxnLst/>
            <a:rect l="l" t="t" r="r" b="b"/>
            <a:pathLst>
              <a:path w="26034" h="293370">
                <a:moveTo>
                  <a:pt x="0" y="293090"/>
                </a:moveTo>
                <a:lnTo>
                  <a:pt x="25831" y="293090"/>
                </a:lnTo>
                <a:lnTo>
                  <a:pt x="25831" y="0"/>
                </a:lnTo>
                <a:lnTo>
                  <a:pt x="0" y="0"/>
                </a:lnTo>
                <a:lnTo>
                  <a:pt x="0" y="293090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14971889" y="9416959"/>
            <a:ext cx="6350" cy="293370"/>
          </a:xfrm>
          <a:custGeom>
            <a:avLst/>
            <a:gdLst/>
            <a:ahLst/>
            <a:cxnLst/>
            <a:rect l="l" t="t" r="r" b="b"/>
            <a:pathLst>
              <a:path w="6350" h="293370">
                <a:moveTo>
                  <a:pt x="0" y="293090"/>
                </a:moveTo>
                <a:lnTo>
                  <a:pt x="6010" y="293090"/>
                </a:lnTo>
                <a:lnTo>
                  <a:pt x="6010" y="0"/>
                </a:lnTo>
                <a:lnTo>
                  <a:pt x="0" y="0"/>
                </a:lnTo>
                <a:lnTo>
                  <a:pt x="0" y="293090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5552332" y="9416959"/>
            <a:ext cx="344170" cy="293370"/>
          </a:xfrm>
          <a:custGeom>
            <a:avLst/>
            <a:gdLst/>
            <a:ahLst/>
            <a:cxnLst/>
            <a:rect l="l" t="t" r="r" b="b"/>
            <a:pathLst>
              <a:path w="344169" h="293370">
                <a:moveTo>
                  <a:pt x="0" y="293090"/>
                </a:moveTo>
                <a:lnTo>
                  <a:pt x="343884" y="293090"/>
                </a:lnTo>
                <a:lnTo>
                  <a:pt x="343884" y="0"/>
                </a:lnTo>
                <a:lnTo>
                  <a:pt x="0" y="0"/>
                </a:lnTo>
                <a:lnTo>
                  <a:pt x="0" y="293090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15974748" y="9416959"/>
            <a:ext cx="852805" cy="293370"/>
          </a:xfrm>
          <a:custGeom>
            <a:avLst/>
            <a:gdLst/>
            <a:ahLst/>
            <a:cxnLst/>
            <a:rect l="l" t="t" r="r" b="b"/>
            <a:pathLst>
              <a:path w="852805" h="293370">
                <a:moveTo>
                  <a:pt x="0" y="293090"/>
                </a:moveTo>
                <a:lnTo>
                  <a:pt x="852727" y="293090"/>
                </a:lnTo>
                <a:lnTo>
                  <a:pt x="852727" y="0"/>
                </a:lnTo>
                <a:lnTo>
                  <a:pt x="0" y="0"/>
                </a:lnTo>
                <a:lnTo>
                  <a:pt x="0" y="293090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8872463" y="9710049"/>
            <a:ext cx="669925" cy="17145"/>
          </a:xfrm>
          <a:custGeom>
            <a:avLst/>
            <a:gdLst/>
            <a:ahLst/>
            <a:cxnLst/>
            <a:rect l="l" t="t" r="r" b="b"/>
            <a:pathLst>
              <a:path w="669925" h="17145">
                <a:moveTo>
                  <a:pt x="0" y="16973"/>
                </a:moveTo>
                <a:lnTo>
                  <a:pt x="669329" y="16973"/>
                </a:lnTo>
                <a:lnTo>
                  <a:pt x="669329" y="0"/>
                </a:lnTo>
                <a:lnTo>
                  <a:pt x="0" y="0"/>
                </a:lnTo>
                <a:lnTo>
                  <a:pt x="0" y="16973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0215437" y="9710049"/>
            <a:ext cx="2348865" cy="17145"/>
          </a:xfrm>
          <a:custGeom>
            <a:avLst/>
            <a:gdLst/>
            <a:ahLst/>
            <a:cxnLst/>
            <a:rect l="l" t="t" r="r" b="b"/>
            <a:pathLst>
              <a:path w="2348865" h="17145">
                <a:moveTo>
                  <a:pt x="0" y="16973"/>
                </a:moveTo>
                <a:lnTo>
                  <a:pt x="2348797" y="16973"/>
                </a:lnTo>
                <a:lnTo>
                  <a:pt x="2348797" y="0"/>
                </a:lnTo>
                <a:lnTo>
                  <a:pt x="0" y="0"/>
                </a:lnTo>
                <a:lnTo>
                  <a:pt x="0" y="16973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8872463" y="9727023"/>
            <a:ext cx="3691890" cy="9525"/>
          </a:xfrm>
          <a:custGeom>
            <a:avLst/>
            <a:gdLst/>
            <a:ahLst/>
            <a:cxnLst/>
            <a:rect l="l" t="t" r="r" b="b"/>
            <a:pathLst>
              <a:path w="3691890" h="9525">
                <a:moveTo>
                  <a:pt x="0" y="9272"/>
                </a:moveTo>
                <a:lnTo>
                  <a:pt x="3691771" y="9272"/>
                </a:lnTo>
                <a:lnTo>
                  <a:pt x="3691771" y="0"/>
                </a:lnTo>
                <a:lnTo>
                  <a:pt x="0" y="0"/>
                </a:lnTo>
                <a:lnTo>
                  <a:pt x="0" y="9272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12642767" y="9710049"/>
            <a:ext cx="1524635" cy="26670"/>
          </a:xfrm>
          <a:custGeom>
            <a:avLst/>
            <a:gdLst/>
            <a:ahLst/>
            <a:cxnLst/>
            <a:rect l="l" t="t" r="r" b="b"/>
            <a:pathLst>
              <a:path w="1524634" h="26670">
                <a:moveTo>
                  <a:pt x="0" y="26246"/>
                </a:moveTo>
                <a:lnTo>
                  <a:pt x="1524592" y="26246"/>
                </a:lnTo>
                <a:lnTo>
                  <a:pt x="1524592" y="0"/>
                </a:lnTo>
                <a:lnTo>
                  <a:pt x="0" y="0"/>
                </a:lnTo>
                <a:lnTo>
                  <a:pt x="0" y="26246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4245890" y="9710049"/>
            <a:ext cx="47625" cy="26670"/>
          </a:xfrm>
          <a:custGeom>
            <a:avLst/>
            <a:gdLst/>
            <a:ahLst/>
            <a:cxnLst/>
            <a:rect l="l" t="t" r="r" b="b"/>
            <a:pathLst>
              <a:path w="47625" h="26670">
                <a:moveTo>
                  <a:pt x="0" y="26246"/>
                </a:moveTo>
                <a:lnTo>
                  <a:pt x="47202" y="26246"/>
                </a:lnTo>
                <a:lnTo>
                  <a:pt x="47202" y="0"/>
                </a:lnTo>
                <a:lnTo>
                  <a:pt x="0" y="0"/>
                </a:lnTo>
                <a:lnTo>
                  <a:pt x="0" y="26246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8872463" y="9736296"/>
            <a:ext cx="3691890" cy="118745"/>
          </a:xfrm>
          <a:custGeom>
            <a:avLst/>
            <a:gdLst/>
            <a:ahLst/>
            <a:cxnLst/>
            <a:rect l="l" t="t" r="r" b="b"/>
            <a:pathLst>
              <a:path w="3691890" h="118745">
                <a:moveTo>
                  <a:pt x="0" y="118702"/>
                </a:moveTo>
                <a:lnTo>
                  <a:pt x="3691771" y="118702"/>
                </a:lnTo>
                <a:lnTo>
                  <a:pt x="3691771" y="0"/>
                </a:lnTo>
                <a:lnTo>
                  <a:pt x="0" y="0"/>
                </a:lnTo>
                <a:lnTo>
                  <a:pt x="0" y="118702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12642767" y="9736296"/>
            <a:ext cx="1524635" cy="118745"/>
          </a:xfrm>
          <a:custGeom>
            <a:avLst/>
            <a:gdLst/>
            <a:ahLst/>
            <a:cxnLst/>
            <a:rect l="l" t="t" r="r" b="b"/>
            <a:pathLst>
              <a:path w="1524634" h="118745">
                <a:moveTo>
                  <a:pt x="0" y="118702"/>
                </a:moveTo>
                <a:lnTo>
                  <a:pt x="1524592" y="118702"/>
                </a:lnTo>
                <a:lnTo>
                  <a:pt x="1524592" y="0"/>
                </a:lnTo>
                <a:lnTo>
                  <a:pt x="0" y="0"/>
                </a:lnTo>
                <a:lnTo>
                  <a:pt x="0" y="118702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14245890" y="9736296"/>
            <a:ext cx="47625" cy="118745"/>
          </a:xfrm>
          <a:custGeom>
            <a:avLst/>
            <a:gdLst/>
            <a:ahLst/>
            <a:cxnLst/>
            <a:rect l="l" t="t" r="r" b="b"/>
            <a:pathLst>
              <a:path w="47625" h="118745">
                <a:moveTo>
                  <a:pt x="0" y="118702"/>
                </a:moveTo>
                <a:lnTo>
                  <a:pt x="47202" y="118702"/>
                </a:lnTo>
                <a:lnTo>
                  <a:pt x="47202" y="0"/>
                </a:lnTo>
                <a:lnTo>
                  <a:pt x="0" y="0"/>
                </a:lnTo>
                <a:lnTo>
                  <a:pt x="0" y="118702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6124818" y="9681275"/>
            <a:ext cx="1993264" cy="635"/>
          </a:xfrm>
          <a:custGeom>
            <a:avLst/>
            <a:gdLst/>
            <a:ahLst/>
            <a:cxnLst/>
            <a:rect l="l" t="t" r="r" b="b"/>
            <a:pathLst>
              <a:path w="1993265" h="634">
                <a:moveTo>
                  <a:pt x="0" y="410"/>
                </a:moveTo>
                <a:lnTo>
                  <a:pt x="1992861" y="410"/>
                </a:lnTo>
                <a:lnTo>
                  <a:pt x="1992861" y="0"/>
                </a:lnTo>
                <a:lnTo>
                  <a:pt x="0" y="0"/>
                </a:lnTo>
                <a:lnTo>
                  <a:pt x="0" y="410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6695178" y="9416959"/>
            <a:ext cx="737235" cy="264795"/>
          </a:xfrm>
          <a:custGeom>
            <a:avLst/>
            <a:gdLst/>
            <a:ahLst/>
            <a:cxnLst/>
            <a:rect l="l" t="t" r="r" b="b"/>
            <a:pathLst>
              <a:path w="737234" h="264795">
                <a:moveTo>
                  <a:pt x="0" y="264316"/>
                </a:moveTo>
                <a:lnTo>
                  <a:pt x="736836" y="264316"/>
                </a:lnTo>
                <a:lnTo>
                  <a:pt x="736836" y="0"/>
                </a:lnTo>
                <a:lnTo>
                  <a:pt x="0" y="0"/>
                </a:lnTo>
                <a:lnTo>
                  <a:pt x="0" y="264316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7523341" y="9416959"/>
            <a:ext cx="594360" cy="264795"/>
          </a:xfrm>
          <a:custGeom>
            <a:avLst/>
            <a:gdLst/>
            <a:ahLst/>
            <a:cxnLst/>
            <a:rect l="l" t="t" r="r" b="b"/>
            <a:pathLst>
              <a:path w="594359" h="264795">
                <a:moveTo>
                  <a:pt x="0" y="264316"/>
                </a:moveTo>
                <a:lnTo>
                  <a:pt x="594339" y="264316"/>
                </a:lnTo>
                <a:lnTo>
                  <a:pt x="594339" y="0"/>
                </a:lnTo>
                <a:lnTo>
                  <a:pt x="0" y="0"/>
                </a:lnTo>
                <a:lnTo>
                  <a:pt x="0" y="264316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10952808" y="9416959"/>
            <a:ext cx="1611630" cy="264795"/>
          </a:xfrm>
          <a:custGeom>
            <a:avLst/>
            <a:gdLst/>
            <a:ahLst/>
            <a:cxnLst/>
            <a:rect l="l" t="t" r="r" b="b"/>
            <a:pathLst>
              <a:path w="1611629" h="264795">
                <a:moveTo>
                  <a:pt x="0" y="264316"/>
                </a:moveTo>
                <a:lnTo>
                  <a:pt x="1611427" y="264316"/>
                </a:lnTo>
                <a:lnTo>
                  <a:pt x="1611427" y="0"/>
                </a:lnTo>
                <a:lnTo>
                  <a:pt x="0" y="0"/>
                </a:lnTo>
                <a:lnTo>
                  <a:pt x="0" y="264316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12642767" y="9416959"/>
            <a:ext cx="224154" cy="264795"/>
          </a:xfrm>
          <a:custGeom>
            <a:avLst/>
            <a:gdLst/>
            <a:ahLst/>
            <a:cxnLst/>
            <a:rect l="l" t="t" r="r" b="b"/>
            <a:pathLst>
              <a:path w="224154" h="264795">
                <a:moveTo>
                  <a:pt x="0" y="264316"/>
                </a:moveTo>
                <a:lnTo>
                  <a:pt x="223762" y="264316"/>
                </a:lnTo>
                <a:lnTo>
                  <a:pt x="223762" y="0"/>
                </a:lnTo>
                <a:lnTo>
                  <a:pt x="0" y="0"/>
                </a:lnTo>
                <a:lnTo>
                  <a:pt x="0" y="264316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13440962" y="9416959"/>
            <a:ext cx="6350" cy="264795"/>
          </a:xfrm>
          <a:custGeom>
            <a:avLst/>
            <a:gdLst/>
            <a:ahLst/>
            <a:cxnLst/>
            <a:rect l="l" t="t" r="r" b="b"/>
            <a:pathLst>
              <a:path w="6350" h="264795">
                <a:moveTo>
                  <a:pt x="0" y="264316"/>
                </a:moveTo>
                <a:lnTo>
                  <a:pt x="6010" y="264316"/>
                </a:lnTo>
                <a:lnTo>
                  <a:pt x="6010" y="0"/>
                </a:lnTo>
                <a:lnTo>
                  <a:pt x="0" y="0"/>
                </a:lnTo>
                <a:lnTo>
                  <a:pt x="0" y="264316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14021406" y="9416959"/>
            <a:ext cx="146050" cy="264795"/>
          </a:xfrm>
          <a:custGeom>
            <a:avLst/>
            <a:gdLst/>
            <a:ahLst/>
            <a:cxnLst/>
            <a:rect l="l" t="t" r="r" b="b"/>
            <a:pathLst>
              <a:path w="146050" h="264795">
                <a:moveTo>
                  <a:pt x="0" y="264316"/>
                </a:moveTo>
                <a:lnTo>
                  <a:pt x="145953" y="264316"/>
                </a:lnTo>
                <a:lnTo>
                  <a:pt x="145953" y="0"/>
                </a:lnTo>
                <a:lnTo>
                  <a:pt x="0" y="0"/>
                </a:lnTo>
                <a:lnTo>
                  <a:pt x="0" y="264316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10215437" y="9416959"/>
            <a:ext cx="64135" cy="264795"/>
          </a:xfrm>
          <a:custGeom>
            <a:avLst/>
            <a:gdLst/>
            <a:ahLst/>
            <a:cxnLst/>
            <a:rect l="l" t="t" r="r" b="b"/>
            <a:pathLst>
              <a:path w="64134" h="264795">
                <a:moveTo>
                  <a:pt x="0" y="264316"/>
                </a:moveTo>
                <a:lnTo>
                  <a:pt x="63725" y="264316"/>
                </a:lnTo>
                <a:lnTo>
                  <a:pt x="63725" y="0"/>
                </a:lnTo>
                <a:lnTo>
                  <a:pt x="0" y="0"/>
                </a:lnTo>
                <a:lnTo>
                  <a:pt x="0" y="264316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8872463" y="9681275"/>
            <a:ext cx="669925" cy="635"/>
          </a:xfrm>
          <a:custGeom>
            <a:avLst/>
            <a:gdLst/>
            <a:ahLst/>
            <a:cxnLst/>
            <a:rect l="l" t="t" r="r" b="b"/>
            <a:pathLst>
              <a:path w="669925" h="634">
                <a:moveTo>
                  <a:pt x="0" y="410"/>
                </a:moveTo>
                <a:lnTo>
                  <a:pt x="669329" y="410"/>
                </a:lnTo>
                <a:lnTo>
                  <a:pt x="669329" y="0"/>
                </a:lnTo>
                <a:lnTo>
                  <a:pt x="0" y="0"/>
                </a:lnTo>
                <a:lnTo>
                  <a:pt x="0" y="410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10215437" y="9681275"/>
            <a:ext cx="64135" cy="635"/>
          </a:xfrm>
          <a:custGeom>
            <a:avLst/>
            <a:gdLst/>
            <a:ahLst/>
            <a:cxnLst/>
            <a:rect l="l" t="t" r="r" b="b"/>
            <a:pathLst>
              <a:path w="64134" h="634">
                <a:moveTo>
                  <a:pt x="0" y="410"/>
                </a:moveTo>
                <a:lnTo>
                  <a:pt x="63725" y="410"/>
                </a:lnTo>
                <a:lnTo>
                  <a:pt x="63725" y="0"/>
                </a:lnTo>
                <a:lnTo>
                  <a:pt x="0" y="0"/>
                </a:lnTo>
                <a:lnTo>
                  <a:pt x="0" y="410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10952808" y="9681275"/>
            <a:ext cx="1611630" cy="635"/>
          </a:xfrm>
          <a:custGeom>
            <a:avLst/>
            <a:gdLst/>
            <a:ahLst/>
            <a:cxnLst/>
            <a:rect l="l" t="t" r="r" b="b"/>
            <a:pathLst>
              <a:path w="1611629" h="634">
                <a:moveTo>
                  <a:pt x="0" y="410"/>
                </a:moveTo>
                <a:lnTo>
                  <a:pt x="1611427" y="410"/>
                </a:lnTo>
                <a:lnTo>
                  <a:pt x="1611427" y="0"/>
                </a:lnTo>
                <a:lnTo>
                  <a:pt x="0" y="0"/>
                </a:lnTo>
                <a:lnTo>
                  <a:pt x="0" y="410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12642767" y="9681275"/>
            <a:ext cx="224154" cy="635"/>
          </a:xfrm>
          <a:custGeom>
            <a:avLst/>
            <a:gdLst/>
            <a:ahLst/>
            <a:cxnLst/>
            <a:rect l="l" t="t" r="r" b="b"/>
            <a:pathLst>
              <a:path w="224154" h="634">
                <a:moveTo>
                  <a:pt x="0" y="410"/>
                </a:moveTo>
                <a:lnTo>
                  <a:pt x="223762" y="410"/>
                </a:lnTo>
                <a:lnTo>
                  <a:pt x="223762" y="0"/>
                </a:lnTo>
                <a:lnTo>
                  <a:pt x="0" y="0"/>
                </a:lnTo>
                <a:lnTo>
                  <a:pt x="0" y="410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14021406" y="9681275"/>
            <a:ext cx="146050" cy="635"/>
          </a:xfrm>
          <a:custGeom>
            <a:avLst/>
            <a:gdLst/>
            <a:ahLst/>
            <a:cxnLst/>
            <a:rect l="l" t="t" r="r" b="b"/>
            <a:pathLst>
              <a:path w="146050" h="634">
                <a:moveTo>
                  <a:pt x="0" y="410"/>
                </a:moveTo>
                <a:lnTo>
                  <a:pt x="145953" y="410"/>
                </a:lnTo>
                <a:lnTo>
                  <a:pt x="145953" y="0"/>
                </a:lnTo>
                <a:lnTo>
                  <a:pt x="0" y="0"/>
                </a:lnTo>
                <a:lnTo>
                  <a:pt x="0" y="410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14245890" y="9681275"/>
            <a:ext cx="47625" cy="635"/>
          </a:xfrm>
          <a:custGeom>
            <a:avLst/>
            <a:gdLst/>
            <a:ahLst/>
            <a:cxnLst/>
            <a:rect l="l" t="t" r="r" b="b"/>
            <a:pathLst>
              <a:path w="47625" h="634">
                <a:moveTo>
                  <a:pt x="0" y="410"/>
                </a:moveTo>
                <a:lnTo>
                  <a:pt x="47202" y="410"/>
                </a:lnTo>
                <a:lnTo>
                  <a:pt x="47202" y="0"/>
                </a:lnTo>
                <a:lnTo>
                  <a:pt x="0" y="0"/>
                </a:lnTo>
                <a:lnTo>
                  <a:pt x="0" y="410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14245890" y="9416959"/>
            <a:ext cx="47625" cy="264795"/>
          </a:xfrm>
          <a:custGeom>
            <a:avLst/>
            <a:gdLst/>
            <a:ahLst/>
            <a:cxnLst/>
            <a:rect l="l" t="t" r="r" b="b"/>
            <a:pathLst>
              <a:path w="47625" h="264795">
                <a:moveTo>
                  <a:pt x="0" y="264316"/>
                </a:moveTo>
                <a:lnTo>
                  <a:pt x="47202" y="264316"/>
                </a:lnTo>
                <a:lnTo>
                  <a:pt x="47202" y="0"/>
                </a:lnTo>
                <a:lnTo>
                  <a:pt x="0" y="0"/>
                </a:lnTo>
                <a:lnTo>
                  <a:pt x="0" y="264316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8872463" y="9416959"/>
            <a:ext cx="669925" cy="264795"/>
          </a:xfrm>
          <a:custGeom>
            <a:avLst/>
            <a:gdLst/>
            <a:ahLst/>
            <a:cxnLst/>
            <a:rect l="l" t="t" r="r" b="b"/>
            <a:pathLst>
              <a:path w="669925" h="264795">
                <a:moveTo>
                  <a:pt x="0" y="264316"/>
                </a:moveTo>
                <a:lnTo>
                  <a:pt x="669329" y="264316"/>
                </a:lnTo>
                <a:lnTo>
                  <a:pt x="669329" y="0"/>
                </a:lnTo>
                <a:lnTo>
                  <a:pt x="0" y="0"/>
                </a:lnTo>
                <a:lnTo>
                  <a:pt x="0" y="264316"/>
                </a:lnTo>
                <a:close/>
              </a:path>
            </a:pathLst>
          </a:custGeom>
          <a:solidFill>
            <a:srgbClr val="8AA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5852617" y="9148287"/>
            <a:ext cx="180975" cy="269240"/>
          </a:xfrm>
          <a:custGeom>
            <a:avLst/>
            <a:gdLst/>
            <a:ahLst/>
            <a:cxnLst/>
            <a:rect l="l" t="t" r="r" b="b"/>
            <a:pathLst>
              <a:path w="180975" h="269240">
                <a:moveTo>
                  <a:pt x="0" y="268672"/>
                </a:moveTo>
                <a:lnTo>
                  <a:pt x="180874" y="268672"/>
                </a:lnTo>
                <a:lnTo>
                  <a:pt x="180874" y="0"/>
                </a:lnTo>
                <a:lnTo>
                  <a:pt x="0" y="0"/>
                </a:lnTo>
                <a:lnTo>
                  <a:pt x="0" y="268672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5852617" y="8524716"/>
            <a:ext cx="400685" cy="892810"/>
          </a:xfrm>
          <a:custGeom>
            <a:avLst/>
            <a:gdLst/>
            <a:ahLst/>
            <a:cxnLst/>
            <a:rect l="l" t="t" r="r" b="b"/>
            <a:pathLst>
              <a:path w="400685" h="892809">
                <a:moveTo>
                  <a:pt x="400583" y="0"/>
                </a:moveTo>
                <a:lnTo>
                  <a:pt x="0" y="0"/>
                </a:lnTo>
                <a:lnTo>
                  <a:pt x="0" y="623582"/>
                </a:lnTo>
                <a:lnTo>
                  <a:pt x="272199" y="623582"/>
                </a:lnTo>
                <a:lnTo>
                  <a:pt x="272199" y="892251"/>
                </a:lnTo>
                <a:lnTo>
                  <a:pt x="400583" y="892251"/>
                </a:lnTo>
                <a:lnTo>
                  <a:pt x="400583" y="623582"/>
                </a:lnTo>
                <a:lnTo>
                  <a:pt x="400583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5852617" y="6072066"/>
            <a:ext cx="400685" cy="2453005"/>
          </a:xfrm>
          <a:custGeom>
            <a:avLst/>
            <a:gdLst/>
            <a:ahLst/>
            <a:cxnLst/>
            <a:rect l="l" t="t" r="r" b="b"/>
            <a:pathLst>
              <a:path w="400685" h="2453004">
                <a:moveTo>
                  <a:pt x="400583" y="0"/>
                </a:moveTo>
                <a:lnTo>
                  <a:pt x="0" y="0"/>
                </a:lnTo>
                <a:lnTo>
                  <a:pt x="0" y="785139"/>
                </a:lnTo>
                <a:lnTo>
                  <a:pt x="0" y="849210"/>
                </a:lnTo>
                <a:lnTo>
                  <a:pt x="0" y="1260475"/>
                </a:lnTo>
                <a:lnTo>
                  <a:pt x="0" y="1507769"/>
                </a:lnTo>
                <a:lnTo>
                  <a:pt x="0" y="2452649"/>
                </a:lnTo>
                <a:lnTo>
                  <a:pt x="400583" y="2452649"/>
                </a:lnTo>
                <a:lnTo>
                  <a:pt x="400583" y="1507769"/>
                </a:lnTo>
                <a:lnTo>
                  <a:pt x="291947" y="1507769"/>
                </a:lnTo>
                <a:lnTo>
                  <a:pt x="291947" y="1260475"/>
                </a:lnTo>
                <a:lnTo>
                  <a:pt x="400583" y="1260475"/>
                </a:lnTo>
                <a:lnTo>
                  <a:pt x="400583" y="849210"/>
                </a:lnTo>
                <a:lnTo>
                  <a:pt x="400583" y="785139"/>
                </a:lnTo>
                <a:lnTo>
                  <a:pt x="400583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9973968" y="6072056"/>
            <a:ext cx="400685" cy="3345179"/>
          </a:xfrm>
          <a:custGeom>
            <a:avLst/>
            <a:gdLst/>
            <a:ahLst/>
            <a:cxnLst/>
            <a:rect l="l" t="t" r="r" b="b"/>
            <a:pathLst>
              <a:path w="400684" h="3345179">
                <a:moveTo>
                  <a:pt x="400584" y="0"/>
                </a:moveTo>
                <a:lnTo>
                  <a:pt x="0" y="0"/>
                </a:lnTo>
                <a:lnTo>
                  <a:pt x="0" y="3344903"/>
                </a:lnTo>
                <a:lnTo>
                  <a:pt x="400584" y="3344903"/>
                </a:lnTo>
                <a:lnTo>
                  <a:pt x="400584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14030072" y="6072066"/>
            <a:ext cx="400685" cy="3279140"/>
          </a:xfrm>
          <a:custGeom>
            <a:avLst/>
            <a:gdLst/>
            <a:ahLst/>
            <a:cxnLst/>
            <a:rect l="l" t="t" r="r" b="b"/>
            <a:pathLst>
              <a:path w="400684" h="3279140">
                <a:moveTo>
                  <a:pt x="400583" y="0"/>
                </a:moveTo>
                <a:lnTo>
                  <a:pt x="0" y="0"/>
                </a:lnTo>
                <a:lnTo>
                  <a:pt x="0" y="1260475"/>
                </a:lnTo>
                <a:lnTo>
                  <a:pt x="215811" y="1260475"/>
                </a:lnTo>
                <a:lnTo>
                  <a:pt x="215811" y="3278695"/>
                </a:lnTo>
                <a:lnTo>
                  <a:pt x="400583" y="3278695"/>
                </a:lnTo>
                <a:lnTo>
                  <a:pt x="400583" y="1260475"/>
                </a:lnTo>
                <a:lnTo>
                  <a:pt x="400583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14030075" y="9350751"/>
            <a:ext cx="137795" cy="66675"/>
          </a:xfrm>
          <a:custGeom>
            <a:avLst/>
            <a:gdLst/>
            <a:ahLst/>
            <a:cxnLst/>
            <a:rect l="l" t="t" r="r" b="b"/>
            <a:pathLst>
              <a:path w="137794" h="66675">
                <a:moveTo>
                  <a:pt x="0" y="66207"/>
                </a:moveTo>
                <a:lnTo>
                  <a:pt x="137283" y="66207"/>
                </a:lnTo>
                <a:lnTo>
                  <a:pt x="137283" y="0"/>
                </a:lnTo>
                <a:lnTo>
                  <a:pt x="0" y="0"/>
                </a:lnTo>
                <a:lnTo>
                  <a:pt x="0" y="66207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14030075" y="7332540"/>
            <a:ext cx="137795" cy="2018664"/>
          </a:xfrm>
          <a:custGeom>
            <a:avLst/>
            <a:gdLst/>
            <a:ahLst/>
            <a:cxnLst/>
            <a:rect l="l" t="t" r="r" b="b"/>
            <a:pathLst>
              <a:path w="137794" h="2018665">
                <a:moveTo>
                  <a:pt x="0" y="2018210"/>
                </a:moveTo>
                <a:lnTo>
                  <a:pt x="137283" y="2018210"/>
                </a:lnTo>
                <a:lnTo>
                  <a:pt x="137283" y="0"/>
                </a:lnTo>
                <a:lnTo>
                  <a:pt x="0" y="0"/>
                </a:lnTo>
                <a:lnTo>
                  <a:pt x="0" y="201821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14245890" y="9350751"/>
            <a:ext cx="47625" cy="66675"/>
          </a:xfrm>
          <a:custGeom>
            <a:avLst/>
            <a:gdLst/>
            <a:ahLst/>
            <a:cxnLst/>
            <a:rect l="l" t="t" r="r" b="b"/>
            <a:pathLst>
              <a:path w="47625" h="66675">
                <a:moveTo>
                  <a:pt x="0" y="66207"/>
                </a:moveTo>
                <a:lnTo>
                  <a:pt x="47202" y="66207"/>
                </a:lnTo>
                <a:lnTo>
                  <a:pt x="47202" y="0"/>
                </a:lnTo>
                <a:lnTo>
                  <a:pt x="0" y="0"/>
                </a:lnTo>
                <a:lnTo>
                  <a:pt x="0" y="66207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14371625" y="9350751"/>
            <a:ext cx="59055" cy="66675"/>
          </a:xfrm>
          <a:custGeom>
            <a:avLst/>
            <a:gdLst/>
            <a:ahLst/>
            <a:cxnLst/>
            <a:rect l="l" t="t" r="r" b="b"/>
            <a:pathLst>
              <a:path w="59055" h="66675">
                <a:moveTo>
                  <a:pt x="0" y="66207"/>
                </a:moveTo>
                <a:lnTo>
                  <a:pt x="59034" y="66207"/>
                </a:lnTo>
                <a:lnTo>
                  <a:pt x="59034" y="0"/>
                </a:lnTo>
                <a:lnTo>
                  <a:pt x="0" y="0"/>
                </a:lnTo>
                <a:lnTo>
                  <a:pt x="0" y="66207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6722695" y="7006540"/>
            <a:ext cx="192405" cy="71755"/>
          </a:xfrm>
          <a:custGeom>
            <a:avLst/>
            <a:gdLst/>
            <a:ahLst/>
            <a:cxnLst/>
            <a:rect l="l" t="t" r="r" b="b"/>
            <a:pathLst>
              <a:path w="192404" h="71754">
                <a:moveTo>
                  <a:pt x="0" y="71359"/>
                </a:moveTo>
                <a:lnTo>
                  <a:pt x="192025" y="71359"/>
                </a:lnTo>
                <a:lnTo>
                  <a:pt x="192025" y="0"/>
                </a:lnTo>
                <a:lnTo>
                  <a:pt x="0" y="0"/>
                </a:lnTo>
                <a:lnTo>
                  <a:pt x="0" y="71359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8081340" y="7397781"/>
            <a:ext cx="661035" cy="179070"/>
          </a:xfrm>
          <a:custGeom>
            <a:avLst/>
            <a:gdLst/>
            <a:ahLst/>
            <a:cxnLst/>
            <a:rect l="l" t="t" r="r" b="b"/>
            <a:pathLst>
              <a:path w="661034" h="179070">
                <a:moveTo>
                  <a:pt x="330479" y="107442"/>
                </a:moveTo>
                <a:lnTo>
                  <a:pt x="0" y="107442"/>
                </a:lnTo>
                <a:lnTo>
                  <a:pt x="0" y="178803"/>
                </a:lnTo>
                <a:lnTo>
                  <a:pt x="330479" y="178803"/>
                </a:lnTo>
                <a:lnTo>
                  <a:pt x="330479" y="107442"/>
                </a:lnTo>
                <a:close/>
              </a:path>
              <a:path w="661034" h="179070">
                <a:moveTo>
                  <a:pt x="660958" y="0"/>
                </a:moveTo>
                <a:lnTo>
                  <a:pt x="330479" y="0"/>
                </a:lnTo>
                <a:lnTo>
                  <a:pt x="330479" y="71361"/>
                </a:lnTo>
                <a:lnTo>
                  <a:pt x="660958" y="71361"/>
                </a:lnTo>
                <a:lnTo>
                  <a:pt x="66095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9464633" y="7268805"/>
            <a:ext cx="330835" cy="71755"/>
          </a:xfrm>
          <a:custGeom>
            <a:avLst/>
            <a:gdLst/>
            <a:ahLst/>
            <a:cxnLst/>
            <a:rect l="l" t="t" r="r" b="b"/>
            <a:pathLst>
              <a:path w="330834" h="71754">
                <a:moveTo>
                  <a:pt x="330482" y="0"/>
                </a:moveTo>
                <a:lnTo>
                  <a:pt x="0" y="0"/>
                </a:lnTo>
                <a:lnTo>
                  <a:pt x="0" y="71359"/>
                </a:lnTo>
                <a:lnTo>
                  <a:pt x="330482" y="71359"/>
                </a:lnTo>
                <a:lnTo>
                  <a:pt x="330482" y="0"/>
                </a:lnTo>
                <a:close/>
              </a:path>
            </a:pathLst>
          </a:custGeom>
          <a:solidFill>
            <a:srgbClr val="BEBEBE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8166620" y="7978825"/>
            <a:ext cx="330835" cy="71755"/>
          </a:xfrm>
          <a:custGeom>
            <a:avLst/>
            <a:gdLst/>
            <a:ahLst/>
            <a:cxnLst/>
            <a:rect l="l" t="t" r="r" b="b"/>
            <a:pathLst>
              <a:path w="330834" h="71754">
                <a:moveTo>
                  <a:pt x="330482" y="0"/>
                </a:moveTo>
                <a:lnTo>
                  <a:pt x="0" y="0"/>
                </a:lnTo>
                <a:lnTo>
                  <a:pt x="0" y="71359"/>
                </a:lnTo>
                <a:lnTo>
                  <a:pt x="330482" y="71359"/>
                </a:lnTo>
                <a:lnTo>
                  <a:pt x="330482" y="0"/>
                </a:lnTo>
                <a:close/>
              </a:path>
            </a:pathLst>
          </a:custGeom>
          <a:solidFill>
            <a:srgbClr val="BEBEBE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9151040" y="7159886"/>
            <a:ext cx="330835" cy="71755"/>
          </a:xfrm>
          <a:custGeom>
            <a:avLst/>
            <a:gdLst/>
            <a:ahLst/>
            <a:cxnLst/>
            <a:rect l="l" t="t" r="r" b="b"/>
            <a:pathLst>
              <a:path w="330834" h="71754">
                <a:moveTo>
                  <a:pt x="330482" y="0"/>
                </a:moveTo>
                <a:lnTo>
                  <a:pt x="0" y="0"/>
                </a:lnTo>
                <a:lnTo>
                  <a:pt x="0" y="71359"/>
                </a:lnTo>
                <a:lnTo>
                  <a:pt x="330482" y="71359"/>
                </a:lnTo>
                <a:lnTo>
                  <a:pt x="33048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9191405" y="7392423"/>
            <a:ext cx="312420" cy="71755"/>
          </a:xfrm>
          <a:custGeom>
            <a:avLst/>
            <a:gdLst/>
            <a:ahLst/>
            <a:cxnLst/>
            <a:rect l="l" t="t" r="r" b="b"/>
            <a:pathLst>
              <a:path w="312420" h="71754">
                <a:moveTo>
                  <a:pt x="312336" y="0"/>
                </a:moveTo>
                <a:lnTo>
                  <a:pt x="0" y="0"/>
                </a:lnTo>
                <a:lnTo>
                  <a:pt x="0" y="71359"/>
                </a:lnTo>
                <a:lnTo>
                  <a:pt x="312336" y="71359"/>
                </a:lnTo>
                <a:lnTo>
                  <a:pt x="312336" y="0"/>
                </a:lnTo>
                <a:close/>
              </a:path>
            </a:pathLst>
          </a:custGeom>
          <a:solidFill>
            <a:srgbClr val="BEBEBE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8865768" y="7800206"/>
            <a:ext cx="570865" cy="172085"/>
          </a:xfrm>
          <a:custGeom>
            <a:avLst/>
            <a:gdLst/>
            <a:ahLst/>
            <a:cxnLst/>
            <a:rect l="l" t="t" r="r" b="b"/>
            <a:pathLst>
              <a:path w="570865" h="172084">
                <a:moveTo>
                  <a:pt x="312331" y="0"/>
                </a:moveTo>
                <a:lnTo>
                  <a:pt x="0" y="0"/>
                </a:lnTo>
                <a:lnTo>
                  <a:pt x="0" y="71361"/>
                </a:lnTo>
                <a:lnTo>
                  <a:pt x="312331" y="71361"/>
                </a:lnTo>
                <a:lnTo>
                  <a:pt x="312331" y="0"/>
                </a:lnTo>
                <a:close/>
              </a:path>
              <a:path w="570865" h="172084">
                <a:moveTo>
                  <a:pt x="570522" y="100152"/>
                </a:moveTo>
                <a:lnTo>
                  <a:pt x="258191" y="100152"/>
                </a:lnTo>
                <a:lnTo>
                  <a:pt x="258191" y="171513"/>
                </a:lnTo>
                <a:lnTo>
                  <a:pt x="570522" y="171513"/>
                </a:lnTo>
                <a:lnTo>
                  <a:pt x="570522" y="100152"/>
                </a:lnTo>
                <a:close/>
              </a:path>
            </a:pathLst>
          </a:custGeom>
          <a:solidFill>
            <a:srgbClr val="BEBEBE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16084441" y="7388665"/>
            <a:ext cx="312420" cy="71755"/>
          </a:xfrm>
          <a:custGeom>
            <a:avLst/>
            <a:gdLst/>
            <a:ahLst/>
            <a:cxnLst/>
            <a:rect l="l" t="t" r="r" b="b"/>
            <a:pathLst>
              <a:path w="312419" h="71754">
                <a:moveTo>
                  <a:pt x="312336" y="0"/>
                </a:moveTo>
                <a:lnTo>
                  <a:pt x="0" y="0"/>
                </a:lnTo>
                <a:lnTo>
                  <a:pt x="0" y="71359"/>
                </a:lnTo>
                <a:lnTo>
                  <a:pt x="312336" y="71359"/>
                </a:lnTo>
                <a:lnTo>
                  <a:pt x="312336" y="0"/>
                </a:lnTo>
                <a:close/>
              </a:path>
            </a:pathLst>
          </a:custGeom>
          <a:solidFill>
            <a:srgbClr val="BEBEBE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16387700" y="7508211"/>
            <a:ext cx="312420" cy="71755"/>
          </a:xfrm>
          <a:custGeom>
            <a:avLst/>
            <a:gdLst/>
            <a:ahLst/>
            <a:cxnLst/>
            <a:rect l="l" t="t" r="r" b="b"/>
            <a:pathLst>
              <a:path w="312419" h="71754">
                <a:moveTo>
                  <a:pt x="312336" y="0"/>
                </a:moveTo>
                <a:lnTo>
                  <a:pt x="0" y="0"/>
                </a:lnTo>
                <a:lnTo>
                  <a:pt x="0" y="71359"/>
                </a:lnTo>
                <a:lnTo>
                  <a:pt x="312336" y="71359"/>
                </a:lnTo>
                <a:lnTo>
                  <a:pt x="312336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15305628" y="7352990"/>
            <a:ext cx="312420" cy="71755"/>
          </a:xfrm>
          <a:custGeom>
            <a:avLst/>
            <a:gdLst/>
            <a:ahLst/>
            <a:cxnLst/>
            <a:rect l="l" t="t" r="r" b="b"/>
            <a:pathLst>
              <a:path w="312419" h="71754">
                <a:moveTo>
                  <a:pt x="312336" y="0"/>
                </a:moveTo>
                <a:lnTo>
                  <a:pt x="0" y="0"/>
                </a:lnTo>
                <a:lnTo>
                  <a:pt x="0" y="71359"/>
                </a:lnTo>
                <a:lnTo>
                  <a:pt x="312336" y="71359"/>
                </a:lnTo>
                <a:lnTo>
                  <a:pt x="312336" y="0"/>
                </a:lnTo>
                <a:close/>
              </a:path>
            </a:pathLst>
          </a:custGeom>
          <a:solidFill>
            <a:srgbClr val="BEBEBE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3276026" y="6415134"/>
            <a:ext cx="13551535" cy="17145"/>
          </a:xfrm>
          <a:custGeom>
            <a:avLst/>
            <a:gdLst/>
            <a:ahLst/>
            <a:cxnLst/>
            <a:rect l="l" t="t" r="r" b="b"/>
            <a:pathLst>
              <a:path w="13551535" h="17145">
                <a:moveTo>
                  <a:pt x="13551451" y="0"/>
                </a:moveTo>
                <a:lnTo>
                  <a:pt x="0" y="0"/>
                </a:lnTo>
                <a:lnTo>
                  <a:pt x="0" y="17130"/>
                </a:lnTo>
                <a:lnTo>
                  <a:pt x="13551451" y="17130"/>
                </a:lnTo>
                <a:lnTo>
                  <a:pt x="13551451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1" name="object 91" descr=""/>
          <p:cNvGrpSpPr/>
          <p:nvPr/>
        </p:nvGrpSpPr>
        <p:grpSpPr>
          <a:xfrm>
            <a:off x="11312493" y="6620039"/>
            <a:ext cx="1779905" cy="597535"/>
            <a:chOff x="11312493" y="6620039"/>
            <a:chExt cx="1779905" cy="597535"/>
          </a:xfrm>
        </p:grpSpPr>
        <p:sp>
          <p:nvSpPr>
            <p:cNvPr id="92" name="object 92" descr=""/>
            <p:cNvSpPr/>
            <p:nvPr/>
          </p:nvSpPr>
          <p:spPr>
            <a:xfrm>
              <a:off x="11312493" y="6620039"/>
              <a:ext cx="1779905" cy="597535"/>
            </a:xfrm>
            <a:custGeom>
              <a:avLst/>
              <a:gdLst/>
              <a:ahLst/>
              <a:cxnLst/>
              <a:rect l="l" t="t" r="r" b="b"/>
              <a:pathLst>
                <a:path w="1779905" h="597534">
                  <a:moveTo>
                    <a:pt x="1779631" y="0"/>
                  </a:moveTo>
                  <a:lnTo>
                    <a:pt x="0" y="0"/>
                  </a:lnTo>
                  <a:lnTo>
                    <a:pt x="0" y="597123"/>
                  </a:lnTo>
                  <a:lnTo>
                    <a:pt x="1779631" y="597123"/>
                  </a:lnTo>
                  <a:lnTo>
                    <a:pt x="1779631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1360449" y="6657598"/>
              <a:ext cx="1684020" cy="520065"/>
            </a:xfrm>
            <a:custGeom>
              <a:avLst/>
              <a:gdLst/>
              <a:ahLst/>
              <a:cxnLst/>
              <a:rect l="l" t="t" r="r" b="b"/>
              <a:pathLst>
                <a:path w="1684019" h="520065">
                  <a:moveTo>
                    <a:pt x="1683718" y="0"/>
                  </a:moveTo>
                  <a:lnTo>
                    <a:pt x="0" y="0"/>
                  </a:lnTo>
                  <a:lnTo>
                    <a:pt x="0" y="519512"/>
                  </a:lnTo>
                  <a:lnTo>
                    <a:pt x="1683718" y="519512"/>
                  </a:lnTo>
                  <a:lnTo>
                    <a:pt x="1683718" y="0"/>
                  </a:lnTo>
                  <a:close/>
                </a:path>
              </a:pathLst>
            </a:custGeom>
            <a:solidFill>
              <a:srgbClr val="EBF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1360442" y="6657600"/>
              <a:ext cx="1369060" cy="520065"/>
            </a:xfrm>
            <a:custGeom>
              <a:avLst/>
              <a:gdLst/>
              <a:ahLst/>
              <a:cxnLst/>
              <a:rect l="l" t="t" r="r" b="b"/>
              <a:pathLst>
                <a:path w="1369059" h="520065">
                  <a:moveTo>
                    <a:pt x="474675" y="0"/>
                  </a:moveTo>
                  <a:lnTo>
                    <a:pt x="0" y="0"/>
                  </a:lnTo>
                  <a:lnTo>
                    <a:pt x="0" y="519518"/>
                  </a:lnTo>
                  <a:lnTo>
                    <a:pt x="21983" y="519518"/>
                  </a:lnTo>
                  <a:lnTo>
                    <a:pt x="474675" y="0"/>
                  </a:lnTo>
                  <a:close/>
                </a:path>
                <a:path w="1369059" h="520065">
                  <a:moveTo>
                    <a:pt x="1368628" y="0"/>
                  </a:moveTo>
                  <a:lnTo>
                    <a:pt x="895438" y="0"/>
                  </a:lnTo>
                  <a:lnTo>
                    <a:pt x="396595" y="519518"/>
                  </a:lnTo>
                  <a:lnTo>
                    <a:pt x="946772" y="519518"/>
                  </a:lnTo>
                  <a:lnTo>
                    <a:pt x="1368628" y="0"/>
                  </a:lnTo>
                  <a:close/>
                </a:path>
              </a:pathLst>
            </a:custGeom>
            <a:solidFill>
              <a:srgbClr val="F7F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1906314" y="6645395"/>
              <a:ext cx="669290" cy="544195"/>
            </a:xfrm>
            <a:custGeom>
              <a:avLst/>
              <a:gdLst/>
              <a:ahLst/>
              <a:cxnLst/>
              <a:rect l="l" t="t" r="r" b="b"/>
              <a:pathLst>
                <a:path w="669290" h="544195">
                  <a:moveTo>
                    <a:pt x="25349" y="0"/>
                  </a:moveTo>
                  <a:lnTo>
                    <a:pt x="0" y="0"/>
                  </a:lnTo>
                  <a:lnTo>
                    <a:pt x="0" y="541731"/>
                  </a:lnTo>
                  <a:lnTo>
                    <a:pt x="25349" y="541731"/>
                  </a:lnTo>
                  <a:lnTo>
                    <a:pt x="25349" y="0"/>
                  </a:lnTo>
                  <a:close/>
                </a:path>
                <a:path w="669290" h="544195">
                  <a:moveTo>
                    <a:pt x="668947" y="2349"/>
                  </a:moveTo>
                  <a:lnTo>
                    <a:pt x="643597" y="2349"/>
                  </a:lnTo>
                  <a:lnTo>
                    <a:pt x="643597" y="544080"/>
                  </a:lnTo>
                  <a:lnTo>
                    <a:pt x="668947" y="544080"/>
                  </a:lnTo>
                  <a:lnTo>
                    <a:pt x="668947" y="2349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 descr=""/>
          <p:cNvSpPr/>
          <p:nvPr/>
        </p:nvSpPr>
        <p:spPr>
          <a:xfrm>
            <a:off x="8509992" y="6072056"/>
            <a:ext cx="33020" cy="351155"/>
          </a:xfrm>
          <a:custGeom>
            <a:avLst/>
            <a:gdLst/>
            <a:ahLst/>
            <a:cxnLst/>
            <a:rect l="l" t="t" r="r" b="b"/>
            <a:pathLst>
              <a:path w="33020" h="351154">
                <a:moveTo>
                  <a:pt x="32543" y="0"/>
                </a:moveTo>
                <a:lnTo>
                  <a:pt x="0" y="0"/>
                </a:lnTo>
                <a:lnTo>
                  <a:pt x="0" y="351057"/>
                </a:lnTo>
                <a:lnTo>
                  <a:pt x="32543" y="351057"/>
                </a:lnTo>
                <a:lnTo>
                  <a:pt x="32543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6970970" y="6072056"/>
            <a:ext cx="33020" cy="351155"/>
          </a:xfrm>
          <a:custGeom>
            <a:avLst/>
            <a:gdLst/>
            <a:ahLst/>
            <a:cxnLst/>
            <a:rect l="l" t="t" r="r" b="b"/>
            <a:pathLst>
              <a:path w="33020" h="351154">
                <a:moveTo>
                  <a:pt x="32543" y="0"/>
                </a:moveTo>
                <a:lnTo>
                  <a:pt x="0" y="0"/>
                </a:lnTo>
                <a:lnTo>
                  <a:pt x="0" y="351057"/>
                </a:lnTo>
                <a:lnTo>
                  <a:pt x="32543" y="351057"/>
                </a:lnTo>
                <a:lnTo>
                  <a:pt x="32543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/>
          <p:nvPr/>
        </p:nvSpPr>
        <p:spPr>
          <a:xfrm>
            <a:off x="9277015" y="6072056"/>
            <a:ext cx="33020" cy="351155"/>
          </a:xfrm>
          <a:custGeom>
            <a:avLst/>
            <a:gdLst/>
            <a:ahLst/>
            <a:cxnLst/>
            <a:rect l="l" t="t" r="r" b="b"/>
            <a:pathLst>
              <a:path w="33020" h="351154">
                <a:moveTo>
                  <a:pt x="32543" y="0"/>
                </a:moveTo>
                <a:lnTo>
                  <a:pt x="0" y="0"/>
                </a:lnTo>
                <a:lnTo>
                  <a:pt x="0" y="351057"/>
                </a:lnTo>
                <a:lnTo>
                  <a:pt x="32543" y="351057"/>
                </a:lnTo>
                <a:lnTo>
                  <a:pt x="32543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7753994" y="6072056"/>
            <a:ext cx="33020" cy="351155"/>
          </a:xfrm>
          <a:custGeom>
            <a:avLst/>
            <a:gdLst/>
            <a:ahLst/>
            <a:cxnLst/>
            <a:rect l="l" t="t" r="r" b="b"/>
            <a:pathLst>
              <a:path w="33020" h="351154">
                <a:moveTo>
                  <a:pt x="32543" y="0"/>
                </a:moveTo>
                <a:lnTo>
                  <a:pt x="0" y="0"/>
                </a:lnTo>
                <a:lnTo>
                  <a:pt x="0" y="351057"/>
                </a:lnTo>
                <a:lnTo>
                  <a:pt x="32543" y="351057"/>
                </a:lnTo>
                <a:lnTo>
                  <a:pt x="32543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4315512" y="6072056"/>
            <a:ext cx="33020" cy="351155"/>
          </a:xfrm>
          <a:custGeom>
            <a:avLst/>
            <a:gdLst/>
            <a:ahLst/>
            <a:cxnLst/>
            <a:rect l="l" t="t" r="r" b="b"/>
            <a:pathLst>
              <a:path w="33020" h="351154">
                <a:moveTo>
                  <a:pt x="32543" y="0"/>
                </a:moveTo>
                <a:lnTo>
                  <a:pt x="0" y="0"/>
                </a:lnTo>
                <a:lnTo>
                  <a:pt x="0" y="351057"/>
                </a:lnTo>
                <a:lnTo>
                  <a:pt x="32543" y="351057"/>
                </a:lnTo>
                <a:lnTo>
                  <a:pt x="32543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5098535" y="6072056"/>
            <a:ext cx="33020" cy="351155"/>
          </a:xfrm>
          <a:custGeom>
            <a:avLst/>
            <a:gdLst/>
            <a:ahLst/>
            <a:cxnLst/>
            <a:rect l="l" t="t" r="r" b="b"/>
            <a:pathLst>
              <a:path w="33020" h="351154">
                <a:moveTo>
                  <a:pt x="32543" y="0"/>
                </a:moveTo>
                <a:lnTo>
                  <a:pt x="0" y="0"/>
                </a:lnTo>
                <a:lnTo>
                  <a:pt x="0" y="351057"/>
                </a:lnTo>
                <a:lnTo>
                  <a:pt x="32543" y="351057"/>
                </a:lnTo>
                <a:lnTo>
                  <a:pt x="32543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3516217" y="6072056"/>
            <a:ext cx="33020" cy="351155"/>
          </a:xfrm>
          <a:custGeom>
            <a:avLst/>
            <a:gdLst/>
            <a:ahLst/>
            <a:cxnLst/>
            <a:rect l="l" t="t" r="r" b="b"/>
            <a:pathLst>
              <a:path w="33020" h="351154">
                <a:moveTo>
                  <a:pt x="32543" y="0"/>
                </a:moveTo>
                <a:lnTo>
                  <a:pt x="0" y="0"/>
                </a:lnTo>
                <a:lnTo>
                  <a:pt x="0" y="351057"/>
                </a:lnTo>
                <a:lnTo>
                  <a:pt x="32543" y="351057"/>
                </a:lnTo>
                <a:lnTo>
                  <a:pt x="32543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 descr=""/>
          <p:cNvSpPr/>
          <p:nvPr/>
        </p:nvSpPr>
        <p:spPr>
          <a:xfrm>
            <a:off x="12588706" y="6072056"/>
            <a:ext cx="33020" cy="351155"/>
          </a:xfrm>
          <a:custGeom>
            <a:avLst/>
            <a:gdLst/>
            <a:ahLst/>
            <a:cxnLst/>
            <a:rect l="l" t="t" r="r" b="b"/>
            <a:pathLst>
              <a:path w="33020" h="351154">
                <a:moveTo>
                  <a:pt x="32543" y="0"/>
                </a:moveTo>
                <a:lnTo>
                  <a:pt x="0" y="0"/>
                </a:lnTo>
                <a:lnTo>
                  <a:pt x="0" y="351057"/>
                </a:lnTo>
                <a:lnTo>
                  <a:pt x="32543" y="351057"/>
                </a:lnTo>
                <a:lnTo>
                  <a:pt x="32543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 descr=""/>
          <p:cNvSpPr/>
          <p:nvPr/>
        </p:nvSpPr>
        <p:spPr>
          <a:xfrm>
            <a:off x="11049674" y="6072056"/>
            <a:ext cx="33020" cy="351155"/>
          </a:xfrm>
          <a:custGeom>
            <a:avLst/>
            <a:gdLst/>
            <a:ahLst/>
            <a:cxnLst/>
            <a:rect l="l" t="t" r="r" b="b"/>
            <a:pathLst>
              <a:path w="33020" h="351154">
                <a:moveTo>
                  <a:pt x="32553" y="0"/>
                </a:moveTo>
                <a:lnTo>
                  <a:pt x="0" y="0"/>
                </a:lnTo>
                <a:lnTo>
                  <a:pt x="0" y="351057"/>
                </a:lnTo>
                <a:lnTo>
                  <a:pt x="32553" y="351057"/>
                </a:lnTo>
                <a:lnTo>
                  <a:pt x="32553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 descr=""/>
          <p:cNvSpPr/>
          <p:nvPr/>
        </p:nvSpPr>
        <p:spPr>
          <a:xfrm>
            <a:off x="13355728" y="6072056"/>
            <a:ext cx="33020" cy="351155"/>
          </a:xfrm>
          <a:custGeom>
            <a:avLst/>
            <a:gdLst/>
            <a:ahLst/>
            <a:cxnLst/>
            <a:rect l="l" t="t" r="r" b="b"/>
            <a:pathLst>
              <a:path w="33019" h="351154">
                <a:moveTo>
                  <a:pt x="32543" y="0"/>
                </a:moveTo>
                <a:lnTo>
                  <a:pt x="0" y="0"/>
                </a:lnTo>
                <a:lnTo>
                  <a:pt x="0" y="351057"/>
                </a:lnTo>
                <a:lnTo>
                  <a:pt x="32543" y="351057"/>
                </a:lnTo>
                <a:lnTo>
                  <a:pt x="32543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/>
          <p:nvPr/>
        </p:nvSpPr>
        <p:spPr>
          <a:xfrm>
            <a:off x="11832707" y="6072056"/>
            <a:ext cx="33020" cy="351155"/>
          </a:xfrm>
          <a:custGeom>
            <a:avLst/>
            <a:gdLst/>
            <a:ahLst/>
            <a:cxnLst/>
            <a:rect l="l" t="t" r="r" b="b"/>
            <a:pathLst>
              <a:path w="33020" h="351154">
                <a:moveTo>
                  <a:pt x="32553" y="0"/>
                </a:moveTo>
                <a:lnTo>
                  <a:pt x="0" y="0"/>
                </a:lnTo>
                <a:lnTo>
                  <a:pt x="0" y="351057"/>
                </a:lnTo>
                <a:lnTo>
                  <a:pt x="32553" y="351057"/>
                </a:lnTo>
                <a:lnTo>
                  <a:pt x="32553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 descr=""/>
          <p:cNvSpPr/>
          <p:nvPr/>
        </p:nvSpPr>
        <p:spPr>
          <a:xfrm>
            <a:off x="15790074" y="6072056"/>
            <a:ext cx="33020" cy="351155"/>
          </a:xfrm>
          <a:custGeom>
            <a:avLst/>
            <a:gdLst/>
            <a:ahLst/>
            <a:cxnLst/>
            <a:rect l="l" t="t" r="r" b="b"/>
            <a:pathLst>
              <a:path w="33019" h="351154">
                <a:moveTo>
                  <a:pt x="32543" y="0"/>
                </a:moveTo>
                <a:lnTo>
                  <a:pt x="0" y="0"/>
                </a:lnTo>
                <a:lnTo>
                  <a:pt x="0" y="351057"/>
                </a:lnTo>
                <a:lnTo>
                  <a:pt x="32543" y="351057"/>
                </a:lnTo>
                <a:lnTo>
                  <a:pt x="32543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 descr=""/>
          <p:cNvSpPr/>
          <p:nvPr/>
        </p:nvSpPr>
        <p:spPr>
          <a:xfrm>
            <a:off x="3276015" y="6072066"/>
            <a:ext cx="13551535" cy="351155"/>
          </a:xfrm>
          <a:custGeom>
            <a:avLst/>
            <a:gdLst/>
            <a:ahLst/>
            <a:cxnLst/>
            <a:rect l="l" t="t" r="r" b="b"/>
            <a:pathLst>
              <a:path w="13551535" h="351154">
                <a:moveTo>
                  <a:pt x="13551459" y="282397"/>
                </a:moveTo>
                <a:lnTo>
                  <a:pt x="11790604" y="282397"/>
                </a:lnTo>
                <a:lnTo>
                  <a:pt x="11790604" y="0"/>
                </a:lnTo>
                <a:lnTo>
                  <a:pt x="11758066" y="0"/>
                </a:lnTo>
                <a:lnTo>
                  <a:pt x="11758066" y="282397"/>
                </a:lnTo>
                <a:lnTo>
                  <a:pt x="0" y="282397"/>
                </a:lnTo>
                <a:lnTo>
                  <a:pt x="0" y="300736"/>
                </a:lnTo>
                <a:lnTo>
                  <a:pt x="11758066" y="300736"/>
                </a:lnTo>
                <a:lnTo>
                  <a:pt x="11758066" y="351053"/>
                </a:lnTo>
                <a:lnTo>
                  <a:pt x="11790604" y="351053"/>
                </a:lnTo>
                <a:lnTo>
                  <a:pt x="11790604" y="300736"/>
                </a:lnTo>
                <a:lnTo>
                  <a:pt x="13551459" y="300736"/>
                </a:lnTo>
                <a:lnTo>
                  <a:pt x="13551459" y="282397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 descr=""/>
          <p:cNvSpPr/>
          <p:nvPr/>
        </p:nvSpPr>
        <p:spPr>
          <a:xfrm>
            <a:off x="16160534" y="8070445"/>
            <a:ext cx="312420" cy="71755"/>
          </a:xfrm>
          <a:custGeom>
            <a:avLst/>
            <a:gdLst/>
            <a:ahLst/>
            <a:cxnLst/>
            <a:rect l="l" t="t" r="r" b="b"/>
            <a:pathLst>
              <a:path w="312419" h="71754">
                <a:moveTo>
                  <a:pt x="312336" y="0"/>
                </a:moveTo>
                <a:lnTo>
                  <a:pt x="0" y="0"/>
                </a:lnTo>
                <a:lnTo>
                  <a:pt x="0" y="71359"/>
                </a:lnTo>
                <a:lnTo>
                  <a:pt x="312336" y="71359"/>
                </a:lnTo>
                <a:lnTo>
                  <a:pt x="312336" y="0"/>
                </a:lnTo>
                <a:close/>
              </a:path>
            </a:pathLst>
          </a:custGeom>
          <a:solidFill>
            <a:srgbClr val="BEBEBE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 descr=""/>
          <p:cNvSpPr/>
          <p:nvPr/>
        </p:nvSpPr>
        <p:spPr>
          <a:xfrm>
            <a:off x="5051123" y="6822985"/>
            <a:ext cx="312420" cy="71755"/>
          </a:xfrm>
          <a:custGeom>
            <a:avLst/>
            <a:gdLst/>
            <a:ahLst/>
            <a:cxnLst/>
            <a:rect l="l" t="t" r="r" b="b"/>
            <a:pathLst>
              <a:path w="312420" h="71754">
                <a:moveTo>
                  <a:pt x="312336" y="0"/>
                </a:moveTo>
                <a:lnTo>
                  <a:pt x="0" y="0"/>
                </a:lnTo>
                <a:lnTo>
                  <a:pt x="0" y="71359"/>
                </a:lnTo>
                <a:lnTo>
                  <a:pt x="312336" y="71359"/>
                </a:lnTo>
                <a:lnTo>
                  <a:pt x="312336" y="0"/>
                </a:lnTo>
                <a:close/>
              </a:path>
            </a:pathLst>
          </a:custGeom>
          <a:solidFill>
            <a:srgbClr val="BEBEBE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 descr=""/>
          <p:cNvSpPr/>
          <p:nvPr/>
        </p:nvSpPr>
        <p:spPr>
          <a:xfrm>
            <a:off x="5354381" y="6942542"/>
            <a:ext cx="312420" cy="71755"/>
          </a:xfrm>
          <a:custGeom>
            <a:avLst/>
            <a:gdLst/>
            <a:ahLst/>
            <a:cxnLst/>
            <a:rect l="l" t="t" r="r" b="b"/>
            <a:pathLst>
              <a:path w="312420" h="71754">
                <a:moveTo>
                  <a:pt x="312336" y="0"/>
                </a:moveTo>
                <a:lnTo>
                  <a:pt x="0" y="0"/>
                </a:lnTo>
                <a:lnTo>
                  <a:pt x="0" y="71359"/>
                </a:lnTo>
                <a:lnTo>
                  <a:pt x="312336" y="71359"/>
                </a:lnTo>
                <a:lnTo>
                  <a:pt x="312336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 descr=""/>
          <p:cNvSpPr/>
          <p:nvPr/>
        </p:nvSpPr>
        <p:spPr>
          <a:xfrm>
            <a:off x="9419566" y="6719638"/>
            <a:ext cx="330835" cy="71755"/>
          </a:xfrm>
          <a:custGeom>
            <a:avLst/>
            <a:gdLst/>
            <a:ahLst/>
            <a:cxnLst/>
            <a:rect l="l" t="t" r="r" b="b"/>
            <a:pathLst>
              <a:path w="330834" h="71754">
                <a:moveTo>
                  <a:pt x="330482" y="0"/>
                </a:moveTo>
                <a:lnTo>
                  <a:pt x="0" y="0"/>
                </a:lnTo>
                <a:lnTo>
                  <a:pt x="0" y="71359"/>
                </a:lnTo>
                <a:lnTo>
                  <a:pt x="330482" y="71359"/>
                </a:lnTo>
                <a:lnTo>
                  <a:pt x="330482" y="0"/>
                </a:lnTo>
                <a:close/>
              </a:path>
            </a:pathLst>
          </a:custGeom>
          <a:solidFill>
            <a:srgbClr val="BEBEBE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 descr=""/>
          <p:cNvSpPr/>
          <p:nvPr/>
        </p:nvSpPr>
        <p:spPr>
          <a:xfrm>
            <a:off x="10659811" y="6869309"/>
            <a:ext cx="312420" cy="71755"/>
          </a:xfrm>
          <a:custGeom>
            <a:avLst/>
            <a:gdLst/>
            <a:ahLst/>
            <a:cxnLst/>
            <a:rect l="l" t="t" r="r" b="b"/>
            <a:pathLst>
              <a:path w="312420" h="71754">
                <a:moveTo>
                  <a:pt x="312336" y="0"/>
                </a:moveTo>
                <a:lnTo>
                  <a:pt x="0" y="0"/>
                </a:lnTo>
                <a:lnTo>
                  <a:pt x="0" y="71359"/>
                </a:lnTo>
                <a:lnTo>
                  <a:pt x="312336" y="71359"/>
                </a:lnTo>
                <a:lnTo>
                  <a:pt x="312336" y="0"/>
                </a:lnTo>
                <a:close/>
              </a:path>
            </a:pathLst>
          </a:custGeom>
          <a:solidFill>
            <a:srgbClr val="BEBEBE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/>
          <p:nvPr/>
        </p:nvSpPr>
        <p:spPr>
          <a:xfrm>
            <a:off x="10902380" y="7323253"/>
            <a:ext cx="306705" cy="71755"/>
          </a:xfrm>
          <a:custGeom>
            <a:avLst/>
            <a:gdLst/>
            <a:ahLst/>
            <a:cxnLst/>
            <a:rect l="l" t="t" r="r" b="b"/>
            <a:pathLst>
              <a:path w="306704" h="71754">
                <a:moveTo>
                  <a:pt x="306618" y="0"/>
                </a:moveTo>
                <a:lnTo>
                  <a:pt x="0" y="0"/>
                </a:lnTo>
                <a:lnTo>
                  <a:pt x="0" y="71359"/>
                </a:lnTo>
                <a:lnTo>
                  <a:pt x="306618" y="71359"/>
                </a:lnTo>
                <a:lnTo>
                  <a:pt x="30661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/>
          <p:nvPr/>
        </p:nvSpPr>
        <p:spPr>
          <a:xfrm>
            <a:off x="13278653" y="6918030"/>
            <a:ext cx="312420" cy="71755"/>
          </a:xfrm>
          <a:custGeom>
            <a:avLst/>
            <a:gdLst/>
            <a:ahLst/>
            <a:cxnLst/>
            <a:rect l="l" t="t" r="r" b="b"/>
            <a:pathLst>
              <a:path w="312419" h="71754">
                <a:moveTo>
                  <a:pt x="312336" y="0"/>
                </a:moveTo>
                <a:lnTo>
                  <a:pt x="0" y="0"/>
                </a:lnTo>
                <a:lnTo>
                  <a:pt x="0" y="71359"/>
                </a:lnTo>
                <a:lnTo>
                  <a:pt x="312336" y="71359"/>
                </a:lnTo>
                <a:lnTo>
                  <a:pt x="312336" y="0"/>
                </a:lnTo>
                <a:close/>
              </a:path>
            </a:pathLst>
          </a:custGeom>
          <a:solidFill>
            <a:srgbClr val="BEBEBE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 descr=""/>
          <p:cNvSpPr/>
          <p:nvPr/>
        </p:nvSpPr>
        <p:spPr>
          <a:xfrm>
            <a:off x="14819193" y="6978531"/>
            <a:ext cx="312420" cy="71755"/>
          </a:xfrm>
          <a:custGeom>
            <a:avLst/>
            <a:gdLst/>
            <a:ahLst/>
            <a:cxnLst/>
            <a:rect l="l" t="t" r="r" b="b"/>
            <a:pathLst>
              <a:path w="312419" h="71754">
                <a:moveTo>
                  <a:pt x="312336" y="0"/>
                </a:moveTo>
                <a:lnTo>
                  <a:pt x="0" y="0"/>
                </a:lnTo>
                <a:lnTo>
                  <a:pt x="0" y="71359"/>
                </a:lnTo>
                <a:lnTo>
                  <a:pt x="312336" y="71359"/>
                </a:lnTo>
                <a:lnTo>
                  <a:pt x="312336" y="0"/>
                </a:lnTo>
                <a:close/>
              </a:path>
            </a:pathLst>
          </a:custGeom>
          <a:solidFill>
            <a:srgbClr val="BEBEBE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 descr=""/>
          <p:cNvSpPr/>
          <p:nvPr/>
        </p:nvSpPr>
        <p:spPr>
          <a:xfrm>
            <a:off x="13560006" y="7069606"/>
            <a:ext cx="312420" cy="71755"/>
          </a:xfrm>
          <a:custGeom>
            <a:avLst/>
            <a:gdLst/>
            <a:ahLst/>
            <a:cxnLst/>
            <a:rect l="l" t="t" r="r" b="b"/>
            <a:pathLst>
              <a:path w="312419" h="71754">
                <a:moveTo>
                  <a:pt x="312336" y="0"/>
                </a:moveTo>
                <a:lnTo>
                  <a:pt x="0" y="0"/>
                </a:lnTo>
                <a:lnTo>
                  <a:pt x="0" y="71359"/>
                </a:lnTo>
                <a:lnTo>
                  <a:pt x="312336" y="71359"/>
                </a:lnTo>
                <a:lnTo>
                  <a:pt x="312336" y="0"/>
                </a:lnTo>
                <a:close/>
              </a:path>
            </a:pathLst>
          </a:custGeom>
          <a:solidFill>
            <a:srgbClr val="BEBEBE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 descr=""/>
          <p:cNvSpPr/>
          <p:nvPr/>
        </p:nvSpPr>
        <p:spPr>
          <a:xfrm>
            <a:off x="14586036" y="6869309"/>
            <a:ext cx="312420" cy="71755"/>
          </a:xfrm>
          <a:custGeom>
            <a:avLst/>
            <a:gdLst/>
            <a:ahLst/>
            <a:cxnLst/>
            <a:rect l="l" t="t" r="r" b="b"/>
            <a:pathLst>
              <a:path w="312419" h="71754">
                <a:moveTo>
                  <a:pt x="312336" y="0"/>
                </a:moveTo>
                <a:lnTo>
                  <a:pt x="0" y="0"/>
                </a:lnTo>
                <a:lnTo>
                  <a:pt x="0" y="71359"/>
                </a:lnTo>
                <a:lnTo>
                  <a:pt x="312336" y="71359"/>
                </a:lnTo>
                <a:lnTo>
                  <a:pt x="312336" y="0"/>
                </a:lnTo>
                <a:close/>
              </a:path>
            </a:pathLst>
          </a:custGeom>
          <a:solidFill>
            <a:srgbClr val="BEBEBE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 descr=""/>
          <p:cNvSpPr/>
          <p:nvPr/>
        </p:nvSpPr>
        <p:spPr>
          <a:xfrm>
            <a:off x="12642767" y="7450945"/>
            <a:ext cx="296545" cy="71755"/>
          </a:xfrm>
          <a:custGeom>
            <a:avLst/>
            <a:gdLst/>
            <a:ahLst/>
            <a:cxnLst/>
            <a:rect l="l" t="t" r="r" b="b"/>
            <a:pathLst>
              <a:path w="296545" h="71754">
                <a:moveTo>
                  <a:pt x="0" y="71359"/>
                </a:moveTo>
                <a:lnTo>
                  <a:pt x="295938" y="71359"/>
                </a:lnTo>
                <a:lnTo>
                  <a:pt x="295938" y="0"/>
                </a:lnTo>
                <a:lnTo>
                  <a:pt x="0" y="0"/>
                </a:lnTo>
                <a:lnTo>
                  <a:pt x="0" y="71359"/>
                </a:lnTo>
                <a:close/>
              </a:path>
            </a:pathLst>
          </a:custGeom>
          <a:solidFill>
            <a:srgbClr val="BEBEBE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 descr=""/>
          <p:cNvSpPr/>
          <p:nvPr/>
        </p:nvSpPr>
        <p:spPr>
          <a:xfrm>
            <a:off x="11212486" y="7432161"/>
            <a:ext cx="306705" cy="71755"/>
          </a:xfrm>
          <a:custGeom>
            <a:avLst/>
            <a:gdLst/>
            <a:ahLst/>
            <a:cxnLst/>
            <a:rect l="l" t="t" r="r" b="b"/>
            <a:pathLst>
              <a:path w="306704" h="71754">
                <a:moveTo>
                  <a:pt x="306618" y="0"/>
                </a:moveTo>
                <a:lnTo>
                  <a:pt x="0" y="0"/>
                </a:lnTo>
                <a:lnTo>
                  <a:pt x="0" y="71359"/>
                </a:lnTo>
                <a:lnTo>
                  <a:pt x="306618" y="71359"/>
                </a:lnTo>
                <a:lnTo>
                  <a:pt x="306618" y="0"/>
                </a:lnTo>
                <a:close/>
              </a:path>
            </a:pathLst>
          </a:custGeom>
          <a:solidFill>
            <a:srgbClr val="BEBEBE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 descr=""/>
          <p:cNvSpPr/>
          <p:nvPr/>
        </p:nvSpPr>
        <p:spPr>
          <a:xfrm>
            <a:off x="9418132" y="8411722"/>
            <a:ext cx="312420" cy="71755"/>
          </a:xfrm>
          <a:custGeom>
            <a:avLst/>
            <a:gdLst/>
            <a:ahLst/>
            <a:cxnLst/>
            <a:rect l="l" t="t" r="r" b="b"/>
            <a:pathLst>
              <a:path w="312420" h="71754">
                <a:moveTo>
                  <a:pt x="312336" y="0"/>
                </a:moveTo>
                <a:lnTo>
                  <a:pt x="0" y="0"/>
                </a:lnTo>
                <a:lnTo>
                  <a:pt x="0" y="71359"/>
                </a:lnTo>
                <a:lnTo>
                  <a:pt x="312336" y="71359"/>
                </a:lnTo>
                <a:lnTo>
                  <a:pt x="312336" y="0"/>
                </a:lnTo>
                <a:close/>
              </a:path>
            </a:pathLst>
          </a:custGeom>
          <a:solidFill>
            <a:srgbClr val="BEBEBE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2" name="object 122" descr=""/>
          <p:cNvGrpSpPr/>
          <p:nvPr/>
        </p:nvGrpSpPr>
        <p:grpSpPr>
          <a:xfrm>
            <a:off x="7245758" y="6622395"/>
            <a:ext cx="1779905" cy="597535"/>
            <a:chOff x="7245758" y="6622395"/>
            <a:chExt cx="1779905" cy="597535"/>
          </a:xfrm>
        </p:grpSpPr>
        <p:sp>
          <p:nvSpPr>
            <p:cNvPr id="123" name="object 123" descr=""/>
            <p:cNvSpPr/>
            <p:nvPr/>
          </p:nvSpPr>
          <p:spPr>
            <a:xfrm>
              <a:off x="7245758" y="6622395"/>
              <a:ext cx="1779905" cy="597535"/>
            </a:xfrm>
            <a:custGeom>
              <a:avLst/>
              <a:gdLst/>
              <a:ahLst/>
              <a:cxnLst/>
              <a:rect l="l" t="t" r="r" b="b"/>
              <a:pathLst>
                <a:path w="1779904" h="597534">
                  <a:moveTo>
                    <a:pt x="1779631" y="0"/>
                  </a:moveTo>
                  <a:lnTo>
                    <a:pt x="0" y="0"/>
                  </a:lnTo>
                  <a:lnTo>
                    <a:pt x="0" y="597123"/>
                  </a:lnTo>
                  <a:lnTo>
                    <a:pt x="1779631" y="597123"/>
                  </a:lnTo>
                  <a:lnTo>
                    <a:pt x="1779631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7293715" y="6659943"/>
              <a:ext cx="1684020" cy="520065"/>
            </a:xfrm>
            <a:custGeom>
              <a:avLst/>
              <a:gdLst/>
              <a:ahLst/>
              <a:cxnLst/>
              <a:rect l="l" t="t" r="r" b="b"/>
              <a:pathLst>
                <a:path w="1684020" h="520065">
                  <a:moveTo>
                    <a:pt x="1683718" y="0"/>
                  </a:moveTo>
                  <a:lnTo>
                    <a:pt x="0" y="0"/>
                  </a:lnTo>
                  <a:lnTo>
                    <a:pt x="0" y="519512"/>
                  </a:lnTo>
                  <a:lnTo>
                    <a:pt x="1683718" y="519512"/>
                  </a:lnTo>
                  <a:lnTo>
                    <a:pt x="1683718" y="0"/>
                  </a:lnTo>
                  <a:close/>
                </a:path>
              </a:pathLst>
            </a:custGeom>
            <a:solidFill>
              <a:srgbClr val="EBF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7293712" y="6659949"/>
              <a:ext cx="1369060" cy="520065"/>
            </a:xfrm>
            <a:custGeom>
              <a:avLst/>
              <a:gdLst/>
              <a:ahLst/>
              <a:cxnLst/>
              <a:rect l="l" t="t" r="r" b="b"/>
              <a:pathLst>
                <a:path w="1369059" h="520065">
                  <a:moveTo>
                    <a:pt x="474675" y="0"/>
                  </a:moveTo>
                  <a:lnTo>
                    <a:pt x="0" y="0"/>
                  </a:lnTo>
                  <a:lnTo>
                    <a:pt x="0" y="519506"/>
                  </a:lnTo>
                  <a:lnTo>
                    <a:pt x="21971" y="519506"/>
                  </a:lnTo>
                  <a:lnTo>
                    <a:pt x="474675" y="0"/>
                  </a:lnTo>
                  <a:close/>
                </a:path>
                <a:path w="1369059" h="520065">
                  <a:moveTo>
                    <a:pt x="1368628" y="0"/>
                  </a:moveTo>
                  <a:lnTo>
                    <a:pt x="895438" y="0"/>
                  </a:lnTo>
                  <a:lnTo>
                    <a:pt x="396582" y="519506"/>
                  </a:lnTo>
                  <a:lnTo>
                    <a:pt x="946772" y="519506"/>
                  </a:lnTo>
                  <a:lnTo>
                    <a:pt x="1368628" y="0"/>
                  </a:lnTo>
                  <a:close/>
                </a:path>
              </a:pathLst>
            </a:custGeom>
            <a:solidFill>
              <a:srgbClr val="F7F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7839583" y="6647744"/>
              <a:ext cx="669290" cy="544195"/>
            </a:xfrm>
            <a:custGeom>
              <a:avLst/>
              <a:gdLst/>
              <a:ahLst/>
              <a:cxnLst/>
              <a:rect l="l" t="t" r="r" b="b"/>
              <a:pathLst>
                <a:path w="669290" h="544195">
                  <a:moveTo>
                    <a:pt x="25349" y="0"/>
                  </a:moveTo>
                  <a:lnTo>
                    <a:pt x="0" y="0"/>
                  </a:lnTo>
                  <a:lnTo>
                    <a:pt x="0" y="541731"/>
                  </a:lnTo>
                  <a:lnTo>
                    <a:pt x="25349" y="541731"/>
                  </a:lnTo>
                  <a:lnTo>
                    <a:pt x="25349" y="0"/>
                  </a:lnTo>
                  <a:close/>
                </a:path>
                <a:path w="669290" h="544195">
                  <a:moveTo>
                    <a:pt x="668947" y="2336"/>
                  </a:moveTo>
                  <a:lnTo>
                    <a:pt x="643597" y="2336"/>
                  </a:lnTo>
                  <a:lnTo>
                    <a:pt x="643597" y="544068"/>
                  </a:lnTo>
                  <a:lnTo>
                    <a:pt x="668947" y="544068"/>
                  </a:lnTo>
                  <a:lnTo>
                    <a:pt x="668947" y="2336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7" name="object 127" descr=""/>
          <p:cNvGrpSpPr/>
          <p:nvPr/>
        </p:nvGrpSpPr>
        <p:grpSpPr>
          <a:xfrm>
            <a:off x="15367322" y="6622395"/>
            <a:ext cx="1461135" cy="597535"/>
            <a:chOff x="15367322" y="6622395"/>
            <a:chExt cx="1461135" cy="597535"/>
          </a:xfrm>
        </p:grpSpPr>
        <p:sp>
          <p:nvSpPr>
            <p:cNvPr id="128" name="object 128" descr=""/>
            <p:cNvSpPr/>
            <p:nvPr/>
          </p:nvSpPr>
          <p:spPr>
            <a:xfrm>
              <a:off x="15367322" y="6622395"/>
              <a:ext cx="1459865" cy="597535"/>
            </a:xfrm>
            <a:custGeom>
              <a:avLst/>
              <a:gdLst/>
              <a:ahLst/>
              <a:cxnLst/>
              <a:rect l="l" t="t" r="r" b="b"/>
              <a:pathLst>
                <a:path w="1459865" h="597534">
                  <a:moveTo>
                    <a:pt x="1459505" y="0"/>
                  </a:moveTo>
                  <a:lnTo>
                    <a:pt x="0" y="0"/>
                  </a:lnTo>
                  <a:lnTo>
                    <a:pt x="0" y="597123"/>
                  </a:lnTo>
                  <a:lnTo>
                    <a:pt x="1459505" y="597123"/>
                  </a:lnTo>
                  <a:lnTo>
                    <a:pt x="1459505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5415279" y="6659943"/>
              <a:ext cx="1412875" cy="520065"/>
            </a:xfrm>
            <a:custGeom>
              <a:avLst/>
              <a:gdLst/>
              <a:ahLst/>
              <a:cxnLst/>
              <a:rect l="l" t="t" r="r" b="b"/>
              <a:pathLst>
                <a:path w="1412875" h="520065">
                  <a:moveTo>
                    <a:pt x="1412805" y="0"/>
                  </a:moveTo>
                  <a:lnTo>
                    <a:pt x="0" y="0"/>
                  </a:lnTo>
                  <a:lnTo>
                    <a:pt x="0" y="519512"/>
                  </a:lnTo>
                  <a:lnTo>
                    <a:pt x="1412805" y="519512"/>
                  </a:lnTo>
                  <a:lnTo>
                    <a:pt x="1412805" y="0"/>
                  </a:lnTo>
                  <a:close/>
                </a:path>
              </a:pathLst>
            </a:custGeom>
            <a:solidFill>
              <a:srgbClr val="ED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5415260" y="6659949"/>
              <a:ext cx="1369060" cy="520065"/>
            </a:xfrm>
            <a:custGeom>
              <a:avLst/>
              <a:gdLst/>
              <a:ahLst/>
              <a:cxnLst/>
              <a:rect l="l" t="t" r="r" b="b"/>
              <a:pathLst>
                <a:path w="1369059" h="520065">
                  <a:moveTo>
                    <a:pt x="474675" y="0"/>
                  </a:moveTo>
                  <a:lnTo>
                    <a:pt x="0" y="0"/>
                  </a:lnTo>
                  <a:lnTo>
                    <a:pt x="0" y="519506"/>
                  </a:lnTo>
                  <a:lnTo>
                    <a:pt x="21983" y="519506"/>
                  </a:lnTo>
                  <a:lnTo>
                    <a:pt x="474675" y="0"/>
                  </a:lnTo>
                  <a:close/>
                </a:path>
                <a:path w="1369059" h="520065">
                  <a:moveTo>
                    <a:pt x="1368640" y="0"/>
                  </a:moveTo>
                  <a:lnTo>
                    <a:pt x="895451" y="0"/>
                  </a:lnTo>
                  <a:lnTo>
                    <a:pt x="396595" y="519506"/>
                  </a:lnTo>
                  <a:lnTo>
                    <a:pt x="946772" y="519506"/>
                  </a:lnTo>
                  <a:lnTo>
                    <a:pt x="1368640" y="0"/>
                  </a:lnTo>
                  <a:close/>
                </a:path>
              </a:pathLst>
            </a:custGeom>
            <a:solidFill>
              <a:srgbClr val="F7F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5961131" y="6647744"/>
              <a:ext cx="669290" cy="544195"/>
            </a:xfrm>
            <a:custGeom>
              <a:avLst/>
              <a:gdLst/>
              <a:ahLst/>
              <a:cxnLst/>
              <a:rect l="l" t="t" r="r" b="b"/>
              <a:pathLst>
                <a:path w="669290" h="544195">
                  <a:moveTo>
                    <a:pt x="25349" y="0"/>
                  </a:moveTo>
                  <a:lnTo>
                    <a:pt x="0" y="0"/>
                  </a:lnTo>
                  <a:lnTo>
                    <a:pt x="0" y="541731"/>
                  </a:lnTo>
                  <a:lnTo>
                    <a:pt x="25349" y="541731"/>
                  </a:lnTo>
                  <a:lnTo>
                    <a:pt x="25349" y="0"/>
                  </a:lnTo>
                  <a:close/>
                </a:path>
                <a:path w="669290" h="544195">
                  <a:moveTo>
                    <a:pt x="668947" y="2336"/>
                  </a:moveTo>
                  <a:lnTo>
                    <a:pt x="643597" y="2336"/>
                  </a:lnTo>
                  <a:lnTo>
                    <a:pt x="643597" y="544068"/>
                  </a:lnTo>
                  <a:lnTo>
                    <a:pt x="668947" y="544068"/>
                  </a:lnTo>
                  <a:lnTo>
                    <a:pt x="668947" y="2336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2" name="object 132" descr=""/>
          <p:cNvGrpSpPr/>
          <p:nvPr/>
        </p:nvGrpSpPr>
        <p:grpSpPr>
          <a:xfrm>
            <a:off x="3276015" y="6621138"/>
            <a:ext cx="1617980" cy="597535"/>
            <a:chOff x="3276015" y="6621138"/>
            <a:chExt cx="1617980" cy="597535"/>
          </a:xfrm>
        </p:grpSpPr>
        <p:sp>
          <p:nvSpPr>
            <p:cNvPr id="133" name="object 133" descr=""/>
            <p:cNvSpPr/>
            <p:nvPr/>
          </p:nvSpPr>
          <p:spPr>
            <a:xfrm>
              <a:off x="3276026" y="6621138"/>
              <a:ext cx="1617980" cy="597535"/>
            </a:xfrm>
            <a:custGeom>
              <a:avLst/>
              <a:gdLst/>
              <a:ahLst/>
              <a:cxnLst/>
              <a:rect l="l" t="t" r="r" b="b"/>
              <a:pathLst>
                <a:path w="1617979" h="597534">
                  <a:moveTo>
                    <a:pt x="1617500" y="0"/>
                  </a:moveTo>
                  <a:lnTo>
                    <a:pt x="0" y="0"/>
                  </a:lnTo>
                  <a:lnTo>
                    <a:pt x="0" y="597123"/>
                  </a:lnTo>
                  <a:lnTo>
                    <a:pt x="1617500" y="597123"/>
                  </a:lnTo>
                  <a:lnTo>
                    <a:pt x="16175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3276015" y="6658687"/>
              <a:ext cx="1569720" cy="520065"/>
            </a:xfrm>
            <a:custGeom>
              <a:avLst/>
              <a:gdLst/>
              <a:ahLst/>
              <a:cxnLst/>
              <a:rect l="l" t="t" r="r" b="b"/>
              <a:pathLst>
                <a:path w="1569720" h="520065">
                  <a:moveTo>
                    <a:pt x="1569554" y="0"/>
                  </a:moveTo>
                  <a:lnTo>
                    <a:pt x="0" y="0"/>
                  </a:lnTo>
                  <a:lnTo>
                    <a:pt x="0" y="519512"/>
                  </a:lnTo>
                  <a:lnTo>
                    <a:pt x="1569554" y="519512"/>
                  </a:lnTo>
                  <a:lnTo>
                    <a:pt x="1569554" y="0"/>
                  </a:lnTo>
                  <a:close/>
                </a:path>
              </a:pathLst>
            </a:custGeom>
            <a:solidFill>
              <a:srgbClr val="EBF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3276016" y="6658692"/>
              <a:ext cx="1254760" cy="520065"/>
            </a:xfrm>
            <a:custGeom>
              <a:avLst/>
              <a:gdLst/>
              <a:ahLst/>
              <a:cxnLst/>
              <a:rect l="l" t="t" r="r" b="b"/>
              <a:pathLst>
                <a:path w="1254760" h="520065">
                  <a:moveTo>
                    <a:pt x="360514" y="0"/>
                  </a:moveTo>
                  <a:lnTo>
                    <a:pt x="0" y="0"/>
                  </a:lnTo>
                  <a:lnTo>
                    <a:pt x="0" y="413715"/>
                  </a:lnTo>
                  <a:lnTo>
                    <a:pt x="360514" y="0"/>
                  </a:lnTo>
                  <a:close/>
                </a:path>
                <a:path w="1254760" h="520065">
                  <a:moveTo>
                    <a:pt x="1254455" y="0"/>
                  </a:moveTo>
                  <a:lnTo>
                    <a:pt x="781265" y="0"/>
                  </a:lnTo>
                  <a:lnTo>
                    <a:pt x="282409" y="519518"/>
                  </a:lnTo>
                  <a:lnTo>
                    <a:pt x="832599" y="519518"/>
                  </a:lnTo>
                  <a:lnTo>
                    <a:pt x="1254455" y="0"/>
                  </a:lnTo>
                  <a:close/>
                </a:path>
              </a:pathLst>
            </a:custGeom>
            <a:solidFill>
              <a:srgbClr val="F7F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3707714" y="6646500"/>
              <a:ext cx="669290" cy="544195"/>
            </a:xfrm>
            <a:custGeom>
              <a:avLst/>
              <a:gdLst/>
              <a:ahLst/>
              <a:cxnLst/>
              <a:rect l="l" t="t" r="r" b="b"/>
              <a:pathLst>
                <a:path w="669289" h="544195">
                  <a:moveTo>
                    <a:pt x="25349" y="0"/>
                  </a:moveTo>
                  <a:lnTo>
                    <a:pt x="0" y="0"/>
                  </a:lnTo>
                  <a:lnTo>
                    <a:pt x="0" y="541731"/>
                  </a:lnTo>
                  <a:lnTo>
                    <a:pt x="25349" y="541731"/>
                  </a:lnTo>
                  <a:lnTo>
                    <a:pt x="25349" y="0"/>
                  </a:lnTo>
                  <a:close/>
                </a:path>
                <a:path w="669289" h="544195">
                  <a:moveTo>
                    <a:pt x="668947" y="2336"/>
                  </a:moveTo>
                  <a:lnTo>
                    <a:pt x="643597" y="2336"/>
                  </a:lnTo>
                  <a:lnTo>
                    <a:pt x="643597" y="544068"/>
                  </a:lnTo>
                  <a:lnTo>
                    <a:pt x="668947" y="544068"/>
                  </a:lnTo>
                  <a:lnTo>
                    <a:pt x="668947" y="2336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7" name="object 137" descr=""/>
          <p:cNvGrpSpPr/>
          <p:nvPr/>
        </p:nvGrpSpPr>
        <p:grpSpPr>
          <a:xfrm>
            <a:off x="15410850" y="9213824"/>
            <a:ext cx="479425" cy="496570"/>
            <a:chOff x="15410850" y="9213824"/>
            <a:chExt cx="479425" cy="496570"/>
          </a:xfrm>
        </p:grpSpPr>
        <p:sp>
          <p:nvSpPr>
            <p:cNvPr id="138" name="object 138" descr=""/>
            <p:cNvSpPr/>
            <p:nvPr/>
          </p:nvSpPr>
          <p:spPr>
            <a:xfrm>
              <a:off x="15410850" y="9213824"/>
              <a:ext cx="479425" cy="496570"/>
            </a:xfrm>
            <a:custGeom>
              <a:avLst/>
              <a:gdLst/>
              <a:ahLst/>
              <a:cxnLst/>
              <a:rect l="l" t="t" r="r" b="b"/>
              <a:pathLst>
                <a:path w="479425" h="496570">
                  <a:moveTo>
                    <a:pt x="478990" y="0"/>
                  </a:moveTo>
                  <a:lnTo>
                    <a:pt x="0" y="0"/>
                  </a:lnTo>
                  <a:lnTo>
                    <a:pt x="0" y="496225"/>
                  </a:lnTo>
                  <a:lnTo>
                    <a:pt x="478990" y="496225"/>
                  </a:lnTo>
                  <a:lnTo>
                    <a:pt x="478990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5438628" y="9256236"/>
              <a:ext cx="419734" cy="408940"/>
            </a:xfrm>
            <a:custGeom>
              <a:avLst/>
              <a:gdLst/>
              <a:ahLst/>
              <a:cxnLst/>
              <a:rect l="l" t="t" r="r" b="b"/>
              <a:pathLst>
                <a:path w="419734" h="408940">
                  <a:moveTo>
                    <a:pt x="419442" y="0"/>
                  </a:moveTo>
                  <a:lnTo>
                    <a:pt x="141681" y="0"/>
                  </a:lnTo>
                  <a:lnTo>
                    <a:pt x="141681" y="94526"/>
                  </a:lnTo>
                  <a:lnTo>
                    <a:pt x="0" y="94526"/>
                  </a:lnTo>
                  <a:lnTo>
                    <a:pt x="0" y="408559"/>
                  </a:lnTo>
                  <a:lnTo>
                    <a:pt x="419442" y="408559"/>
                  </a:lnTo>
                  <a:lnTo>
                    <a:pt x="419442" y="94526"/>
                  </a:lnTo>
                  <a:lnTo>
                    <a:pt x="419442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5429581" y="9236964"/>
              <a:ext cx="438150" cy="450215"/>
            </a:xfrm>
            <a:custGeom>
              <a:avLst/>
              <a:gdLst/>
              <a:ahLst/>
              <a:cxnLst/>
              <a:rect l="l" t="t" r="r" b="b"/>
              <a:pathLst>
                <a:path w="438150" h="450215">
                  <a:moveTo>
                    <a:pt x="422217" y="0"/>
                  </a:moveTo>
                  <a:lnTo>
                    <a:pt x="0" y="415558"/>
                  </a:lnTo>
                  <a:lnTo>
                    <a:pt x="15350" y="449944"/>
                  </a:lnTo>
                  <a:lnTo>
                    <a:pt x="437567" y="34386"/>
                  </a:lnTo>
                  <a:lnTo>
                    <a:pt x="422217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1" name="object 141" descr=""/>
          <p:cNvSpPr/>
          <p:nvPr/>
        </p:nvSpPr>
        <p:spPr>
          <a:xfrm>
            <a:off x="14371625" y="8149929"/>
            <a:ext cx="1524635" cy="49530"/>
          </a:xfrm>
          <a:custGeom>
            <a:avLst/>
            <a:gdLst/>
            <a:ahLst/>
            <a:cxnLst/>
            <a:rect l="l" t="t" r="r" b="b"/>
            <a:pathLst>
              <a:path w="1524634" h="49529">
                <a:moveTo>
                  <a:pt x="0" y="49359"/>
                </a:moveTo>
                <a:lnTo>
                  <a:pt x="1524592" y="49359"/>
                </a:lnTo>
                <a:lnTo>
                  <a:pt x="1524592" y="0"/>
                </a:lnTo>
                <a:lnTo>
                  <a:pt x="0" y="0"/>
                </a:lnTo>
                <a:lnTo>
                  <a:pt x="0" y="49359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 descr=""/>
          <p:cNvSpPr/>
          <p:nvPr/>
        </p:nvSpPr>
        <p:spPr>
          <a:xfrm>
            <a:off x="14371625" y="8909048"/>
            <a:ext cx="1524635" cy="49530"/>
          </a:xfrm>
          <a:custGeom>
            <a:avLst/>
            <a:gdLst/>
            <a:ahLst/>
            <a:cxnLst/>
            <a:rect l="l" t="t" r="r" b="b"/>
            <a:pathLst>
              <a:path w="1524634" h="49529">
                <a:moveTo>
                  <a:pt x="0" y="49359"/>
                </a:moveTo>
                <a:lnTo>
                  <a:pt x="1524592" y="49359"/>
                </a:lnTo>
                <a:lnTo>
                  <a:pt x="1524592" y="0"/>
                </a:lnTo>
                <a:lnTo>
                  <a:pt x="0" y="0"/>
                </a:lnTo>
                <a:lnTo>
                  <a:pt x="0" y="49359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3" name="object 143" descr=""/>
          <p:cNvGrpSpPr/>
          <p:nvPr/>
        </p:nvGrpSpPr>
        <p:grpSpPr>
          <a:xfrm>
            <a:off x="14293093" y="7332478"/>
            <a:ext cx="1706245" cy="2522855"/>
            <a:chOff x="14293093" y="7332478"/>
            <a:chExt cx="1706245" cy="2522855"/>
          </a:xfrm>
        </p:grpSpPr>
        <p:sp>
          <p:nvSpPr>
            <p:cNvPr id="144" name="object 144" descr=""/>
            <p:cNvSpPr/>
            <p:nvPr/>
          </p:nvSpPr>
          <p:spPr>
            <a:xfrm>
              <a:off x="14371625" y="9710049"/>
              <a:ext cx="1524635" cy="49530"/>
            </a:xfrm>
            <a:custGeom>
              <a:avLst/>
              <a:gdLst/>
              <a:ahLst/>
              <a:cxnLst/>
              <a:rect l="l" t="t" r="r" b="b"/>
              <a:pathLst>
                <a:path w="1524634" h="49529">
                  <a:moveTo>
                    <a:pt x="0" y="49359"/>
                  </a:moveTo>
                  <a:lnTo>
                    <a:pt x="1524592" y="49359"/>
                  </a:lnTo>
                  <a:lnTo>
                    <a:pt x="1524592" y="0"/>
                  </a:lnTo>
                  <a:lnTo>
                    <a:pt x="0" y="0"/>
                  </a:lnTo>
                  <a:lnTo>
                    <a:pt x="0" y="4935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5896217" y="7332478"/>
              <a:ext cx="78740" cy="2522855"/>
            </a:xfrm>
            <a:custGeom>
              <a:avLst/>
              <a:gdLst/>
              <a:ahLst/>
              <a:cxnLst/>
              <a:rect l="l" t="t" r="r" b="b"/>
              <a:pathLst>
                <a:path w="78740" h="2522854">
                  <a:moveTo>
                    <a:pt x="78531" y="0"/>
                  </a:moveTo>
                  <a:lnTo>
                    <a:pt x="0" y="0"/>
                  </a:lnTo>
                  <a:lnTo>
                    <a:pt x="0" y="2522520"/>
                  </a:lnTo>
                  <a:lnTo>
                    <a:pt x="78531" y="2522520"/>
                  </a:lnTo>
                  <a:lnTo>
                    <a:pt x="78531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4449779" y="7508985"/>
              <a:ext cx="469900" cy="641350"/>
            </a:xfrm>
            <a:custGeom>
              <a:avLst/>
              <a:gdLst/>
              <a:ahLst/>
              <a:cxnLst/>
              <a:rect l="l" t="t" r="r" b="b"/>
              <a:pathLst>
                <a:path w="469900" h="641350">
                  <a:moveTo>
                    <a:pt x="469682" y="0"/>
                  </a:moveTo>
                  <a:lnTo>
                    <a:pt x="0" y="0"/>
                  </a:lnTo>
                  <a:lnTo>
                    <a:pt x="0" y="640943"/>
                  </a:lnTo>
                  <a:lnTo>
                    <a:pt x="469682" y="640943"/>
                  </a:lnTo>
                  <a:lnTo>
                    <a:pt x="469682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4663124" y="7508985"/>
              <a:ext cx="43180" cy="641350"/>
            </a:xfrm>
            <a:custGeom>
              <a:avLst/>
              <a:gdLst/>
              <a:ahLst/>
              <a:cxnLst/>
              <a:rect l="l" t="t" r="r" b="b"/>
              <a:pathLst>
                <a:path w="43180" h="641350">
                  <a:moveTo>
                    <a:pt x="43003" y="0"/>
                  </a:moveTo>
                  <a:lnTo>
                    <a:pt x="0" y="0"/>
                  </a:lnTo>
                  <a:lnTo>
                    <a:pt x="0" y="640943"/>
                  </a:lnTo>
                  <a:lnTo>
                    <a:pt x="43003" y="640943"/>
                  </a:lnTo>
                  <a:lnTo>
                    <a:pt x="43003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4540560" y="7508995"/>
              <a:ext cx="290830" cy="80645"/>
            </a:xfrm>
            <a:custGeom>
              <a:avLst/>
              <a:gdLst/>
              <a:ahLst/>
              <a:cxnLst/>
              <a:rect l="l" t="t" r="r" b="b"/>
              <a:pathLst>
                <a:path w="290830" h="80645">
                  <a:moveTo>
                    <a:pt x="40386" y="0"/>
                  </a:moveTo>
                  <a:lnTo>
                    <a:pt x="0" y="0"/>
                  </a:lnTo>
                  <a:lnTo>
                    <a:pt x="0" y="80391"/>
                  </a:lnTo>
                  <a:lnTo>
                    <a:pt x="40386" y="80391"/>
                  </a:lnTo>
                  <a:lnTo>
                    <a:pt x="40386" y="0"/>
                  </a:lnTo>
                  <a:close/>
                </a:path>
                <a:path w="290830" h="80645">
                  <a:moveTo>
                    <a:pt x="290830" y="0"/>
                  </a:moveTo>
                  <a:lnTo>
                    <a:pt x="250444" y="0"/>
                  </a:lnTo>
                  <a:lnTo>
                    <a:pt x="250444" y="80391"/>
                  </a:lnTo>
                  <a:lnTo>
                    <a:pt x="290830" y="80391"/>
                  </a:lnTo>
                  <a:lnTo>
                    <a:pt x="290830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4979302" y="7609202"/>
              <a:ext cx="371475" cy="541020"/>
            </a:xfrm>
            <a:custGeom>
              <a:avLst/>
              <a:gdLst/>
              <a:ahLst/>
              <a:cxnLst/>
              <a:rect l="l" t="t" r="r" b="b"/>
              <a:pathLst>
                <a:path w="371475" h="541020">
                  <a:moveTo>
                    <a:pt x="370952" y="0"/>
                  </a:moveTo>
                  <a:lnTo>
                    <a:pt x="0" y="0"/>
                  </a:lnTo>
                  <a:lnTo>
                    <a:pt x="0" y="540726"/>
                  </a:lnTo>
                  <a:lnTo>
                    <a:pt x="370952" y="540726"/>
                  </a:lnTo>
                  <a:lnTo>
                    <a:pt x="370952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5153548" y="7609202"/>
              <a:ext cx="30480" cy="541020"/>
            </a:xfrm>
            <a:custGeom>
              <a:avLst/>
              <a:gdLst/>
              <a:ahLst/>
              <a:cxnLst/>
              <a:rect l="l" t="t" r="r" b="b"/>
              <a:pathLst>
                <a:path w="30480" h="541020">
                  <a:moveTo>
                    <a:pt x="30292" y="0"/>
                  </a:moveTo>
                  <a:lnTo>
                    <a:pt x="0" y="0"/>
                  </a:lnTo>
                  <a:lnTo>
                    <a:pt x="0" y="540726"/>
                  </a:lnTo>
                  <a:lnTo>
                    <a:pt x="30292" y="540726"/>
                  </a:lnTo>
                  <a:lnTo>
                    <a:pt x="30292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5400452" y="7844043"/>
              <a:ext cx="441325" cy="306070"/>
            </a:xfrm>
            <a:custGeom>
              <a:avLst/>
              <a:gdLst/>
              <a:ahLst/>
              <a:cxnLst/>
              <a:rect l="l" t="t" r="r" b="b"/>
              <a:pathLst>
                <a:path w="441325" h="306070">
                  <a:moveTo>
                    <a:pt x="440887" y="0"/>
                  </a:moveTo>
                  <a:lnTo>
                    <a:pt x="0" y="0"/>
                  </a:lnTo>
                  <a:lnTo>
                    <a:pt x="0" y="305885"/>
                  </a:lnTo>
                  <a:lnTo>
                    <a:pt x="440887" y="305885"/>
                  </a:lnTo>
                  <a:lnTo>
                    <a:pt x="440887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5597901" y="7844043"/>
              <a:ext cx="23495" cy="306070"/>
            </a:xfrm>
            <a:custGeom>
              <a:avLst/>
              <a:gdLst/>
              <a:ahLst/>
              <a:cxnLst/>
              <a:rect l="l" t="t" r="r" b="b"/>
              <a:pathLst>
                <a:path w="23494" h="306070">
                  <a:moveTo>
                    <a:pt x="22994" y="0"/>
                  </a:moveTo>
                  <a:lnTo>
                    <a:pt x="0" y="0"/>
                  </a:lnTo>
                  <a:lnTo>
                    <a:pt x="0" y="305885"/>
                  </a:lnTo>
                  <a:lnTo>
                    <a:pt x="22994" y="305885"/>
                  </a:lnTo>
                  <a:lnTo>
                    <a:pt x="22994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4371625" y="7332666"/>
              <a:ext cx="1628139" cy="49530"/>
            </a:xfrm>
            <a:custGeom>
              <a:avLst/>
              <a:gdLst/>
              <a:ahLst/>
              <a:cxnLst/>
              <a:rect l="l" t="t" r="r" b="b"/>
              <a:pathLst>
                <a:path w="1628140" h="49529">
                  <a:moveTo>
                    <a:pt x="0" y="49359"/>
                  </a:moveTo>
                  <a:lnTo>
                    <a:pt x="1627531" y="49359"/>
                  </a:lnTo>
                  <a:lnTo>
                    <a:pt x="1627531" y="0"/>
                  </a:lnTo>
                  <a:lnTo>
                    <a:pt x="0" y="0"/>
                  </a:lnTo>
                  <a:lnTo>
                    <a:pt x="0" y="4935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14412754" y="8604491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40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4473423" y="8604491"/>
              <a:ext cx="29209" cy="98425"/>
            </a:xfrm>
            <a:custGeom>
              <a:avLst/>
              <a:gdLst/>
              <a:ahLst/>
              <a:cxnLst/>
              <a:rect l="l" t="t" r="r" b="b"/>
              <a:pathLst>
                <a:path w="29209" h="98425">
                  <a:moveTo>
                    <a:pt x="28711" y="0"/>
                  </a:moveTo>
                  <a:lnTo>
                    <a:pt x="0" y="0"/>
                  </a:lnTo>
                  <a:lnTo>
                    <a:pt x="0" y="98164"/>
                  </a:lnTo>
                  <a:lnTo>
                    <a:pt x="28711" y="98164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4412754" y="8898953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40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4647271" y="8604491"/>
              <a:ext cx="29209" cy="98425"/>
            </a:xfrm>
            <a:custGeom>
              <a:avLst/>
              <a:gdLst/>
              <a:ahLst/>
              <a:cxnLst/>
              <a:rect l="l" t="t" r="r" b="b"/>
              <a:pathLst>
                <a:path w="29209" h="98425">
                  <a:moveTo>
                    <a:pt x="28711" y="0"/>
                  </a:moveTo>
                  <a:lnTo>
                    <a:pt x="0" y="0"/>
                  </a:lnTo>
                  <a:lnTo>
                    <a:pt x="0" y="98164"/>
                  </a:lnTo>
                  <a:lnTo>
                    <a:pt x="28711" y="98164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4412754" y="8299935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40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4473423" y="8299924"/>
              <a:ext cx="29209" cy="98425"/>
            </a:xfrm>
            <a:custGeom>
              <a:avLst/>
              <a:gdLst/>
              <a:ahLst/>
              <a:cxnLst/>
              <a:rect l="l" t="t" r="r" b="b"/>
              <a:pathLst>
                <a:path w="29209" h="98425">
                  <a:moveTo>
                    <a:pt x="28711" y="0"/>
                  </a:moveTo>
                  <a:lnTo>
                    <a:pt x="0" y="0"/>
                  </a:lnTo>
                  <a:lnTo>
                    <a:pt x="0" y="98164"/>
                  </a:lnTo>
                  <a:lnTo>
                    <a:pt x="28711" y="98164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4412754" y="8594397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40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4647271" y="8299924"/>
              <a:ext cx="29209" cy="98425"/>
            </a:xfrm>
            <a:custGeom>
              <a:avLst/>
              <a:gdLst/>
              <a:ahLst/>
              <a:cxnLst/>
              <a:rect l="l" t="t" r="r" b="b"/>
              <a:pathLst>
                <a:path w="29209" h="98425">
                  <a:moveTo>
                    <a:pt x="28711" y="0"/>
                  </a:moveTo>
                  <a:lnTo>
                    <a:pt x="0" y="0"/>
                  </a:lnTo>
                  <a:lnTo>
                    <a:pt x="0" y="98164"/>
                  </a:lnTo>
                  <a:lnTo>
                    <a:pt x="28711" y="98164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4741823" y="8604491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40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4741823" y="8898953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40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4741823" y="8299935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40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4741823" y="8594397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40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5119727" y="8604491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40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5119727" y="8898953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40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5119727" y="8299935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40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15180385" y="8299924"/>
              <a:ext cx="29209" cy="98425"/>
            </a:xfrm>
            <a:custGeom>
              <a:avLst/>
              <a:gdLst/>
              <a:ahLst/>
              <a:cxnLst/>
              <a:rect l="l" t="t" r="r" b="b"/>
              <a:pathLst>
                <a:path w="29209" h="98425">
                  <a:moveTo>
                    <a:pt x="28711" y="0"/>
                  </a:moveTo>
                  <a:lnTo>
                    <a:pt x="0" y="0"/>
                  </a:lnTo>
                  <a:lnTo>
                    <a:pt x="0" y="98164"/>
                  </a:lnTo>
                  <a:lnTo>
                    <a:pt x="28711" y="98164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15119727" y="8594397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40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5354233" y="8299924"/>
              <a:ext cx="29209" cy="98425"/>
            </a:xfrm>
            <a:custGeom>
              <a:avLst/>
              <a:gdLst/>
              <a:ahLst/>
              <a:cxnLst/>
              <a:rect l="l" t="t" r="r" b="b"/>
              <a:pathLst>
                <a:path w="29209" h="98425">
                  <a:moveTo>
                    <a:pt x="28711" y="0"/>
                  </a:moveTo>
                  <a:lnTo>
                    <a:pt x="0" y="0"/>
                  </a:lnTo>
                  <a:lnTo>
                    <a:pt x="0" y="98164"/>
                  </a:lnTo>
                  <a:lnTo>
                    <a:pt x="28711" y="98164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5448785" y="8604491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40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15448785" y="8898953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40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5448785" y="8299935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40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5448785" y="8594397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40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5417184" y="7538147"/>
              <a:ext cx="441325" cy="306070"/>
            </a:xfrm>
            <a:custGeom>
              <a:avLst/>
              <a:gdLst/>
              <a:ahLst/>
              <a:cxnLst/>
              <a:rect l="l" t="t" r="r" b="b"/>
              <a:pathLst>
                <a:path w="441325" h="306070">
                  <a:moveTo>
                    <a:pt x="440887" y="0"/>
                  </a:moveTo>
                  <a:lnTo>
                    <a:pt x="0" y="0"/>
                  </a:lnTo>
                  <a:lnTo>
                    <a:pt x="0" y="305896"/>
                  </a:lnTo>
                  <a:lnTo>
                    <a:pt x="440887" y="305896"/>
                  </a:lnTo>
                  <a:lnTo>
                    <a:pt x="440887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5614634" y="7538147"/>
              <a:ext cx="23495" cy="306070"/>
            </a:xfrm>
            <a:custGeom>
              <a:avLst/>
              <a:gdLst/>
              <a:ahLst/>
              <a:cxnLst/>
              <a:rect l="l" t="t" r="r" b="b"/>
              <a:pathLst>
                <a:path w="23494" h="306070">
                  <a:moveTo>
                    <a:pt x="22994" y="0"/>
                  </a:moveTo>
                  <a:lnTo>
                    <a:pt x="0" y="0"/>
                  </a:lnTo>
                  <a:lnTo>
                    <a:pt x="0" y="305896"/>
                  </a:lnTo>
                  <a:lnTo>
                    <a:pt x="22994" y="305896"/>
                  </a:lnTo>
                  <a:lnTo>
                    <a:pt x="22994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5505811" y="7538154"/>
              <a:ext cx="264160" cy="52069"/>
            </a:xfrm>
            <a:custGeom>
              <a:avLst/>
              <a:gdLst/>
              <a:ahLst/>
              <a:cxnLst/>
              <a:rect l="l" t="t" r="r" b="b"/>
              <a:pathLst>
                <a:path w="264159" h="52070">
                  <a:moveTo>
                    <a:pt x="31407" y="0"/>
                  </a:moveTo>
                  <a:lnTo>
                    <a:pt x="0" y="0"/>
                  </a:lnTo>
                  <a:lnTo>
                    <a:pt x="0" y="52019"/>
                  </a:lnTo>
                  <a:lnTo>
                    <a:pt x="31407" y="52019"/>
                  </a:lnTo>
                  <a:lnTo>
                    <a:pt x="31407" y="0"/>
                  </a:lnTo>
                  <a:close/>
                </a:path>
                <a:path w="264159" h="52070">
                  <a:moveTo>
                    <a:pt x="264096" y="0"/>
                  </a:moveTo>
                  <a:lnTo>
                    <a:pt x="232689" y="0"/>
                  </a:lnTo>
                  <a:lnTo>
                    <a:pt x="232689" y="52019"/>
                  </a:lnTo>
                  <a:lnTo>
                    <a:pt x="264096" y="52019"/>
                  </a:lnTo>
                  <a:lnTo>
                    <a:pt x="264096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4412747" y="7833950"/>
              <a:ext cx="1445895" cy="770890"/>
            </a:xfrm>
            <a:custGeom>
              <a:avLst/>
              <a:gdLst/>
              <a:ahLst/>
              <a:cxnLst/>
              <a:rect l="l" t="t" r="r" b="b"/>
              <a:pathLst>
                <a:path w="1445894" h="770890">
                  <a:moveTo>
                    <a:pt x="319735" y="760450"/>
                  </a:moveTo>
                  <a:lnTo>
                    <a:pt x="0" y="760450"/>
                  </a:lnTo>
                  <a:lnTo>
                    <a:pt x="0" y="770547"/>
                  </a:lnTo>
                  <a:lnTo>
                    <a:pt x="319735" y="770547"/>
                  </a:lnTo>
                  <a:lnTo>
                    <a:pt x="319735" y="760450"/>
                  </a:lnTo>
                  <a:close/>
                </a:path>
                <a:path w="1445894" h="770890">
                  <a:moveTo>
                    <a:pt x="1445323" y="0"/>
                  </a:moveTo>
                  <a:lnTo>
                    <a:pt x="1004430" y="0"/>
                  </a:lnTo>
                  <a:lnTo>
                    <a:pt x="1004430" y="10096"/>
                  </a:lnTo>
                  <a:lnTo>
                    <a:pt x="1445323" y="10096"/>
                  </a:lnTo>
                  <a:lnTo>
                    <a:pt x="1445323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14397456" y="9350751"/>
              <a:ext cx="574675" cy="359410"/>
            </a:xfrm>
            <a:custGeom>
              <a:avLst/>
              <a:gdLst/>
              <a:ahLst/>
              <a:cxnLst/>
              <a:rect l="l" t="t" r="r" b="b"/>
              <a:pathLst>
                <a:path w="574675" h="359409">
                  <a:moveTo>
                    <a:pt x="574432" y="0"/>
                  </a:moveTo>
                  <a:lnTo>
                    <a:pt x="0" y="0"/>
                  </a:lnTo>
                  <a:lnTo>
                    <a:pt x="0" y="359297"/>
                  </a:lnTo>
                  <a:lnTo>
                    <a:pt x="574432" y="359297"/>
                  </a:lnTo>
                  <a:lnTo>
                    <a:pt x="574432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4397456" y="9694929"/>
              <a:ext cx="574675" cy="15240"/>
            </a:xfrm>
            <a:custGeom>
              <a:avLst/>
              <a:gdLst/>
              <a:ahLst/>
              <a:cxnLst/>
              <a:rect l="l" t="t" r="r" b="b"/>
              <a:pathLst>
                <a:path w="574675" h="15240">
                  <a:moveTo>
                    <a:pt x="574432" y="0"/>
                  </a:moveTo>
                  <a:lnTo>
                    <a:pt x="0" y="0"/>
                  </a:lnTo>
                  <a:lnTo>
                    <a:pt x="0" y="15119"/>
                  </a:lnTo>
                  <a:lnTo>
                    <a:pt x="574432" y="15119"/>
                  </a:lnTo>
                  <a:lnTo>
                    <a:pt x="574432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4660558" y="9350751"/>
              <a:ext cx="38100" cy="359410"/>
            </a:xfrm>
            <a:custGeom>
              <a:avLst/>
              <a:gdLst/>
              <a:ahLst/>
              <a:cxnLst/>
              <a:rect l="l" t="t" r="r" b="b"/>
              <a:pathLst>
                <a:path w="38100" h="359409">
                  <a:moveTo>
                    <a:pt x="37946" y="0"/>
                  </a:moveTo>
                  <a:lnTo>
                    <a:pt x="0" y="0"/>
                  </a:lnTo>
                  <a:lnTo>
                    <a:pt x="0" y="359297"/>
                  </a:lnTo>
                  <a:lnTo>
                    <a:pt x="37946" y="359297"/>
                  </a:lnTo>
                  <a:lnTo>
                    <a:pt x="37946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4424262" y="8991453"/>
              <a:ext cx="574675" cy="359410"/>
            </a:xfrm>
            <a:custGeom>
              <a:avLst/>
              <a:gdLst/>
              <a:ahLst/>
              <a:cxnLst/>
              <a:rect l="l" t="t" r="r" b="b"/>
              <a:pathLst>
                <a:path w="574675" h="359409">
                  <a:moveTo>
                    <a:pt x="574432" y="0"/>
                  </a:moveTo>
                  <a:lnTo>
                    <a:pt x="0" y="0"/>
                  </a:lnTo>
                  <a:lnTo>
                    <a:pt x="0" y="359297"/>
                  </a:lnTo>
                  <a:lnTo>
                    <a:pt x="574432" y="359297"/>
                  </a:lnTo>
                  <a:lnTo>
                    <a:pt x="574432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4424262" y="9335631"/>
              <a:ext cx="574675" cy="15240"/>
            </a:xfrm>
            <a:custGeom>
              <a:avLst/>
              <a:gdLst/>
              <a:ahLst/>
              <a:cxnLst/>
              <a:rect l="l" t="t" r="r" b="b"/>
              <a:pathLst>
                <a:path w="574675" h="15240">
                  <a:moveTo>
                    <a:pt x="574432" y="0"/>
                  </a:moveTo>
                  <a:lnTo>
                    <a:pt x="0" y="0"/>
                  </a:lnTo>
                  <a:lnTo>
                    <a:pt x="0" y="15119"/>
                  </a:lnTo>
                  <a:lnTo>
                    <a:pt x="574432" y="15119"/>
                  </a:lnTo>
                  <a:lnTo>
                    <a:pt x="574432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4687353" y="8991453"/>
              <a:ext cx="38100" cy="359410"/>
            </a:xfrm>
            <a:custGeom>
              <a:avLst/>
              <a:gdLst/>
              <a:ahLst/>
              <a:cxnLst/>
              <a:rect l="l" t="t" r="r" b="b"/>
              <a:pathLst>
                <a:path w="38100" h="359409">
                  <a:moveTo>
                    <a:pt x="37946" y="0"/>
                  </a:moveTo>
                  <a:lnTo>
                    <a:pt x="0" y="0"/>
                  </a:lnTo>
                  <a:lnTo>
                    <a:pt x="0" y="359297"/>
                  </a:lnTo>
                  <a:lnTo>
                    <a:pt x="37946" y="359297"/>
                  </a:lnTo>
                  <a:lnTo>
                    <a:pt x="37946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14977899" y="9350751"/>
              <a:ext cx="574675" cy="359410"/>
            </a:xfrm>
            <a:custGeom>
              <a:avLst/>
              <a:gdLst/>
              <a:ahLst/>
              <a:cxnLst/>
              <a:rect l="l" t="t" r="r" b="b"/>
              <a:pathLst>
                <a:path w="574675" h="359409">
                  <a:moveTo>
                    <a:pt x="574432" y="0"/>
                  </a:moveTo>
                  <a:lnTo>
                    <a:pt x="0" y="0"/>
                  </a:lnTo>
                  <a:lnTo>
                    <a:pt x="0" y="359297"/>
                  </a:lnTo>
                  <a:lnTo>
                    <a:pt x="574432" y="359297"/>
                  </a:lnTo>
                  <a:lnTo>
                    <a:pt x="574432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5240991" y="9350751"/>
              <a:ext cx="38100" cy="359410"/>
            </a:xfrm>
            <a:custGeom>
              <a:avLst/>
              <a:gdLst/>
              <a:ahLst/>
              <a:cxnLst/>
              <a:rect l="l" t="t" r="r" b="b"/>
              <a:pathLst>
                <a:path w="38100" h="359409">
                  <a:moveTo>
                    <a:pt x="37946" y="0"/>
                  </a:moveTo>
                  <a:lnTo>
                    <a:pt x="0" y="0"/>
                  </a:lnTo>
                  <a:lnTo>
                    <a:pt x="0" y="359297"/>
                  </a:lnTo>
                  <a:lnTo>
                    <a:pt x="37946" y="359297"/>
                  </a:lnTo>
                  <a:lnTo>
                    <a:pt x="37946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5005888" y="8991453"/>
              <a:ext cx="574675" cy="359410"/>
            </a:xfrm>
            <a:custGeom>
              <a:avLst/>
              <a:gdLst/>
              <a:ahLst/>
              <a:cxnLst/>
              <a:rect l="l" t="t" r="r" b="b"/>
              <a:pathLst>
                <a:path w="574675" h="359409">
                  <a:moveTo>
                    <a:pt x="574432" y="0"/>
                  </a:moveTo>
                  <a:lnTo>
                    <a:pt x="0" y="0"/>
                  </a:lnTo>
                  <a:lnTo>
                    <a:pt x="0" y="359297"/>
                  </a:lnTo>
                  <a:lnTo>
                    <a:pt x="574432" y="359297"/>
                  </a:lnTo>
                  <a:lnTo>
                    <a:pt x="574432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15005888" y="9335631"/>
              <a:ext cx="574675" cy="15240"/>
            </a:xfrm>
            <a:custGeom>
              <a:avLst/>
              <a:gdLst/>
              <a:ahLst/>
              <a:cxnLst/>
              <a:rect l="l" t="t" r="r" b="b"/>
              <a:pathLst>
                <a:path w="574675" h="15240">
                  <a:moveTo>
                    <a:pt x="574432" y="0"/>
                  </a:moveTo>
                  <a:lnTo>
                    <a:pt x="0" y="0"/>
                  </a:lnTo>
                  <a:lnTo>
                    <a:pt x="0" y="15119"/>
                  </a:lnTo>
                  <a:lnTo>
                    <a:pt x="574432" y="15119"/>
                  </a:lnTo>
                  <a:lnTo>
                    <a:pt x="574432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15383574" y="9060107"/>
              <a:ext cx="112395" cy="31750"/>
            </a:xfrm>
            <a:custGeom>
              <a:avLst/>
              <a:gdLst/>
              <a:ahLst/>
              <a:cxnLst/>
              <a:rect l="l" t="t" r="r" b="b"/>
              <a:pathLst>
                <a:path w="112394" h="31750">
                  <a:moveTo>
                    <a:pt x="111232" y="0"/>
                  </a:moveTo>
                  <a:lnTo>
                    <a:pt x="0" y="4397"/>
                  </a:lnTo>
                  <a:lnTo>
                    <a:pt x="1078" y="31695"/>
                  </a:lnTo>
                  <a:lnTo>
                    <a:pt x="112310" y="27297"/>
                  </a:lnTo>
                  <a:lnTo>
                    <a:pt x="111232" y="0"/>
                  </a:lnTo>
                  <a:close/>
                </a:path>
              </a:pathLst>
            </a:custGeom>
            <a:solidFill>
              <a:srgbClr val="F4E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5268980" y="8991453"/>
              <a:ext cx="38100" cy="359410"/>
            </a:xfrm>
            <a:custGeom>
              <a:avLst/>
              <a:gdLst/>
              <a:ahLst/>
              <a:cxnLst/>
              <a:rect l="l" t="t" r="r" b="b"/>
              <a:pathLst>
                <a:path w="38100" h="359409">
                  <a:moveTo>
                    <a:pt x="37946" y="0"/>
                  </a:moveTo>
                  <a:lnTo>
                    <a:pt x="0" y="0"/>
                  </a:lnTo>
                  <a:lnTo>
                    <a:pt x="0" y="359297"/>
                  </a:lnTo>
                  <a:lnTo>
                    <a:pt x="37946" y="359297"/>
                  </a:lnTo>
                  <a:lnTo>
                    <a:pt x="37946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4977897" y="9213817"/>
              <a:ext cx="610235" cy="497205"/>
            </a:xfrm>
            <a:custGeom>
              <a:avLst/>
              <a:gdLst/>
              <a:ahLst/>
              <a:cxnLst/>
              <a:rect l="l" t="t" r="r" b="b"/>
              <a:pathLst>
                <a:path w="610234" h="497204">
                  <a:moveTo>
                    <a:pt x="587743" y="450964"/>
                  </a:moveTo>
                  <a:lnTo>
                    <a:pt x="574433" y="450964"/>
                  </a:lnTo>
                  <a:lnTo>
                    <a:pt x="574433" y="481444"/>
                  </a:lnTo>
                  <a:lnTo>
                    <a:pt x="0" y="481444"/>
                  </a:lnTo>
                  <a:lnTo>
                    <a:pt x="0" y="496684"/>
                  </a:lnTo>
                  <a:lnTo>
                    <a:pt x="587743" y="496684"/>
                  </a:lnTo>
                  <a:lnTo>
                    <a:pt x="587743" y="481444"/>
                  </a:lnTo>
                  <a:lnTo>
                    <a:pt x="587743" y="450964"/>
                  </a:lnTo>
                  <a:close/>
                </a:path>
                <a:path w="610234" h="497204">
                  <a:moveTo>
                    <a:pt x="609815" y="0"/>
                  </a:moveTo>
                  <a:lnTo>
                    <a:pt x="602424" y="0"/>
                  </a:lnTo>
                  <a:lnTo>
                    <a:pt x="602424" y="42405"/>
                  </a:lnTo>
                  <a:lnTo>
                    <a:pt x="609815" y="42405"/>
                  </a:lnTo>
                  <a:lnTo>
                    <a:pt x="609815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14293093" y="7332540"/>
              <a:ext cx="78740" cy="2522855"/>
            </a:xfrm>
            <a:custGeom>
              <a:avLst/>
              <a:gdLst/>
              <a:ahLst/>
              <a:cxnLst/>
              <a:rect l="l" t="t" r="r" b="b"/>
              <a:pathLst>
                <a:path w="78740" h="2522854">
                  <a:moveTo>
                    <a:pt x="78531" y="0"/>
                  </a:moveTo>
                  <a:lnTo>
                    <a:pt x="0" y="0"/>
                  </a:lnTo>
                  <a:lnTo>
                    <a:pt x="0" y="2522603"/>
                  </a:lnTo>
                  <a:lnTo>
                    <a:pt x="78531" y="2522603"/>
                  </a:lnTo>
                  <a:lnTo>
                    <a:pt x="78531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4" name="object 194" descr=""/>
          <p:cNvSpPr/>
          <p:nvPr/>
        </p:nvSpPr>
        <p:spPr>
          <a:xfrm>
            <a:off x="4347543" y="8149992"/>
            <a:ext cx="1524635" cy="49530"/>
          </a:xfrm>
          <a:custGeom>
            <a:avLst/>
            <a:gdLst/>
            <a:ahLst/>
            <a:cxnLst/>
            <a:rect l="l" t="t" r="r" b="b"/>
            <a:pathLst>
              <a:path w="1524635" h="49529">
                <a:moveTo>
                  <a:pt x="0" y="49359"/>
                </a:moveTo>
                <a:lnTo>
                  <a:pt x="1524592" y="49359"/>
                </a:lnTo>
                <a:lnTo>
                  <a:pt x="1524592" y="0"/>
                </a:lnTo>
                <a:lnTo>
                  <a:pt x="0" y="0"/>
                </a:lnTo>
                <a:lnTo>
                  <a:pt x="0" y="49359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 descr=""/>
          <p:cNvSpPr/>
          <p:nvPr/>
        </p:nvSpPr>
        <p:spPr>
          <a:xfrm>
            <a:off x="4347543" y="8909111"/>
            <a:ext cx="1524635" cy="49530"/>
          </a:xfrm>
          <a:custGeom>
            <a:avLst/>
            <a:gdLst/>
            <a:ahLst/>
            <a:cxnLst/>
            <a:rect l="l" t="t" r="r" b="b"/>
            <a:pathLst>
              <a:path w="1524635" h="49529">
                <a:moveTo>
                  <a:pt x="0" y="49359"/>
                </a:moveTo>
                <a:lnTo>
                  <a:pt x="1524592" y="49359"/>
                </a:lnTo>
                <a:lnTo>
                  <a:pt x="1524592" y="0"/>
                </a:lnTo>
                <a:lnTo>
                  <a:pt x="0" y="0"/>
                </a:lnTo>
                <a:lnTo>
                  <a:pt x="0" y="49359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6" name="object 196" descr=""/>
          <p:cNvGrpSpPr/>
          <p:nvPr/>
        </p:nvGrpSpPr>
        <p:grpSpPr>
          <a:xfrm>
            <a:off x="4269011" y="7332540"/>
            <a:ext cx="1696085" cy="2522855"/>
            <a:chOff x="4269011" y="7332540"/>
            <a:chExt cx="1696085" cy="2522855"/>
          </a:xfrm>
        </p:grpSpPr>
        <p:sp>
          <p:nvSpPr>
            <p:cNvPr id="197" name="object 197" descr=""/>
            <p:cNvSpPr/>
            <p:nvPr/>
          </p:nvSpPr>
          <p:spPr>
            <a:xfrm>
              <a:off x="4347543" y="9710112"/>
              <a:ext cx="1524635" cy="49530"/>
            </a:xfrm>
            <a:custGeom>
              <a:avLst/>
              <a:gdLst/>
              <a:ahLst/>
              <a:cxnLst/>
              <a:rect l="l" t="t" r="r" b="b"/>
              <a:pathLst>
                <a:path w="1524635" h="49529">
                  <a:moveTo>
                    <a:pt x="0" y="49359"/>
                  </a:moveTo>
                  <a:lnTo>
                    <a:pt x="1524592" y="49359"/>
                  </a:lnTo>
                  <a:lnTo>
                    <a:pt x="1524592" y="0"/>
                  </a:lnTo>
                  <a:lnTo>
                    <a:pt x="0" y="0"/>
                  </a:lnTo>
                  <a:lnTo>
                    <a:pt x="0" y="4935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5872135" y="7332540"/>
              <a:ext cx="78740" cy="2522855"/>
            </a:xfrm>
            <a:custGeom>
              <a:avLst/>
              <a:gdLst/>
              <a:ahLst/>
              <a:cxnLst/>
              <a:rect l="l" t="t" r="r" b="b"/>
              <a:pathLst>
                <a:path w="78739" h="2522854">
                  <a:moveTo>
                    <a:pt x="78531" y="0"/>
                  </a:moveTo>
                  <a:lnTo>
                    <a:pt x="0" y="0"/>
                  </a:lnTo>
                  <a:lnTo>
                    <a:pt x="0" y="2522520"/>
                  </a:lnTo>
                  <a:lnTo>
                    <a:pt x="78531" y="2522520"/>
                  </a:lnTo>
                  <a:lnTo>
                    <a:pt x="78531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4425697" y="7509038"/>
              <a:ext cx="469900" cy="641350"/>
            </a:xfrm>
            <a:custGeom>
              <a:avLst/>
              <a:gdLst/>
              <a:ahLst/>
              <a:cxnLst/>
              <a:rect l="l" t="t" r="r" b="b"/>
              <a:pathLst>
                <a:path w="469900" h="641350">
                  <a:moveTo>
                    <a:pt x="469682" y="0"/>
                  </a:moveTo>
                  <a:lnTo>
                    <a:pt x="0" y="0"/>
                  </a:lnTo>
                  <a:lnTo>
                    <a:pt x="0" y="640954"/>
                  </a:lnTo>
                  <a:lnTo>
                    <a:pt x="469682" y="640954"/>
                  </a:lnTo>
                  <a:lnTo>
                    <a:pt x="469682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4639042" y="7509038"/>
              <a:ext cx="43180" cy="641350"/>
            </a:xfrm>
            <a:custGeom>
              <a:avLst/>
              <a:gdLst/>
              <a:ahLst/>
              <a:cxnLst/>
              <a:rect l="l" t="t" r="r" b="b"/>
              <a:pathLst>
                <a:path w="43179" h="641350">
                  <a:moveTo>
                    <a:pt x="43003" y="0"/>
                  </a:moveTo>
                  <a:lnTo>
                    <a:pt x="0" y="0"/>
                  </a:lnTo>
                  <a:lnTo>
                    <a:pt x="0" y="640954"/>
                  </a:lnTo>
                  <a:lnTo>
                    <a:pt x="43003" y="640954"/>
                  </a:lnTo>
                  <a:lnTo>
                    <a:pt x="43003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4516475" y="7509058"/>
              <a:ext cx="291465" cy="80645"/>
            </a:xfrm>
            <a:custGeom>
              <a:avLst/>
              <a:gdLst/>
              <a:ahLst/>
              <a:cxnLst/>
              <a:rect l="l" t="t" r="r" b="b"/>
              <a:pathLst>
                <a:path w="291464" h="80645">
                  <a:moveTo>
                    <a:pt x="40386" y="0"/>
                  </a:moveTo>
                  <a:lnTo>
                    <a:pt x="0" y="0"/>
                  </a:lnTo>
                  <a:lnTo>
                    <a:pt x="0" y="80391"/>
                  </a:lnTo>
                  <a:lnTo>
                    <a:pt x="40386" y="80391"/>
                  </a:lnTo>
                  <a:lnTo>
                    <a:pt x="40386" y="0"/>
                  </a:lnTo>
                  <a:close/>
                </a:path>
                <a:path w="291464" h="80645">
                  <a:moveTo>
                    <a:pt x="290842" y="0"/>
                  </a:moveTo>
                  <a:lnTo>
                    <a:pt x="250456" y="0"/>
                  </a:lnTo>
                  <a:lnTo>
                    <a:pt x="250456" y="80391"/>
                  </a:lnTo>
                  <a:lnTo>
                    <a:pt x="290842" y="80391"/>
                  </a:lnTo>
                  <a:lnTo>
                    <a:pt x="290842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4955210" y="7609265"/>
              <a:ext cx="371475" cy="541020"/>
            </a:xfrm>
            <a:custGeom>
              <a:avLst/>
              <a:gdLst/>
              <a:ahLst/>
              <a:cxnLst/>
              <a:rect l="l" t="t" r="r" b="b"/>
              <a:pathLst>
                <a:path w="371475" h="541020">
                  <a:moveTo>
                    <a:pt x="370962" y="0"/>
                  </a:moveTo>
                  <a:lnTo>
                    <a:pt x="0" y="0"/>
                  </a:lnTo>
                  <a:lnTo>
                    <a:pt x="0" y="540726"/>
                  </a:lnTo>
                  <a:lnTo>
                    <a:pt x="370962" y="540726"/>
                  </a:lnTo>
                  <a:lnTo>
                    <a:pt x="370962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5129467" y="7609265"/>
              <a:ext cx="30480" cy="541020"/>
            </a:xfrm>
            <a:custGeom>
              <a:avLst/>
              <a:gdLst/>
              <a:ahLst/>
              <a:cxnLst/>
              <a:rect l="l" t="t" r="r" b="b"/>
              <a:pathLst>
                <a:path w="30479" h="541020">
                  <a:moveTo>
                    <a:pt x="30292" y="0"/>
                  </a:moveTo>
                  <a:lnTo>
                    <a:pt x="0" y="0"/>
                  </a:lnTo>
                  <a:lnTo>
                    <a:pt x="0" y="540726"/>
                  </a:lnTo>
                  <a:lnTo>
                    <a:pt x="30292" y="540726"/>
                  </a:lnTo>
                  <a:lnTo>
                    <a:pt x="30292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5376370" y="7844095"/>
              <a:ext cx="441325" cy="306070"/>
            </a:xfrm>
            <a:custGeom>
              <a:avLst/>
              <a:gdLst/>
              <a:ahLst/>
              <a:cxnLst/>
              <a:rect l="l" t="t" r="r" b="b"/>
              <a:pathLst>
                <a:path w="441325" h="306070">
                  <a:moveTo>
                    <a:pt x="440887" y="0"/>
                  </a:moveTo>
                  <a:lnTo>
                    <a:pt x="0" y="0"/>
                  </a:lnTo>
                  <a:lnTo>
                    <a:pt x="0" y="305896"/>
                  </a:lnTo>
                  <a:lnTo>
                    <a:pt x="440887" y="305896"/>
                  </a:lnTo>
                  <a:lnTo>
                    <a:pt x="440887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5573819" y="7844095"/>
              <a:ext cx="23495" cy="306070"/>
            </a:xfrm>
            <a:custGeom>
              <a:avLst/>
              <a:gdLst/>
              <a:ahLst/>
              <a:cxnLst/>
              <a:rect l="l" t="t" r="r" b="b"/>
              <a:pathLst>
                <a:path w="23495" h="306070">
                  <a:moveTo>
                    <a:pt x="22994" y="0"/>
                  </a:moveTo>
                  <a:lnTo>
                    <a:pt x="0" y="0"/>
                  </a:lnTo>
                  <a:lnTo>
                    <a:pt x="0" y="305896"/>
                  </a:lnTo>
                  <a:lnTo>
                    <a:pt x="22994" y="305896"/>
                  </a:lnTo>
                  <a:lnTo>
                    <a:pt x="22994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4347543" y="7332729"/>
              <a:ext cx="1617980" cy="49530"/>
            </a:xfrm>
            <a:custGeom>
              <a:avLst/>
              <a:gdLst/>
              <a:ahLst/>
              <a:cxnLst/>
              <a:rect l="l" t="t" r="r" b="b"/>
              <a:pathLst>
                <a:path w="1617979" h="49529">
                  <a:moveTo>
                    <a:pt x="0" y="49359"/>
                  </a:moveTo>
                  <a:lnTo>
                    <a:pt x="1617395" y="49359"/>
                  </a:lnTo>
                  <a:lnTo>
                    <a:pt x="1617395" y="0"/>
                  </a:lnTo>
                  <a:lnTo>
                    <a:pt x="0" y="0"/>
                  </a:lnTo>
                  <a:lnTo>
                    <a:pt x="0" y="4935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4388683" y="8604554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39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4449341" y="8604543"/>
              <a:ext cx="29209" cy="98425"/>
            </a:xfrm>
            <a:custGeom>
              <a:avLst/>
              <a:gdLst/>
              <a:ahLst/>
              <a:cxnLst/>
              <a:rect l="l" t="t" r="r" b="b"/>
              <a:pathLst>
                <a:path w="29210" h="98425">
                  <a:moveTo>
                    <a:pt x="28711" y="0"/>
                  </a:moveTo>
                  <a:lnTo>
                    <a:pt x="0" y="0"/>
                  </a:lnTo>
                  <a:lnTo>
                    <a:pt x="0" y="98164"/>
                  </a:lnTo>
                  <a:lnTo>
                    <a:pt x="28711" y="98164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4388683" y="8899016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39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4623189" y="8604543"/>
              <a:ext cx="29209" cy="98425"/>
            </a:xfrm>
            <a:custGeom>
              <a:avLst/>
              <a:gdLst/>
              <a:ahLst/>
              <a:cxnLst/>
              <a:rect l="l" t="t" r="r" b="b"/>
              <a:pathLst>
                <a:path w="29210" h="98425">
                  <a:moveTo>
                    <a:pt x="28711" y="0"/>
                  </a:moveTo>
                  <a:lnTo>
                    <a:pt x="0" y="0"/>
                  </a:lnTo>
                  <a:lnTo>
                    <a:pt x="0" y="98164"/>
                  </a:lnTo>
                  <a:lnTo>
                    <a:pt x="28711" y="98164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4388683" y="8299998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39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4449341" y="8299987"/>
              <a:ext cx="29209" cy="98425"/>
            </a:xfrm>
            <a:custGeom>
              <a:avLst/>
              <a:gdLst/>
              <a:ahLst/>
              <a:cxnLst/>
              <a:rect l="l" t="t" r="r" b="b"/>
              <a:pathLst>
                <a:path w="29210" h="98425">
                  <a:moveTo>
                    <a:pt x="28711" y="0"/>
                  </a:moveTo>
                  <a:lnTo>
                    <a:pt x="0" y="0"/>
                  </a:lnTo>
                  <a:lnTo>
                    <a:pt x="0" y="98164"/>
                  </a:lnTo>
                  <a:lnTo>
                    <a:pt x="28711" y="98164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4388683" y="8594460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39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4623189" y="8299987"/>
              <a:ext cx="29209" cy="98425"/>
            </a:xfrm>
            <a:custGeom>
              <a:avLst/>
              <a:gdLst/>
              <a:ahLst/>
              <a:cxnLst/>
              <a:rect l="l" t="t" r="r" b="b"/>
              <a:pathLst>
                <a:path w="29210" h="98425">
                  <a:moveTo>
                    <a:pt x="28711" y="0"/>
                  </a:moveTo>
                  <a:lnTo>
                    <a:pt x="0" y="0"/>
                  </a:lnTo>
                  <a:lnTo>
                    <a:pt x="0" y="98164"/>
                  </a:lnTo>
                  <a:lnTo>
                    <a:pt x="28711" y="98164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4717741" y="8604554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39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4717741" y="8899016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39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4717741" y="8299998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39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4717741" y="8594460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39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5095646" y="8604554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39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5095646" y="8899016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39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5095646" y="8299998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39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5156303" y="8299987"/>
              <a:ext cx="29209" cy="98425"/>
            </a:xfrm>
            <a:custGeom>
              <a:avLst/>
              <a:gdLst/>
              <a:ahLst/>
              <a:cxnLst/>
              <a:rect l="l" t="t" r="r" b="b"/>
              <a:pathLst>
                <a:path w="29210" h="98425">
                  <a:moveTo>
                    <a:pt x="28711" y="0"/>
                  </a:moveTo>
                  <a:lnTo>
                    <a:pt x="0" y="0"/>
                  </a:lnTo>
                  <a:lnTo>
                    <a:pt x="0" y="98164"/>
                  </a:lnTo>
                  <a:lnTo>
                    <a:pt x="28711" y="98164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5095646" y="8594460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39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5330151" y="8299987"/>
              <a:ext cx="29209" cy="98425"/>
            </a:xfrm>
            <a:custGeom>
              <a:avLst/>
              <a:gdLst/>
              <a:ahLst/>
              <a:cxnLst/>
              <a:rect l="l" t="t" r="r" b="b"/>
              <a:pathLst>
                <a:path w="29210" h="98425">
                  <a:moveTo>
                    <a:pt x="28711" y="0"/>
                  </a:moveTo>
                  <a:lnTo>
                    <a:pt x="0" y="0"/>
                  </a:lnTo>
                  <a:lnTo>
                    <a:pt x="0" y="98164"/>
                  </a:lnTo>
                  <a:lnTo>
                    <a:pt x="28711" y="98164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5424704" y="8604554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39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5424704" y="8899016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39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5424704" y="8299998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39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5424704" y="8594460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39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5393102" y="7538220"/>
              <a:ext cx="441325" cy="306070"/>
            </a:xfrm>
            <a:custGeom>
              <a:avLst/>
              <a:gdLst/>
              <a:ahLst/>
              <a:cxnLst/>
              <a:rect l="l" t="t" r="r" b="b"/>
              <a:pathLst>
                <a:path w="441325" h="306070">
                  <a:moveTo>
                    <a:pt x="440887" y="0"/>
                  </a:moveTo>
                  <a:lnTo>
                    <a:pt x="0" y="0"/>
                  </a:lnTo>
                  <a:lnTo>
                    <a:pt x="0" y="305885"/>
                  </a:lnTo>
                  <a:lnTo>
                    <a:pt x="440887" y="305885"/>
                  </a:lnTo>
                  <a:lnTo>
                    <a:pt x="440887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5590552" y="7538220"/>
              <a:ext cx="23495" cy="306070"/>
            </a:xfrm>
            <a:custGeom>
              <a:avLst/>
              <a:gdLst/>
              <a:ahLst/>
              <a:cxnLst/>
              <a:rect l="l" t="t" r="r" b="b"/>
              <a:pathLst>
                <a:path w="23495" h="306070">
                  <a:moveTo>
                    <a:pt x="22994" y="0"/>
                  </a:moveTo>
                  <a:lnTo>
                    <a:pt x="0" y="0"/>
                  </a:lnTo>
                  <a:lnTo>
                    <a:pt x="0" y="305885"/>
                  </a:lnTo>
                  <a:lnTo>
                    <a:pt x="22994" y="305885"/>
                  </a:lnTo>
                  <a:lnTo>
                    <a:pt x="22994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5481726" y="7538217"/>
              <a:ext cx="264160" cy="52069"/>
            </a:xfrm>
            <a:custGeom>
              <a:avLst/>
              <a:gdLst/>
              <a:ahLst/>
              <a:cxnLst/>
              <a:rect l="l" t="t" r="r" b="b"/>
              <a:pathLst>
                <a:path w="264160" h="52070">
                  <a:moveTo>
                    <a:pt x="31407" y="0"/>
                  </a:moveTo>
                  <a:lnTo>
                    <a:pt x="0" y="0"/>
                  </a:lnTo>
                  <a:lnTo>
                    <a:pt x="0" y="52019"/>
                  </a:lnTo>
                  <a:lnTo>
                    <a:pt x="31407" y="52019"/>
                  </a:lnTo>
                  <a:lnTo>
                    <a:pt x="31407" y="0"/>
                  </a:lnTo>
                  <a:close/>
                </a:path>
                <a:path w="264160" h="52070">
                  <a:moveTo>
                    <a:pt x="264109" y="0"/>
                  </a:moveTo>
                  <a:lnTo>
                    <a:pt x="232689" y="0"/>
                  </a:lnTo>
                  <a:lnTo>
                    <a:pt x="232689" y="52019"/>
                  </a:lnTo>
                  <a:lnTo>
                    <a:pt x="264109" y="52019"/>
                  </a:lnTo>
                  <a:lnTo>
                    <a:pt x="264109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4388675" y="7834013"/>
              <a:ext cx="1445895" cy="770890"/>
            </a:xfrm>
            <a:custGeom>
              <a:avLst/>
              <a:gdLst/>
              <a:ahLst/>
              <a:cxnLst/>
              <a:rect l="l" t="t" r="r" b="b"/>
              <a:pathLst>
                <a:path w="1445895" h="770890">
                  <a:moveTo>
                    <a:pt x="319735" y="760450"/>
                  </a:moveTo>
                  <a:lnTo>
                    <a:pt x="0" y="760450"/>
                  </a:lnTo>
                  <a:lnTo>
                    <a:pt x="0" y="770547"/>
                  </a:lnTo>
                  <a:lnTo>
                    <a:pt x="319735" y="770547"/>
                  </a:lnTo>
                  <a:lnTo>
                    <a:pt x="319735" y="760450"/>
                  </a:lnTo>
                  <a:close/>
                </a:path>
                <a:path w="1445895" h="770890">
                  <a:moveTo>
                    <a:pt x="1445310" y="0"/>
                  </a:moveTo>
                  <a:lnTo>
                    <a:pt x="1004417" y="0"/>
                  </a:lnTo>
                  <a:lnTo>
                    <a:pt x="1004417" y="10096"/>
                  </a:lnTo>
                  <a:lnTo>
                    <a:pt x="1445310" y="10096"/>
                  </a:lnTo>
                  <a:lnTo>
                    <a:pt x="1445310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4493496" y="9350814"/>
              <a:ext cx="574675" cy="359410"/>
            </a:xfrm>
            <a:custGeom>
              <a:avLst/>
              <a:gdLst/>
              <a:ahLst/>
              <a:cxnLst/>
              <a:rect l="l" t="t" r="r" b="b"/>
              <a:pathLst>
                <a:path w="574675" h="359409">
                  <a:moveTo>
                    <a:pt x="574432" y="0"/>
                  </a:moveTo>
                  <a:lnTo>
                    <a:pt x="0" y="0"/>
                  </a:lnTo>
                  <a:lnTo>
                    <a:pt x="0" y="359297"/>
                  </a:lnTo>
                  <a:lnTo>
                    <a:pt x="574432" y="359297"/>
                  </a:lnTo>
                  <a:lnTo>
                    <a:pt x="574432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4756588" y="9350814"/>
              <a:ext cx="38100" cy="359410"/>
            </a:xfrm>
            <a:custGeom>
              <a:avLst/>
              <a:gdLst/>
              <a:ahLst/>
              <a:cxnLst/>
              <a:rect l="l" t="t" r="r" b="b"/>
              <a:pathLst>
                <a:path w="38100" h="359409">
                  <a:moveTo>
                    <a:pt x="37946" y="0"/>
                  </a:moveTo>
                  <a:lnTo>
                    <a:pt x="0" y="0"/>
                  </a:lnTo>
                  <a:lnTo>
                    <a:pt x="0" y="359297"/>
                  </a:lnTo>
                  <a:lnTo>
                    <a:pt x="37946" y="359297"/>
                  </a:lnTo>
                  <a:lnTo>
                    <a:pt x="37946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4520291" y="8991516"/>
              <a:ext cx="574675" cy="359410"/>
            </a:xfrm>
            <a:custGeom>
              <a:avLst/>
              <a:gdLst/>
              <a:ahLst/>
              <a:cxnLst/>
              <a:rect l="l" t="t" r="r" b="b"/>
              <a:pathLst>
                <a:path w="574675" h="359409">
                  <a:moveTo>
                    <a:pt x="574432" y="0"/>
                  </a:moveTo>
                  <a:lnTo>
                    <a:pt x="0" y="0"/>
                  </a:lnTo>
                  <a:lnTo>
                    <a:pt x="0" y="359297"/>
                  </a:lnTo>
                  <a:lnTo>
                    <a:pt x="574432" y="359297"/>
                  </a:lnTo>
                  <a:lnTo>
                    <a:pt x="574432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4520291" y="9335694"/>
              <a:ext cx="574675" cy="15240"/>
            </a:xfrm>
            <a:custGeom>
              <a:avLst/>
              <a:gdLst/>
              <a:ahLst/>
              <a:cxnLst/>
              <a:rect l="l" t="t" r="r" b="b"/>
              <a:pathLst>
                <a:path w="574675" h="15240">
                  <a:moveTo>
                    <a:pt x="574432" y="0"/>
                  </a:moveTo>
                  <a:lnTo>
                    <a:pt x="0" y="0"/>
                  </a:lnTo>
                  <a:lnTo>
                    <a:pt x="0" y="15119"/>
                  </a:lnTo>
                  <a:lnTo>
                    <a:pt x="574432" y="15119"/>
                  </a:lnTo>
                  <a:lnTo>
                    <a:pt x="574432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4783383" y="8991516"/>
              <a:ext cx="38100" cy="359410"/>
            </a:xfrm>
            <a:custGeom>
              <a:avLst/>
              <a:gdLst/>
              <a:ahLst/>
              <a:cxnLst/>
              <a:rect l="l" t="t" r="r" b="b"/>
              <a:pathLst>
                <a:path w="38100" h="359409">
                  <a:moveTo>
                    <a:pt x="37946" y="0"/>
                  </a:moveTo>
                  <a:lnTo>
                    <a:pt x="0" y="0"/>
                  </a:lnTo>
                  <a:lnTo>
                    <a:pt x="0" y="359297"/>
                  </a:lnTo>
                  <a:lnTo>
                    <a:pt x="37946" y="359297"/>
                  </a:lnTo>
                  <a:lnTo>
                    <a:pt x="37946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5073929" y="9350814"/>
              <a:ext cx="574675" cy="359410"/>
            </a:xfrm>
            <a:custGeom>
              <a:avLst/>
              <a:gdLst/>
              <a:ahLst/>
              <a:cxnLst/>
              <a:rect l="l" t="t" r="r" b="b"/>
              <a:pathLst>
                <a:path w="574675" h="359409">
                  <a:moveTo>
                    <a:pt x="574432" y="0"/>
                  </a:moveTo>
                  <a:lnTo>
                    <a:pt x="0" y="0"/>
                  </a:lnTo>
                  <a:lnTo>
                    <a:pt x="0" y="359297"/>
                  </a:lnTo>
                  <a:lnTo>
                    <a:pt x="574432" y="359297"/>
                  </a:lnTo>
                  <a:lnTo>
                    <a:pt x="574432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5337031" y="9350814"/>
              <a:ext cx="38100" cy="359410"/>
            </a:xfrm>
            <a:custGeom>
              <a:avLst/>
              <a:gdLst/>
              <a:ahLst/>
              <a:cxnLst/>
              <a:rect l="l" t="t" r="r" b="b"/>
              <a:pathLst>
                <a:path w="38100" h="359409">
                  <a:moveTo>
                    <a:pt x="37946" y="0"/>
                  </a:moveTo>
                  <a:lnTo>
                    <a:pt x="0" y="0"/>
                  </a:lnTo>
                  <a:lnTo>
                    <a:pt x="0" y="359297"/>
                  </a:lnTo>
                  <a:lnTo>
                    <a:pt x="37946" y="359297"/>
                  </a:lnTo>
                  <a:lnTo>
                    <a:pt x="37946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5101928" y="8991516"/>
              <a:ext cx="574675" cy="359410"/>
            </a:xfrm>
            <a:custGeom>
              <a:avLst/>
              <a:gdLst/>
              <a:ahLst/>
              <a:cxnLst/>
              <a:rect l="l" t="t" r="r" b="b"/>
              <a:pathLst>
                <a:path w="574675" h="359409">
                  <a:moveTo>
                    <a:pt x="574432" y="0"/>
                  </a:moveTo>
                  <a:lnTo>
                    <a:pt x="0" y="0"/>
                  </a:lnTo>
                  <a:lnTo>
                    <a:pt x="0" y="359297"/>
                  </a:lnTo>
                  <a:lnTo>
                    <a:pt x="574432" y="359297"/>
                  </a:lnTo>
                  <a:lnTo>
                    <a:pt x="574432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5101928" y="9335694"/>
              <a:ext cx="574675" cy="15240"/>
            </a:xfrm>
            <a:custGeom>
              <a:avLst/>
              <a:gdLst/>
              <a:ahLst/>
              <a:cxnLst/>
              <a:rect l="l" t="t" r="r" b="b"/>
              <a:pathLst>
                <a:path w="574675" h="15240">
                  <a:moveTo>
                    <a:pt x="574432" y="0"/>
                  </a:moveTo>
                  <a:lnTo>
                    <a:pt x="0" y="0"/>
                  </a:lnTo>
                  <a:lnTo>
                    <a:pt x="0" y="15119"/>
                  </a:lnTo>
                  <a:lnTo>
                    <a:pt x="574432" y="15119"/>
                  </a:lnTo>
                  <a:lnTo>
                    <a:pt x="574432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5479607" y="9060167"/>
              <a:ext cx="112395" cy="31750"/>
            </a:xfrm>
            <a:custGeom>
              <a:avLst/>
              <a:gdLst/>
              <a:ahLst/>
              <a:cxnLst/>
              <a:rect l="l" t="t" r="r" b="b"/>
              <a:pathLst>
                <a:path w="112395" h="31750">
                  <a:moveTo>
                    <a:pt x="111232" y="0"/>
                  </a:moveTo>
                  <a:lnTo>
                    <a:pt x="0" y="4397"/>
                  </a:lnTo>
                  <a:lnTo>
                    <a:pt x="1078" y="31695"/>
                  </a:lnTo>
                  <a:lnTo>
                    <a:pt x="112310" y="27297"/>
                  </a:lnTo>
                  <a:lnTo>
                    <a:pt x="111232" y="0"/>
                  </a:lnTo>
                  <a:close/>
                </a:path>
              </a:pathLst>
            </a:custGeom>
            <a:solidFill>
              <a:srgbClr val="F4E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5365020" y="8991516"/>
              <a:ext cx="38100" cy="359410"/>
            </a:xfrm>
            <a:custGeom>
              <a:avLst/>
              <a:gdLst/>
              <a:ahLst/>
              <a:cxnLst/>
              <a:rect l="l" t="t" r="r" b="b"/>
              <a:pathLst>
                <a:path w="38100" h="359409">
                  <a:moveTo>
                    <a:pt x="37946" y="0"/>
                  </a:moveTo>
                  <a:lnTo>
                    <a:pt x="0" y="0"/>
                  </a:lnTo>
                  <a:lnTo>
                    <a:pt x="0" y="359297"/>
                  </a:lnTo>
                  <a:lnTo>
                    <a:pt x="37946" y="359297"/>
                  </a:lnTo>
                  <a:lnTo>
                    <a:pt x="37946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4269011" y="7332603"/>
              <a:ext cx="78740" cy="2522855"/>
            </a:xfrm>
            <a:custGeom>
              <a:avLst/>
              <a:gdLst/>
              <a:ahLst/>
              <a:cxnLst/>
              <a:rect l="l" t="t" r="r" b="b"/>
              <a:pathLst>
                <a:path w="78739" h="2522854">
                  <a:moveTo>
                    <a:pt x="78531" y="0"/>
                  </a:moveTo>
                  <a:lnTo>
                    <a:pt x="0" y="0"/>
                  </a:lnTo>
                  <a:lnTo>
                    <a:pt x="0" y="2522603"/>
                  </a:lnTo>
                  <a:lnTo>
                    <a:pt x="78531" y="2522603"/>
                  </a:lnTo>
                  <a:lnTo>
                    <a:pt x="78531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5" name="object 245" descr=""/>
          <p:cNvSpPr/>
          <p:nvPr/>
        </p:nvSpPr>
        <p:spPr>
          <a:xfrm>
            <a:off x="6695178" y="8625297"/>
            <a:ext cx="737235" cy="1056005"/>
          </a:xfrm>
          <a:custGeom>
            <a:avLst/>
            <a:gdLst/>
            <a:ahLst/>
            <a:cxnLst/>
            <a:rect l="l" t="t" r="r" b="b"/>
            <a:pathLst>
              <a:path w="737234" h="1056004">
                <a:moveTo>
                  <a:pt x="0" y="1055978"/>
                </a:moveTo>
                <a:lnTo>
                  <a:pt x="736836" y="1055978"/>
                </a:lnTo>
                <a:lnTo>
                  <a:pt x="736836" y="0"/>
                </a:lnTo>
                <a:lnTo>
                  <a:pt x="0" y="0"/>
                </a:lnTo>
                <a:lnTo>
                  <a:pt x="0" y="1055978"/>
                </a:lnTo>
                <a:close/>
              </a:path>
            </a:pathLst>
          </a:custGeom>
          <a:solidFill>
            <a:srgbClr val="E8AB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object 246" descr=""/>
          <p:cNvSpPr/>
          <p:nvPr/>
        </p:nvSpPr>
        <p:spPr>
          <a:xfrm>
            <a:off x="6124816" y="7765357"/>
            <a:ext cx="1307465" cy="705485"/>
          </a:xfrm>
          <a:custGeom>
            <a:avLst/>
            <a:gdLst/>
            <a:ahLst/>
            <a:cxnLst/>
            <a:rect l="l" t="t" r="r" b="b"/>
            <a:pathLst>
              <a:path w="1307465" h="705484">
                <a:moveTo>
                  <a:pt x="613054" y="100977"/>
                </a:moveTo>
                <a:lnTo>
                  <a:pt x="0" y="100977"/>
                </a:lnTo>
                <a:lnTo>
                  <a:pt x="0" y="703846"/>
                </a:lnTo>
                <a:lnTo>
                  <a:pt x="613054" y="703846"/>
                </a:lnTo>
                <a:lnTo>
                  <a:pt x="613054" y="100977"/>
                </a:lnTo>
                <a:close/>
              </a:path>
              <a:path w="1307465" h="705484">
                <a:moveTo>
                  <a:pt x="1307198" y="0"/>
                </a:moveTo>
                <a:lnTo>
                  <a:pt x="649198" y="0"/>
                </a:lnTo>
                <a:lnTo>
                  <a:pt x="649198" y="705243"/>
                </a:lnTo>
                <a:lnTo>
                  <a:pt x="1307198" y="705243"/>
                </a:lnTo>
                <a:lnTo>
                  <a:pt x="1307198" y="0"/>
                </a:lnTo>
                <a:close/>
              </a:path>
            </a:pathLst>
          </a:custGeom>
          <a:solidFill>
            <a:srgbClr val="CD886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7" name="object 247" descr=""/>
          <p:cNvGrpSpPr/>
          <p:nvPr/>
        </p:nvGrpSpPr>
        <p:grpSpPr>
          <a:xfrm>
            <a:off x="6172984" y="8789795"/>
            <a:ext cx="522605" cy="891540"/>
            <a:chOff x="6172984" y="8789795"/>
            <a:chExt cx="522605" cy="891540"/>
          </a:xfrm>
        </p:grpSpPr>
        <p:sp>
          <p:nvSpPr>
            <p:cNvPr id="248" name="object 248" descr=""/>
            <p:cNvSpPr/>
            <p:nvPr/>
          </p:nvSpPr>
          <p:spPr>
            <a:xfrm>
              <a:off x="6173696" y="9148286"/>
              <a:ext cx="521970" cy="533400"/>
            </a:xfrm>
            <a:custGeom>
              <a:avLst/>
              <a:gdLst/>
              <a:ahLst/>
              <a:cxnLst/>
              <a:rect l="l" t="t" r="r" b="b"/>
              <a:pathLst>
                <a:path w="521970" h="533400">
                  <a:moveTo>
                    <a:pt x="521481" y="0"/>
                  </a:moveTo>
                  <a:lnTo>
                    <a:pt x="0" y="0"/>
                  </a:lnTo>
                  <a:lnTo>
                    <a:pt x="0" y="532989"/>
                  </a:lnTo>
                  <a:lnTo>
                    <a:pt x="521481" y="532989"/>
                  </a:lnTo>
                  <a:lnTo>
                    <a:pt x="521481" y="0"/>
                  </a:lnTo>
                  <a:close/>
                </a:path>
              </a:pathLst>
            </a:custGeom>
            <a:solidFill>
              <a:srgbClr val="E8AB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6172984" y="8789795"/>
              <a:ext cx="521970" cy="358775"/>
            </a:xfrm>
            <a:custGeom>
              <a:avLst/>
              <a:gdLst/>
              <a:ahLst/>
              <a:cxnLst/>
              <a:rect l="l" t="t" r="r" b="b"/>
              <a:pathLst>
                <a:path w="521970" h="358775">
                  <a:moveTo>
                    <a:pt x="521481" y="0"/>
                  </a:moveTo>
                  <a:lnTo>
                    <a:pt x="0" y="0"/>
                  </a:lnTo>
                  <a:lnTo>
                    <a:pt x="0" y="358491"/>
                  </a:lnTo>
                  <a:lnTo>
                    <a:pt x="521481" y="358491"/>
                  </a:lnTo>
                  <a:lnTo>
                    <a:pt x="521481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0" name="object 250" descr=""/>
          <p:cNvSpPr/>
          <p:nvPr/>
        </p:nvSpPr>
        <p:spPr>
          <a:xfrm>
            <a:off x="6747071" y="7276375"/>
            <a:ext cx="658495" cy="302895"/>
          </a:xfrm>
          <a:custGeom>
            <a:avLst/>
            <a:gdLst/>
            <a:ahLst/>
            <a:cxnLst/>
            <a:rect l="l" t="t" r="r" b="b"/>
            <a:pathLst>
              <a:path w="658495" h="302895">
                <a:moveTo>
                  <a:pt x="657990" y="0"/>
                </a:moveTo>
                <a:lnTo>
                  <a:pt x="0" y="0"/>
                </a:lnTo>
                <a:lnTo>
                  <a:pt x="0" y="302880"/>
                </a:lnTo>
                <a:lnTo>
                  <a:pt x="657990" y="302880"/>
                </a:lnTo>
                <a:lnTo>
                  <a:pt x="657990" y="0"/>
                </a:lnTo>
                <a:close/>
              </a:path>
            </a:pathLst>
          </a:custGeom>
          <a:solidFill>
            <a:srgbClr val="CD886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1" name="object 251" descr=""/>
          <p:cNvGrpSpPr/>
          <p:nvPr/>
        </p:nvGrpSpPr>
        <p:grpSpPr>
          <a:xfrm>
            <a:off x="6033491" y="6778466"/>
            <a:ext cx="1490345" cy="3027045"/>
            <a:chOff x="6033491" y="6778466"/>
            <a:chExt cx="1490345" cy="3027045"/>
          </a:xfrm>
        </p:grpSpPr>
        <p:sp>
          <p:nvSpPr>
            <p:cNvPr id="252" name="object 252" descr=""/>
            <p:cNvSpPr/>
            <p:nvPr/>
          </p:nvSpPr>
          <p:spPr>
            <a:xfrm>
              <a:off x="6033491" y="6778465"/>
              <a:ext cx="1490345" cy="3027045"/>
            </a:xfrm>
            <a:custGeom>
              <a:avLst/>
              <a:gdLst/>
              <a:ahLst/>
              <a:cxnLst/>
              <a:rect l="l" t="t" r="r" b="b"/>
              <a:pathLst>
                <a:path w="1490345" h="3027045">
                  <a:moveTo>
                    <a:pt x="1489849" y="2958401"/>
                  </a:moveTo>
                  <a:lnTo>
                    <a:pt x="1398524" y="2958401"/>
                  </a:lnTo>
                  <a:lnTo>
                    <a:pt x="1398524" y="3026664"/>
                  </a:lnTo>
                  <a:lnTo>
                    <a:pt x="1489849" y="3026664"/>
                  </a:lnTo>
                  <a:lnTo>
                    <a:pt x="1489849" y="2958401"/>
                  </a:lnTo>
                  <a:close/>
                </a:path>
                <a:path w="1490345" h="3027045">
                  <a:moveTo>
                    <a:pt x="1489849" y="1746885"/>
                  </a:moveTo>
                  <a:lnTo>
                    <a:pt x="1398524" y="1746885"/>
                  </a:lnTo>
                  <a:lnTo>
                    <a:pt x="1398524" y="2902813"/>
                  </a:lnTo>
                  <a:lnTo>
                    <a:pt x="1489849" y="2902813"/>
                  </a:lnTo>
                  <a:lnTo>
                    <a:pt x="1489849" y="1746885"/>
                  </a:lnTo>
                  <a:close/>
                </a:path>
                <a:path w="1490345" h="3027045">
                  <a:moveTo>
                    <a:pt x="1489849" y="856411"/>
                  </a:moveTo>
                  <a:lnTo>
                    <a:pt x="1398524" y="856411"/>
                  </a:lnTo>
                  <a:lnTo>
                    <a:pt x="1398524" y="1691297"/>
                  </a:lnTo>
                  <a:lnTo>
                    <a:pt x="1489849" y="1691297"/>
                  </a:lnTo>
                  <a:lnTo>
                    <a:pt x="1489849" y="856411"/>
                  </a:lnTo>
                  <a:close/>
                </a:path>
                <a:path w="1490345" h="3027045">
                  <a:moveTo>
                    <a:pt x="1489849" y="0"/>
                  </a:moveTo>
                  <a:lnTo>
                    <a:pt x="0" y="0"/>
                  </a:lnTo>
                  <a:lnTo>
                    <a:pt x="0" y="78740"/>
                  </a:lnTo>
                  <a:lnTo>
                    <a:pt x="0" y="801370"/>
                  </a:lnTo>
                  <a:lnTo>
                    <a:pt x="0" y="3026410"/>
                  </a:lnTo>
                  <a:lnTo>
                    <a:pt x="91325" y="3026410"/>
                  </a:lnTo>
                  <a:lnTo>
                    <a:pt x="91325" y="2957830"/>
                  </a:lnTo>
                  <a:lnTo>
                    <a:pt x="1489849" y="2957830"/>
                  </a:lnTo>
                  <a:lnTo>
                    <a:pt x="1489849" y="2903220"/>
                  </a:lnTo>
                  <a:lnTo>
                    <a:pt x="91325" y="2903220"/>
                  </a:lnTo>
                  <a:lnTo>
                    <a:pt x="91325" y="1746250"/>
                  </a:lnTo>
                  <a:lnTo>
                    <a:pt x="1489849" y="1746250"/>
                  </a:lnTo>
                  <a:lnTo>
                    <a:pt x="1489849" y="1691640"/>
                  </a:lnTo>
                  <a:lnTo>
                    <a:pt x="91325" y="1691640"/>
                  </a:lnTo>
                  <a:lnTo>
                    <a:pt x="91325" y="855980"/>
                  </a:lnTo>
                  <a:lnTo>
                    <a:pt x="1489849" y="855980"/>
                  </a:lnTo>
                  <a:lnTo>
                    <a:pt x="1489849" y="801370"/>
                  </a:lnTo>
                  <a:lnTo>
                    <a:pt x="91325" y="801370"/>
                  </a:lnTo>
                  <a:lnTo>
                    <a:pt x="91325" y="78740"/>
                  </a:lnTo>
                  <a:lnTo>
                    <a:pt x="1398524" y="78740"/>
                  </a:lnTo>
                  <a:lnTo>
                    <a:pt x="1398524" y="800823"/>
                  </a:lnTo>
                  <a:lnTo>
                    <a:pt x="1489849" y="800823"/>
                  </a:lnTo>
                  <a:lnTo>
                    <a:pt x="1489849" y="78740"/>
                  </a:lnTo>
                  <a:lnTo>
                    <a:pt x="1489849" y="78193"/>
                  </a:lnTo>
                  <a:lnTo>
                    <a:pt x="1489849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6401575" y="7276382"/>
              <a:ext cx="944244" cy="691515"/>
            </a:xfrm>
            <a:custGeom>
              <a:avLst/>
              <a:gdLst/>
              <a:ahLst/>
              <a:cxnLst/>
              <a:rect l="l" t="t" r="r" b="b"/>
              <a:pathLst>
                <a:path w="944245" h="691515">
                  <a:moveTo>
                    <a:pt x="55867" y="589953"/>
                  </a:moveTo>
                  <a:lnTo>
                    <a:pt x="0" y="589953"/>
                  </a:lnTo>
                  <a:lnTo>
                    <a:pt x="0" y="690918"/>
                  </a:lnTo>
                  <a:lnTo>
                    <a:pt x="55867" y="690918"/>
                  </a:lnTo>
                  <a:lnTo>
                    <a:pt x="55867" y="589953"/>
                  </a:lnTo>
                  <a:close/>
                </a:path>
                <a:path w="944245" h="691515">
                  <a:moveTo>
                    <a:pt x="499910" y="0"/>
                  </a:moveTo>
                  <a:lnTo>
                    <a:pt x="466953" y="0"/>
                  </a:lnTo>
                  <a:lnTo>
                    <a:pt x="466953" y="302895"/>
                  </a:lnTo>
                  <a:lnTo>
                    <a:pt x="499910" y="302895"/>
                  </a:lnTo>
                  <a:lnTo>
                    <a:pt x="499910" y="0"/>
                  </a:lnTo>
                  <a:close/>
                </a:path>
                <a:path w="944245" h="691515">
                  <a:moveTo>
                    <a:pt x="515810" y="488975"/>
                  </a:moveTo>
                  <a:lnTo>
                    <a:pt x="462775" y="488975"/>
                  </a:lnTo>
                  <a:lnTo>
                    <a:pt x="462775" y="589953"/>
                  </a:lnTo>
                  <a:lnTo>
                    <a:pt x="515810" y="589953"/>
                  </a:lnTo>
                  <a:lnTo>
                    <a:pt x="515810" y="488975"/>
                  </a:lnTo>
                  <a:close/>
                </a:path>
                <a:path w="944245" h="691515">
                  <a:moveTo>
                    <a:pt x="878662" y="12"/>
                  </a:moveTo>
                  <a:lnTo>
                    <a:pt x="845705" y="12"/>
                  </a:lnTo>
                  <a:lnTo>
                    <a:pt x="845705" y="302907"/>
                  </a:lnTo>
                  <a:lnTo>
                    <a:pt x="878662" y="302907"/>
                  </a:lnTo>
                  <a:lnTo>
                    <a:pt x="878662" y="12"/>
                  </a:lnTo>
                  <a:close/>
                </a:path>
                <a:path w="944245" h="691515">
                  <a:moveTo>
                    <a:pt x="944067" y="488975"/>
                  </a:moveTo>
                  <a:lnTo>
                    <a:pt x="891032" y="488975"/>
                  </a:lnTo>
                  <a:lnTo>
                    <a:pt x="891032" y="589953"/>
                  </a:lnTo>
                  <a:lnTo>
                    <a:pt x="944067" y="589953"/>
                  </a:lnTo>
                  <a:lnTo>
                    <a:pt x="944067" y="488975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6747072" y="6968384"/>
              <a:ext cx="658495" cy="308610"/>
            </a:xfrm>
            <a:custGeom>
              <a:avLst/>
              <a:gdLst/>
              <a:ahLst/>
              <a:cxnLst/>
              <a:rect l="l" t="t" r="r" b="b"/>
              <a:pathLst>
                <a:path w="658495" h="308609">
                  <a:moveTo>
                    <a:pt x="657990" y="0"/>
                  </a:moveTo>
                  <a:lnTo>
                    <a:pt x="0" y="0"/>
                  </a:lnTo>
                  <a:lnTo>
                    <a:pt x="0" y="307990"/>
                  </a:lnTo>
                  <a:lnTo>
                    <a:pt x="657990" y="307990"/>
                  </a:lnTo>
                  <a:lnTo>
                    <a:pt x="657990" y="0"/>
                  </a:lnTo>
                  <a:close/>
                </a:path>
              </a:pathLst>
            </a:custGeom>
            <a:solidFill>
              <a:srgbClr val="E8AB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6868528" y="6968407"/>
              <a:ext cx="412115" cy="99695"/>
            </a:xfrm>
            <a:custGeom>
              <a:avLst/>
              <a:gdLst/>
              <a:ahLst/>
              <a:cxnLst/>
              <a:rect l="l" t="t" r="r" b="b"/>
              <a:pathLst>
                <a:path w="412115" h="99695">
                  <a:moveTo>
                    <a:pt x="32956" y="0"/>
                  </a:moveTo>
                  <a:lnTo>
                    <a:pt x="0" y="0"/>
                  </a:lnTo>
                  <a:lnTo>
                    <a:pt x="0" y="99263"/>
                  </a:lnTo>
                  <a:lnTo>
                    <a:pt x="32956" y="99263"/>
                  </a:lnTo>
                  <a:lnTo>
                    <a:pt x="32956" y="0"/>
                  </a:lnTo>
                  <a:close/>
                </a:path>
                <a:path w="412115" h="99695">
                  <a:moveTo>
                    <a:pt x="411708" y="0"/>
                  </a:moveTo>
                  <a:lnTo>
                    <a:pt x="378752" y="0"/>
                  </a:lnTo>
                  <a:lnTo>
                    <a:pt x="378752" y="99263"/>
                  </a:lnTo>
                  <a:lnTo>
                    <a:pt x="411708" y="99263"/>
                  </a:lnTo>
                  <a:lnTo>
                    <a:pt x="411708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6747072" y="7266166"/>
              <a:ext cx="658495" cy="10795"/>
            </a:xfrm>
            <a:custGeom>
              <a:avLst/>
              <a:gdLst/>
              <a:ahLst/>
              <a:cxnLst/>
              <a:rect l="l" t="t" r="r" b="b"/>
              <a:pathLst>
                <a:path w="658495" h="10795">
                  <a:moveTo>
                    <a:pt x="657990" y="0"/>
                  </a:moveTo>
                  <a:lnTo>
                    <a:pt x="0" y="0"/>
                  </a:lnTo>
                  <a:lnTo>
                    <a:pt x="0" y="10209"/>
                  </a:lnTo>
                  <a:lnTo>
                    <a:pt x="657990" y="10209"/>
                  </a:lnTo>
                  <a:lnTo>
                    <a:pt x="657990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6430464" y="6921265"/>
              <a:ext cx="292735" cy="658495"/>
            </a:xfrm>
            <a:custGeom>
              <a:avLst/>
              <a:gdLst/>
              <a:ahLst/>
              <a:cxnLst/>
              <a:rect l="l" t="t" r="r" b="b"/>
              <a:pathLst>
                <a:path w="292734" h="658495">
                  <a:moveTo>
                    <a:pt x="292231" y="0"/>
                  </a:moveTo>
                  <a:lnTo>
                    <a:pt x="0" y="0"/>
                  </a:lnTo>
                  <a:lnTo>
                    <a:pt x="0" y="658000"/>
                  </a:lnTo>
                  <a:lnTo>
                    <a:pt x="292231" y="658000"/>
                  </a:lnTo>
                  <a:lnTo>
                    <a:pt x="292231" y="0"/>
                  </a:lnTo>
                  <a:close/>
                </a:path>
              </a:pathLst>
            </a:custGeom>
            <a:solidFill>
              <a:srgbClr val="E8AB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6144577" y="6921265"/>
              <a:ext cx="266065" cy="658495"/>
            </a:xfrm>
            <a:custGeom>
              <a:avLst/>
              <a:gdLst/>
              <a:ahLst/>
              <a:cxnLst/>
              <a:rect l="l" t="t" r="r" b="b"/>
              <a:pathLst>
                <a:path w="266064" h="658495">
                  <a:moveTo>
                    <a:pt x="265970" y="0"/>
                  </a:moveTo>
                  <a:lnTo>
                    <a:pt x="0" y="0"/>
                  </a:lnTo>
                  <a:lnTo>
                    <a:pt x="0" y="658000"/>
                  </a:lnTo>
                  <a:lnTo>
                    <a:pt x="265970" y="658000"/>
                  </a:lnTo>
                  <a:lnTo>
                    <a:pt x="265970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6468072" y="6921277"/>
              <a:ext cx="211454" cy="74930"/>
            </a:xfrm>
            <a:custGeom>
              <a:avLst/>
              <a:gdLst/>
              <a:ahLst/>
              <a:cxnLst/>
              <a:rect l="l" t="t" r="r" b="b"/>
              <a:pathLst>
                <a:path w="211454" h="74929">
                  <a:moveTo>
                    <a:pt x="23088" y="0"/>
                  </a:moveTo>
                  <a:lnTo>
                    <a:pt x="0" y="0"/>
                  </a:lnTo>
                  <a:lnTo>
                    <a:pt x="0" y="74498"/>
                  </a:lnTo>
                  <a:lnTo>
                    <a:pt x="23088" y="74498"/>
                  </a:lnTo>
                  <a:lnTo>
                    <a:pt x="23088" y="0"/>
                  </a:lnTo>
                  <a:close/>
                </a:path>
                <a:path w="211454" h="74929">
                  <a:moveTo>
                    <a:pt x="210896" y="0"/>
                  </a:moveTo>
                  <a:lnTo>
                    <a:pt x="187807" y="0"/>
                  </a:lnTo>
                  <a:lnTo>
                    <a:pt x="187807" y="74498"/>
                  </a:lnTo>
                  <a:lnTo>
                    <a:pt x="210896" y="74498"/>
                  </a:lnTo>
                  <a:lnTo>
                    <a:pt x="210896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0" name="object 260" descr=""/>
          <p:cNvSpPr/>
          <p:nvPr/>
        </p:nvSpPr>
        <p:spPr>
          <a:xfrm>
            <a:off x="12642767" y="8149929"/>
            <a:ext cx="1524635" cy="49530"/>
          </a:xfrm>
          <a:custGeom>
            <a:avLst/>
            <a:gdLst/>
            <a:ahLst/>
            <a:cxnLst/>
            <a:rect l="l" t="t" r="r" b="b"/>
            <a:pathLst>
              <a:path w="1524634" h="49529">
                <a:moveTo>
                  <a:pt x="0" y="49359"/>
                </a:moveTo>
                <a:lnTo>
                  <a:pt x="1524592" y="49359"/>
                </a:lnTo>
                <a:lnTo>
                  <a:pt x="1524592" y="0"/>
                </a:lnTo>
                <a:lnTo>
                  <a:pt x="0" y="0"/>
                </a:lnTo>
                <a:lnTo>
                  <a:pt x="0" y="49359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 descr=""/>
          <p:cNvSpPr/>
          <p:nvPr/>
        </p:nvSpPr>
        <p:spPr>
          <a:xfrm>
            <a:off x="12642767" y="8909048"/>
            <a:ext cx="1524635" cy="49530"/>
          </a:xfrm>
          <a:custGeom>
            <a:avLst/>
            <a:gdLst/>
            <a:ahLst/>
            <a:cxnLst/>
            <a:rect l="l" t="t" r="r" b="b"/>
            <a:pathLst>
              <a:path w="1524634" h="49529">
                <a:moveTo>
                  <a:pt x="0" y="49359"/>
                </a:moveTo>
                <a:lnTo>
                  <a:pt x="1524592" y="49359"/>
                </a:lnTo>
                <a:lnTo>
                  <a:pt x="1524592" y="0"/>
                </a:lnTo>
                <a:lnTo>
                  <a:pt x="0" y="0"/>
                </a:lnTo>
                <a:lnTo>
                  <a:pt x="0" y="49359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2" name="object 262" descr=""/>
          <p:cNvGrpSpPr/>
          <p:nvPr/>
        </p:nvGrpSpPr>
        <p:grpSpPr>
          <a:xfrm>
            <a:off x="12542445" y="7283254"/>
            <a:ext cx="1732914" cy="2572385"/>
            <a:chOff x="12542445" y="7283254"/>
            <a:chExt cx="1732914" cy="2572385"/>
          </a:xfrm>
        </p:grpSpPr>
        <p:sp>
          <p:nvSpPr>
            <p:cNvPr id="263" name="object 263" descr=""/>
            <p:cNvSpPr/>
            <p:nvPr/>
          </p:nvSpPr>
          <p:spPr>
            <a:xfrm>
              <a:off x="12642766" y="9710049"/>
              <a:ext cx="1524635" cy="49530"/>
            </a:xfrm>
            <a:custGeom>
              <a:avLst/>
              <a:gdLst/>
              <a:ahLst/>
              <a:cxnLst/>
              <a:rect l="l" t="t" r="r" b="b"/>
              <a:pathLst>
                <a:path w="1524634" h="49529">
                  <a:moveTo>
                    <a:pt x="0" y="49359"/>
                  </a:moveTo>
                  <a:lnTo>
                    <a:pt x="1524592" y="49359"/>
                  </a:lnTo>
                  <a:lnTo>
                    <a:pt x="1524592" y="0"/>
                  </a:lnTo>
                  <a:lnTo>
                    <a:pt x="0" y="0"/>
                  </a:lnTo>
                  <a:lnTo>
                    <a:pt x="0" y="4935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12564235" y="7332478"/>
              <a:ext cx="78740" cy="2522855"/>
            </a:xfrm>
            <a:custGeom>
              <a:avLst/>
              <a:gdLst/>
              <a:ahLst/>
              <a:cxnLst/>
              <a:rect l="l" t="t" r="r" b="b"/>
              <a:pathLst>
                <a:path w="78740" h="2522854">
                  <a:moveTo>
                    <a:pt x="78531" y="0"/>
                  </a:moveTo>
                  <a:lnTo>
                    <a:pt x="0" y="0"/>
                  </a:lnTo>
                  <a:lnTo>
                    <a:pt x="0" y="2522520"/>
                  </a:lnTo>
                  <a:lnTo>
                    <a:pt x="78531" y="2522520"/>
                  </a:lnTo>
                  <a:lnTo>
                    <a:pt x="78531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13619511" y="7508975"/>
              <a:ext cx="469900" cy="641350"/>
            </a:xfrm>
            <a:custGeom>
              <a:avLst/>
              <a:gdLst/>
              <a:ahLst/>
              <a:cxnLst/>
              <a:rect l="l" t="t" r="r" b="b"/>
              <a:pathLst>
                <a:path w="469900" h="641350">
                  <a:moveTo>
                    <a:pt x="469682" y="0"/>
                  </a:moveTo>
                  <a:lnTo>
                    <a:pt x="0" y="0"/>
                  </a:lnTo>
                  <a:lnTo>
                    <a:pt x="0" y="640954"/>
                  </a:lnTo>
                  <a:lnTo>
                    <a:pt x="469682" y="640954"/>
                  </a:lnTo>
                  <a:lnTo>
                    <a:pt x="469682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13707580" y="7508995"/>
              <a:ext cx="290830" cy="80645"/>
            </a:xfrm>
            <a:custGeom>
              <a:avLst/>
              <a:gdLst/>
              <a:ahLst/>
              <a:cxnLst/>
              <a:rect l="l" t="t" r="r" b="b"/>
              <a:pathLst>
                <a:path w="290830" h="80645">
                  <a:moveTo>
                    <a:pt x="40386" y="0"/>
                  </a:moveTo>
                  <a:lnTo>
                    <a:pt x="0" y="0"/>
                  </a:lnTo>
                  <a:lnTo>
                    <a:pt x="0" y="80391"/>
                  </a:lnTo>
                  <a:lnTo>
                    <a:pt x="40386" y="80391"/>
                  </a:lnTo>
                  <a:lnTo>
                    <a:pt x="40386" y="0"/>
                  </a:lnTo>
                  <a:close/>
                </a:path>
                <a:path w="290830" h="80645">
                  <a:moveTo>
                    <a:pt x="290830" y="0"/>
                  </a:moveTo>
                  <a:lnTo>
                    <a:pt x="250444" y="0"/>
                  </a:lnTo>
                  <a:lnTo>
                    <a:pt x="250444" y="80391"/>
                  </a:lnTo>
                  <a:lnTo>
                    <a:pt x="290830" y="80391"/>
                  </a:lnTo>
                  <a:lnTo>
                    <a:pt x="290830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3188729" y="7609202"/>
              <a:ext cx="371475" cy="541020"/>
            </a:xfrm>
            <a:custGeom>
              <a:avLst/>
              <a:gdLst/>
              <a:ahLst/>
              <a:cxnLst/>
              <a:rect l="l" t="t" r="r" b="b"/>
              <a:pathLst>
                <a:path w="371475" h="541020">
                  <a:moveTo>
                    <a:pt x="370962" y="0"/>
                  </a:moveTo>
                  <a:lnTo>
                    <a:pt x="0" y="0"/>
                  </a:lnTo>
                  <a:lnTo>
                    <a:pt x="0" y="540726"/>
                  </a:lnTo>
                  <a:lnTo>
                    <a:pt x="370962" y="540726"/>
                  </a:lnTo>
                  <a:lnTo>
                    <a:pt x="370962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13355132" y="7609202"/>
              <a:ext cx="30480" cy="541020"/>
            </a:xfrm>
            <a:custGeom>
              <a:avLst/>
              <a:gdLst/>
              <a:ahLst/>
              <a:cxnLst/>
              <a:rect l="l" t="t" r="r" b="b"/>
              <a:pathLst>
                <a:path w="30480" h="541020">
                  <a:moveTo>
                    <a:pt x="30292" y="0"/>
                  </a:moveTo>
                  <a:lnTo>
                    <a:pt x="0" y="0"/>
                  </a:lnTo>
                  <a:lnTo>
                    <a:pt x="0" y="540726"/>
                  </a:lnTo>
                  <a:lnTo>
                    <a:pt x="30292" y="540726"/>
                  </a:lnTo>
                  <a:lnTo>
                    <a:pt x="30292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12697634" y="7844043"/>
              <a:ext cx="441325" cy="306070"/>
            </a:xfrm>
            <a:custGeom>
              <a:avLst/>
              <a:gdLst/>
              <a:ahLst/>
              <a:cxnLst/>
              <a:rect l="l" t="t" r="r" b="b"/>
              <a:pathLst>
                <a:path w="441325" h="306070">
                  <a:moveTo>
                    <a:pt x="440887" y="0"/>
                  </a:moveTo>
                  <a:lnTo>
                    <a:pt x="0" y="0"/>
                  </a:lnTo>
                  <a:lnTo>
                    <a:pt x="0" y="305885"/>
                  </a:lnTo>
                  <a:lnTo>
                    <a:pt x="440887" y="305885"/>
                  </a:lnTo>
                  <a:lnTo>
                    <a:pt x="440887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12542445" y="7283254"/>
              <a:ext cx="1732914" cy="49530"/>
            </a:xfrm>
            <a:custGeom>
              <a:avLst/>
              <a:gdLst/>
              <a:ahLst/>
              <a:cxnLst/>
              <a:rect l="l" t="t" r="r" b="b"/>
              <a:pathLst>
                <a:path w="1732915" h="49529">
                  <a:moveTo>
                    <a:pt x="1732303" y="0"/>
                  </a:moveTo>
                  <a:lnTo>
                    <a:pt x="0" y="0"/>
                  </a:lnTo>
                  <a:lnTo>
                    <a:pt x="0" y="49359"/>
                  </a:lnTo>
                  <a:lnTo>
                    <a:pt x="1732303" y="49359"/>
                  </a:lnTo>
                  <a:lnTo>
                    <a:pt x="173230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13806490" y="8604491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40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13806490" y="8898954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40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13806490" y="8299935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40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14036849" y="8299925"/>
              <a:ext cx="29209" cy="98425"/>
            </a:xfrm>
            <a:custGeom>
              <a:avLst/>
              <a:gdLst/>
              <a:ahLst/>
              <a:cxnLst/>
              <a:rect l="l" t="t" r="r" b="b"/>
              <a:pathLst>
                <a:path w="29209" h="98425">
                  <a:moveTo>
                    <a:pt x="28711" y="0"/>
                  </a:moveTo>
                  <a:lnTo>
                    <a:pt x="0" y="0"/>
                  </a:lnTo>
                  <a:lnTo>
                    <a:pt x="0" y="98164"/>
                  </a:lnTo>
                  <a:lnTo>
                    <a:pt x="28711" y="98164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13806490" y="8594397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40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13863001" y="8299925"/>
              <a:ext cx="29209" cy="98425"/>
            </a:xfrm>
            <a:custGeom>
              <a:avLst/>
              <a:gdLst/>
              <a:ahLst/>
              <a:cxnLst/>
              <a:rect l="l" t="t" r="r" b="b"/>
              <a:pathLst>
                <a:path w="29209" h="98425">
                  <a:moveTo>
                    <a:pt x="28711" y="0"/>
                  </a:moveTo>
                  <a:lnTo>
                    <a:pt x="0" y="0"/>
                  </a:lnTo>
                  <a:lnTo>
                    <a:pt x="0" y="98164"/>
                  </a:lnTo>
                  <a:lnTo>
                    <a:pt x="28711" y="98164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13477432" y="8604491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40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13477432" y="8898954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40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13477432" y="8299935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40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13477432" y="8594397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40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13099527" y="8604491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40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13099527" y="8898954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40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13099527" y="8299935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40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13329876" y="8299925"/>
              <a:ext cx="29209" cy="98425"/>
            </a:xfrm>
            <a:custGeom>
              <a:avLst/>
              <a:gdLst/>
              <a:ahLst/>
              <a:cxnLst/>
              <a:rect l="l" t="t" r="r" b="b"/>
              <a:pathLst>
                <a:path w="29209" h="98425">
                  <a:moveTo>
                    <a:pt x="28711" y="0"/>
                  </a:moveTo>
                  <a:lnTo>
                    <a:pt x="0" y="0"/>
                  </a:lnTo>
                  <a:lnTo>
                    <a:pt x="0" y="98164"/>
                  </a:lnTo>
                  <a:lnTo>
                    <a:pt x="28711" y="98164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13099527" y="8594397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40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13156039" y="8299925"/>
              <a:ext cx="29209" cy="98425"/>
            </a:xfrm>
            <a:custGeom>
              <a:avLst/>
              <a:gdLst/>
              <a:ahLst/>
              <a:cxnLst/>
              <a:rect l="l" t="t" r="r" b="b"/>
              <a:pathLst>
                <a:path w="29209" h="98425">
                  <a:moveTo>
                    <a:pt x="28711" y="0"/>
                  </a:moveTo>
                  <a:lnTo>
                    <a:pt x="0" y="0"/>
                  </a:lnTo>
                  <a:lnTo>
                    <a:pt x="0" y="98164"/>
                  </a:lnTo>
                  <a:lnTo>
                    <a:pt x="28711" y="98164"/>
                  </a:lnTo>
                  <a:lnTo>
                    <a:pt x="2871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12770469" y="8604491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40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12770469" y="8898954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40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12770469" y="8299935"/>
              <a:ext cx="320040" cy="304800"/>
            </a:xfrm>
            <a:custGeom>
              <a:avLst/>
              <a:gdLst/>
              <a:ahLst/>
              <a:cxnLst/>
              <a:rect l="l" t="t" r="r" b="b"/>
              <a:pathLst>
                <a:path w="320040" h="304800">
                  <a:moveTo>
                    <a:pt x="319728" y="0"/>
                  </a:moveTo>
                  <a:lnTo>
                    <a:pt x="0" y="0"/>
                  </a:lnTo>
                  <a:lnTo>
                    <a:pt x="0" y="304556"/>
                  </a:lnTo>
                  <a:lnTo>
                    <a:pt x="319728" y="304556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12770469" y="8594397"/>
              <a:ext cx="320040" cy="10160"/>
            </a:xfrm>
            <a:custGeom>
              <a:avLst/>
              <a:gdLst/>
              <a:ahLst/>
              <a:cxnLst/>
              <a:rect l="l" t="t" r="r" b="b"/>
              <a:pathLst>
                <a:path w="320040" h="10159">
                  <a:moveTo>
                    <a:pt x="319728" y="0"/>
                  </a:moveTo>
                  <a:lnTo>
                    <a:pt x="0" y="0"/>
                  </a:lnTo>
                  <a:lnTo>
                    <a:pt x="0" y="10093"/>
                  </a:lnTo>
                  <a:lnTo>
                    <a:pt x="319728" y="10093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12680901" y="7538147"/>
              <a:ext cx="441325" cy="306070"/>
            </a:xfrm>
            <a:custGeom>
              <a:avLst/>
              <a:gdLst/>
              <a:ahLst/>
              <a:cxnLst/>
              <a:rect l="l" t="t" r="r" b="b"/>
              <a:pathLst>
                <a:path w="441325" h="306070">
                  <a:moveTo>
                    <a:pt x="440887" y="0"/>
                  </a:moveTo>
                  <a:lnTo>
                    <a:pt x="0" y="0"/>
                  </a:lnTo>
                  <a:lnTo>
                    <a:pt x="0" y="305896"/>
                  </a:lnTo>
                  <a:lnTo>
                    <a:pt x="440887" y="305896"/>
                  </a:lnTo>
                  <a:lnTo>
                    <a:pt x="440887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12901345" y="7538147"/>
              <a:ext cx="23495" cy="306070"/>
            </a:xfrm>
            <a:custGeom>
              <a:avLst/>
              <a:gdLst/>
              <a:ahLst/>
              <a:cxnLst/>
              <a:rect l="l" t="t" r="r" b="b"/>
              <a:pathLst>
                <a:path w="23495" h="306070">
                  <a:moveTo>
                    <a:pt x="22994" y="0"/>
                  </a:moveTo>
                  <a:lnTo>
                    <a:pt x="0" y="0"/>
                  </a:lnTo>
                  <a:lnTo>
                    <a:pt x="0" y="305896"/>
                  </a:lnTo>
                  <a:lnTo>
                    <a:pt x="22994" y="305896"/>
                  </a:lnTo>
                  <a:lnTo>
                    <a:pt x="22994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12769063" y="7538154"/>
              <a:ext cx="264160" cy="52069"/>
            </a:xfrm>
            <a:custGeom>
              <a:avLst/>
              <a:gdLst/>
              <a:ahLst/>
              <a:cxnLst/>
              <a:rect l="l" t="t" r="r" b="b"/>
              <a:pathLst>
                <a:path w="264159" h="52070">
                  <a:moveTo>
                    <a:pt x="31407" y="0"/>
                  </a:moveTo>
                  <a:lnTo>
                    <a:pt x="0" y="0"/>
                  </a:lnTo>
                  <a:lnTo>
                    <a:pt x="0" y="52019"/>
                  </a:lnTo>
                  <a:lnTo>
                    <a:pt x="31407" y="52019"/>
                  </a:lnTo>
                  <a:lnTo>
                    <a:pt x="31407" y="0"/>
                  </a:lnTo>
                  <a:close/>
                </a:path>
                <a:path w="264159" h="52070">
                  <a:moveTo>
                    <a:pt x="264096" y="0"/>
                  </a:moveTo>
                  <a:lnTo>
                    <a:pt x="232676" y="0"/>
                  </a:lnTo>
                  <a:lnTo>
                    <a:pt x="232676" y="52019"/>
                  </a:lnTo>
                  <a:lnTo>
                    <a:pt x="264096" y="52019"/>
                  </a:lnTo>
                  <a:lnTo>
                    <a:pt x="264096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12680899" y="7833950"/>
              <a:ext cx="1445895" cy="770890"/>
            </a:xfrm>
            <a:custGeom>
              <a:avLst/>
              <a:gdLst/>
              <a:ahLst/>
              <a:cxnLst/>
              <a:rect l="l" t="t" r="r" b="b"/>
              <a:pathLst>
                <a:path w="1445894" h="770890">
                  <a:moveTo>
                    <a:pt x="440880" y="0"/>
                  </a:moveTo>
                  <a:lnTo>
                    <a:pt x="0" y="0"/>
                  </a:lnTo>
                  <a:lnTo>
                    <a:pt x="0" y="10096"/>
                  </a:lnTo>
                  <a:lnTo>
                    <a:pt x="440880" y="10096"/>
                  </a:lnTo>
                  <a:lnTo>
                    <a:pt x="440880" y="0"/>
                  </a:lnTo>
                  <a:close/>
                </a:path>
                <a:path w="1445894" h="770890">
                  <a:moveTo>
                    <a:pt x="1445310" y="760450"/>
                  </a:moveTo>
                  <a:lnTo>
                    <a:pt x="1125588" y="760450"/>
                  </a:lnTo>
                  <a:lnTo>
                    <a:pt x="1125588" y="770547"/>
                  </a:lnTo>
                  <a:lnTo>
                    <a:pt x="1445310" y="770547"/>
                  </a:lnTo>
                  <a:lnTo>
                    <a:pt x="1445310" y="76045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13420166" y="8991466"/>
              <a:ext cx="601345" cy="718820"/>
            </a:xfrm>
            <a:custGeom>
              <a:avLst/>
              <a:gdLst/>
              <a:ahLst/>
              <a:cxnLst/>
              <a:rect l="l" t="t" r="r" b="b"/>
              <a:pathLst>
                <a:path w="601344" h="718820">
                  <a:moveTo>
                    <a:pt x="601230" y="359295"/>
                  </a:moveTo>
                  <a:lnTo>
                    <a:pt x="574433" y="359295"/>
                  </a:lnTo>
                  <a:lnTo>
                    <a:pt x="574433" y="0"/>
                  </a:lnTo>
                  <a:lnTo>
                    <a:pt x="0" y="0"/>
                  </a:lnTo>
                  <a:lnTo>
                    <a:pt x="0" y="359295"/>
                  </a:lnTo>
                  <a:lnTo>
                    <a:pt x="26797" y="359295"/>
                  </a:lnTo>
                  <a:lnTo>
                    <a:pt x="26797" y="718591"/>
                  </a:lnTo>
                  <a:lnTo>
                    <a:pt x="601230" y="718591"/>
                  </a:lnTo>
                  <a:lnTo>
                    <a:pt x="601230" y="359295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13420177" y="9335631"/>
              <a:ext cx="574675" cy="15240"/>
            </a:xfrm>
            <a:custGeom>
              <a:avLst/>
              <a:gdLst/>
              <a:ahLst/>
              <a:cxnLst/>
              <a:rect l="l" t="t" r="r" b="b"/>
              <a:pathLst>
                <a:path w="574675" h="15240">
                  <a:moveTo>
                    <a:pt x="574432" y="0"/>
                  </a:moveTo>
                  <a:lnTo>
                    <a:pt x="0" y="0"/>
                  </a:lnTo>
                  <a:lnTo>
                    <a:pt x="0" y="15119"/>
                  </a:lnTo>
                  <a:lnTo>
                    <a:pt x="574432" y="15119"/>
                  </a:lnTo>
                  <a:lnTo>
                    <a:pt x="574432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12838532" y="8991466"/>
              <a:ext cx="602615" cy="718820"/>
            </a:xfrm>
            <a:custGeom>
              <a:avLst/>
              <a:gdLst/>
              <a:ahLst/>
              <a:cxnLst/>
              <a:rect l="l" t="t" r="r" b="b"/>
              <a:pathLst>
                <a:path w="602615" h="718820">
                  <a:moveTo>
                    <a:pt x="602424" y="359295"/>
                  </a:moveTo>
                  <a:lnTo>
                    <a:pt x="574433" y="359295"/>
                  </a:lnTo>
                  <a:lnTo>
                    <a:pt x="574433" y="0"/>
                  </a:lnTo>
                  <a:lnTo>
                    <a:pt x="0" y="0"/>
                  </a:lnTo>
                  <a:lnTo>
                    <a:pt x="0" y="359295"/>
                  </a:lnTo>
                  <a:lnTo>
                    <a:pt x="27990" y="359295"/>
                  </a:lnTo>
                  <a:lnTo>
                    <a:pt x="27990" y="718591"/>
                  </a:lnTo>
                  <a:lnTo>
                    <a:pt x="602424" y="718591"/>
                  </a:lnTo>
                  <a:lnTo>
                    <a:pt x="602424" y="359295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12838540" y="9335631"/>
              <a:ext cx="574675" cy="15240"/>
            </a:xfrm>
            <a:custGeom>
              <a:avLst/>
              <a:gdLst/>
              <a:ahLst/>
              <a:cxnLst/>
              <a:rect l="l" t="t" r="r" b="b"/>
              <a:pathLst>
                <a:path w="574675" h="15240">
                  <a:moveTo>
                    <a:pt x="574432" y="0"/>
                  </a:moveTo>
                  <a:lnTo>
                    <a:pt x="0" y="0"/>
                  </a:lnTo>
                  <a:lnTo>
                    <a:pt x="0" y="15119"/>
                  </a:lnTo>
                  <a:lnTo>
                    <a:pt x="574432" y="15119"/>
                  </a:lnTo>
                  <a:lnTo>
                    <a:pt x="574432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14167359" y="7332541"/>
              <a:ext cx="78740" cy="2522855"/>
            </a:xfrm>
            <a:custGeom>
              <a:avLst/>
              <a:gdLst/>
              <a:ahLst/>
              <a:cxnLst/>
              <a:rect l="l" t="t" r="r" b="b"/>
              <a:pathLst>
                <a:path w="78740" h="2522854">
                  <a:moveTo>
                    <a:pt x="78531" y="0"/>
                  </a:moveTo>
                  <a:lnTo>
                    <a:pt x="0" y="0"/>
                  </a:lnTo>
                  <a:lnTo>
                    <a:pt x="0" y="2522603"/>
                  </a:lnTo>
                  <a:lnTo>
                    <a:pt x="78531" y="2522603"/>
                  </a:lnTo>
                  <a:lnTo>
                    <a:pt x="78531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0" name="object 300" descr=""/>
          <p:cNvGrpSpPr/>
          <p:nvPr/>
        </p:nvGrpSpPr>
        <p:grpSpPr>
          <a:xfrm>
            <a:off x="9414153" y="8433711"/>
            <a:ext cx="1697989" cy="1371600"/>
            <a:chOff x="9414153" y="8433711"/>
            <a:chExt cx="1697989" cy="1371600"/>
          </a:xfrm>
        </p:grpSpPr>
        <p:sp>
          <p:nvSpPr>
            <p:cNvPr id="301" name="object 301" descr=""/>
            <p:cNvSpPr/>
            <p:nvPr/>
          </p:nvSpPr>
          <p:spPr>
            <a:xfrm>
              <a:off x="9414142" y="9727024"/>
              <a:ext cx="1697989" cy="78105"/>
            </a:xfrm>
            <a:custGeom>
              <a:avLst/>
              <a:gdLst/>
              <a:ahLst/>
              <a:cxnLst/>
              <a:rect l="l" t="t" r="r" b="b"/>
              <a:pathLst>
                <a:path w="1697990" h="78104">
                  <a:moveTo>
                    <a:pt x="1697672" y="0"/>
                  </a:moveTo>
                  <a:lnTo>
                    <a:pt x="0" y="0"/>
                  </a:lnTo>
                  <a:lnTo>
                    <a:pt x="0" y="27609"/>
                  </a:lnTo>
                  <a:lnTo>
                    <a:pt x="39357" y="27609"/>
                  </a:lnTo>
                  <a:lnTo>
                    <a:pt x="39357" y="78105"/>
                  </a:lnTo>
                  <a:lnTo>
                    <a:pt x="154940" y="78105"/>
                  </a:lnTo>
                  <a:lnTo>
                    <a:pt x="154940" y="27609"/>
                  </a:lnTo>
                  <a:lnTo>
                    <a:pt x="777925" y="27609"/>
                  </a:lnTo>
                  <a:lnTo>
                    <a:pt x="777925" y="78105"/>
                  </a:lnTo>
                  <a:lnTo>
                    <a:pt x="893521" y="78105"/>
                  </a:lnTo>
                  <a:lnTo>
                    <a:pt x="893521" y="27609"/>
                  </a:lnTo>
                  <a:lnTo>
                    <a:pt x="1546390" y="27609"/>
                  </a:lnTo>
                  <a:lnTo>
                    <a:pt x="1546390" y="78105"/>
                  </a:lnTo>
                  <a:lnTo>
                    <a:pt x="1661972" y="78105"/>
                  </a:lnTo>
                  <a:lnTo>
                    <a:pt x="1661972" y="27609"/>
                  </a:lnTo>
                  <a:lnTo>
                    <a:pt x="1697672" y="27609"/>
                  </a:lnTo>
                  <a:lnTo>
                    <a:pt x="1697672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9541789" y="9411722"/>
              <a:ext cx="1411605" cy="315595"/>
            </a:xfrm>
            <a:custGeom>
              <a:avLst/>
              <a:gdLst/>
              <a:ahLst/>
              <a:cxnLst/>
              <a:rect l="l" t="t" r="r" b="b"/>
              <a:pathLst>
                <a:path w="1411604" h="315595">
                  <a:moveTo>
                    <a:pt x="673646" y="0"/>
                  </a:moveTo>
                  <a:lnTo>
                    <a:pt x="0" y="0"/>
                  </a:lnTo>
                  <a:lnTo>
                    <a:pt x="0" y="315302"/>
                  </a:lnTo>
                  <a:lnTo>
                    <a:pt x="673646" y="315302"/>
                  </a:lnTo>
                  <a:lnTo>
                    <a:pt x="673646" y="0"/>
                  </a:lnTo>
                  <a:close/>
                </a:path>
                <a:path w="1411604" h="315595">
                  <a:moveTo>
                    <a:pt x="1411008" y="0"/>
                  </a:moveTo>
                  <a:lnTo>
                    <a:pt x="737362" y="0"/>
                  </a:lnTo>
                  <a:lnTo>
                    <a:pt x="737362" y="315302"/>
                  </a:lnTo>
                  <a:lnTo>
                    <a:pt x="1411008" y="315302"/>
                  </a:lnTo>
                  <a:lnTo>
                    <a:pt x="1411008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9666135" y="9411709"/>
              <a:ext cx="421640" cy="102235"/>
            </a:xfrm>
            <a:custGeom>
              <a:avLst/>
              <a:gdLst/>
              <a:ahLst/>
              <a:cxnLst/>
              <a:rect l="l" t="t" r="r" b="b"/>
              <a:pathLst>
                <a:path w="421640" h="102234">
                  <a:moveTo>
                    <a:pt x="33731" y="0"/>
                  </a:moveTo>
                  <a:lnTo>
                    <a:pt x="0" y="0"/>
                  </a:lnTo>
                  <a:lnTo>
                    <a:pt x="0" y="101625"/>
                  </a:lnTo>
                  <a:lnTo>
                    <a:pt x="33731" y="101625"/>
                  </a:lnTo>
                  <a:lnTo>
                    <a:pt x="33731" y="0"/>
                  </a:lnTo>
                  <a:close/>
                </a:path>
                <a:path w="421640" h="102234">
                  <a:moveTo>
                    <a:pt x="421487" y="0"/>
                  </a:moveTo>
                  <a:lnTo>
                    <a:pt x="387756" y="0"/>
                  </a:lnTo>
                  <a:lnTo>
                    <a:pt x="387756" y="101625"/>
                  </a:lnTo>
                  <a:lnTo>
                    <a:pt x="421487" y="101625"/>
                  </a:lnTo>
                  <a:lnTo>
                    <a:pt x="421487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10268985" y="9096403"/>
              <a:ext cx="673735" cy="315595"/>
            </a:xfrm>
            <a:custGeom>
              <a:avLst/>
              <a:gdLst/>
              <a:ahLst/>
              <a:cxnLst/>
              <a:rect l="l" t="t" r="r" b="b"/>
              <a:pathLst>
                <a:path w="673734" h="315595">
                  <a:moveTo>
                    <a:pt x="673644" y="0"/>
                  </a:moveTo>
                  <a:lnTo>
                    <a:pt x="0" y="0"/>
                  </a:lnTo>
                  <a:lnTo>
                    <a:pt x="0" y="315309"/>
                  </a:lnTo>
                  <a:lnTo>
                    <a:pt x="673644" y="315309"/>
                  </a:lnTo>
                  <a:lnTo>
                    <a:pt x="673644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10393337" y="9096393"/>
              <a:ext cx="421640" cy="102235"/>
            </a:xfrm>
            <a:custGeom>
              <a:avLst/>
              <a:gdLst/>
              <a:ahLst/>
              <a:cxnLst/>
              <a:rect l="l" t="t" r="r" b="b"/>
              <a:pathLst>
                <a:path w="421640" h="102234">
                  <a:moveTo>
                    <a:pt x="33718" y="0"/>
                  </a:moveTo>
                  <a:lnTo>
                    <a:pt x="0" y="0"/>
                  </a:lnTo>
                  <a:lnTo>
                    <a:pt x="0" y="101638"/>
                  </a:lnTo>
                  <a:lnTo>
                    <a:pt x="33718" y="101638"/>
                  </a:lnTo>
                  <a:lnTo>
                    <a:pt x="33718" y="0"/>
                  </a:lnTo>
                  <a:close/>
                </a:path>
                <a:path w="421640" h="102234">
                  <a:moveTo>
                    <a:pt x="421474" y="0"/>
                  </a:moveTo>
                  <a:lnTo>
                    <a:pt x="387756" y="0"/>
                  </a:lnTo>
                  <a:lnTo>
                    <a:pt x="387756" y="101638"/>
                  </a:lnTo>
                  <a:lnTo>
                    <a:pt x="421474" y="101638"/>
                  </a:lnTo>
                  <a:lnTo>
                    <a:pt x="421474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10268985" y="9401263"/>
              <a:ext cx="673735" cy="10795"/>
            </a:xfrm>
            <a:custGeom>
              <a:avLst/>
              <a:gdLst/>
              <a:ahLst/>
              <a:cxnLst/>
              <a:rect l="l" t="t" r="r" b="b"/>
              <a:pathLst>
                <a:path w="673734" h="10795">
                  <a:moveTo>
                    <a:pt x="673644" y="0"/>
                  </a:moveTo>
                  <a:lnTo>
                    <a:pt x="0" y="0"/>
                  </a:lnTo>
                  <a:lnTo>
                    <a:pt x="0" y="10449"/>
                  </a:lnTo>
                  <a:lnTo>
                    <a:pt x="673644" y="10449"/>
                  </a:lnTo>
                  <a:lnTo>
                    <a:pt x="673644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9559080" y="9096403"/>
              <a:ext cx="673735" cy="315595"/>
            </a:xfrm>
            <a:custGeom>
              <a:avLst/>
              <a:gdLst/>
              <a:ahLst/>
              <a:cxnLst/>
              <a:rect l="l" t="t" r="r" b="b"/>
              <a:pathLst>
                <a:path w="673734" h="315595">
                  <a:moveTo>
                    <a:pt x="673644" y="0"/>
                  </a:moveTo>
                  <a:lnTo>
                    <a:pt x="0" y="0"/>
                  </a:lnTo>
                  <a:lnTo>
                    <a:pt x="0" y="315309"/>
                  </a:lnTo>
                  <a:lnTo>
                    <a:pt x="673644" y="315309"/>
                  </a:lnTo>
                  <a:lnTo>
                    <a:pt x="673644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9559080" y="9401263"/>
              <a:ext cx="673735" cy="10795"/>
            </a:xfrm>
            <a:custGeom>
              <a:avLst/>
              <a:gdLst/>
              <a:ahLst/>
              <a:cxnLst/>
              <a:rect l="l" t="t" r="r" b="b"/>
              <a:pathLst>
                <a:path w="673734" h="10795">
                  <a:moveTo>
                    <a:pt x="673644" y="0"/>
                  </a:moveTo>
                  <a:lnTo>
                    <a:pt x="0" y="0"/>
                  </a:lnTo>
                  <a:lnTo>
                    <a:pt x="0" y="10449"/>
                  </a:lnTo>
                  <a:lnTo>
                    <a:pt x="673644" y="10449"/>
                  </a:lnTo>
                  <a:lnTo>
                    <a:pt x="673644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9531626" y="8781083"/>
              <a:ext cx="673735" cy="315595"/>
            </a:xfrm>
            <a:custGeom>
              <a:avLst/>
              <a:gdLst/>
              <a:ahLst/>
              <a:cxnLst/>
              <a:rect l="l" t="t" r="r" b="b"/>
              <a:pathLst>
                <a:path w="673734" h="315595">
                  <a:moveTo>
                    <a:pt x="673644" y="0"/>
                  </a:moveTo>
                  <a:lnTo>
                    <a:pt x="0" y="0"/>
                  </a:lnTo>
                  <a:lnTo>
                    <a:pt x="0" y="315309"/>
                  </a:lnTo>
                  <a:lnTo>
                    <a:pt x="673644" y="315309"/>
                  </a:lnTo>
                  <a:lnTo>
                    <a:pt x="673644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9531626" y="9085943"/>
              <a:ext cx="673735" cy="10795"/>
            </a:xfrm>
            <a:custGeom>
              <a:avLst/>
              <a:gdLst/>
              <a:ahLst/>
              <a:cxnLst/>
              <a:rect l="l" t="t" r="r" b="b"/>
              <a:pathLst>
                <a:path w="673734" h="10795">
                  <a:moveTo>
                    <a:pt x="673644" y="0"/>
                  </a:moveTo>
                  <a:lnTo>
                    <a:pt x="0" y="0"/>
                  </a:lnTo>
                  <a:lnTo>
                    <a:pt x="0" y="10449"/>
                  </a:lnTo>
                  <a:lnTo>
                    <a:pt x="673644" y="10449"/>
                  </a:lnTo>
                  <a:lnTo>
                    <a:pt x="673644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10293383" y="8781083"/>
              <a:ext cx="673735" cy="315595"/>
            </a:xfrm>
            <a:custGeom>
              <a:avLst/>
              <a:gdLst/>
              <a:ahLst/>
              <a:cxnLst/>
              <a:rect l="l" t="t" r="r" b="b"/>
              <a:pathLst>
                <a:path w="673734" h="315595">
                  <a:moveTo>
                    <a:pt x="673644" y="0"/>
                  </a:moveTo>
                  <a:lnTo>
                    <a:pt x="0" y="0"/>
                  </a:lnTo>
                  <a:lnTo>
                    <a:pt x="0" y="315309"/>
                  </a:lnTo>
                  <a:lnTo>
                    <a:pt x="673644" y="315309"/>
                  </a:lnTo>
                  <a:lnTo>
                    <a:pt x="673644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10293383" y="9085943"/>
              <a:ext cx="673735" cy="10795"/>
            </a:xfrm>
            <a:custGeom>
              <a:avLst/>
              <a:gdLst/>
              <a:ahLst/>
              <a:cxnLst/>
              <a:rect l="l" t="t" r="r" b="b"/>
              <a:pathLst>
                <a:path w="673734" h="10795">
                  <a:moveTo>
                    <a:pt x="673644" y="0"/>
                  </a:moveTo>
                  <a:lnTo>
                    <a:pt x="0" y="0"/>
                  </a:lnTo>
                  <a:lnTo>
                    <a:pt x="0" y="10449"/>
                  </a:lnTo>
                  <a:lnTo>
                    <a:pt x="673644" y="10449"/>
                  </a:lnTo>
                  <a:lnTo>
                    <a:pt x="673644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10750803" y="9619078"/>
              <a:ext cx="147320" cy="62865"/>
            </a:xfrm>
            <a:custGeom>
              <a:avLst/>
              <a:gdLst/>
              <a:ahLst/>
              <a:cxnLst/>
              <a:rect l="l" t="t" r="r" b="b"/>
              <a:pathLst>
                <a:path w="147320" h="62865">
                  <a:moveTo>
                    <a:pt x="146927" y="0"/>
                  </a:moveTo>
                  <a:lnTo>
                    <a:pt x="0" y="0"/>
                  </a:lnTo>
                  <a:lnTo>
                    <a:pt x="0" y="62720"/>
                  </a:lnTo>
                  <a:lnTo>
                    <a:pt x="146927" y="62720"/>
                  </a:lnTo>
                  <a:lnTo>
                    <a:pt x="146927" y="0"/>
                  </a:lnTo>
                  <a:close/>
                </a:path>
              </a:pathLst>
            </a:custGeom>
            <a:solidFill>
              <a:srgbClr val="F4E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9994512" y="8433711"/>
              <a:ext cx="605155" cy="347980"/>
            </a:xfrm>
            <a:custGeom>
              <a:avLst/>
              <a:gdLst/>
              <a:ahLst/>
              <a:cxnLst/>
              <a:rect l="l" t="t" r="r" b="b"/>
              <a:pathLst>
                <a:path w="605154" h="347979">
                  <a:moveTo>
                    <a:pt x="604965" y="0"/>
                  </a:moveTo>
                  <a:lnTo>
                    <a:pt x="0" y="0"/>
                  </a:lnTo>
                  <a:lnTo>
                    <a:pt x="0" y="347371"/>
                  </a:lnTo>
                  <a:lnTo>
                    <a:pt x="604965" y="347371"/>
                  </a:lnTo>
                  <a:lnTo>
                    <a:pt x="604965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10064992" y="8475061"/>
              <a:ext cx="83185" cy="111760"/>
            </a:xfrm>
            <a:custGeom>
              <a:avLst/>
              <a:gdLst/>
              <a:ahLst/>
              <a:cxnLst/>
              <a:rect l="l" t="t" r="r" b="b"/>
              <a:pathLst>
                <a:path w="83184" h="111759">
                  <a:moveTo>
                    <a:pt x="83191" y="0"/>
                  </a:moveTo>
                  <a:lnTo>
                    <a:pt x="0" y="0"/>
                  </a:lnTo>
                  <a:lnTo>
                    <a:pt x="0" y="111326"/>
                  </a:lnTo>
                  <a:lnTo>
                    <a:pt x="83191" y="111326"/>
                  </a:lnTo>
                  <a:lnTo>
                    <a:pt x="8319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9994512" y="8765575"/>
              <a:ext cx="605155" cy="15875"/>
            </a:xfrm>
            <a:custGeom>
              <a:avLst/>
              <a:gdLst/>
              <a:ahLst/>
              <a:cxnLst/>
              <a:rect l="l" t="t" r="r" b="b"/>
              <a:pathLst>
                <a:path w="605154" h="15875">
                  <a:moveTo>
                    <a:pt x="604965" y="0"/>
                  </a:moveTo>
                  <a:lnTo>
                    <a:pt x="0" y="0"/>
                  </a:lnTo>
                  <a:lnTo>
                    <a:pt x="0" y="15507"/>
                  </a:lnTo>
                  <a:lnTo>
                    <a:pt x="604965" y="15507"/>
                  </a:lnTo>
                  <a:lnTo>
                    <a:pt x="604965" y="0"/>
                  </a:lnTo>
                  <a:close/>
                </a:path>
              </a:pathLst>
            </a:custGeom>
            <a:solidFill>
              <a:srgbClr val="CD8867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7" name="object 317" descr=""/>
          <p:cNvGrpSpPr/>
          <p:nvPr/>
        </p:nvGrpSpPr>
        <p:grpSpPr>
          <a:xfrm>
            <a:off x="8117680" y="8879361"/>
            <a:ext cx="755015" cy="1080135"/>
            <a:chOff x="8117680" y="8879361"/>
            <a:chExt cx="755015" cy="1080135"/>
          </a:xfrm>
        </p:grpSpPr>
        <p:sp>
          <p:nvSpPr>
            <p:cNvPr id="318" name="object 318" descr=""/>
            <p:cNvSpPr/>
            <p:nvPr/>
          </p:nvSpPr>
          <p:spPr>
            <a:xfrm>
              <a:off x="8117680" y="8879361"/>
              <a:ext cx="755015" cy="1080135"/>
            </a:xfrm>
            <a:custGeom>
              <a:avLst/>
              <a:gdLst/>
              <a:ahLst/>
              <a:cxnLst/>
              <a:rect l="l" t="t" r="r" b="b"/>
              <a:pathLst>
                <a:path w="755015" h="1080134">
                  <a:moveTo>
                    <a:pt x="2481" y="0"/>
                  </a:moveTo>
                  <a:lnTo>
                    <a:pt x="0" y="1078197"/>
                  </a:lnTo>
                  <a:lnTo>
                    <a:pt x="752301" y="1079925"/>
                  </a:lnTo>
                  <a:lnTo>
                    <a:pt x="754783" y="1727"/>
                  </a:lnTo>
                  <a:lnTo>
                    <a:pt x="2481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8251650" y="9060926"/>
              <a:ext cx="171450" cy="263525"/>
            </a:xfrm>
            <a:custGeom>
              <a:avLst/>
              <a:gdLst/>
              <a:ahLst/>
              <a:cxnLst/>
              <a:rect l="l" t="t" r="r" b="b"/>
              <a:pathLst>
                <a:path w="171450" h="263525">
                  <a:moveTo>
                    <a:pt x="67055" y="0"/>
                  </a:moveTo>
                  <a:lnTo>
                    <a:pt x="0" y="233594"/>
                  </a:lnTo>
                  <a:lnTo>
                    <a:pt x="104059" y="263468"/>
                  </a:lnTo>
                  <a:lnTo>
                    <a:pt x="171115" y="29862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F4E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8117680" y="8879361"/>
              <a:ext cx="16510" cy="1078230"/>
            </a:xfrm>
            <a:custGeom>
              <a:avLst/>
              <a:gdLst/>
              <a:ahLst/>
              <a:cxnLst/>
              <a:rect l="l" t="t" r="r" b="b"/>
              <a:pathLst>
                <a:path w="16509" h="1078229">
                  <a:moveTo>
                    <a:pt x="16407" y="31"/>
                  </a:moveTo>
                  <a:lnTo>
                    <a:pt x="2481" y="0"/>
                  </a:lnTo>
                  <a:lnTo>
                    <a:pt x="0" y="1078197"/>
                  </a:lnTo>
                  <a:lnTo>
                    <a:pt x="13926" y="1078228"/>
                  </a:lnTo>
                  <a:lnTo>
                    <a:pt x="16407" y="31"/>
                  </a:lnTo>
                  <a:close/>
                </a:path>
              </a:pathLst>
            </a:custGeom>
            <a:solidFill>
              <a:srgbClr val="CD8867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1" name="object 321" descr=""/>
          <p:cNvGrpSpPr/>
          <p:nvPr/>
        </p:nvGrpSpPr>
        <p:grpSpPr>
          <a:xfrm>
            <a:off x="7729510" y="7989460"/>
            <a:ext cx="1196975" cy="2020570"/>
            <a:chOff x="7729510" y="7989460"/>
            <a:chExt cx="1196975" cy="2020570"/>
          </a:xfrm>
        </p:grpSpPr>
        <p:sp>
          <p:nvSpPr>
            <p:cNvPr id="322" name="object 322" descr=""/>
            <p:cNvSpPr/>
            <p:nvPr/>
          </p:nvSpPr>
          <p:spPr>
            <a:xfrm>
              <a:off x="7729510" y="9685434"/>
              <a:ext cx="313055" cy="313055"/>
            </a:xfrm>
            <a:custGeom>
              <a:avLst/>
              <a:gdLst/>
              <a:ahLst/>
              <a:cxnLst/>
              <a:rect l="l" t="t" r="r" b="b"/>
              <a:pathLst>
                <a:path w="313054" h="313054">
                  <a:moveTo>
                    <a:pt x="158140" y="0"/>
                  </a:moveTo>
                  <a:lnTo>
                    <a:pt x="108623" y="7532"/>
                  </a:lnTo>
                  <a:lnTo>
                    <a:pt x="63986" y="30249"/>
                  </a:lnTo>
                  <a:lnTo>
                    <a:pt x="29893" y="64524"/>
                  </a:lnTo>
                  <a:lnTo>
                    <a:pt x="8010" y="107118"/>
                  </a:lnTo>
                  <a:lnTo>
                    <a:pt x="0" y="154791"/>
                  </a:lnTo>
                  <a:lnTo>
                    <a:pt x="7527" y="204301"/>
                  </a:lnTo>
                  <a:lnTo>
                    <a:pt x="30245" y="248934"/>
                  </a:lnTo>
                  <a:lnTo>
                    <a:pt x="64523" y="283023"/>
                  </a:lnTo>
                  <a:lnTo>
                    <a:pt x="107122" y="304903"/>
                  </a:lnTo>
                  <a:lnTo>
                    <a:pt x="154800" y="312909"/>
                  </a:lnTo>
                  <a:lnTo>
                    <a:pt x="204317" y="305377"/>
                  </a:lnTo>
                  <a:lnTo>
                    <a:pt x="248954" y="282659"/>
                  </a:lnTo>
                  <a:lnTo>
                    <a:pt x="283047" y="248381"/>
                  </a:lnTo>
                  <a:lnTo>
                    <a:pt x="304930" y="205784"/>
                  </a:lnTo>
                  <a:lnTo>
                    <a:pt x="312941" y="158109"/>
                  </a:lnTo>
                  <a:lnTo>
                    <a:pt x="305413" y="108597"/>
                  </a:lnTo>
                  <a:lnTo>
                    <a:pt x="282695" y="63970"/>
                  </a:lnTo>
                  <a:lnTo>
                    <a:pt x="248417" y="29884"/>
                  </a:lnTo>
                  <a:lnTo>
                    <a:pt x="205818" y="8005"/>
                  </a:lnTo>
                  <a:lnTo>
                    <a:pt x="158140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3" name="object 3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22311" y="9778274"/>
              <a:ext cx="127270" cy="127276"/>
            </a:xfrm>
            <a:prstGeom prst="rect">
              <a:avLst/>
            </a:prstGeom>
          </p:spPr>
        </p:pic>
        <p:sp>
          <p:nvSpPr>
            <p:cNvPr id="324" name="object 324" descr=""/>
            <p:cNvSpPr/>
            <p:nvPr/>
          </p:nvSpPr>
          <p:spPr>
            <a:xfrm>
              <a:off x="7864559" y="8447686"/>
              <a:ext cx="1062355" cy="1562735"/>
            </a:xfrm>
            <a:custGeom>
              <a:avLst/>
              <a:gdLst/>
              <a:ahLst/>
              <a:cxnLst/>
              <a:rect l="l" t="t" r="r" b="b"/>
              <a:pathLst>
                <a:path w="1062354" h="1562734">
                  <a:moveTo>
                    <a:pt x="253461" y="1190340"/>
                  </a:moveTo>
                  <a:lnTo>
                    <a:pt x="202894" y="1190340"/>
                  </a:lnTo>
                  <a:lnTo>
                    <a:pt x="202109" y="1529314"/>
                  </a:lnTo>
                  <a:lnTo>
                    <a:pt x="232359" y="1559732"/>
                  </a:lnTo>
                  <a:lnTo>
                    <a:pt x="1036387" y="1562339"/>
                  </a:lnTo>
                  <a:lnTo>
                    <a:pt x="1046238" y="1560380"/>
                  </a:lnTo>
                  <a:lnTo>
                    <a:pt x="1054293" y="1554982"/>
                  </a:lnTo>
                  <a:lnTo>
                    <a:pt x="1059736" y="1546959"/>
                  </a:lnTo>
                  <a:lnTo>
                    <a:pt x="1061747" y="1537125"/>
                  </a:lnTo>
                  <a:lnTo>
                    <a:pt x="1059784" y="1527284"/>
                  </a:lnTo>
                  <a:lnTo>
                    <a:pt x="1054386" y="1519239"/>
                  </a:lnTo>
                  <a:lnTo>
                    <a:pt x="1046366" y="1513805"/>
                  </a:lnTo>
                  <a:lnTo>
                    <a:pt x="1036533" y="1511796"/>
                  </a:lnTo>
                  <a:lnTo>
                    <a:pt x="252725" y="1509985"/>
                  </a:lnTo>
                  <a:lnTo>
                    <a:pt x="253461" y="1190340"/>
                  </a:lnTo>
                  <a:close/>
                </a:path>
                <a:path w="1062354" h="1562734">
                  <a:moveTo>
                    <a:pt x="71516" y="565"/>
                  </a:moveTo>
                  <a:lnTo>
                    <a:pt x="21528" y="21127"/>
                  </a:lnTo>
                  <a:lnTo>
                    <a:pt x="722" y="71013"/>
                  </a:lnTo>
                  <a:lnTo>
                    <a:pt x="0" y="374930"/>
                  </a:lnTo>
                  <a:lnTo>
                    <a:pt x="5490" y="402434"/>
                  </a:lnTo>
                  <a:lnTo>
                    <a:pt x="20576" y="424918"/>
                  </a:lnTo>
                  <a:lnTo>
                    <a:pt x="42991" y="440108"/>
                  </a:lnTo>
                  <a:lnTo>
                    <a:pt x="70469" y="445724"/>
                  </a:lnTo>
                  <a:lnTo>
                    <a:pt x="186109" y="445986"/>
                  </a:lnTo>
                  <a:lnTo>
                    <a:pt x="193308" y="447460"/>
                  </a:lnTo>
                  <a:lnTo>
                    <a:pt x="199178" y="451437"/>
                  </a:lnTo>
                  <a:lnTo>
                    <a:pt x="203126" y="457325"/>
                  </a:lnTo>
                  <a:lnTo>
                    <a:pt x="204559" y="464530"/>
                  </a:lnTo>
                  <a:lnTo>
                    <a:pt x="203019" y="1136740"/>
                  </a:lnTo>
                  <a:lnTo>
                    <a:pt x="100415" y="1267102"/>
                  </a:lnTo>
                  <a:lnTo>
                    <a:pt x="126394" y="1287541"/>
                  </a:lnTo>
                  <a:lnTo>
                    <a:pt x="202894" y="1190340"/>
                  </a:lnTo>
                  <a:lnTo>
                    <a:pt x="253461" y="1190340"/>
                  </a:lnTo>
                  <a:lnTo>
                    <a:pt x="255251" y="412940"/>
                  </a:lnTo>
                  <a:lnTo>
                    <a:pt x="186182" y="412940"/>
                  </a:lnTo>
                  <a:lnTo>
                    <a:pt x="71212" y="412678"/>
                  </a:lnTo>
                  <a:lnTo>
                    <a:pt x="36054" y="389254"/>
                  </a:lnTo>
                  <a:lnTo>
                    <a:pt x="33087" y="374376"/>
                  </a:lnTo>
                  <a:lnTo>
                    <a:pt x="33779" y="71736"/>
                  </a:lnTo>
                  <a:lnTo>
                    <a:pt x="57203" y="36583"/>
                  </a:lnTo>
                  <a:lnTo>
                    <a:pt x="256124" y="33611"/>
                  </a:lnTo>
                  <a:lnTo>
                    <a:pt x="256199" y="869"/>
                  </a:lnTo>
                  <a:lnTo>
                    <a:pt x="205627" y="869"/>
                  </a:lnTo>
                  <a:lnTo>
                    <a:pt x="71516" y="565"/>
                  </a:lnTo>
                  <a:close/>
                </a:path>
                <a:path w="1062354" h="1562734">
                  <a:moveTo>
                    <a:pt x="256124" y="33611"/>
                  </a:moveTo>
                  <a:lnTo>
                    <a:pt x="72081" y="33611"/>
                  </a:lnTo>
                  <a:lnTo>
                    <a:pt x="187062" y="33883"/>
                  </a:lnTo>
                  <a:lnTo>
                    <a:pt x="194255" y="35351"/>
                  </a:lnTo>
                  <a:lnTo>
                    <a:pt x="200123" y="39326"/>
                  </a:lnTo>
                  <a:lnTo>
                    <a:pt x="204073" y="45212"/>
                  </a:lnTo>
                  <a:lnTo>
                    <a:pt x="205512" y="52417"/>
                  </a:lnTo>
                  <a:lnTo>
                    <a:pt x="204726" y="394480"/>
                  </a:lnTo>
                  <a:lnTo>
                    <a:pt x="203253" y="401678"/>
                  </a:lnTo>
                  <a:lnTo>
                    <a:pt x="199275" y="407550"/>
                  </a:lnTo>
                  <a:lnTo>
                    <a:pt x="193387" y="411501"/>
                  </a:lnTo>
                  <a:lnTo>
                    <a:pt x="186182" y="412940"/>
                  </a:lnTo>
                  <a:lnTo>
                    <a:pt x="255251" y="412940"/>
                  </a:lnTo>
                  <a:lnTo>
                    <a:pt x="256124" y="33611"/>
                  </a:lnTo>
                  <a:close/>
                </a:path>
                <a:path w="1062354" h="1562734">
                  <a:moveTo>
                    <a:pt x="205627" y="0"/>
                  </a:moveTo>
                  <a:lnTo>
                    <a:pt x="205627" y="869"/>
                  </a:lnTo>
                  <a:lnTo>
                    <a:pt x="256199" y="869"/>
                  </a:lnTo>
                  <a:lnTo>
                    <a:pt x="256201" y="115"/>
                  </a:lnTo>
                  <a:lnTo>
                    <a:pt x="205627" y="0"/>
                  </a:lnTo>
                  <a:close/>
                </a:path>
              </a:pathLst>
            </a:custGeom>
            <a:solidFill>
              <a:srgbClr val="2588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8119249" y="7989460"/>
              <a:ext cx="516255" cy="890269"/>
            </a:xfrm>
            <a:custGeom>
              <a:avLst/>
              <a:gdLst/>
              <a:ahLst/>
              <a:cxnLst/>
              <a:rect l="l" t="t" r="r" b="b"/>
              <a:pathLst>
                <a:path w="516254" h="890270">
                  <a:moveTo>
                    <a:pt x="515178" y="0"/>
                  </a:moveTo>
                  <a:lnTo>
                    <a:pt x="0" y="534"/>
                  </a:lnTo>
                  <a:lnTo>
                    <a:pt x="931" y="890088"/>
                  </a:lnTo>
                  <a:lnTo>
                    <a:pt x="516109" y="889554"/>
                  </a:lnTo>
                  <a:lnTo>
                    <a:pt x="515178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8535834" y="8667853"/>
              <a:ext cx="64769" cy="172720"/>
            </a:xfrm>
            <a:custGeom>
              <a:avLst/>
              <a:gdLst/>
              <a:ahLst/>
              <a:cxnLst/>
              <a:rect l="l" t="t" r="r" b="b"/>
              <a:pathLst>
                <a:path w="64770" h="172720">
                  <a:moveTo>
                    <a:pt x="64259" y="0"/>
                  </a:moveTo>
                  <a:lnTo>
                    <a:pt x="0" y="62"/>
                  </a:lnTo>
                  <a:lnTo>
                    <a:pt x="178" y="172455"/>
                  </a:lnTo>
                  <a:lnTo>
                    <a:pt x="64448" y="172392"/>
                  </a:lnTo>
                  <a:lnTo>
                    <a:pt x="64259" y="0"/>
                  </a:lnTo>
                  <a:close/>
                </a:path>
              </a:pathLst>
            </a:custGeom>
            <a:solidFill>
              <a:srgbClr val="F4EB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7" name="object 327" descr=""/>
          <p:cNvGrpSpPr/>
          <p:nvPr/>
        </p:nvGrpSpPr>
        <p:grpSpPr>
          <a:xfrm>
            <a:off x="3309993" y="1257363"/>
            <a:ext cx="13484225" cy="4442460"/>
            <a:chOff x="3309993" y="1257363"/>
            <a:chExt cx="13484225" cy="4442460"/>
          </a:xfrm>
        </p:grpSpPr>
        <p:sp>
          <p:nvSpPr>
            <p:cNvPr id="328" name="object 328" descr=""/>
            <p:cNvSpPr/>
            <p:nvPr/>
          </p:nvSpPr>
          <p:spPr>
            <a:xfrm>
              <a:off x="3309993" y="1257364"/>
              <a:ext cx="13484225" cy="3510279"/>
            </a:xfrm>
            <a:custGeom>
              <a:avLst/>
              <a:gdLst/>
              <a:ahLst/>
              <a:cxnLst/>
              <a:rect l="l" t="t" r="r" b="b"/>
              <a:pathLst>
                <a:path w="13484225" h="3510279">
                  <a:moveTo>
                    <a:pt x="13484102" y="0"/>
                  </a:moveTo>
                  <a:lnTo>
                    <a:pt x="0" y="0"/>
                  </a:lnTo>
                  <a:lnTo>
                    <a:pt x="0" y="3509819"/>
                  </a:lnTo>
                  <a:lnTo>
                    <a:pt x="13484102" y="3509819"/>
                  </a:lnTo>
                  <a:lnTo>
                    <a:pt x="13484102" y="0"/>
                  </a:lnTo>
                  <a:close/>
                </a:path>
              </a:pathLst>
            </a:custGeom>
            <a:solidFill>
              <a:srgbClr val="EF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3309999" y="2038878"/>
              <a:ext cx="13484225" cy="313690"/>
            </a:xfrm>
            <a:custGeom>
              <a:avLst/>
              <a:gdLst/>
              <a:ahLst/>
              <a:cxnLst/>
              <a:rect l="l" t="t" r="r" b="b"/>
              <a:pathLst>
                <a:path w="13484225" h="313689">
                  <a:moveTo>
                    <a:pt x="0" y="257810"/>
                  </a:moveTo>
                  <a:lnTo>
                    <a:pt x="0" y="313690"/>
                  </a:lnTo>
                  <a:lnTo>
                    <a:pt x="13484102" y="313690"/>
                  </a:lnTo>
                  <a:lnTo>
                    <a:pt x="13484102" y="285750"/>
                  </a:lnTo>
                  <a:lnTo>
                    <a:pt x="28690" y="285750"/>
                  </a:lnTo>
                  <a:lnTo>
                    <a:pt x="28690" y="259080"/>
                  </a:lnTo>
                  <a:lnTo>
                    <a:pt x="1214" y="259080"/>
                  </a:lnTo>
                  <a:lnTo>
                    <a:pt x="0" y="257810"/>
                  </a:lnTo>
                  <a:close/>
                </a:path>
                <a:path w="13484225" h="313689">
                  <a:moveTo>
                    <a:pt x="67506" y="36830"/>
                  </a:moveTo>
                  <a:lnTo>
                    <a:pt x="28690" y="36830"/>
                  </a:lnTo>
                  <a:lnTo>
                    <a:pt x="260557" y="285750"/>
                  </a:lnTo>
                  <a:lnTo>
                    <a:pt x="301697" y="285750"/>
                  </a:lnTo>
                  <a:lnTo>
                    <a:pt x="301697" y="259080"/>
                  </a:lnTo>
                  <a:lnTo>
                    <a:pt x="274578" y="259080"/>
                  </a:lnTo>
                  <a:lnTo>
                    <a:pt x="67506" y="36830"/>
                  </a:lnTo>
                  <a:close/>
                </a:path>
                <a:path w="13484225" h="313689">
                  <a:moveTo>
                    <a:pt x="340513" y="36830"/>
                  </a:moveTo>
                  <a:lnTo>
                    <a:pt x="301697" y="36830"/>
                  </a:lnTo>
                  <a:lnTo>
                    <a:pt x="533564" y="285750"/>
                  </a:lnTo>
                  <a:lnTo>
                    <a:pt x="575071" y="285750"/>
                  </a:lnTo>
                  <a:lnTo>
                    <a:pt x="575071" y="259080"/>
                  </a:lnTo>
                  <a:lnTo>
                    <a:pt x="547585" y="259080"/>
                  </a:lnTo>
                  <a:lnTo>
                    <a:pt x="340513" y="36830"/>
                  </a:lnTo>
                  <a:close/>
                </a:path>
                <a:path w="13484225" h="313689">
                  <a:moveTo>
                    <a:pt x="613887" y="36830"/>
                  </a:moveTo>
                  <a:lnTo>
                    <a:pt x="575071" y="36830"/>
                  </a:lnTo>
                  <a:lnTo>
                    <a:pt x="806938" y="285750"/>
                  </a:lnTo>
                  <a:lnTo>
                    <a:pt x="3033593" y="285750"/>
                  </a:lnTo>
                  <a:lnTo>
                    <a:pt x="3033593" y="284480"/>
                  </a:lnTo>
                  <a:lnTo>
                    <a:pt x="848078" y="284480"/>
                  </a:lnTo>
                  <a:lnTo>
                    <a:pt x="848078" y="259080"/>
                  </a:lnTo>
                  <a:lnTo>
                    <a:pt x="820959" y="259080"/>
                  </a:lnTo>
                  <a:lnTo>
                    <a:pt x="613887" y="36830"/>
                  </a:lnTo>
                  <a:close/>
                </a:path>
                <a:path w="13484225" h="313689">
                  <a:moveTo>
                    <a:pt x="3075224" y="36830"/>
                  </a:moveTo>
                  <a:lnTo>
                    <a:pt x="3033593" y="36830"/>
                  </a:lnTo>
                  <a:lnTo>
                    <a:pt x="3282235" y="285750"/>
                  </a:lnTo>
                  <a:lnTo>
                    <a:pt x="3326746" y="285750"/>
                  </a:lnTo>
                  <a:lnTo>
                    <a:pt x="3326746" y="259080"/>
                  </a:lnTo>
                  <a:lnTo>
                    <a:pt x="3297271" y="259080"/>
                  </a:lnTo>
                  <a:lnTo>
                    <a:pt x="3075224" y="36830"/>
                  </a:lnTo>
                  <a:close/>
                </a:path>
                <a:path w="13484225" h="313689">
                  <a:moveTo>
                    <a:pt x="3368367" y="36830"/>
                  </a:moveTo>
                  <a:lnTo>
                    <a:pt x="3326746" y="36830"/>
                  </a:lnTo>
                  <a:lnTo>
                    <a:pt x="3575378" y="285750"/>
                  </a:lnTo>
                  <a:lnTo>
                    <a:pt x="5963106" y="285750"/>
                  </a:lnTo>
                  <a:lnTo>
                    <a:pt x="5963106" y="284480"/>
                  </a:lnTo>
                  <a:lnTo>
                    <a:pt x="3619502" y="284480"/>
                  </a:lnTo>
                  <a:lnTo>
                    <a:pt x="3619502" y="259080"/>
                  </a:lnTo>
                  <a:lnTo>
                    <a:pt x="3590414" y="259080"/>
                  </a:lnTo>
                  <a:lnTo>
                    <a:pt x="3368367" y="36830"/>
                  </a:lnTo>
                  <a:close/>
                </a:path>
                <a:path w="13484225" h="313689">
                  <a:moveTo>
                    <a:pt x="6004737" y="36830"/>
                  </a:moveTo>
                  <a:lnTo>
                    <a:pt x="5963106" y="36830"/>
                  </a:lnTo>
                  <a:lnTo>
                    <a:pt x="6211748" y="285750"/>
                  </a:lnTo>
                  <a:lnTo>
                    <a:pt x="6256249" y="285750"/>
                  </a:lnTo>
                  <a:lnTo>
                    <a:pt x="6256249" y="259080"/>
                  </a:lnTo>
                  <a:lnTo>
                    <a:pt x="6226784" y="259080"/>
                  </a:lnTo>
                  <a:lnTo>
                    <a:pt x="6004737" y="36830"/>
                  </a:lnTo>
                  <a:close/>
                </a:path>
                <a:path w="13484225" h="313689">
                  <a:moveTo>
                    <a:pt x="6297880" y="36830"/>
                  </a:moveTo>
                  <a:lnTo>
                    <a:pt x="6256249" y="36830"/>
                  </a:lnTo>
                  <a:lnTo>
                    <a:pt x="6504890" y="285750"/>
                  </a:lnTo>
                  <a:lnTo>
                    <a:pt x="6549015" y="285750"/>
                  </a:lnTo>
                  <a:lnTo>
                    <a:pt x="6549015" y="259080"/>
                  </a:lnTo>
                  <a:lnTo>
                    <a:pt x="6519927" y="259080"/>
                  </a:lnTo>
                  <a:lnTo>
                    <a:pt x="6297880" y="36830"/>
                  </a:lnTo>
                  <a:close/>
                </a:path>
                <a:path w="13484225" h="313689">
                  <a:moveTo>
                    <a:pt x="6590636" y="36830"/>
                  </a:moveTo>
                  <a:lnTo>
                    <a:pt x="6549015" y="36830"/>
                  </a:lnTo>
                  <a:lnTo>
                    <a:pt x="6797646" y="285750"/>
                  </a:lnTo>
                  <a:lnTo>
                    <a:pt x="6842158" y="285750"/>
                  </a:lnTo>
                  <a:lnTo>
                    <a:pt x="6842158" y="259080"/>
                  </a:lnTo>
                  <a:lnTo>
                    <a:pt x="6812693" y="259080"/>
                  </a:lnTo>
                  <a:lnTo>
                    <a:pt x="6590636" y="36830"/>
                  </a:lnTo>
                  <a:close/>
                </a:path>
                <a:path w="13484225" h="313689">
                  <a:moveTo>
                    <a:pt x="6883789" y="36830"/>
                  </a:moveTo>
                  <a:lnTo>
                    <a:pt x="6842158" y="36830"/>
                  </a:lnTo>
                  <a:lnTo>
                    <a:pt x="7090799" y="285750"/>
                  </a:lnTo>
                  <a:lnTo>
                    <a:pt x="7134913" y="285750"/>
                  </a:lnTo>
                  <a:lnTo>
                    <a:pt x="7134913" y="259080"/>
                  </a:lnTo>
                  <a:lnTo>
                    <a:pt x="7105835" y="259080"/>
                  </a:lnTo>
                  <a:lnTo>
                    <a:pt x="6883789" y="36830"/>
                  </a:lnTo>
                  <a:close/>
                </a:path>
                <a:path w="13484225" h="313689">
                  <a:moveTo>
                    <a:pt x="7176544" y="36830"/>
                  </a:moveTo>
                  <a:lnTo>
                    <a:pt x="7134913" y="36830"/>
                  </a:lnTo>
                  <a:lnTo>
                    <a:pt x="7383555" y="285750"/>
                  </a:lnTo>
                  <a:lnTo>
                    <a:pt x="7428056" y="285750"/>
                  </a:lnTo>
                  <a:lnTo>
                    <a:pt x="7428056" y="259080"/>
                  </a:lnTo>
                  <a:lnTo>
                    <a:pt x="7398591" y="259080"/>
                  </a:lnTo>
                  <a:lnTo>
                    <a:pt x="7176544" y="36830"/>
                  </a:lnTo>
                  <a:close/>
                </a:path>
                <a:path w="13484225" h="313689">
                  <a:moveTo>
                    <a:pt x="7469687" y="36830"/>
                  </a:moveTo>
                  <a:lnTo>
                    <a:pt x="7428056" y="36830"/>
                  </a:lnTo>
                  <a:lnTo>
                    <a:pt x="7676698" y="285750"/>
                  </a:lnTo>
                  <a:lnTo>
                    <a:pt x="7720822" y="285750"/>
                  </a:lnTo>
                  <a:lnTo>
                    <a:pt x="7720822" y="259080"/>
                  </a:lnTo>
                  <a:lnTo>
                    <a:pt x="7691734" y="259080"/>
                  </a:lnTo>
                  <a:lnTo>
                    <a:pt x="7469687" y="36830"/>
                  </a:lnTo>
                  <a:close/>
                </a:path>
                <a:path w="13484225" h="313689">
                  <a:moveTo>
                    <a:pt x="7762443" y="36830"/>
                  </a:moveTo>
                  <a:lnTo>
                    <a:pt x="7720822" y="36830"/>
                  </a:lnTo>
                  <a:lnTo>
                    <a:pt x="7969453" y="285750"/>
                  </a:lnTo>
                  <a:lnTo>
                    <a:pt x="8013965" y="285750"/>
                  </a:lnTo>
                  <a:lnTo>
                    <a:pt x="8013965" y="259080"/>
                  </a:lnTo>
                  <a:lnTo>
                    <a:pt x="7984489" y="259080"/>
                  </a:lnTo>
                  <a:lnTo>
                    <a:pt x="7762443" y="36830"/>
                  </a:lnTo>
                  <a:close/>
                </a:path>
                <a:path w="13484225" h="313689">
                  <a:moveTo>
                    <a:pt x="8055586" y="36830"/>
                  </a:moveTo>
                  <a:lnTo>
                    <a:pt x="8013965" y="36830"/>
                  </a:lnTo>
                  <a:lnTo>
                    <a:pt x="8262596" y="285750"/>
                  </a:lnTo>
                  <a:lnTo>
                    <a:pt x="11219972" y="285750"/>
                  </a:lnTo>
                  <a:lnTo>
                    <a:pt x="11219972" y="284480"/>
                  </a:lnTo>
                  <a:lnTo>
                    <a:pt x="8306720" y="284480"/>
                  </a:lnTo>
                  <a:lnTo>
                    <a:pt x="8306720" y="259080"/>
                  </a:lnTo>
                  <a:lnTo>
                    <a:pt x="8277632" y="259080"/>
                  </a:lnTo>
                  <a:lnTo>
                    <a:pt x="8055586" y="36830"/>
                  </a:lnTo>
                  <a:close/>
                </a:path>
                <a:path w="13484225" h="313689">
                  <a:moveTo>
                    <a:pt x="11260479" y="36830"/>
                  </a:moveTo>
                  <a:lnTo>
                    <a:pt x="11219972" y="36830"/>
                  </a:lnTo>
                  <a:lnTo>
                    <a:pt x="11461891" y="285750"/>
                  </a:lnTo>
                  <a:lnTo>
                    <a:pt x="11505199" y="285750"/>
                  </a:lnTo>
                  <a:lnTo>
                    <a:pt x="11505199" y="259080"/>
                  </a:lnTo>
                  <a:lnTo>
                    <a:pt x="11476519" y="259080"/>
                  </a:lnTo>
                  <a:lnTo>
                    <a:pt x="11260479" y="36830"/>
                  </a:lnTo>
                  <a:close/>
                </a:path>
                <a:path w="13484225" h="313689">
                  <a:moveTo>
                    <a:pt x="11545695" y="36830"/>
                  </a:moveTo>
                  <a:lnTo>
                    <a:pt x="11505199" y="36830"/>
                  </a:lnTo>
                  <a:lnTo>
                    <a:pt x="11747118" y="285750"/>
                  </a:lnTo>
                  <a:lnTo>
                    <a:pt x="11790038" y="285750"/>
                  </a:lnTo>
                  <a:lnTo>
                    <a:pt x="11790038" y="259080"/>
                  </a:lnTo>
                  <a:lnTo>
                    <a:pt x="11761746" y="259080"/>
                  </a:lnTo>
                  <a:lnTo>
                    <a:pt x="11545695" y="36830"/>
                  </a:lnTo>
                  <a:close/>
                </a:path>
                <a:path w="13484225" h="313689">
                  <a:moveTo>
                    <a:pt x="11830545" y="36830"/>
                  </a:moveTo>
                  <a:lnTo>
                    <a:pt x="11790038" y="36830"/>
                  </a:lnTo>
                  <a:lnTo>
                    <a:pt x="12031968" y="285750"/>
                  </a:lnTo>
                  <a:lnTo>
                    <a:pt x="12075265" y="285750"/>
                  </a:lnTo>
                  <a:lnTo>
                    <a:pt x="12075265" y="259080"/>
                  </a:lnTo>
                  <a:lnTo>
                    <a:pt x="12046596" y="259080"/>
                  </a:lnTo>
                  <a:lnTo>
                    <a:pt x="11830545" y="36830"/>
                  </a:lnTo>
                  <a:close/>
                </a:path>
                <a:path w="13484225" h="313689">
                  <a:moveTo>
                    <a:pt x="12115772" y="36830"/>
                  </a:moveTo>
                  <a:lnTo>
                    <a:pt x="12075265" y="36830"/>
                  </a:lnTo>
                  <a:lnTo>
                    <a:pt x="12317185" y="285750"/>
                  </a:lnTo>
                  <a:lnTo>
                    <a:pt x="12360115" y="285750"/>
                  </a:lnTo>
                  <a:lnTo>
                    <a:pt x="12360115" y="259080"/>
                  </a:lnTo>
                  <a:lnTo>
                    <a:pt x="12331812" y="259080"/>
                  </a:lnTo>
                  <a:lnTo>
                    <a:pt x="12115772" y="36830"/>
                  </a:lnTo>
                  <a:close/>
                </a:path>
                <a:path w="13484225" h="313689">
                  <a:moveTo>
                    <a:pt x="12400612" y="36830"/>
                  </a:moveTo>
                  <a:lnTo>
                    <a:pt x="12360115" y="36830"/>
                  </a:lnTo>
                  <a:lnTo>
                    <a:pt x="12602035" y="285750"/>
                  </a:lnTo>
                  <a:lnTo>
                    <a:pt x="12645332" y="285750"/>
                  </a:lnTo>
                  <a:lnTo>
                    <a:pt x="12645332" y="259080"/>
                  </a:lnTo>
                  <a:lnTo>
                    <a:pt x="12616662" y="259080"/>
                  </a:lnTo>
                  <a:lnTo>
                    <a:pt x="12400612" y="36830"/>
                  </a:lnTo>
                  <a:close/>
                </a:path>
                <a:path w="13484225" h="313689">
                  <a:moveTo>
                    <a:pt x="12685839" y="36830"/>
                  </a:moveTo>
                  <a:lnTo>
                    <a:pt x="12645332" y="36830"/>
                  </a:lnTo>
                  <a:lnTo>
                    <a:pt x="12887262" y="285750"/>
                  </a:lnTo>
                  <a:lnTo>
                    <a:pt x="12930182" y="285750"/>
                  </a:lnTo>
                  <a:lnTo>
                    <a:pt x="12930182" y="259080"/>
                  </a:lnTo>
                  <a:lnTo>
                    <a:pt x="12901889" y="259080"/>
                  </a:lnTo>
                  <a:lnTo>
                    <a:pt x="12685839" y="36830"/>
                  </a:lnTo>
                  <a:close/>
                </a:path>
                <a:path w="13484225" h="313689">
                  <a:moveTo>
                    <a:pt x="12970688" y="36830"/>
                  </a:moveTo>
                  <a:lnTo>
                    <a:pt x="12930182" y="36830"/>
                  </a:lnTo>
                  <a:lnTo>
                    <a:pt x="13172101" y="285750"/>
                  </a:lnTo>
                  <a:lnTo>
                    <a:pt x="13215409" y="285750"/>
                  </a:lnTo>
                  <a:lnTo>
                    <a:pt x="13215409" y="259080"/>
                  </a:lnTo>
                  <a:lnTo>
                    <a:pt x="13186729" y="259080"/>
                  </a:lnTo>
                  <a:lnTo>
                    <a:pt x="12970688" y="36830"/>
                  </a:lnTo>
                  <a:close/>
                </a:path>
                <a:path w="13484225" h="313689">
                  <a:moveTo>
                    <a:pt x="13255915" y="36830"/>
                  </a:moveTo>
                  <a:lnTo>
                    <a:pt x="13215409" y="36830"/>
                  </a:lnTo>
                  <a:lnTo>
                    <a:pt x="13457328" y="285750"/>
                  </a:lnTo>
                  <a:lnTo>
                    <a:pt x="13484102" y="285750"/>
                  </a:lnTo>
                  <a:lnTo>
                    <a:pt x="13484102" y="259080"/>
                  </a:lnTo>
                  <a:lnTo>
                    <a:pt x="13471956" y="259080"/>
                  </a:lnTo>
                  <a:lnTo>
                    <a:pt x="13255915" y="36830"/>
                  </a:lnTo>
                  <a:close/>
                </a:path>
                <a:path w="13484225" h="313689">
                  <a:moveTo>
                    <a:pt x="886894" y="35560"/>
                  </a:moveTo>
                  <a:lnTo>
                    <a:pt x="848078" y="35560"/>
                  </a:lnTo>
                  <a:lnTo>
                    <a:pt x="1079946" y="284480"/>
                  </a:lnTo>
                  <a:lnTo>
                    <a:pt x="1121452" y="284480"/>
                  </a:lnTo>
                  <a:lnTo>
                    <a:pt x="1121452" y="257810"/>
                  </a:lnTo>
                  <a:lnTo>
                    <a:pt x="1093966" y="257810"/>
                  </a:lnTo>
                  <a:lnTo>
                    <a:pt x="886894" y="35560"/>
                  </a:lnTo>
                  <a:close/>
                </a:path>
                <a:path w="13484225" h="313689">
                  <a:moveTo>
                    <a:pt x="1160268" y="35560"/>
                  </a:moveTo>
                  <a:lnTo>
                    <a:pt x="1121452" y="35560"/>
                  </a:lnTo>
                  <a:lnTo>
                    <a:pt x="1353320" y="284480"/>
                  </a:lnTo>
                  <a:lnTo>
                    <a:pt x="1394460" y="284480"/>
                  </a:lnTo>
                  <a:lnTo>
                    <a:pt x="1394460" y="257810"/>
                  </a:lnTo>
                  <a:lnTo>
                    <a:pt x="1367340" y="257810"/>
                  </a:lnTo>
                  <a:lnTo>
                    <a:pt x="1160268" y="35560"/>
                  </a:lnTo>
                  <a:close/>
                </a:path>
                <a:path w="13484225" h="313689">
                  <a:moveTo>
                    <a:pt x="1433276" y="35560"/>
                  </a:moveTo>
                  <a:lnTo>
                    <a:pt x="1394460" y="35560"/>
                  </a:lnTo>
                  <a:lnTo>
                    <a:pt x="1626327" y="284480"/>
                  </a:lnTo>
                  <a:lnTo>
                    <a:pt x="1667823" y="284480"/>
                  </a:lnTo>
                  <a:lnTo>
                    <a:pt x="1667823" y="257810"/>
                  </a:lnTo>
                  <a:lnTo>
                    <a:pt x="1640347" y="257810"/>
                  </a:lnTo>
                  <a:lnTo>
                    <a:pt x="1433276" y="35560"/>
                  </a:lnTo>
                  <a:close/>
                </a:path>
                <a:path w="13484225" h="313689">
                  <a:moveTo>
                    <a:pt x="1706649" y="35560"/>
                  </a:moveTo>
                  <a:lnTo>
                    <a:pt x="1667823" y="35560"/>
                  </a:lnTo>
                  <a:lnTo>
                    <a:pt x="1899690" y="284480"/>
                  </a:lnTo>
                  <a:lnTo>
                    <a:pt x="1940841" y="284480"/>
                  </a:lnTo>
                  <a:lnTo>
                    <a:pt x="1940841" y="257810"/>
                  </a:lnTo>
                  <a:lnTo>
                    <a:pt x="1913721" y="257810"/>
                  </a:lnTo>
                  <a:lnTo>
                    <a:pt x="1706649" y="35560"/>
                  </a:lnTo>
                  <a:close/>
                </a:path>
                <a:path w="13484225" h="313689">
                  <a:moveTo>
                    <a:pt x="1979657" y="35560"/>
                  </a:moveTo>
                  <a:lnTo>
                    <a:pt x="1940841" y="35560"/>
                  </a:lnTo>
                  <a:lnTo>
                    <a:pt x="2172698" y="284480"/>
                  </a:lnTo>
                  <a:lnTo>
                    <a:pt x="2214204" y="284480"/>
                  </a:lnTo>
                  <a:lnTo>
                    <a:pt x="2214204" y="257810"/>
                  </a:lnTo>
                  <a:lnTo>
                    <a:pt x="2186729" y="257810"/>
                  </a:lnTo>
                  <a:lnTo>
                    <a:pt x="1979657" y="35560"/>
                  </a:lnTo>
                  <a:close/>
                </a:path>
                <a:path w="13484225" h="313689">
                  <a:moveTo>
                    <a:pt x="2253030" y="35560"/>
                  </a:moveTo>
                  <a:lnTo>
                    <a:pt x="2214204" y="35560"/>
                  </a:lnTo>
                  <a:lnTo>
                    <a:pt x="2446072" y="284480"/>
                  </a:lnTo>
                  <a:lnTo>
                    <a:pt x="2487212" y="284480"/>
                  </a:lnTo>
                  <a:lnTo>
                    <a:pt x="2487212" y="257810"/>
                  </a:lnTo>
                  <a:lnTo>
                    <a:pt x="2460092" y="257810"/>
                  </a:lnTo>
                  <a:lnTo>
                    <a:pt x="2253030" y="35560"/>
                  </a:lnTo>
                  <a:close/>
                </a:path>
                <a:path w="13484225" h="313689">
                  <a:moveTo>
                    <a:pt x="2526038" y="35560"/>
                  </a:moveTo>
                  <a:lnTo>
                    <a:pt x="2487212" y="35560"/>
                  </a:lnTo>
                  <a:lnTo>
                    <a:pt x="2719079" y="284480"/>
                  </a:lnTo>
                  <a:lnTo>
                    <a:pt x="2760586" y="284480"/>
                  </a:lnTo>
                  <a:lnTo>
                    <a:pt x="2760586" y="257810"/>
                  </a:lnTo>
                  <a:lnTo>
                    <a:pt x="2733110" y="257810"/>
                  </a:lnTo>
                  <a:lnTo>
                    <a:pt x="2526038" y="35560"/>
                  </a:lnTo>
                  <a:close/>
                </a:path>
                <a:path w="13484225" h="313689">
                  <a:moveTo>
                    <a:pt x="2818135" y="55880"/>
                  </a:moveTo>
                  <a:lnTo>
                    <a:pt x="2760586" y="55880"/>
                  </a:lnTo>
                  <a:lnTo>
                    <a:pt x="2988348" y="284480"/>
                  </a:lnTo>
                  <a:lnTo>
                    <a:pt x="3033593" y="284480"/>
                  </a:lnTo>
                  <a:lnTo>
                    <a:pt x="3033593" y="256540"/>
                  </a:lnTo>
                  <a:lnTo>
                    <a:pt x="3004515" y="256540"/>
                  </a:lnTo>
                  <a:lnTo>
                    <a:pt x="2818135" y="55880"/>
                  </a:lnTo>
                  <a:close/>
                </a:path>
                <a:path w="13484225" h="313689">
                  <a:moveTo>
                    <a:pt x="3661123" y="35560"/>
                  </a:moveTo>
                  <a:lnTo>
                    <a:pt x="3619502" y="35560"/>
                  </a:lnTo>
                  <a:lnTo>
                    <a:pt x="3868133" y="284480"/>
                  </a:lnTo>
                  <a:lnTo>
                    <a:pt x="3912645" y="284480"/>
                  </a:lnTo>
                  <a:lnTo>
                    <a:pt x="3912645" y="257810"/>
                  </a:lnTo>
                  <a:lnTo>
                    <a:pt x="3883180" y="257810"/>
                  </a:lnTo>
                  <a:lnTo>
                    <a:pt x="3661123" y="35560"/>
                  </a:lnTo>
                  <a:close/>
                </a:path>
                <a:path w="13484225" h="313689">
                  <a:moveTo>
                    <a:pt x="3954276" y="35560"/>
                  </a:moveTo>
                  <a:lnTo>
                    <a:pt x="3912645" y="35560"/>
                  </a:lnTo>
                  <a:lnTo>
                    <a:pt x="4161286" y="284480"/>
                  </a:lnTo>
                  <a:lnTo>
                    <a:pt x="4205400" y="284480"/>
                  </a:lnTo>
                  <a:lnTo>
                    <a:pt x="4205400" y="257810"/>
                  </a:lnTo>
                  <a:lnTo>
                    <a:pt x="4176323" y="257810"/>
                  </a:lnTo>
                  <a:lnTo>
                    <a:pt x="3954276" y="35560"/>
                  </a:lnTo>
                  <a:close/>
                </a:path>
                <a:path w="13484225" h="313689">
                  <a:moveTo>
                    <a:pt x="4247031" y="35560"/>
                  </a:moveTo>
                  <a:lnTo>
                    <a:pt x="4205400" y="35560"/>
                  </a:lnTo>
                  <a:lnTo>
                    <a:pt x="4454042" y="284480"/>
                  </a:lnTo>
                  <a:lnTo>
                    <a:pt x="4498543" y="284480"/>
                  </a:lnTo>
                  <a:lnTo>
                    <a:pt x="4498543" y="257810"/>
                  </a:lnTo>
                  <a:lnTo>
                    <a:pt x="4469078" y="257810"/>
                  </a:lnTo>
                  <a:lnTo>
                    <a:pt x="4247031" y="35560"/>
                  </a:lnTo>
                  <a:close/>
                </a:path>
                <a:path w="13484225" h="313689">
                  <a:moveTo>
                    <a:pt x="4540174" y="35560"/>
                  </a:moveTo>
                  <a:lnTo>
                    <a:pt x="4498543" y="35560"/>
                  </a:lnTo>
                  <a:lnTo>
                    <a:pt x="4747185" y="284480"/>
                  </a:lnTo>
                  <a:lnTo>
                    <a:pt x="4791299" y="284480"/>
                  </a:lnTo>
                  <a:lnTo>
                    <a:pt x="4791299" y="257810"/>
                  </a:lnTo>
                  <a:lnTo>
                    <a:pt x="4762221" y="257810"/>
                  </a:lnTo>
                  <a:lnTo>
                    <a:pt x="4540174" y="35560"/>
                  </a:lnTo>
                  <a:close/>
                </a:path>
                <a:path w="13484225" h="313689">
                  <a:moveTo>
                    <a:pt x="4832930" y="35560"/>
                  </a:moveTo>
                  <a:lnTo>
                    <a:pt x="4791299" y="35560"/>
                  </a:lnTo>
                  <a:lnTo>
                    <a:pt x="5039940" y="284480"/>
                  </a:lnTo>
                  <a:lnTo>
                    <a:pt x="5084452" y="284480"/>
                  </a:lnTo>
                  <a:lnTo>
                    <a:pt x="5084452" y="257810"/>
                  </a:lnTo>
                  <a:lnTo>
                    <a:pt x="5054976" y="257810"/>
                  </a:lnTo>
                  <a:lnTo>
                    <a:pt x="4832930" y="35560"/>
                  </a:lnTo>
                  <a:close/>
                </a:path>
                <a:path w="13484225" h="313689">
                  <a:moveTo>
                    <a:pt x="5126073" y="35560"/>
                  </a:moveTo>
                  <a:lnTo>
                    <a:pt x="5084452" y="35560"/>
                  </a:lnTo>
                  <a:lnTo>
                    <a:pt x="5333083" y="284480"/>
                  </a:lnTo>
                  <a:lnTo>
                    <a:pt x="5377208" y="284480"/>
                  </a:lnTo>
                  <a:lnTo>
                    <a:pt x="5377208" y="257810"/>
                  </a:lnTo>
                  <a:lnTo>
                    <a:pt x="5348119" y="257810"/>
                  </a:lnTo>
                  <a:lnTo>
                    <a:pt x="5126073" y="35560"/>
                  </a:lnTo>
                  <a:close/>
                </a:path>
                <a:path w="13484225" h="313689">
                  <a:moveTo>
                    <a:pt x="5418839" y="35560"/>
                  </a:moveTo>
                  <a:lnTo>
                    <a:pt x="5377208" y="35560"/>
                  </a:lnTo>
                  <a:lnTo>
                    <a:pt x="5625849" y="284480"/>
                  </a:lnTo>
                  <a:lnTo>
                    <a:pt x="5670350" y="284480"/>
                  </a:lnTo>
                  <a:lnTo>
                    <a:pt x="5670350" y="257810"/>
                  </a:lnTo>
                  <a:lnTo>
                    <a:pt x="5640885" y="257810"/>
                  </a:lnTo>
                  <a:lnTo>
                    <a:pt x="5418839" y="35560"/>
                  </a:lnTo>
                  <a:close/>
                </a:path>
                <a:path w="13484225" h="313689">
                  <a:moveTo>
                    <a:pt x="5711981" y="35560"/>
                  </a:moveTo>
                  <a:lnTo>
                    <a:pt x="5670350" y="35560"/>
                  </a:lnTo>
                  <a:lnTo>
                    <a:pt x="5918992" y="284480"/>
                  </a:lnTo>
                  <a:lnTo>
                    <a:pt x="5963106" y="284480"/>
                  </a:lnTo>
                  <a:lnTo>
                    <a:pt x="5963106" y="257810"/>
                  </a:lnTo>
                  <a:lnTo>
                    <a:pt x="5934028" y="257810"/>
                  </a:lnTo>
                  <a:lnTo>
                    <a:pt x="5711981" y="35560"/>
                  </a:lnTo>
                  <a:close/>
                </a:path>
                <a:path w="13484225" h="313689">
                  <a:moveTo>
                    <a:pt x="8348351" y="35560"/>
                  </a:moveTo>
                  <a:lnTo>
                    <a:pt x="8306720" y="35560"/>
                  </a:lnTo>
                  <a:lnTo>
                    <a:pt x="8555362" y="284480"/>
                  </a:lnTo>
                  <a:lnTo>
                    <a:pt x="8599863" y="284480"/>
                  </a:lnTo>
                  <a:lnTo>
                    <a:pt x="8599863" y="257810"/>
                  </a:lnTo>
                  <a:lnTo>
                    <a:pt x="8570398" y="257810"/>
                  </a:lnTo>
                  <a:lnTo>
                    <a:pt x="8348351" y="35560"/>
                  </a:lnTo>
                  <a:close/>
                </a:path>
                <a:path w="13484225" h="313689">
                  <a:moveTo>
                    <a:pt x="8641494" y="35560"/>
                  </a:moveTo>
                  <a:lnTo>
                    <a:pt x="8599863" y="35560"/>
                  </a:lnTo>
                  <a:lnTo>
                    <a:pt x="8848505" y="284480"/>
                  </a:lnTo>
                  <a:lnTo>
                    <a:pt x="8892619" y="284480"/>
                  </a:lnTo>
                  <a:lnTo>
                    <a:pt x="8892619" y="257810"/>
                  </a:lnTo>
                  <a:lnTo>
                    <a:pt x="8863541" y="257810"/>
                  </a:lnTo>
                  <a:lnTo>
                    <a:pt x="8641494" y="35560"/>
                  </a:lnTo>
                  <a:close/>
                </a:path>
                <a:path w="13484225" h="313689">
                  <a:moveTo>
                    <a:pt x="8934250" y="35560"/>
                  </a:moveTo>
                  <a:lnTo>
                    <a:pt x="8892619" y="35560"/>
                  </a:lnTo>
                  <a:lnTo>
                    <a:pt x="9141260" y="284480"/>
                  </a:lnTo>
                  <a:lnTo>
                    <a:pt x="9185772" y="284480"/>
                  </a:lnTo>
                  <a:lnTo>
                    <a:pt x="9185772" y="257810"/>
                  </a:lnTo>
                  <a:lnTo>
                    <a:pt x="9156297" y="257810"/>
                  </a:lnTo>
                  <a:lnTo>
                    <a:pt x="8934250" y="35560"/>
                  </a:lnTo>
                  <a:close/>
                </a:path>
                <a:path w="13484225" h="313689">
                  <a:moveTo>
                    <a:pt x="9227393" y="35560"/>
                  </a:moveTo>
                  <a:lnTo>
                    <a:pt x="9185772" y="35560"/>
                  </a:lnTo>
                  <a:lnTo>
                    <a:pt x="9434403" y="284480"/>
                  </a:lnTo>
                  <a:lnTo>
                    <a:pt x="9478528" y="284480"/>
                  </a:lnTo>
                  <a:lnTo>
                    <a:pt x="9478528" y="257810"/>
                  </a:lnTo>
                  <a:lnTo>
                    <a:pt x="9449440" y="257810"/>
                  </a:lnTo>
                  <a:lnTo>
                    <a:pt x="9227393" y="35560"/>
                  </a:lnTo>
                  <a:close/>
                </a:path>
                <a:path w="13484225" h="313689">
                  <a:moveTo>
                    <a:pt x="9520149" y="35560"/>
                  </a:moveTo>
                  <a:lnTo>
                    <a:pt x="9478528" y="35560"/>
                  </a:lnTo>
                  <a:lnTo>
                    <a:pt x="9727159" y="284480"/>
                  </a:lnTo>
                  <a:lnTo>
                    <a:pt x="9771671" y="284480"/>
                  </a:lnTo>
                  <a:lnTo>
                    <a:pt x="9771671" y="257810"/>
                  </a:lnTo>
                  <a:lnTo>
                    <a:pt x="9742205" y="257810"/>
                  </a:lnTo>
                  <a:lnTo>
                    <a:pt x="9520149" y="35560"/>
                  </a:lnTo>
                  <a:close/>
                </a:path>
                <a:path w="13484225" h="313689">
                  <a:moveTo>
                    <a:pt x="9813302" y="35560"/>
                  </a:moveTo>
                  <a:lnTo>
                    <a:pt x="9771671" y="35560"/>
                  </a:lnTo>
                  <a:lnTo>
                    <a:pt x="10020312" y="284480"/>
                  </a:lnTo>
                  <a:lnTo>
                    <a:pt x="10064426" y="284480"/>
                  </a:lnTo>
                  <a:lnTo>
                    <a:pt x="10064426" y="257810"/>
                  </a:lnTo>
                  <a:lnTo>
                    <a:pt x="10035348" y="257810"/>
                  </a:lnTo>
                  <a:lnTo>
                    <a:pt x="9813302" y="35560"/>
                  </a:lnTo>
                  <a:close/>
                </a:path>
                <a:path w="13484225" h="313689">
                  <a:moveTo>
                    <a:pt x="10106057" y="35560"/>
                  </a:moveTo>
                  <a:lnTo>
                    <a:pt x="10064426" y="35560"/>
                  </a:lnTo>
                  <a:lnTo>
                    <a:pt x="10313068" y="284480"/>
                  </a:lnTo>
                  <a:lnTo>
                    <a:pt x="10357569" y="284480"/>
                  </a:lnTo>
                  <a:lnTo>
                    <a:pt x="10357569" y="257810"/>
                  </a:lnTo>
                  <a:lnTo>
                    <a:pt x="10328104" y="257810"/>
                  </a:lnTo>
                  <a:lnTo>
                    <a:pt x="10106057" y="35560"/>
                  </a:lnTo>
                  <a:close/>
                </a:path>
                <a:path w="13484225" h="313689">
                  <a:moveTo>
                    <a:pt x="10399200" y="35560"/>
                  </a:moveTo>
                  <a:lnTo>
                    <a:pt x="10357569" y="35560"/>
                  </a:lnTo>
                  <a:lnTo>
                    <a:pt x="10606211" y="284480"/>
                  </a:lnTo>
                  <a:lnTo>
                    <a:pt x="10650335" y="284480"/>
                  </a:lnTo>
                  <a:lnTo>
                    <a:pt x="10650335" y="257810"/>
                  </a:lnTo>
                  <a:lnTo>
                    <a:pt x="10621247" y="257810"/>
                  </a:lnTo>
                  <a:lnTo>
                    <a:pt x="10399200" y="35560"/>
                  </a:lnTo>
                  <a:close/>
                </a:path>
                <a:path w="13484225" h="313689">
                  <a:moveTo>
                    <a:pt x="10690402" y="35560"/>
                  </a:moveTo>
                  <a:lnTo>
                    <a:pt x="10650335" y="35560"/>
                  </a:lnTo>
                  <a:lnTo>
                    <a:pt x="10891825" y="284480"/>
                  </a:lnTo>
                  <a:lnTo>
                    <a:pt x="10935122" y="284480"/>
                  </a:lnTo>
                  <a:lnTo>
                    <a:pt x="10935122" y="257810"/>
                  </a:lnTo>
                  <a:lnTo>
                    <a:pt x="10906453" y="257810"/>
                  </a:lnTo>
                  <a:lnTo>
                    <a:pt x="10690402" y="35560"/>
                  </a:lnTo>
                  <a:close/>
                </a:path>
                <a:path w="13484225" h="313689">
                  <a:moveTo>
                    <a:pt x="10975629" y="35560"/>
                  </a:moveTo>
                  <a:lnTo>
                    <a:pt x="10935122" y="35560"/>
                  </a:lnTo>
                  <a:lnTo>
                    <a:pt x="11177041" y="284480"/>
                  </a:lnTo>
                  <a:lnTo>
                    <a:pt x="11219972" y="284480"/>
                  </a:lnTo>
                  <a:lnTo>
                    <a:pt x="11219972" y="257810"/>
                  </a:lnTo>
                  <a:lnTo>
                    <a:pt x="11191680" y="257810"/>
                  </a:lnTo>
                  <a:lnTo>
                    <a:pt x="10975629" y="35560"/>
                  </a:lnTo>
                  <a:close/>
                </a:path>
                <a:path w="13484225" h="313689">
                  <a:moveTo>
                    <a:pt x="61589" y="30480"/>
                  </a:moveTo>
                  <a:lnTo>
                    <a:pt x="1214" y="30480"/>
                  </a:lnTo>
                  <a:lnTo>
                    <a:pt x="1214" y="259080"/>
                  </a:lnTo>
                  <a:lnTo>
                    <a:pt x="28690" y="259080"/>
                  </a:lnTo>
                  <a:lnTo>
                    <a:pt x="28690" y="36830"/>
                  </a:lnTo>
                  <a:lnTo>
                    <a:pt x="67506" y="36830"/>
                  </a:lnTo>
                  <a:lnTo>
                    <a:pt x="61589" y="30480"/>
                  </a:lnTo>
                  <a:close/>
                </a:path>
                <a:path w="13484225" h="313689">
                  <a:moveTo>
                    <a:pt x="334597" y="30480"/>
                  </a:moveTo>
                  <a:lnTo>
                    <a:pt x="274578" y="30480"/>
                  </a:lnTo>
                  <a:lnTo>
                    <a:pt x="274578" y="259080"/>
                  </a:lnTo>
                  <a:lnTo>
                    <a:pt x="301697" y="259080"/>
                  </a:lnTo>
                  <a:lnTo>
                    <a:pt x="301697" y="36830"/>
                  </a:lnTo>
                  <a:lnTo>
                    <a:pt x="340513" y="36830"/>
                  </a:lnTo>
                  <a:lnTo>
                    <a:pt x="334597" y="30480"/>
                  </a:lnTo>
                  <a:close/>
                </a:path>
                <a:path w="13484225" h="313689">
                  <a:moveTo>
                    <a:pt x="607971" y="30480"/>
                  </a:moveTo>
                  <a:lnTo>
                    <a:pt x="547585" y="30480"/>
                  </a:lnTo>
                  <a:lnTo>
                    <a:pt x="547585" y="259080"/>
                  </a:lnTo>
                  <a:lnTo>
                    <a:pt x="575071" y="259080"/>
                  </a:lnTo>
                  <a:lnTo>
                    <a:pt x="575071" y="36830"/>
                  </a:lnTo>
                  <a:lnTo>
                    <a:pt x="613887" y="36830"/>
                  </a:lnTo>
                  <a:lnTo>
                    <a:pt x="607971" y="30480"/>
                  </a:lnTo>
                  <a:close/>
                </a:path>
                <a:path w="13484225" h="313689">
                  <a:moveTo>
                    <a:pt x="13484102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820959" y="30480"/>
                  </a:lnTo>
                  <a:lnTo>
                    <a:pt x="820959" y="259080"/>
                  </a:lnTo>
                  <a:lnTo>
                    <a:pt x="848078" y="259080"/>
                  </a:lnTo>
                  <a:lnTo>
                    <a:pt x="848078" y="35560"/>
                  </a:lnTo>
                  <a:lnTo>
                    <a:pt x="886894" y="35560"/>
                  </a:lnTo>
                  <a:lnTo>
                    <a:pt x="880978" y="29210"/>
                  </a:lnTo>
                  <a:lnTo>
                    <a:pt x="13484102" y="29210"/>
                  </a:lnTo>
                  <a:lnTo>
                    <a:pt x="13484102" y="0"/>
                  </a:lnTo>
                  <a:close/>
                </a:path>
                <a:path w="13484225" h="313689">
                  <a:moveTo>
                    <a:pt x="3362023" y="30480"/>
                  </a:moveTo>
                  <a:lnTo>
                    <a:pt x="3297271" y="30480"/>
                  </a:lnTo>
                  <a:lnTo>
                    <a:pt x="3297271" y="259080"/>
                  </a:lnTo>
                  <a:lnTo>
                    <a:pt x="3326746" y="259080"/>
                  </a:lnTo>
                  <a:lnTo>
                    <a:pt x="3326746" y="36830"/>
                  </a:lnTo>
                  <a:lnTo>
                    <a:pt x="3368367" y="36830"/>
                  </a:lnTo>
                  <a:lnTo>
                    <a:pt x="3362023" y="30480"/>
                  </a:lnTo>
                  <a:close/>
                </a:path>
                <a:path w="13484225" h="313689">
                  <a:moveTo>
                    <a:pt x="3656047" y="30480"/>
                  </a:moveTo>
                  <a:lnTo>
                    <a:pt x="3590414" y="30480"/>
                  </a:lnTo>
                  <a:lnTo>
                    <a:pt x="3590414" y="259080"/>
                  </a:lnTo>
                  <a:lnTo>
                    <a:pt x="3619502" y="259080"/>
                  </a:lnTo>
                  <a:lnTo>
                    <a:pt x="3619502" y="35560"/>
                  </a:lnTo>
                  <a:lnTo>
                    <a:pt x="3661123" y="35560"/>
                  </a:lnTo>
                  <a:lnTo>
                    <a:pt x="3656047" y="30480"/>
                  </a:lnTo>
                  <a:close/>
                </a:path>
                <a:path w="13484225" h="313689">
                  <a:moveTo>
                    <a:pt x="6291536" y="30480"/>
                  </a:moveTo>
                  <a:lnTo>
                    <a:pt x="6226784" y="30480"/>
                  </a:lnTo>
                  <a:lnTo>
                    <a:pt x="6226784" y="259080"/>
                  </a:lnTo>
                  <a:lnTo>
                    <a:pt x="6256249" y="259080"/>
                  </a:lnTo>
                  <a:lnTo>
                    <a:pt x="6256249" y="36830"/>
                  </a:lnTo>
                  <a:lnTo>
                    <a:pt x="6297880" y="36830"/>
                  </a:lnTo>
                  <a:lnTo>
                    <a:pt x="6291536" y="30480"/>
                  </a:lnTo>
                  <a:close/>
                </a:path>
                <a:path w="13484225" h="313689">
                  <a:moveTo>
                    <a:pt x="6584291" y="30480"/>
                  </a:moveTo>
                  <a:lnTo>
                    <a:pt x="6519927" y="30480"/>
                  </a:lnTo>
                  <a:lnTo>
                    <a:pt x="6519927" y="259080"/>
                  </a:lnTo>
                  <a:lnTo>
                    <a:pt x="6549015" y="259080"/>
                  </a:lnTo>
                  <a:lnTo>
                    <a:pt x="6549015" y="36830"/>
                  </a:lnTo>
                  <a:lnTo>
                    <a:pt x="6590636" y="36830"/>
                  </a:lnTo>
                  <a:lnTo>
                    <a:pt x="6584291" y="30480"/>
                  </a:lnTo>
                  <a:close/>
                </a:path>
                <a:path w="13484225" h="313689">
                  <a:moveTo>
                    <a:pt x="6877445" y="30480"/>
                  </a:moveTo>
                  <a:lnTo>
                    <a:pt x="6812693" y="30480"/>
                  </a:lnTo>
                  <a:lnTo>
                    <a:pt x="6812693" y="259080"/>
                  </a:lnTo>
                  <a:lnTo>
                    <a:pt x="6842158" y="259080"/>
                  </a:lnTo>
                  <a:lnTo>
                    <a:pt x="6842158" y="36830"/>
                  </a:lnTo>
                  <a:lnTo>
                    <a:pt x="6883789" y="36830"/>
                  </a:lnTo>
                  <a:lnTo>
                    <a:pt x="6877445" y="30480"/>
                  </a:lnTo>
                  <a:close/>
                </a:path>
                <a:path w="13484225" h="313689">
                  <a:moveTo>
                    <a:pt x="7170200" y="30480"/>
                  </a:moveTo>
                  <a:lnTo>
                    <a:pt x="7105835" y="30480"/>
                  </a:lnTo>
                  <a:lnTo>
                    <a:pt x="7105835" y="259080"/>
                  </a:lnTo>
                  <a:lnTo>
                    <a:pt x="7134913" y="259080"/>
                  </a:lnTo>
                  <a:lnTo>
                    <a:pt x="7134913" y="36830"/>
                  </a:lnTo>
                  <a:lnTo>
                    <a:pt x="7176544" y="36830"/>
                  </a:lnTo>
                  <a:lnTo>
                    <a:pt x="7170200" y="30480"/>
                  </a:lnTo>
                  <a:close/>
                </a:path>
                <a:path w="13484225" h="313689">
                  <a:moveTo>
                    <a:pt x="7463343" y="30480"/>
                  </a:moveTo>
                  <a:lnTo>
                    <a:pt x="7398591" y="30480"/>
                  </a:lnTo>
                  <a:lnTo>
                    <a:pt x="7398591" y="259080"/>
                  </a:lnTo>
                  <a:lnTo>
                    <a:pt x="7428056" y="259080"/>
                  </a:lnTo>
                  <a:lnTo>
                    <a:pt x="7428056" y="36830"/>
                  </a:lnTo>
                  <a:lnTo>
                    <a:pt x="7469687" y="36830"/>
                  </a:lnTo>
                  <a:lnTo>
                    <a:pt x="7463343" y="30480"/>
                  </a:lnTo>
                  <a:close/>
                </a:path>
                <a:path w="13484225" h="313689">
                  <a:moveTo>
                    <a:pt x="7756098" y="30480"/>
                  </a:moveTo>
                  <a:lnTo>
                    <a:pt x="7691734" y="30480"/>
                  </a:lnTo>
                  <a:lnTo>
                    <a:pt x="7691734" y="259080"/>
                  </a:lnTo>
                  <a:lnTo>
                    <a:pt x="7720822" y="259080"/>
                  </a:lnTo>
                  <a:lnTo>
                    <a:pt x="7720822" y="36830"/>
                  </a:lnTo>
                  <a:lnTo>
                    <a:pt x="7762443" y="36830"/>
                  </a:lnTo>
                  <a:lnTo>
                    <a:pt x="7756098" y="30480"/>
                  </a:lnTo>
                  <a:close/>
                </a:path>
                <a:path w="13484225" h="313689">
                  <a:moveTo>
                    <a:pt x="8049241" y="30480"/>
                  </a:moveTo>
                  <a:lnTo>
                    <a:pt x="7984489" y="30480"/>
                  </a:lnTo>
                  <a:lnTo>
                    <a:pt x="7984489" y="259080"/>
                  </a:lnTo>
                  <a:lnTo>
                    <a:pt x="8013965" y="259080"/>
                  </a:lnTo>
                  <a:lnTo>
                    <a:pt x="8013965" y="36830"/>
                  </a:lnTo>
                  <a:lnTo>
                    <a:pt x="8055586" y="36830"/>
                  </a:lnTo>
                  <a:lnTo>
                    <a:pt x="8049241" y="30480"/>
                  </a:lnTo>
                  <a:close/>
                </a:path>
                <a:path w="13484225" h="313689">
                  <a:moveTo>
                    <a:pt x="8343276" y="30480"/>
                  </a:moveTo>
                  <a:lnTo>
                    <a:pt x="8277632" y="30480"/>
                  </a:lnTo>
                  <a:lnTo>
                    <a:pt x="8277632" y="259080"/>
                  </a:lnTo>
                  <a:lnTo>
                    <a:pt x="8306720" y="259080"/>
                  </a:lnTo>
                  <a:lnTo>
                    <a:pt x="8306720" y="35560"/>
                  </a:lnTo>
                  <a:lnTo>
                    <a:pt x="8348351" y="35560"/>
                  </a:lnTo>
                  <a:lnTo>
                    <a:pt x="8343276" y="30480"/>
                  </a:lnTo>
                  <a:close/>
                </a:path>
                <a:path w="13484225" h="313689">
                  <a:moveTo>
                    <a:pt x="11539522" y="30480"/>
                  </a:moveTo>
                  <a:lnTo>
                    <a:pt x="11476519" y="30480"/>
                  </a:lnTo>
                  <a:lnTo>
                    <a:pt x="11476519" y="259080"/>
                  </a:lnTo>
                  <a:lnTo>
                    <a:pt x="11505199" y="259080"/>
                  </a:lnTo>
                  <a:lnTo>
                    <a:pt x="11505199" y="36830"/>
                  </a:lnTo>
                  <a:lnTo>
                    <a:pt x="11545695" y="36830"/>
                  </a:lnTo>
                  <a:lnTo>
                    <a:pt x="11539522" y="30480"/>
                  </a:lnTo>
                  <a:close/>
                </a:path>
                <a:path w="13484225" h="313689">
                  <a:moveTo>
                    <a:pt x="11824372" y="30480"/>
                  </a:moveTo>
                  <a:lnTo>
                    <a:pt x="11761746" y="30480"/>
                  </a:lnTo>
                  <a:lnTo>
                    <a:pt x="11761746" y="259080"/>
                  </a:lnTo>
                  <a:lnTo>
                    <a:pt x="11790038" y="259080"/>
                  </a:lnTo>
                  <a:lnTo>
                    <a:pt x="11790038" y="36830"/>
                  </a:lnTo>
                  <a:lnTo>
                    <a:pt x="11830545" y="36830"/>
                  </a:lnTo>
                  <a:lnTo>
                    <a:pt x="11824372" y="30480"/>
                  </a:lnTo>
                  <a:close/>
                </a:path>
                <a:path w="13484225" h="313689">
                  <a:moveTo>
                    <a:pt x="12109599" y="30480"/>
                  </a:moveTo>
                  <a:lnTo>
                    <a:pt x="12046596" y="30480"/>
                  </a:lnTo>
                  <a:lnTo>
                    <a:pt x="12046596" y="259080"/>
                  </a:lnTo>
                  <a:lnTo>
                    <a:pt x="12075265" y="259080"/>
                  </a:lnTo>
                  <a:lnTo>
                    <a:pt x="12075265" y="36830"/>
                  </a:lnTo>
                  <a:lnTo>
                    <a:pt x="12115772" y="36830"/>
                  </a:lnTo>
                  <a:lnTo>
                    <a:pt x="12109599" y="30480"/>
                  </a:lnTo>
                  <a:close/>
                </a:path>
                <a:path w="13484225" h="313689">
                  <a:moveTo>
                    <a:pt x="12394439" y="30480"/>
                  </a:moveTo>
                  <a:lnTo>
                    <a:pt x="12331812" y="30480"/>
                  </a:lnTo>
                  <a:lnTo>
                    <a:pt x="12331812" y="259080"/>
                  </a:lnTo>
                  <a:lnTo>
                    <a:pt x="12360115" y="259080"/>
                  </a:lnTo>
                  <a:lnTo>
                    <a:pt x="12360115" y="36830"/>
                  </a:lnTo>
                  <a:lnTo>
                    <a:pt x="12400612" y="36830"/>
                  </a:lnTo>
                  <a:lnTo>
                    <a:pt x="12394439" y="30480"/>
                  </a:lnTo>
                  <a:close/>
                </a:path>
                <a:path w="13484225" h="313689">
                  <a:moveTo>
                    <a:pt x="12679666" y="30480"/>
                  </a:moveTo>
                  <a:lnTo>
                    <a:pt x="12616662" y="30480"/>
                  </a:lnTo>
                  <a:lnTo>
                    <a:pt x="12616662" y="259080"/>
                  </a:lnTo>
                  <a:lnTo>
                    <a:pt x="12645332" y="259080"/>
                  </a:lnTo>
                  <a:lnTo>
                    <a:pt x="12645332" y="36830"/>
                  </a:lnTo>
                  <a:lnTo>
                    <a:pt x="12685839" y="36830"/>
                  </a:lnTo>
                  <a:lnTo>
                    <a:pt x="12679666" y="30480"/>
                  </a:lnTo>
                  <a:close/>
                </a:path>
                <a:path w="13484225" h="313689">
                  <a:moveTo>
                    <a:pt x="12964516" y="30480"/>
                  </a:moveTo>
                  <a:lnTo>
                    <a:pt x="12901889" y="30480"/>
                  </a:lnTo>
                  <a:lnTo>
                    <a:pt x="12901889" y="259080"/>
                  </a:lnTo>
                  <a:lnTo>
                    <a:pt x="12930182" y="259080"/>
                  </a:lnTo>
                  <a:lnTo>
                    <a:pt x="12930182" y="36830"/>
                  </a:lnTo>
                  <a:lnTo>
                    <a:pt x="12970688" y="36830"/>
                  </a:lnTo>
                  <a:lnTo>
                    <a:pt x="12964516" y="30480"/>
                  </a:lnTo>
                  <a:close/>
                </a:path>
                <a:path w="13484225" h="313689">
                  <a:moveTo>
                    <a:pt x="13249743" y="30480"/>
                  </a:moveTo>
                  <a:lnTo>
                    <a:pt x="13186729" y="30480"/>
                  </a:lnTo>
                  <a:lnTo>
                    <a:pt x="13186729" y="259080"/>
                  </a:lnTo>
                  <a:lnTo>
                    <a:pt x="13215409" y="259080"/>
                  </a:lnTo>
                  <a:lnTo>
                    <a:pt x="13215409" y="36830"/>
                  </a:lnTo>
                  <a:lnTo>
                    <a:pt x="13255915" y="36830"/>
                  </a:lnTo>
                  <a:lnTo>
                    <a:pt x="13249743" y="30480"/>
                  </a:lnTo>
                  <a:close/>
                </a:path>
                <a:path w="13484225" h="313689">
                  <a:moveTo>
                    <a:pt x="13484102" y="30480"/>
                  </a:moveTo>
                  <a:lnTo>
                    <a:pt x="13471956" y="30480"/>
                  </a:lnTo>
                  <a:lnTo>
                    <a:pt x="13471956" y="259080"/>
                  </a:lnTo>
                  <a:lnTo>
                    <a:pt x="13484102" y="259080"/>
                  </a:lnTo>
                  <a:lnTo>
                    <a:pt x="13484102" y="30480"/>
                  </a:lnTo>
                  <a:close/>
                </a:path>
                <a:path w="13484225" h="313689">
                  <a:moveTo>
                    <a:pt x="1154352" y="29210"/>
                  </a:moveTo>
                  <a:lnTo>
                    <a:pt x="1093966" y="29210"/>
                  </a:lnTo>
                  <a:lnTo>
                    <a:pt x="1093966" y="257810"/>
                  </a:lnTo>
                  <a:lnTo>
                    <a:pt x="1121452" y="257810"/>
                  </a:lnTo>
                  <a:lnTo>
                    <a:pt x="1121452" y="35560"/>
                  </a:lnTo>
                  <a:lnTo>
                    <a:pt x="1160268" y="35560"/>
                  </a:lnTo>
                  <a:lnTo>
                    <a:pt x="1154352" y="29210"/>
                  </a:lnTo>
                  <a:close/>
                </a:path>
                <a:path w="13484225" h="313689">
                  <a:moveTo>
                    <a:pt x="1427359" y="29210"/>
                  </a:moveTo>
                  <a:lnTo>
                    <a:pt x="1367340" y="29210"/>
                  </a:lnTo>
                  <a:lnTo>
                    <a:pt x="1367340" y="257810"/>
                  </a:lnTo>
                  <a:lnTo>
                    <a:pt x="1394460" y="257810"/>
                  </a:lnTo>
                  <a:lnTo>
                    <a:pt x="1394460" y="35560"/>
                  </a:lnTo>
                  <a:lnTo>
                    <a:pt x="1433276" y="35560"/>
                  </a:lnTo>
                  <a:lnTo>
                    <a:pt x="1427359" y="29210"/>
                  </a:lnTo>
                  <a:close/>
                </a:path>
                <a:path w="13484225" h="313689">
                  <a:moveTo>
                    <a:pt x="1700733" y="29210"/>
                  </a:moveTo>
                  <a:lnTo>
                    <a:pt x="1640347" y="29210"/>
                  </a:lnTo>
                  <a:lnTo>
                    <a:pt x="1640347" y="257810"/>
                  </a:lnTo>
                  <a:lnTo>
                    <a:pt x="1667823" y="257810"/>
                  </a:lnTo>
                  <a:lnTo>
                    <a:pt x="1667823" y="35560"/>
                  </a:lnTo>
                  <a:lnTo>
                    <a:pt x="1706649" y="35560"/>
                  </a:lnTo>
                  <a:lnTo>
                    <a:pt x="1700733" y="29210"/>
                  </a:lnTo>
                  <a:close/>
                </a:path>
                <a:path w="13484225" h="313689">
                  <a:moveTo>
                    <a:pt x="1973740" y="29210"/>
                  </a:moveTo>
                  <a:lnTo>
                    <a:pt x="1913721" y="29210"/>
                  </a:lnTo>
                  <a:lnTo>
                    <a:pt x="1913721" y="257810"/>
                  </a:lnTo>
                  <a:lnTo>
                    <a:pt x="1940841" y="257810"/>
                  </a:lnTo>
                  <a:lnTo>
                    <a:pt x="1940841" y="35560"/>
                  </a:lnTo>
                  <a:lnTo>
                    <a:pt x="1979657" y="35560"/>
                  </a:lnTo>
                  <a:lnTo>
                    <a:pt x="1973740" y="29210"/>
                  </a:lnTo>
                  <a:close/>
                </a:path>
                <a:path w="13484225" h="313689">
                  <a:moveTo>
                    <a:pt x="2247114" y="29210"/>
                  </a:moveTo>
                  <a:lnTo>
                    <a:pt x="2186729" y="29210"/>
                  </a:lnTo>
                  <a:lnTo>
                    <a:pt x="2186729" y="257810"/>
                  </a:lnTo>
                  <a:lnTo>
                    <a:pt x="2214204" y="257810"/>
                  </a:lnTo>
                  <a:lnTo>
                    <a:pt x="2214204" y="35560"/>
                  </a:lnTo>
                  <a:lnTo>
                    <a:pt x="2253030" y="35560"/>
                  </a:lnTo>
                  <a:lnTo>
                    <a:pt x="2247114" y="29210"/>
                  </a:lnTo>
                  <a:close/>
                </a:path>
                <a:path w="13484225" h="313689">
                  <a:moveTo>
                    <a:pt x="2520122" y="29210"/>
                  </a:moveTo>
                  <a:lnTo>
                    <a:pt x="2460092" y="29210"/>
                  </a:lnTo>
                  <a:lnTo>
                    <a:pt x="2460092" y="257810"/>
                  </a:lnTo>
                  <a:lnTo>
                    <a:pt x="2487212" y="257810"/>
                  </a:lnTo>
                  <a:lnTo>
                    <a:pt x="2487212" y="35560"/>
                  </a:lnTo>
                  <a:lnTo>
                    <a:pt x="2526038" y="35560"/>
                  </a:lnTo>
                  <a:lnTo>
                    <a:pt x="2520122" y="29210"/>
                  </a:lnTo>
                  <a:close/>
                </a:path>
                <a:path w="13484225" h="313689">
                  <a:moveTo>
                    <a:pt x="3654778" y="29210"/>
                  </a:moveTo>
                  <a:lnTo>
                    <a:pt x="2733110" y="29210"/>
                  </a:lnTo>
                  <a:lnTo>
                    <a:pt x="2733110" y="257810"/>
                  </a:lnTo>
                  <a:lnTo>
                    <a:pt x="2760586" y="257810"/>
                  </a:lnTo>
                  <a:lnTo>
                    <a:pt x="2760586" y="55880"/>
                  </a:lnTo>
                  <a:lnTo>
                    <a:pt x="2818135" y="55880"/>
                  </a:lnTo>
                  <a:lnTo>
                    <a:pt x="2794543" y="30480"/>
                  </a:lnTo>
                  <a:lnTo>
                    <a:pt x="3656047" y="30480"/>
                  </a:lnTo>
                  <a:lnTo>
                    <a:pt x="3654778" y="29210"/>
                  </a:lnTo>
                  <a:close/>
                </a:path>
                <a:path w="13484225" h="313689">
                  <a:moveTo>
                    <a:pt x="3947932" y="29210"/>
                  </a:moveTo>
                  <a:lnTo>
                    <a:pt x="3883180" y="29210"/>
                  </a:lnTo>
                  <a:lnTo>
                    <a:pt x="3883180" y="257810"/>
                  </a:lnTo>
                  <a:lnTo>
                    <a:pt x="3912645" y="257810"/>
                  </a:lnTo>
                  <a:lnTo>
                    <a:pt x="3912645" y="35560"/>
                  </a:lnTo>
                  <a:lnTo>
                    <a:pt x="3954276" y="35560"/>
                  </a:lnTo>
                  <a:lnTo>
                    <a:pt x="3947932" y="29210"/>
                  </a:lnTo>
                  <a:close/>
                </a:path>
                <a:path w="13484225" h="313689">
                  <a:moveTo>
                    <a:pt x="4240687" y="29210"/>
                  </a:moveTo>
                  <a:lnTo>
                    <a:pt x="4176323" y="29210"/>
                  </a:lnTo>
                  <a:lnTo>
                    <a:pt x="4176323" y="257810"/>
                  </a:lnTo>
                  <a:lnTo>
                    <a:pt x="4205400" y="257810"/>
                  </a:lnTo>
                  <a:lnTo>
                    <a:pt x="4205400" y="35560"/>
                  </a:lnTo>
                  <a:lnTo>
                    <a:pt x="4247031" y="35560"/>
                  </a:lnTo>
                  <a:lnTo>
                    <a:pt x="4240687" y="29210"/>
                  </a:lnTo>
                  <a:close/>
                </a:path>
                <a:path w="13484225" h="313689">
                  <a:moveTo>
                    <a:pt x="4533830" y="29210"/>
                  </a:moveTo>
                  <a:lnTo>
                    <a:pt x="4469078" y="29210"/>
                  </a:lnTo>
                  <a:lnTo>
                    <a:pt x="4469078" y="257810"/>
                  </a:lnTo>
                  <a:lnTo>
                    <a:pt x="4498543" y="257810"/>
                  </a:lnTo>
                  <a:lnTo>
                    <a:pt x="4498543" y="35560"/>
                  </a:lnTo>
                  <a:lnTo>
                    <a:pt x="4540174" y="35560"/>
                  </a:lnTo>
                  <a:lnTo>
                    <a:pt x="4533830" y="29210"/>
                  </a:lnTo>
                  <a:close/>
                </a:path>
                <a:path w="13484225" h="313689">
                  <a:moveTo>
                    <a:pt x="4826586" y="29210"/>
                  </a:moveTo>
                  <a:lnTo>
                    <a:pt x="4762221" y="29210"/>
                  </a:lnTo>
                  <a:lnTo>
                    <a:pt x="4762221" y="257810"/>
                  </a:lnTo>
                  <a:lnTo>
                    <a:pt x="4791299" y="257810"/>
                  </a:lnTo>
                  <a:lnTo>
                    <a:pt x="4791299" y="35560"/>
                  </a:lnTo>
                  <a:lnTo>
                    <a:pt x="4832930" y="35560"/>
                  </a:lnTo>
                  <a:lnTo>
                    <a:pt x="4826586" y="29210"/>
                  </a:lnTo>
                  <a:close/>
                </a:path>
                <a:path w="13484225" h="313689">
                  <a:moveTo>
                    <a:pt x="5119728" y="29210"/>
                  </a:moveTo>
                  <a:lnTo>
                    <a:pt x="5054976" y="29210"/>
                  </a:lnTo>
                  <a:lnTo>
                    <a:pt x="5054976" y="257810"/>
                  </a:lnTo>
                  <a:lnTo>
                    <a:pt x="5084452" y="257810"/>
                  </a:lnTo>
                  <a:lnTo>
                    <a:pt x="5084452" y="35560"/>
                  </a:lnTo>
                  <a:lnTo>
                    <a:pt x="5126073" y="35560"/>
                  </a:lnTo>
                  <a:lnTo>
                    <a:pt x="5119728" y="29210"/>
                  </a:lnTo>
                  <a:close/>
                </a:path>
                <a:path w="13484225" h="313689">
                  <a:moveTo>
                    <a:pt x="5412494" y="29210"/>
                  </a:moveTo>
                  <a:lnTo>
                    <a:pt x="5348119" y="29210"/>
                  </a:lnTo>
                  <a:lnTo>
                    <a:pt x="5348119" y="257810"/>
                  </a:lnTo>
                  <a:lnTo>
                    <a:pt x="5377208" y="257810"/>
                  </a:lnTo>
                  <a:lnTo>
                    <a:pt x="5377208" y="35560"/>
                  </a:lnTo>
                  <a:lnTo>
                    <a:pt x="5418839" y="35560"/>
                  </a:lnTo>
                  <a:lnTo>
                    <a:pt x="5412494" y="29210"/>
                  </a:lnTo>
                  <a:close/>
                </a:path>
                <a:path w="13484225" h="313689">
                  <a:moveTo>
                    <a:pt x="5705637" y="29210"/>
                  </a:moveTo>
                  <a:lnTo>
                    <a:pt x="5640885" y="29210"/>
                  </a:lnTo>
                  <a:lnTo>
                    <a:pt x="5640885" y="257810"/>
                  </a:lnTo>
                  <a:lnTo>
                    <a:pt x="5670350" y="257810"/>
                  </a:lnTo>
                  <a:lnTo>
                    <a:pt x="5670350" y="35560"/>
                  </a:lnTo>
                  <a:lnTo>
                    <a:pt x="5711981" y="35560"/>
                  </a:lnTo>
                  <a:lnTo>
                    <a:pt x="5705637" y="29210"/>
                  </a:lnTo>
                  <a:close/>
                </a:path>
                <a:path w="13484225" h="313689">
                  <a:moveTo>
                    <a:pt x="8342007" y="29210"/>
                  </a:moveTo>
                  <a:lnTo>
                    <a:pt x="5934028" y="29210"/>
                  </a:lnTo>
                  <a:lnTo>
                    <a:pt x="5934028" y="257810"/>
                  </a:lnTo>
                  <a:lnTo>
                    <a:pt x="5963106" y="257810"/>
                  </a:lnTo>
                  <a:lnTo>
                    <a:pt x="5963106" y="36830"/>
                  </a:lnTo>
                  <a:lnTo>
                    <a:pt x="6004737" y="36830"/>
                  </a:lnTo>
                  <a:lnTo>
                    <a:pt x="5998393" y="30480"/>
                  </a:lnTo>
                  <a:lnTo>
                    <a:pt x="8343276" y="30480"/>
                  </a:lnTo>
                  <a:lnTo>
                    <a:pt x="8342007" y="29210"/>
                  </a:lnTo>
                  <a:close/>
                </a:path>
                <a:path w="13484225" h="313689">
                  <a:moveTo>
                    <a:pt x="8635150" y="29210"/>
                  </a:moveTo>
                  <a:lnTo>
                    <a:pt x="8570398" y="29210"/>
                  </a:lnTo>
                  <a:lnTo>
                    <a:pt x="8570398" y="257810"/>
                  </a:lnTo>
                  <a:lnTo>
                    <a:pt x="8599863" y="257810"/>
                  </a:lnTo>
                  <a:lnTo>
                    <a:pt x="8599863" y="35560"/>
                  </a:lnTo>
                  <a:lnTo>
                    <a:pt x="8641494" y="35560"/>
                  </a:lnTo>
                  <a:lnTo>
                    <a:pt x="8635150" y="29210"/>
                  </a:lnTo>
                  <a:close/>
                </a:path>
                <a:path w="13484225" h="313689">
                  <a:moveTo>
                    <a:pt x="8927906" y="29210"/>
                  </a:moveTo>
                  <a:lnTo>
                    <a:pt x="8863541" y="29210"/>
                  </a:lnTo>
                  <a:lnTo>
                    <a:pt x="8863541" y="257810"/>
                  </a:lnTo>
                  <a:lnTo>
                    <a:pt x="8892619" y="257810"/>
                  </a:lnTo>
                  <a:lnTo>
                    <a:pt x="8892619" y="35560"/>
                  </a:lnTo>
                  <a:lnTo>
                    <a:pt x="8934250" y="35560"/>
                  </a:lnTo>
                  <a:lnTo>
                    <a:pt x="8927906" y="29210"/>
                  </a:lnTo>
                  <a:close/>
                </a:path>
                <a:path w="13484225" h="313689">
                  <a:moveTo>
                    <a:pt x="9221049" y="29210"/>
                  </a:moveTo>
                  <a:lnTo>
                    <a:pt x="9156297" y="29210"/>
                  </a:lnTo>
                  <a:lnTo>
                    <a:pt x="9156297" y="257810"/>
                  </a:lnTo>
                  <a:lnTo>
                    <a:pt x="9185772" y="257810"/>
                  </a:lnTo>
                  <a:lnTo>
                    <a:pt x="9185772" y="35560"/>
                  </a:lnTo>
                  <a:lnTo>
                    <a:pt x="9227393" y="35560"/>
                  </a:lnTo>
                  <a:lnTo>
                    <a:pt x="9221049" y="29210"/>
                  </a:lnTo>
                  <a:close/>
                </a:path>
                <a:path w="13484225" h="313689">
                  <a:moveTo>
                    <a:pt x="9513804" y="29210"/>
                  </a:moveTo>
                  <a:lnTo>
                    <a:pt x="9449440" y="29210"/>
                  </a:lnTo>
                  <a:lnTo>
                    <a:pt x="9449440" y="257810"/>
                  </a:lnTo>
                  <a:lnTo>
                    <a:pt x="9478528" y="257810"/>
                  </a:lnTo>
                  <a:lnTo>
                    <a:pt x="9478528" y="35560"/>
                  </a:lnTo>
                  <a:lnTo>
                    <a:pt x="9520149" y="35560"/>
                  </a:lnTo>
                  <a:lnTo>
                    <a:pt x="9513804" y="29210"/>
                  </a:lnTo>
                  <a:close/>
                </a:path>
                <a:path w="13484225" h="313689">
                  <a:moveTo>
                    <a:pt x="9806957" y="29210"/>
                  </a:moveTo>
                  <a:lnTo>
                    <a:pt x="9742205" y="29210"/>
                  </a:lnTo>
                  <a:lnTo>
                    <a:pt x="9742205" y="257810"/>
                  </a:lnTo>
                  <a:lnTo>
                    <a:pt x="9771671" y="257810"/>
                  </a:lnTo>
                  <a:lnTo>
                    <a:pt x="9771671" y="35560"/>
                  </a:lnTo>
                  <a:lnTo>
                    <a:pt x="9813302" y="35560"/>
                  </a:lnTo>
                  <a:lnTo>
                    <a:pt x="9806957" y="29210"/>
                  </a:lnTo>
                  <a:close/>
                </a:path>
                <a:path w="13484225" h="313689">
                  <a:moveTo>
                    <a:pt x="10099713" y="29210"/>
                  </a:moveTo>
                  <a:lnTo>
                    <a:pt x="10035348" y="29210"/>
                  </a:lnTo>
                  <a:lnTo>
                    <a:pt x="10035348" y="257810"/>
                  </a:lnTo>
                  <a:lnTo>
                    <a:pt x="10064426" y="257810"/>
                  </a:lnTo>
                  <a:lnTo>
                    <a:pt x="10064426" y="35560"/>
                  </a:lnTo>
                  <a:lnTo>
                    <a:pt x="10106057" y="35560"/>
                  </a:lnTo>
                  <a:lnTo>
                    <a:pt x="10099713" y="29210"/>
                  </a:lnTo>
                  <a:close/>
                </a:path>
                <a:path w="13484225" h="313689">
                  <a:moveTo>
                    <a:pt x="10392856" y="29210"/>
                  </a:moveTo>
                  <a:lnTo>
                    <a:pt x="10328104" y="29210"/>
                  </a:lnTo>
                  <a:lnTo>
                    <a:pt x="10328104" y="257810"/>
                  </a:lnTo>
                  <a:lnTo>
                    <a:pt x="10357569" y="257810"/>
                  </a:lnTo>
                  <a:lnTo>
                    <a:pt x="10357569" y="35560"/>
                  </a:lnTo>
                  <a:lnTo>
                    <a:pt x="10399200" y="35560"/>
                  </a:lnTo>
                  <a:lnTo>
                    <a:pt x="10392856" y="29210"/>
                  </a:lnTo>
                  <a:close/>
                </a:path>
                <a:path w="13484225" h="313689">
                  <a:moveTo>
                    <a:pt x="10684229" y="29210"/>
                  </a:moveTo>
                  <a:lnTo>
                    <a:pt x="10621247" y="29210"/>
                  </a:lnTo>
                  <a:lnTo>
                    <a:pt x="10621247" y="257810"/>
                  </a:lnTo>
                  <a:lnTo>
                    <a:pt x="10650335" y="257810"/>
                  </a:lnTo>
                  <a:lnTo>
                    <a:pt x="10650335" y="35560"/>
                  </a:lnTo>
                  <a:lnTo>
                    <a:pt x="10690402" y="35560"/>
                  </a:lnTo>
                  <a:lnTo>
                    <a:pt x="10684229" y="29210"/>
                  </a:lnTo>
                  <a:close/>
                </a:path>
                <a:path w="13484225" h="313689">
                  <a:moveTo>
                    <a:pt x="10969456" y="29210"/>
                  </a:moveTo>
                  <a:lnTo>
                    <a:pt x="10906453" y="29210"/>
                  </a:lnTo>
                  <a:lnTo>
                    <a:pt x="10906453" y="257810"/>
                  </a:lnTo>
                  <a:lnTo>
                    <a:pt x="10935122" y="257810"/>
                  </a:lnTo>
                  <a:lnTo>
                    <a:pt x="10935122" y="35560"/>
                  </a:lnTo>
                  <a:lnTo>
                    <a:pt x="10975629" y="35560"/>
                  </a:lnTo>
                  <a:lnTo>
                    <a:pt x="10969456" y="29210"/>
                  </a:lnTo>
                  <a:close/>
                </a:path>
                <a:path w="13484225" h="313689">
                  <a:moveTo>
                    <a:pt x="13484102" y="29210"/>
                  </a:moveTo>
                  <a:lnTo>
                    <a:pt x="11191680" y="29210"/>
                  </a:lnTo>
                  <a:lnTo>
                    <a:pt x="11191680" y="257810"/>
                  </a:lnTo>
                  <a:lnTo>
                    <a:pt x="11219972" y="257810"/>
                  </a:lnTo>
                  <a:lnTo>
                    <a:pt x="11219972" y="36830"/>
                  </a:lnTo>
                  <a:lnTo>
                    <a:pt x="11260479" y="36830"/>
                  </a:lnTo>
                  <a:lnTo>
                    <a:pt x="11254306" y="30480"/>
                  </a:lnTo>
                  <a:lnTo>
                    <a:pt x="13484102" y="30480"/>
                  </a:lnTo>
                  <a:lnTo>
                    <a:pt x="13484102" y="29210"/>
                  </a:lnTo>
                  <a:close/>
                </a:path>
                <a:path w="13484225" h="313689">
                  <a:moveTo>
                    <a:pt x="3068880" y="30480"/>
                  </a:moveTo>
                  <a:lnTo>
                    <a:pt x="3004515" y="30480"/>
                  </a:lnTo>
                  <a:lnTo>
                    <a:pt x="3004515" y="256540"/>
                  </a:lnTo>
                  <a:lnTo>
                    <a:pt x="3033593" y="256540"/>
                  </a:lnTo>
                  <a:lnTo>
                    <a:pt x="3033593" y="36830"/>
                  </a:lnTo>
                  <a:lnTo>
                    <a:pt x="3075224" y="36830"/>
                  </a:lnTo>
                  <a:lnTo>
                    <a:pt x="3068880" y="30480"/>
                  </a:lnTo>
                  <a:close/>
                </a:path>
              </a:pathLst>
            </a:custGeom>
            <a:solidFill>
              <a:srgbClr val="CCCCCA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3309996" y="1262029"/>
              <a:ext cx="13484225" cy="3505200"/>
            </a:xfrm>
            <a:custGeom>
              <a:avLst/>
              <a:gdLst/>
              <a:ahLst/>
              <a:cxnLst/>
              <a:rect l="l" t="t" r="r" b="b"/>
              <a:pathLst>
                <a:path w="13484225" h="3505200">
                  <a:moveTo>
                    <a:pt x="133325" y="317500"/>
                  </a:moveTo>
                  <a:lnTo>
                    <a:pt x="94970" y="317500"/>
                  </a:lnTo>
                  <a:lnTo>
                    <a:pt x="293561" y="533400"/>
                  </a:lnTo>
                  <a:lnTo>
                    <a:pt x="293561" y="3505200"/>
                  </a:lnTo>
                  <a:lnTo>
                    <a:pt x="356292" y="3505200"/>
                  </a:lnTo>
                  <a:lnTo>
                    <a:pt x="356292" y="533400"/>
                  </a:lnTo>
                  <a:lnTo>
                    <a:pt x="403061" y="482600"/>
                  </a:lnTo>
                  <a:lnTo>
                    <a:pt x="293561" y="482600"/>
                  </a:lnTo>
                  <a:lnTo>
                    <a:pt x="133325" y="317500"/>
                  </a:lnTo>
                  <a:close/>
                </a:path>
                <a:path w="13484225" h="3505200">
                  <a:moveTo>
                    <a:pt x="2277103" y="317500"/>
                  </a:moveTo>
                  <a:lnTo>
                    <a:pt x="2238748" y="317500"/>
                  </a:lnTo>
                  <a:lnTo>
                    <a:pt x="2438480" y="533400"/>
                  </a:lnTo>
                  <a:lnTo>
                    <a:pt x="2438480" y="3505200"/>
                  </a:lnTo>
                  <a:lnTo>
                    <a:pt x="2501201" y="3505200"/>
                  </a:lnTo>
                  <a:lnTo>
                    <a:pt x="2501201" y="533400"/>
                  </a:lnTo>
                  <a:lnTo>
                    <a:pt x="2548199" y="482600"/>
                  </a:lnTo>
                  <a:lnTo>
                    <a:pt x="2438480" y="482600"/>
                  </a:lnTo>
                  <a:lnTo>
                    <a:pt x="2277103" y="317500"/>
                  </a:lnTo>
                  <a:close/>
                </a:path>
                <a:path w="13484225" h="3505200">
                  <a:moveTo>
                    <a:pt x="3325867" y="317500"/>
                  </a:moveTo>
                  <a:lnTo>
                    <a:pt x="3284737" y="317500"/>
                  </a:lnTo>
                  <a:lnTo>
                    <a:pt x="3497778" y="533400"/>
                  </a:lnTo>
                  <a:lnTo>
                    <a:pt x="3497778" y="3505200"/>
                  </a:lnTo>
                  <a:lnTo>
                    <a:pt x="3565043" y="3505200"/>
                  </a:lnTo>
                  <a:lnTo>
                    <a:pt x="3565043" y="533400"/>
                  </a:lnTo>
                  <a:lnTo>
                    <a:pt x="3615172" y="482600"/>
                  </a:lnTo>
                  <a:lnTo>
                    <a:pt x="3497778" y="482600"/>
                  </a:lnTo>
                  <a:lnTo>
                    <a:pt x="3325867" y="317500"/>
                  </a:lnTo>
                  <a:close/>
                </a:path>
                <a:path w="13484225" h="3505200">
                  <a:moveTo>
                    <a:pt x="5614007" y="317500"/>
                  </a:moveTo>
                  <a:lnTo>
                    <a:pt x="5572877" y="317500"/>
                  </a:lnTo>
                  <a:lnTo>
                    <a:pt x="5787048" y="533400"/>
                  </a:lnTo>
                  <a:lnTo>
                    <a:pt x="5787048" y="3505200"/>
                  </a:lnTo>
                  <a:lnTo>
                    <a:pt x="5854313" y="3505200"/>
                  </a:lnTo>
                  <a:lnTo>
                    <a:pt x="5854313" y="533400"/>
                  </a:lnTo>
                  <a:lnTo>
                    <a:pt x="5904443" y="482600"/>
                  </a:lnTo>
                  <a:lnTo>
                    <a:pt x="5787048" y="482600"/>
                  </a:lnTo>
                  <a:lnTo>
                    <a:pt x="5614007" y="317500"/>
                  </a:lnTo>
                  <a:close/>
                </a:path>
                <a:path w="13484225" h="3505200">
                  <a:moveTo>
                    <a:pt x="7540262" y="317500"/>
                  </a:moveTo>
                  <a:lnTo>
                    <a:pt x="7499132" y="317500"/>
                  </a:lnTo>
                  <a:lnTo>
                    <a:pt x="7712089" y="533400"/>
                  </a:lnTo>
                  <a:lnTo>
                    <a:pt x="7712089" y="3505200"/>
                  </a:lnTo>
                  <a:lnTo>
                    <a:pt x="7779354" y="3505200"/>
                  </a:lnTo>
                  <a:lnTo>
                    <a:pt x="7779354" y="533400"/>
                  </a:lnTo>
                  <a:lnTo>
                    <a:pt x="7829509" y="482600"/>
                  </a:lnTo>
                  <a:lnTo>
                    <a:pt x="7712089" y="482600"/>
                  </a:lnTo>
                  <a:lnTo>
                    <a:pt x="7540262" y="317500"/>
                  </a:lnTo>
                  <a:close/>
                </a:path>
                <a:path w="13484225" h="3505200">
                  <a:moveTo>
                    <a:pt x="9839114" y="317500"/>
                  </a:moveTo>
                  <a:lnTo>
                    <a:pt x="9797984" y="317500"/>
                  </a:lnTo>
                  <a:lnTo>
                    <a:pt x="10012166" y="533400"/>
                  </a:lnTo>
                  <a:lnTo>
                    <a:pt x="10012166" y="3505200"/>
                  </a:lnTo>
                  <a:lnTo>
                    <a:pt x="10079431" y="3505200"/>
                  </a:lnTo>
                  <a:lnTo>
                    <a:pt x="10079431" y="533400"/>
                  </a:lnTo>
                  <a:lnTo>
                    <a:pt x="10129827" y="482600"/>
                  </a:lnTo>
                  <a:lnTo>
                    <a:pt x="10012166" y="482600"/>
                  </a:lnTo>
                  <a:lnTo>
                    <a:pt x="9839114" y="317500"/>
                  </a:lnTo>
                  <a:close/>
                </a:path>
                <a:path w="13484225" h="3505200">
                  <a:moveTo>
                    <a:pt x="10880296" y="317500"/>
                  </a:moveTo>
                  <a:lnTo>
                    <a:pt x="10840287" y="317500"/>
                  </a:lnTo>
                  <a:lnTo>
                    <a:pt x="11048668" y="533400"/>
                  </a:lnTo>
                  <a:lnTo>
                    <a:pt x="11048668" y="3505200"/>
                  </a:lnTo>
                  <a:lnTo>
                    <a:pt x="11114111" y="3505200"/>
                  </a:lnTo>
                  <a:lnTo>
                    <a:pt x="11114111" y="533400"/>
                  </a:lnTo>
                  <a:lnTo>
                    <a:pt x="11162888" y="482600"/>
                  </a:lnTo>
                  <a:lnTo>
                    <a:pt x="11048668" y="482600"/>
                  </a:lnTo>
                  <a:lnTo>
                    <a:pt x="10880296" y="317500"/>
                  </a:lnTo>
                  <a:close/>
                </a:path>
                <a:path w="13484225" h="3505200">
                  <a:moveTo>
                    <a:pt x="12754512" y="317500"/>
                  </a:moveTo>
                  <a:lnTo>
                    <a:pt x="12714492" y="317500"/>
                  </a:lnTo>
                  <a:lnTo>
                    <a:pt x="12921690" y="533400"/>
                  </a:lnTo>
                  <a:lnTo>
                    <a:pt x="12921690" y="3505200"/>
                  </a:lnTo>
                  <a:lnTo>
                    <a:pt x="12987143" y="3505200"/>
                  </a:lnTo>
                  <a:lnTo>
                    <a:pt x="12987143" y="533400"/>
                  </a:lnTo>
                  <a:lnTo>
                    <a:pt x="13035943" y="482600"/>
                  </a:lnTo>
                  <a:lnTo>
                    <a:pt x="12921690" y="482600"/>
                  </a:lnTo>
                  <a:lnTo>
                    <a:pt x="12754512" y="317500"/>
                  </a:lnTo>
                  <a:close/>
                </a:path>
                <a:path w="13484225" h="3505200">
                  <a:moveTo>
                    <a:pt x="356292" y="317500"/>
                  </a:moveTo>
                  <a:lnTo>
                    <a:pt x="293561" y="317500"/>
                  </a:lnTo>
                  <a:lnTo>
                    <a:pt x="293561" y="482600"/>
                  </a:lnTo>
                  <a:lnTo>
                    <a:pt x="356292" y="482600"/>
                  </a:lnTo>
                  <a:lnTo>
                    <a:pt x="356292" y="317500"/>
                  </a:lnTo>
                  <a:close/>
                </a:path>
                <a:path w="13484225" h="3505200">
                  <a:moveTo>
                    <a:pt x="555061" y="317500"/>
                  </a:moveTo>
                  <a:lnTo>
                    <a:pt x="516706" y="317500"/>
                  </a:lnTo>
                  <a:lnTo>
                    <a:pt x="356292" y="482600"/>
                  </a:lnTo>
                  <a:lnTo>
                    <a:pt x="403061" y="482600"/>
                  </a:lnTo>
                  <a:lnTo>
                    <a:pt x="555061" y="317500"/>
                  </a:lnTo>
                  <a:close/>
                </a:path>
                <a:path w="13484225" h="3505200">
                  <a:moveTo>
                    <a:pt x="2501201" y="317500"/>
                  </a:moveTo>
                  <a:lnTo>
                    <a:pt x="2438480" y="317500"/>
                  </a:lnTo>
                  <a:lnTo>
                    <a:pt x="2438480" y="482600"/>
                  </a:lnTo>
                  <a:lnTo>
                    <a:pt x="2501201" y="482600"/>
                  </a:lnTo>
                  <a:lnTo>
                    <a:pt x="2501201" y="317500"/>
                  </a:lnTo>
                  <a:close/>
                </a:path>
                <a:path w="13484225" h="3505200">
                  <a:moveTo>
                    <a:pt x="2700943" y="317500"/>
                  </a:moveTo>
                  <a:lnTo>
                    <a:pt x="2662589" y="317500"/>
                  </a:lnTo>
                  <a:lnTo>
                    <a:pt x="2501201" y="482600"/>
                  </a:lnTo>
                  <a:lnTo>
                    <a:pt x="2548199" y="482600"/>
                  </a:lnTo>
                  <a:lnTo>
                    <a:pt x="2700943" y="317500"/>
                  </a:lnTo>
                  <a:close/>
                </a:path>
                <a:path w="13484225" h="3505200">
                  <a:moveTo>
                    <a:pt x="3565043" y="317500"/>
                  </a:moveTo>
                  <a:lnTo>
                    <a:pt x="3497778" y="317500"/>
                  </a:lnTo>
                  <a:lnTo>
                    <a:pt x="3497778" y="482600"/>
                  </a:lnTo>
                  <a:lnTo>
                    <a:pt x="3565043" y="482600"/>
                  </a:lnTo>
                  <a:lnTo>
                    <a:pt x="3565043" y="317500"/>
                  </a:lnTo>
                  <a:close/>
                </a:path>
                <a:path w="13484225" h="3505200">
                  <a:moveTo>
                    <a:pt x="3778094" y="317500"/>
                  </a:moveTo>
                  <a:lnTo>
                    <a:pt x="3736964" y="317500"/>
                  </a:lnTo>
                  <a:lnTo>
                    <a:pt x="3565043" y="482600"/>
                  </a:lnTo>
                  <a:lnTo>
                    <a:pt x="3615172" y="482600"/>
                  </a:lnTo>
                  <a:lnTo>
                    <a:pt x="3778094" y="317500"/>
                  </a:lnTo>
                  <a:close/>
                </a:path>
                <a:path w="13484225" h="3505200">
                  <a:moveTo>
                    <a:pt x="5854313" y="317500"/>
                  </a:moveTo>
                  <a:lnTo>
                    <a:pt x="5787048" y="317500"/>
                  </a:lnTo>
                  <a:lnTo>
                    <a:pt x="5787048" y="482600"/>
                  </a:lnTo>
                  <a:lnTo>
                    <a:pt x="5854313" y="482600"/>
                  </a:lnTo>
                  <a:lnTo>
                    <a:pt x="5854313" y="317500"/>
                  </a:lnTo>
                  <a:close/>
                </a:path>
                <a:path w="13484225" h="3505200">
                  <a:moveTo>
                    <a:pt x="6067364" y="317500"/>
                  </a:moveTo>
                  <a:lnTo>
                    <a:pt x="6026235" y="317500"/>
                  </a:lnTo>
                  <a:lnTo>
                    <a:pt x="5854313" y="482600"/>
                  </a:lnTo>
                  <a:lnTo>
                    <a:pt x="5904443" y="482600"/>
                  </a:lnTo>
                  <a:lnTo>
                    <a:pt x="6067364" y="317500"/>
                  </a:lnTo>
                  <a:close/>
                </a:path>
                <a:path w="13484225" h="3505200">
                  <a:moveTo>
                    <a:pt x="7779354" y="317500"/>
                  </a:moveTo>
                  <a:lnTo>
                    <a:pt x="7712089" y="317500"/>
                  </a:lnTo>
                  <a:lnTo>
                    <a:pt x="7712089" y="482600"/>
                  </a:lnTo>
                  <a:lnTo>
                    <a:pt x="7779354" y="482600"/>
                  </a:lnTo>
                  <a:lnTo>
                    <a:pt x="7779354" y="317500"/>
                  </a:lnTo>
                  <a:close/>
                </a:path>
                <a:path w="13484225" h="3505200">
                  <a:moveTo>
                    <a:pt x="7992510" y="317500"/>
                  </a:moveTo>
                  <a:lnTo>
                    <a:pt x="7951380" y="317500"/>
                  </a:lnTo>
                  <a:lnTo>
                    <a:pt x="7779354" y="482600"/>
                  </a:lnTo>
                  <a:lnTo>
                    <a:pt x="7829509" y="482600"/>
                  </a:lnTo>
                  <a:lnTo>
                    <a:pt x="7992510" y="317500"/>
                  </a:lnTo>
                  <a:close/>
                </a:path>
                <a:path w="13484225" h="3505200">
                  <a:moveTo>
                    <a:pt x="10079431" y="317500"/>
                  </a:moveTo>
                  <a:lnTo>
                    <a:pt x="10012166" y="317500"/>
                  </a:lnTo>
                  <a:lnTo>
                    <a:pt x="10012166" y="482600"/>
                  </a:lnTo>
                  <a:lnTo>
                    <a:pt x="10079431" y="482600"/>
                  </a:lnTo>
                  <a:lnTo>
                    <a:pt x="10079431" y="317500"/>
                  </a:lnTo>
                  <a:close/>
                </a:path>
                <a:path w="13484225" h="3505200">
                  <a:moveTo>
                    <a:pt x="10293613" y="317500"/>
                  </a:moveTo>
                  <a:lnTo>
                    <a:pt x="10252483" y="317500"/>
                  </a:lnTo>
                  <a:lnTo>
                    <a:pt x="10079431" y="482600"/>
                  </a:lnTo>
                  <a:lnTo>
                    <a:pt x="10129827" y="482600"/>
                  </a:lnTo>
                  <a:lnTo>
                    <a:pt x="10293613" y="317500"/>
                  </a:lnTo>
                  <a:close/>
                </a:path>
                <a:path w="13484225" h="3505200">
                  <a:moveTo>
                    <a:pt x="11114111" y="317500"/>
                  </a:moveTo>
                  <a:lnTo>
                    <a:pt x="11048668" y="317500"/>
                  </a:lnTo>
                  <a:lnTo>
                    <a:pt x="11048668" y="482600"/>
                  </a:lnTo>
                  <a:lnTo>
                    <a:pt x="11114111" y="482600"/>
                  </a:lnTo>
                  <a:lnTo>
                    <a:pt x="11114111" y="317500"/>
                  </a:lnTo>
                  <a:close/>
                </a:path>
                <a:path w="13484225" h="3505200">
                  <a:moveTo>
                    <a:pt x="11321414" y="317500"/>
                  </a:moveTo>
                  <a:lnTo>
                    <a:pt x="11281394" y="317500"/>
                  </a:lnTo>
                  <a:lnTo>
                    <a:pt x="11114111" y="482600"/>
                  </a:lnTo>
                  <a:lnTo>
                    <a:pt x="11162888" y="482600"/>
                  </a:lnTo>
                  <a:lnTo>
                    <a:pt x="11321414" y="317500"/>
                  </a:lnTo>
                  <a:close/>
                </a:path>
                <a:path w="13484225" h="3505200">
                  <a:moveTo>
                    <a:pt x="12987143" y="317500"/>
                  </a:moveTo>
                  <a:lnTo>
                    <a:pt x="12921690" y="317500"/>
                  </a:lnTo>
                  <a:lnTo>
                    <a:pt x="12921690" y="482600"/>
                  </a:lnTo>
                  <a:lnTo>
                    <a:pt x="12987143" y="482600"/>
                  </a:lnTo>
                  <a:lnTo>
                    <a:pt x="12987143" y="317500"/>
                  </a:lnTo>
                  <a:close/>
                </a:path>
                <a:path w="13484225" h="3505200">
                  <a:moveTo>
                    <a:pt x="13194540" y="317500"/>
                  </a:moveTo>
                  <a:lnTo>
                    <a:pt x="13154520" y="317500"/>
                  </a:lnTo>
                  <a:lnTo>
                    <a:pt x="12987143" y="482600"/>
                  </a:lnTo>
                  <a:lnTo>
                    <a:pt x="13035943" y="482600"/>
                  </a:lnTo>
                  <a:lnTo>
                    <a:pt x="13194540" y="317500"/>
                  </a:lnTo>
                  <a:close/>
                </a:path>
                <a:path w="13484225" h="3505200">
                  <a:moveTo>
                    <a:pt x="28690" y="38100"/>
                  </a:moveTo>
                  <a:lnTo>
                    <a:pt x="1214" y="38100"/>
                  </a:lnTo>
                  <a:lnTo>
                    <a:pt x="1214" y="254000"/>
                  </a:lnTo>
                  <a:lnTo>
                    <a:pt x="0" y="254000"/>
                  </a:lnTo>
                  <a:lnTo>
                    <a:pt x="0" y="317500"/>
                  </a:lnTo>
                  <a:lnTo>
                    <a:pt x="13484102" y="317500"/>
                  </a:lnTo>
                  <a:lnTo>
                    <a:pt x="13484102" y="292100"/>
                  </a:lnTo>
                  <a:lnTo>
                    <a:pt x="28690" y="292100"/>
                  </a:lnTo>
                  <a:lnTo>
                    <a:pt x="28690" y="38100"/>
                  </a:lnTo>
                  <a:close/>
                </a:path>
                <a:path w="13484225" h="3505200">
                  <a:moveTo>
                    <a:pt x="61600" y="38100"/>
                  </a:moveTo>
                  <a:lnTo>
                    <a:pt x="28690" y="38100"/>
                  </a:lnTo>
                  <a:lnTo>
                    <a:pt x="260557" y="292100"/>
                  </a:lnTo>
                  <a:lnTo>
                    <a:pt x="301708" y="292100"/>
                  </a:lnTo>
                  <a:lnTo>
                    <a:pt x="301708" y="254000"/>
                  </a:lnTo>
                  <a:lnTo>
                    <a:pt x="274578" y="254000"/>
                  </a:lnTo>
                  <a:lnTo>
                    <a:pt x="61600" y="38100"/>
                  </a:lnTo>
                  <a:close/>
                </a:path>
                <a:path w="13484225" h="3505200">
                  <a:moveTo>
                    <a:pt x="334607" y="38100"/>
                  </a:moveTo>
                  <a:lnTo>
                    <a:pt x="301708" y="38100"/>
                  </a:lnTo>
                  <a:lnTo>
                    <a:pt x="533564" y="292100"/>
                  </a:lnTo>
                  <a:lnTo>
                    <a:pt x="575071" y="292100"/>
                  </a:lnTo>
                  <a:lnTo>
                    <a:pt x="575071" y="254000"/>
                  </a:lnTo>
                  <a:lnTo>
                    <a:pt x="547595" y="254000"/>
                  </a:lnTo>
                  <a:lnTo>
                    <a:pt x="334607" y="38100"/>
                  </a:lnTo>
                  <a:close/>
                </a:path>
                <a:path w="13484225" h="3505200">
                  <a:moveTo>
                    <a:pt x="607981" y="38100"/>
                  </a:moveTo>
                  <a:lnTo>
                    <a:pt x="575071" y="38100"/>
                  </a:lnTo>
                  <a:lnTo>
                    <a:pt x="806938" y="292100"/>
                  </a:lnTo>
                  <a:lnTo>
                    <a:pt x="3033603" y="292100"/>
                  </a:lnTo>
                  <a:lnTo>
                    <a:pt x="3033603" y="279400"/>
                  </a:lnTo>
                  <a:lnTo>
                    <a:pt x="848078" y="279400"/>
                  </a:lnTo>
                  <a:lnTo>
                    <a:pt x="848078" y="254000"/>
                  </a:lnTo>
                  <a:lnTo>
                    <a:pt x="820959" y="254000"/>
                  </a:lnTo>
                  <a:lnTo>
                    <a:pt x="607981" y="38100"/>
                  </a:lnTo>
                  <a:close/>
                </a:path>
                <a:path w="13484225" h="3505200">
                  <a:moveTo>
                    <a:pt x="3068880" y="38100"/>
                  </a:moveTo>
                  <a:lnTo>
                    <a:pt x="3033603" y="38100"/>
                  </a:lnTo>
                  <a:lnTo>
                    <a:pt x="3282235" y="292100"/>
                  </a:lnTo>
                  <a:lnTo>
                    <a:pt x="3326746" y="292100"/>
                  </a:lnTo>
                  <a:lnTo>
                    <a:pt x="3326746" y="254000"/>
                  </a:lnTo>
                  <a:lnTo>
                    <a:pt x="3297271" y="254000"/>
                  </a:lnTo>
                  <a:lnTo>
                    <a:pt x="3068880" y="38100"/>
                  </a:lnTo>
                  <a:close/>
                </a:path>
                <a:path w="13484225" h="3505200">
                  <a:moveTo>
                    <a:pt x="3362033" y="38100"/>
                  </a:moveTo>
                  <a:lnTo>
                    <a:pt x="3326746" y="38100"/>
                  </a:lnTo>
                  <a:lnTo>
                    <a:pt x="3575388" y="292100"/>
                  </a:lnTo>
                  <a:lnTo>
                    <a:pt x="5963116" y="292100"/>
                  </a:lnTo>
                  <a:lnTo>
                    <a:pt x="5963116" y="279400"/>
                  </a:lnTo>
                  <a:lnTo>
                    <a:pt x="3619502" y="279400"/>
                  </a:lnTo>
                  <a:lnTo>
                    <a:pt x="3619502" y="254000"/>
                  </a:lnTo>
                  <a:lnTo>
                    <a:pt x="3590424" y="254000"/>
                  </a:lnTo>
                  <a:lnTo>
                    <a:pt x="3362033" y="38100"/>
                  </a:lnTo>
                  <a:close/>
                </a:path>
                <a:path w="13484225" h="3505200">
                  <a:moveTo>
                    <a:pt x="5998393" y="38100"/>
                  </a:moveTo>
                  <a:lnTo>
                    <a:pt x="5963116" y="38100"/>
                  </a:lnTo>
                  <a:lnTo>
                    <a:pt x="6211748" y="292100"/>
                  </a:lnTo>
                  <a:lnTo>
                    <a:pt x="6256259" y="292100"/>
                  </a:lnTo>
                  <a:lnTo>
                    <a:pt x="6256259" y="254000"/>
                  </a:lnTo>
                  <a:lnTo>
                    <a:pt x="6226784" y="254000"/>
                  </a:lnTo>
                  <a:lnTo>
                    <a:pt x="5998393" y="38100"/>
                  </a:lnTo>
                  <a:close/>
                </a:path>
                <a:path w="13484225" h="3505200">
                  <a:moveTo>
                    <a:pt x="6291546" y="38100"/>
                  </a:moveTo>
                  <a:lnTo>
                    <a:pt x="6256259" y="38100"/>
                  </a:lnTo>
                  <a:lnTo>
                    <a:pt x="6504901" y="292100"/>
                  </a:lnTo>
                  <a:lnTo>
                    <a:pt x="6549015" y="292100"/>
                  </a:lnTo>
                  <a:lnTo>
                    <a:pt x="6549015" y="254000"/>
                  </a:lnTo>
                  <a:lnTo>
                    <a:pt x="6519937" y="254000"/>
                  </a:lnTo>
                  <a:lnTo>
                    <a:pt x="6291546" y="38100"/>
                  </a:lnTo>
                  <a:close/>
                </a:path>
                <a:path w="13484225" h="3505200">
                  <a:moveTo>
                    <a:pt x="6584302" y="38100"/>
                  </a:moveTo>
                  <a:lnTo>
                    <a:pt x="6549015" y="38100"/>
                  </a:lnTo>
                  <a:lnTo>
                    <a:pt x="6797656" y="292100"/>
                  </a:lnTo>
                  <a:lnTo>
                    <a:pt x="6842158" y="292100"/>
                  </a:lnTo>
                  <a:lnTo>
                    <a:pt x="6842158" y="254000"/>
                  </a:lnTo>
                  <a:lnTo>
                    <a:pt x="6812693" y="254000"/>
                  </a:lnTo>
                  <a:lnTo>
                    <a:pt x="6584302" y="38100"/>
                  </a:lnTo>
                  <a:close/>
                </a:path>
                <a:path w="13484225" h="3505200">
                  <a:moveTo>
                    <a:pt x="6877445" y="38100"/>
                  </a:moveTo>
                  <a:lnTo>
                    <a:pt x="6842158" y="38100"/>
                  </a:lnTo>
                  <a:lnTo>
                    <a:pt x="7090799" y="292100"/>
                  </a:lnTo>
                  <a:lnTo>
                    <a:pt x="7134913" y="292100"/>
                  </a:lnTo>
                  <a:lnTo>
                    <a:pt x="7134913" y="254000"/>
                  </a:lnTo>
                  <a:lnTo>
                    <a:pt x="7105835" y="254000"/>
                  </a:lnTo>
                  <a:lnTo>
                    <a:pt x="6877445" y="38100"/>
                  </a:lnTo>
                  <a:close/>
                </a:path>
                <a:path w="13484225" h="3505200">
                  <a:moveTo>
                    <a:pt x="7170200" y="38100"/>
                  </a:moveTo>
                  <a:lnTo>
                    <a:pt x="7134913" y="38100"/>
                  </a:lnTo>
                  <a:lnTo>
                    <a:pt x="7383555" y="292100"/>
                  </a:lnTo>
                  <a:lnTo>
                    <a:pt x="7428067" y="292100"/>
                  </a:lnTo>
                  <a:lnTo>
                    <a:pt x="7428067" y="254000"/>
                  </a:lnTo>
                  <a:lnTo>
                    <a:pt x="7398591" y="254000"/>
                  </a:lnTo>
                  <a:lnTo>
                    <a:pt x="7170200" y="38100"/>
                  </a:lnTo>
                  <a:close/>
                </a:path>
                <a:path w="13484225" h="3505200">
                  <a:moveTo>
                    <a:pt x="7463343" y="38100"/>
                  </a:moveTo>
                  <a:lnTo>
                    <a:pt x="7428067" y="38100"/>
                  </a:lnTo>
                  <a:lnTo>
                    <a:pt x="7676698" y="292100"/>
                  </a:lnTo>
                  <a:lnTo>
                    <a:pt x="7720822" y="292100"/>
                  </a:lnTo>
                  <a:lnTo>
                    <a:pt x="7720822" y="254000"/>
                  </a:lnTo>
                  <a:lnTo>
                    <a:pt x="7691734" y="254000"/>
                  </a:lnTo>
                  <a:lnTo>
                    <a:pt x="7463343" y="38100"/>
                  </a:lnTo>
                  <a:close/>
                </a:path>
                <a:path w="13484225" h="3505200">
                  <a:moveTo>
                    <a:pt x="7756109" y="38100"/>
                  </a:moveTo>
                  <a:lnTo>
                    <a:pt x="7720822" y="38100"/>
                  </a:lnTo>
                  <a:lnTo>
                    <a:pt x="7969464" y="292100"/>
                  </a:lnTo>
                  <a:lnTo>
                    <a:pt x="8013965" y="292100"/>
                  </a:lnTo>
                  <a:lnTo>
                    <a:pt x="8013965" y="254000"/>
                  </a:lnTo>
                  <a:lnTo>
                    <a:pt x="7984500" y="254000"/>
                  </a:lnTo>
                  <a:lnTo>
                    <a:pt x="7756109" y="38100"/>
                  </a:lnTo>
                  <a:close/>
                </a:path>
                <a:path w="13484225" h="3505200">
                  <a:moveTo>
                    <a:pt x="8049252" y="38100"/>
                  </a:moveTo>
                  <a:lnTo>
                    <a:pt x="8013965" y="38100"/>
                  </a:lnTo>
                  <a:lnTo>
                    <a:pt x="8262607" y="292100"/>
                  </a:lnTo>
                  <a:lnTo>
                    <a:pt x="11219972" y="292100"/>
                  </a:lnTo>
                  <a:lnTo>
                    <a:pt x="11219972" y="279400"/>
                  </a:lnTo>
                  <a:lnTo>
                    <a:pt x="8306720" y="279400"/>
                  </a:lnTo>
                  <a:lnTo>
                    <a:pt x="8306720" y="254000"/>
                  </a:lnTo>
                  <a:lnTo>
                    <a:pt x="8277643" y="254000"/>
                  </a:lnTo>
                  <a:lnTo>
                    <a:pt x="8049252" y="38100"/>
                  </a:lnTo>
                  <a:close/>
                </a:path>
                <a:path w="13484225" h="3505200">
                  <a:moveTo>
                    <a:pt x="11254306" y="38100"/>
                  </a:moveTo>
                  <a:lnTo>
                    <a:pt x="11219972" y="38100"/>
                  </a:lnTo>
                  <a:lnTo>
                    <a:pt x="11461891" y="292100"/>
                  </a:lnTo>
                  <a:lnTo>
                    <a:pt x="11505199" y="292100"/>
                  </a:lnTo>
                  <a:lnTo>
                    <a:pt x="11505199" y="254000"/>
                  </a:lnTo>
                  <a:lnTo>
                    <a:pt x="11476530" y="254000"/>
                  </a:lnTo>
                  <a:lnTo>
                    <a:pt x="11254306" y="38100"/>
                  </a:lnTo>
                  <a:close/>
                </a:path>
                <a:path w="13484225" h="3505200">
                  <a:moveTo>
                    <a:pt x="11539533" y="38100"/>
                  </a:moveTo>
                  <a:lnTo>
                    <a:pt x="11505199" y="38100"/>
                  </a:lnTo>
                  <a:lnTo>
                    <a:pt x="11747118" y="292100"/>
                  </a:lnTo>
                  <a:lnTo>
                    <a:pt x="11790049" y="292100"/>
                  </a:lnTo>
                  <a:lnTo>
                    <a:pt x="11790049" y="254000"/>
                  </a:lnTo>
                  <a:lnTo>
                    <a:pt x="11761746" y="254000"/>
                  </a:lnTo>
                  <a:lnTo>
                    <a:pt x="11539533" y="38100"/>
                  </a:lnTo>
                  <a:close/>
                </a:path>
                <a:path w="13484225" h="3505200">
                  <a:moveTo>
                    <a:pt x="11824372" y="38100"/>
                  </a:moveTo>
                  <a:lnTo>
                    <a:pt x="11790049" y="38100"/>
                  </a:lnTo>
                  <a:lnTo>
                    <a:pt x="12031968" y="292100"/>
                  </a:lnTo>
                  <a:lnTo>
                    <a:pt x="12075276" y="292100"/>
                  </a:lnTo>
                  <a:lnTo>
                    <a:pt x="12075276" y="254000"/>
                  </a:lnTo>
                  <a:lnTo>
                    <a:pt x="12046596" y="254000"/>
                  </a:lnTo>
                  <a:lnTo>
                    <a:pt x="11824372" y="38100"/>
                  </a:lnTo>
                  <a:close/>
                </a:path>
                <a:path w="13484225" h="3505200">
                  <a:moveTo>
                    <a:pt x="12109599" y="38100"/>
                  </a:moveTo>
                  <a:lnTo>
                    <a:pt x="12075276" y="38100"/>
                  </a:lnTo>
                  <a:lnTo>
                    <a:pt x="12317185" y="292100"/>
                  </a:lnTo>
                  <a:lnTo>
                    <a:pt x="12360115" y="292100"/>
                  </a:lnTo>
                  <a:lnTo>
                    <a:pt x="12360115" y="254000"/>
                  </a:lnTo>
                  <a:lnTo>
                    <a:pt x="12331823" y="254000"/>
                  </a:lnTo>
                  <a:lnTo>
                    <a:pt x="12109599" y="38100"/>
                  </a:lnTo>
                  <a:close/>
                </a:path>
                <a:path w="13484225" h="3505200">
                  <a:moveTo>
                    <a:pt x="12394449" y="38100"/>
                  </a:moveTo>
                  <a:lnTo>
                    <a:pt x="12360115" y="38100"/>
                  </a:lnTo>
                  <a:lnTo>
                    <a:pt x="12602035" y="292100"/>
                  </a:lnTo>
                  <a:lnTo>
                    <a:pt x="12645342" y="292100"/>
                  </a:lnTo>
                  <a:lnTo>
                    <a:pt x="12645342" y="254000"/>
                  </a:lnTo>
                  <a:lnTo>
                    <a:pt x="12616673" y="254000"/>
                  </a:lnTo>
                  <a:lnTo>
                    <a:pt x="12394449" y="38100"/>
                  </a:lnTo>
                  <a:close/>
                </a:path>
                <a:path w="13484225" h="3505200">
                  <a:moveTo>
                    <a:pt x="12679666" y="38100"/>
                  </a:moveTo>
                  <a:lnTo>
                    <a:pt x="12645342" y="38100"/>
                  </a:lnTo>
                  <a:lnTo>
                    <a:pt x="12887262" y="292100"/>
                  </a:lnTo>
                  <a:lnTo>
                    <a:pt x="12930192" y="292100"/>
                  </a:lnTo>
                  <a:lnTo>
                    <a:pt x="12930192" y="254000"/>
                  </a:lnTo>
                  <a:lnTo>
                    <a:pt x="12901889" y="254000"/>
                  </a:lnTo>
                  <a:lnTo>
                    <a:pt x="12679666" y="38100"/>
                  </a:lnTo>
                  <a:close/>
                </a:path>
                <a:path w="13484225" h="3505200">
                  <a:moveTo>
                    <a:pt x="12964516" y="38100"/>
                  </a:moveTo>
                  <a:lnTo>
                    <a:pt x="12930192" y="38100"/>
                  </a:lnTo>
                  <a:lnTo>
                    <a:pt x="13172112" y="292100"/>
                  </a:lnTo>
                  <a:lnTo>
                    <a:pt x="13215409" y="292100"/>
                  </a:lnTo>
                  <a:lnTo>
                    <a:pt x="13215409" y="254000"/>
                  </a:lnTo>
                  <a:lnTo>
                    <a:pt x="13186739" y="254000"/>
                  </a:lnTo>
                  <a:lnTo>
                    <a:pt x="12964516" y="38100"/>
                  </a:lnTo>
                  <a:close/>
                </a:path>
                <a:path w="13484225" h="3505200">
                  <a:moveTo>
                    <a:pt x="13249743" y="38100"/>
                  </a:moveTo>
                  <a:lnTo>
                    <a:pt x="13215409" y="38100"/>
                  </a:lnTo>
                  <a:lnTo>
                    <a:pt x="13457328" y="292100"/>
                  </a:lnTo>
                  <a:lnTo>
                    <a:pt x="13484102" y="292100"/>
                  </a:lnTo>
                  <a:lnTo>
                    <a:pt x="13484102" y="254000"/>
                  </a:lnTo>
                  <a:lnTo>
                    <a:pt x="13471956" y="254000"/>
                  </a:lnTo>
                  <a:lnTo>
                    <a:pt x="13249743" y="38100"/>
                  </a:lnTo>
                  <a:close/>
                </a:path>
                <a:path w="13484225" h="3505200">
                  <a:moveTo>
                    <a:pt x="13484102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848078" y="38100"/>
                  </a:lnTo>
                  <a:lnTo>
                    <a:pt x="1079946" y="279400"/>
                  </a:lnTo>
                  <a:lnTo>
                    <a:pt x="1121452" y="279400"/>
                  </a:lnTo>
                  <a:lnTo>
                    <a:pt x="1121452" y="254000"/>
                  </a:lnTo>
                  <a:lnTo>
                    <a:pt x="1093966" y="254000"/>
                  </a:lnTo>
                  <a:lnTo>
                    <a:pt x="880988" y="25400"/>
                  </a:lnTo>
                  <a:lnTo>
                    <a:pt x="13484102" y="25400"/>
                  </a:lnTo>
                  <a:lnTo>
                    <a:pt x="13484102" y="0"/>
                  </a:lnTo>
                  <a:close/>
                </a:path>
                <a:path w="13484225" h="3505200">
                  <a:moveTo>
                    <a:pt x="1166184" y="38100"/>
                  </a:moveTo>
                  <a:lnTo>
                    <a:pt x="1121452" y="38100"/>
                  </a:lnTo>
                  <a:lnTo>
                    <a:pt x="1353320" y="279400"/>
                  </a:lnTo>
                  <a:lnTo>
                    <a:pt x="1394460" y="279400"/>
                  </a:lnTo>
                  <a:lnTo>
                    <a:pt x="1394460" y="254000"/>
                  </a:lnTo>
                  <a:lnTo>
                    <a:pt x="1367340" y="254000"/>
                  </a:lnTo>
                  <a:lnTo>
                    <a:pt x="1166184" y="38100"/>
                  </a:lnTo>
                  <a:close/>
                </a:path>
                <a:path w="13484225" h="3505200">
                  <a:moveTo>
                    <a:pt x="1439192" y="38100"/>
                  </a:moveTo>
                  <a:lnTo>
                    <a:pt x="1394460" y="38100"/>
                  </a:lnTo>
                  <a:lnTo>
                    <a:pt x="1626327" y="279400"/>
                  </a:lnTo>
                  <a:lnTo>
                    <a:pt x="1667834" y="279400"/>
                  </a:lnTo>
                  <a:lnTo>
                    <a:pt x="1667834" y="254000"/>
                  </a:lnTo>
                  <a:lnTo>
                    <a:pt x="1640347" y="254000"/>
                  </a:lnTo>
                  <a:lnTo>
                    <a:pt x="1439192" y="38100"/>
                  </a:lnTo>
                  <a:close/>
                </a:path>
                <a:path w="13484225" h="3505200">
                  <a:moveTo>
                    <a:pt x="1712566" y="38100"/>
                  </a:moveTo>
                  <a:lnTo>
                    <a:pt x="1667834" y="38100"/>
                  </a:lnTo>
                  <a:lnTo>
                    <a:pt x="1899701" y="279400"/>
                  </a:lnTo>
                  <a:lnTo>
                    <a:pt x="1940841" y="279400"/>
                  </a:lnTo>
                  <a:lnTo>
                    <a:pt x="1940841" y="254000"/>
                  </a:lnTo>
                  <a:lnTo>
                    <a:pt x="1913721" y="254000"/>
                  </a:lnTo>
                  <a:lnTo>
                    <a:pt x="1712566" y="38100"/>
                  </a:lnTo>
                  <a:close/>
                </a:path>
                <a:path w="13484225" h="3505200">
                  <a:moveTo>
                    <a:pt x="1985573" y="38100"/>
                  </a:moveTo>
                  <a:lnTo>
                    <a:pt x="1940841" y="38100"/>
                  </a:lnTo>
                  <a:lnTo>
                    <a:pt x="2172708" y="279400"/>
                  </a:lnTo>
                  <a:lnTo>
                    <a:pt x="2214204" y="279400"/>
                  </a:lnTo>
                  <a:lnTo>
                    <a:pt x="2214204" y="254000"/>
                  </a:lnTo>
                  <a:lnTo>
                    <a:pt x="2186729" y="254000"/>
                  </a:lnTo>
                  <a:lnTo>
                    <a:pt x="1985573" y="38100"/>
                  </a:lnTo>
                  <a:close/>
                </a:path>
                <a:path w="13484225" h="3505200">
                  <a:moveTo>
                    <a:pt x="2258947" y="38100"/>
                  </a:moveTo>
                  <a:lnTo>
                    <a:pt x="2214204" y="38100"/>
                  </a:lnTo>
                  <a:lnTo>
                    <a:pt x="2446072" y="279400"/>
                  </a:lnTo>
                  <a:lnTo>
                    <a:pt x="2487222" y="279400"/>
                  </a:lnTo>
                  <a:lnTo>
                    <a:pt x="2487222" y="254000"/>
                  </a:lnTo>
                  <a:lnTo>
                    <a:pt x="2460103" y="254000"/>
                  </a:lnTo>
                  <a:lnTo>
                    <a:pt x="2258947" y="38100"/>
                  </a:lnTo>
                  <a:close/>
                </a:path>
                <a:path w="13484225" h="3505200">
                  <a:moveTo>
                    <a:pt x="2531954" y="38100"/>
                  </a:moveTo>
                  <a:lnTo>
                    <a:pt x="2487222" y="38100"/>
                  </a:lnTo>
                  <a:lnTo>
                    <a:pt x="2719089" y="279400"/>
                  </a:lnTo>
                  <a:lnTo>
                    <a:pt x="2760586" y="279400"/>
                  </a:lnTo>
                  <a:lnTo>
                    <a:pt x="2760586" y="254000"/>
                  </a:lnTo>
                  <a:lnTo>
                    <a:pt x="2733110" y="254000"/>
                  </a:lnTo>
                  <a:lnTo>
                    <a:pt x="2531954" y="38100"/>
                  </a:lnTo>
                  <a:close/>
                </a:path>
                <a:path w="13484225" h="3505200">
                  <a:moveTo>
                    <a:pt x="2819255" y="63500"/>
                  </a:moveTo>
                  <a:lnTo>
                    <a:pt x="2760586" y="63500"/>
                  </a:lnTo>
                  <a:lnTo>
                    <a:pt x="2988348" y="279400"/>
                  </a:lnTo>
                  <a:lnTo>
                    <a:pt x="3033603" y="279400"/>
                  </a:lnTo>
                  <a:lnTo>
                    <a:pt x="3033603" y="254000"/>
                  </a:lnTo>
                  <a:lnTo>
                    <a:pt x="3004515" y="254000"/>
                  </a:lnTo>
                  <a:lnTo>
                    <a:pt x="2819255" y="63500"/>
                  </a:lnTo>
                  <a:close/>
                </a:path>
                <a:path w="13484225" h="3505200">
                  <a:moveTo>
                    <a:pt x="3667477" y="38100"/>
                  </a:moveTo>
                  <a:lnTo>
                    <a:pt x="3619502" y="38100"/>
                  </a:lnTo>
                  <a:lnTo>
                    <a:pt x="3868144" y="279400"/>
                  </a:lnTo>
                  <a:lnTo>
                    <a:pt x="3912645" y="279400"/>
                  </a:lnTo>
                  <a:lnTo>
                    <a:pt x="3912645" y="254000"/>
                  </a:lnTo>
                  <a:lnTo>
                    <a:pt x="3883180" y="254000"/>
                  </a:lnTo>
                  <a:lnTo>
                    <a:pt x="3667477" y="38100"/>
                  </a:lnTo>
                  <a:close/>
                </a:path>
                <a:path w="13484225" h="3505200">
                  <a:moveTo>
                    <a:pt x="3960620" y="38100"/>
                  </a:moveTo>
                  <a:lnTo>
                    <a:pt x="3912645" y="38100"/>
                  </a:lnTo>
                  <a:lnTo>
                    <a:pt x="4161286" y="279400"/>
                  </a:lnTo>
                  <a:lnTo>
                    <a:pt x="4205400" y="279400"/>
                  </a:lnTo>
                  <a:lnTo>
                    <a:pt x="4205400" y="254000"/>
                  </a:lnTo>
                  <a:lnTo>
                    <a:pt x="4176323" y="254000"/>
                  </a:lnTo>
                  <a:lnTo>
                    <a:pt x="3960620" y="38100"/>
                  </a:lnTo>
                  <a:close/>
                </a:path>
                <a:path w="13484225" h="3505200">
                  <a:moveTo>
                    <a:pt x="4253376" y="38100"/>
                  </a:moveTo>
                  <a:lnTo>
                    <a:pt x="4205400" y="38100"/>
                  </a:lnTo>
                  <a:lnTo>
                    <a:pt x="4454042" y="279400"/>
                  </a:lnTo>
                  <a:lnTo>
                    <a:pt x="4498554" y="279400"/>
                  </a:lnTo>
                  <a:lnTo>
                    <a:pt x="4498554" y="254000"/>
                  </a:lnTo>
                  <a:lnTo>
                    <a:pt x="4469078" y="254000"/>
                  </a:lnTo>
                  <a:lnTo>
                    <a:pt x="4253376" y="38100"/>
                  </a:lnTo>
                  <a:close/>
                </a:path>
                <a:path w="13484225" h="3505200">
                  <a:moveTo>
                    <a:pt x="4546518" y="38100"/>
                  </a:moveTo>
                  <a:lnTo>
                    <a:pt x="4498554" y="38100"/>
                  </a:lnTo>
                  <a:lnTo>
                    <a:pt x="4747185" y="279400"/>
                  </a:lnTo>
                  <a:lnTo>
                    <a:pt x="4791309" y="279400"/>
                  </a:lnTo>
                  <a:lnTo>
                    <a:pt x="4791309" y="254000"/>
                  </a:lnTo>
                  <a:lnTo>
                    <a:pt x="4762221" y="254000"/>
                  </a:lnTo>
                  <a:lnTo>
                    <a:pt x="4546518" y="38100"/>
                  </a:lnTo>
                  <a:close/>
                </a:path>
                <a:path w="13484225" h="3505200">
                  <a:moveTo>
                    <a:pt x="4839284" y="38100"/>
                  </a:moveTo>
                  <a:lnTo>
                    <a:pt x="4791309" y="38100"/>
                  </a:lnTo>
                  <a:lnTo>
                    <a:pt x="5039940" y="279400"/>
                  </a:lnTo>
                  <a:lnTo>
                    <a:pt x="5084452" y="279400"/>
                  </a:lnTo>
                  <a:lnTo>
                    <a:pt x="5084452" y="254000"/>
                  </a:lnTo>
                  <a:lnTo>
                    <a:pt x="5054987" y="254000"/>
                  </a:lnTo>
                  <a:lnTo>
                    <a:pt x="4839284" y="38100"/>
                  </a:lnTo>
                  <a:close/>
                </a:path>
                <a:path w="13484225" h="3505200">
                  <a:moveTo>
                    <a:pt x="5132427" y="38100"/>
                  </a:moveTo>
                  <a:lnTo>
                    <a:pt x="5084452" y="38100"/>
                  </a:lnTo>
                  <a:lnTo>
                    <a:pt x="5333094" y="279400"/>
                  </a:lnTo>
                  <a:lnTo>
                    <a:pt x="5377208" y="279400"/>
                  </a:lnTo>
                  <a:lnTo>
                    <a:pt x="5377208" y="254000"/>
                  </a:lnTo>
                  <a:lnTo>
                    <a:pt x="5348130" y="254000"/>
                  </a:lnTo>
                  <a:lnTo>
                    <a:pt x="5132427" y="38100"/>
                  </a:lnTo>
                  <a:close/>
                </a:path>
                <a:path w="13484225" h="3505200">
                  <a:moveTo>
                    <a:pt x="5425183" y="38100"/>
                  </a:moveTo>
                  <a:lnTo>
                    <a:pt x="5377208" y="38100"/>
                  </a:lnTo>
                  <a:lnTo>
                    <a:pt x="5625849" y="279400"/>
                  </a:lnTo>
                  <a:lnTo>
                    <a:pt x="5670350" y="279400"/>
                  </a:lnTo>
                  <a:lnTo>
                    <a:pt x="5670350" y="254000"/>
                  </a:lnTo>
                  <a:lnTo>
                    <a:pt x="5640885" y="254000"/>
                  </a:lnTo>
                  <a:lnTo>
                    <a:pt x="5425183" y="38100"/>
                  </a:lnTo>
                  <a:close/>
                </a:path>
                <a:path w="13484225" h="3505200">
                  <a:moveTo>
                    <a:pt x="5718326" y="38100"/>
                  </a:moveTo>
                  <a:lnTo>
                    <a:pt x="5670350" y="38100"/>
                  </a:lnTo>
                  <a:lnTo>
                    <a:pt x="5918992" y="279400"/>
                  </a:lnTo>
                  <a:lnTo>
                    <a:pt x="5963116" y="279400"/>
                  </a:lnTo>
                  <a:lnTo>
                    <a:pt x="5963116" y="254000"/>
                  </a:lnTo>
                  <a:lnTo>
                    <a:pt x="5934028" y="254000"/>
                  </a:lnTo>
                  <a:lnTo>
                    <a:pt x="5718326" y="38100"/>
                  </a:lnTo>
                  <a:close/>
                </a:path>
                <a:path w="13484225" h="3505200">
                  <a:moveTo>
                    <a:pt x="8354696" y="38100"/>
                  </a:moveTo>
                  <a:lnTo>
                    <a:pt x="8306720" y="38100"/>
                  </a:lnTo>
                  <a:lnTo>
                    <a:pt x="8555362" y="279400"/>
                  </a:lnTo>
                  <a:lnTo>
                    <a:pt x="8599863" y="279400"/>
                  </a:lnTo>
                  <a:lnTo>
                    <a:pt x="8599863" y="254000"/>
                  </a:lnTo>
                  <a:lnTo>
                    <a:pt x="8570398" y="254000"/>
                  </a:lnTo>
                  <a:lnTo>
                    <a:pt x="8354696" y="38100"/>
                  </a:lnTo>
                  <a:close/>
                </a:path>
                <a:path w="13484225" h="3505200">
                  <a:moveTo>
                    <a:pt x="8647839" y="38100"/>
                  </a:moveTo>
                  <a:lnTo>
                    <a:pt x="8599863" y="38100"/>
                  </a:lnTo>
                  <a:lnTo>
                    <a:pt x="8848505" y="279400"/>
                  </a:lnTo>
                  <a:lnTo>
                    <a:pt x="8892629" y="279400"/>
                  </a:lnTo>
                  <a:lnTo>
                    <a:pt x="8892629" y="254000"/>
                  </a:lnTo>
                  <a:lnTo>
                    <a:pt x="8863541" y="254000"/>
                  </a:lnTo>
                  <a:lnTo>
                    <a:pt x="8647839" y="38100"/>
                  </a:lnTo>
                  <a:close/>
                </a:path>
                <a:path w="13484225" h="3505200">
                  <a:moveTo>
                    <a:pt x="8940594" y="38100"/>
                  </a:moveTo>
                  <a:lnTo>
                    <a:pt x="8892629" y="38100"/>
                  </a:lnTo>
                  <a:lnTo>
                    <a:pt x="9141260" y="279400"/>
                  </a:lnTo>
                  <a:lnTo>
                    <a:pt x="9185772" y="279400"/>
                  </a:lnTo>
                  <a:lnTo>
                    <a:pt x="9185772" y="254000"/>
                  </a:lnTo>
                  <a:lnTo>
                    <a:pt x="9156297" y="254000"/>
                  </a:lnTo>
                  <a:lnTo>
                    <a:pt x="8940594" y="38100"/>
                  </a:lnTo>
                  <a:close/>
                </a:path>
                <a:path w="13484225" h="3505200">
                  <a:moveTo>
                    <a:pt x="9233747" y="38100"/>
                  </a:moveTo>
                  <a:lnTo>
                    <a:pt x="9185772" y="38100"/>
                  </a:lnTo>
                  <a:lnTo>
                    <a:pt x="9434414" y="279400"/>
                  </a:lnTo>
                  <a:lnTo>
                    <a:pt x="9478528" y="279400"/>
                  </a:lnTo>
                  <a:lnTo>
                    <a:pt x="9478528" y="254000"/>
                  </a:lnTo>
                  <a:lnTo>
                    <a:pt x="9449450" y="254000"/>
                  </a:lnTo>
                  <a:lnTo>
                    <a:pt x="9233747" y="38100"/>
                  </a:lnTo>
                  <a:close/>
                </a:path>
                <a:path w="13484225" h="3505200">
                  <a:moveTo>
                    <a:pt x="9526503" y="38100"/>
                  </a:moveTo>
                  <a:lnTo>
                    <a:pt x="9478528" y="38100"/>
                  </a:lnTo>
                  <a:lnTo>
                    <a:pt x="9727169" y="279400"/>
                  </a:lnTo>
                  <a:lnTo>
                    <a:pt x="9771671" y="279400"/>
                  </a:lnTo>
                  <a:lnTo>
                    <a:pt x="9771671" y="254000"/>
                  </a:lnTo>
                  <a:lnTo>
                    <a:pt x="9742205" y="254000"/>
                  </a:lnTo>
                  <a:lnTo>
                    <a:pt x="9526503" y="38100"/>
                  </a:lnTo>
                  <a:close/>
                </a:path>
                <a:path w="13484225" h="3505200">
                  <a:moveTo>
                    <a:pt x="9819646" y="38100"/>
                  </a:moveTo>
                  <a:lnTo>
                    <a:pt x="9771671" y="38100"/>
                  </a:lnTo>
                  <a:lnTo>
                    <a:pt x="10020312" y="279400"/>
                  </a:lnTo>
                  <a:lnTo>
                    <a:pt x="10064437" y="279400"/>
                  </a:lnTo>
                  <a:lnTo>
                    <a:pt x="10064437" y="254000"/>
                  </a:lnTo>
                  <a:lnTo>
                    <a:pt x="10035348" y="254000"/>
                  </a:lnTo>
                  <a:lnTo>
                    <a:pt x="9819646" y="38100"/>
                  </a:lnTo>
                  <a:close/>
                </a:path>
                <a:path w="13484225" h="3505200">
                  <a:moveTo>
                    <a:pt x="10112401" y="38100"/>
                  </a:moveTo>
                  <a:lnTo>
                    <a:pt x="10064437" y="38100"/>
                  </a:lnTo>
                  <a:lnTo>
                    <a:pt x="10313068" y="279400"/>
                  </a:lnTo>
                  <a:lnTo>
                    <a:pt x="10357579" y="279400"/>
                  </a:lnTo>
                  <a:lnTo>
                    <a:pt x="10357579" y="254000"/>
                  </a:lnTo>
                  <a:lnTo>
                    <a:pt x="10328104" y="254000"/>
                  </a:lnTo>
                  <a:lnTo>
                    <a:pt x="10112401" y="38100"/>
                  </a:lnTo>
                  <a:close/>
                </a:path>
                <a:path w="13484225" h="3505200">
                  <a:moveTo>
                    <a:pt x="10405544" y="38100"/>
                  </a:moveTo>
                  <a:lnTo>
                    <a:pt x="10357579" y="38100"/>
                  </a:lnTo>
                  <a:lnTo>
                    <a:pt x="10606211" y="279400"/>
                  </a:lnTo>
                  <a:lnTo>
                    <a:pt x="10650335" y="279400"/>
                  </a:lnTo>
                  <a:lnTo>
                    <a:pt x="10650335" y="254000"/>
                  </a:lnTo>
                  <a:lnTo>
                    <a:pt x="10621247" y="254000"/>
                  </a:lnTo>
                  <a:lnTo>
                    <a:pt x="10405544" y="38100"/>
                  </a:lnTo>
                  <a:close/>
                </a:path>
                <a:path w="13484225" h="3505200">
                  <a:moveTo>
                    <a:pt x="10696575" y="38100"/>
                  </a:moveTo>
                  <a:lnTo>
                    <a:pt x="10650335" y="38100"/>
                  </a:lnTo>
                  <a:lnTo>
                    <a:pt x="10891825" y="279400"/>
                  </a:lnTo>
                  <a:lnTo>
                    <a:pt x="10935133" y="279400"/>
                  </a:lnTo>
                  <a:lnTo>
                    <a:pt x="10935133" y="254000"/>
                  </a:lnTo>
                  <a:lnTo>
                    <a:pt x="10906453" y="254000"/>
                  </a:lnTo>
                  <a:lnTo>
                    <a:pt x="10696575" y="38100"/>
                  </a:lnTo>
                  <a:close/>
                </a:path>
                <a:path w="13484225" h="3505200">
                  <a:moveTo>
                    <a:pt x="10981802" y="38100"/>
                  </a:moveTo>
                  <a:lnTo>
                    <a:pt x="10935133" y="38100"/>
                  </a:lnTo>
                  <a:lnTo>
                    <a:pt x="11177052" y="279400"/>
                  </a:lnTo>
                  <a:lnTo>
                    <a:pt x="11219972" y="279400"/>
                  </a:lnTo>
                  <a:lnTo>
                    <a:pt x="11219972" y="254000"/>
                  </a:lnTo>
                  <a:lnTo>
                    <a:pt x="11191680" y="254000"/>
                  </a:lnTo>
                  <a:lnTo>
                    <a:pt x="10981802" y="38100"/>
                  </a:lnTo>
                  <a:close/>
                </a:path>
                <a:path w="13484225" h="3505200">
                  <a:moveTo>
                    <a:pt x="301708" y="38100"/>
                  </a:moveTo>
                  <a:lnTo>
                    <a:pt x="274578" y="38100"/>
                  </a:lnTo>
                  <a:lnTo>
                    <a:pt x="274578" y="254000"/>
                  </a:lnTo>
                  <a:lnTo>
                    <a:pt x="301708" y="254000"/>
                  </a:lnTo>
                  <a:lnTo>
                    <a:pt x="301708" y="38100"/>
                  </a:lnTo>
                  <a:close/>
                </a:path>
                <a:path w="13484225" h="3505200">
                  <a:moveTo>
                    <a:pt x="575071" y="38100"/>
                  </a:moveTo>
                  <a:lnTo>
                    <a:pt x="547595" y="38100"/>
                  </a:lnTo>
                  <a:lnTo>
                    <a:pt x="547595" y="254000"/>
                  </a:lnTo>
                  <a:lnTo>
                    <a:pt x="575071" y="254000"/>
                  </a:lnTo>
                  <a:lnTo>
                    <a:pt x="575071" y="38100"/>
                  </a:lnTo>
                  <a:close/>
                </a:path>
                <a:path w="13484225" h="3505200">
                  <a:moveTo>
                    <a:pt x="848078" y="38100"/>
                  </a:moveTo>
                  <a:lnTo>
                    <a:pt x="820959" y="38100"/>
                  </a:lnTo>
                  <a:lnTo>
                    <a:pt x="820959" y="254000"/>
                  </a:lnTo>
                  <a:lnTo>
                    <a:pt x="848078" y="254000"/>
                  </a:lnTo>
                  <a:lnTo>
                    <a:pt x="848078" y="38100"/>
                  </a:lnTo>
                  <a:close/>
                </a:path>
                <a:path w="13484225" h="3505200">
                  <a:moveTo>
                    <a:pt x="1154352" y="25400"/>
                  </a:moveTo>
                  <a:lnTo>
                    <a:pt x="1093966" y="25400"/>
                  </a:lnTo>
                  <a:lnTo>
                    <a:pt x="1093966" y="254000"/>
                  </a:lnTo>
                  <a:lnTo>
                    <a:pt x="1121452" y="254000"/>
                  </a:lnTo>
                  <a:lnTo>
                    <a:pt x="1121452" y="38100"/>
                  </a:lnTo>
                  <a:lnTo>
                    <a:pt x="1166184" y="38100"/>
                  </a:lnTo>
                  <a:lnTo>
                    <a:pt x="1154352" y="25400"/>
                  </a:lnTo>
                  <a:close/>
                </a:path>
                <a:path w="13484225" h="3505200">
                  <a:moveTo>
                    <a:pt x="1427359" y="25400"/>
                  </a:moveTo>
                  <a:lnTo>
                    <a:pt x="1367340" y="25400"/>
                  </a:lnTo>
                  <a:lnTo>
                    <a:pt x="1367340" y="254000"/>
                  </a:lnTo>
                  <a:lnTo>
                    <a:pt x="1394460" y="254000"/>
                  </a:lnTo>
                  <a:lnTo>
                    <a:pt x="1394460" y="38100"/>
                  </a:lnTo>
                  <a:lnTo>
                    <a:pt x="1439192" y="38100"/>
                  </a:lnTo>
                  <a:lnTo>
                    <a:pt x="1427359" y="25400"/>
                  </a:lnTo>
                  <a:close/>
                </a:path>
                <a:path w="13484225" h="3505200">
                  <a:moveTo>
                    <a:pt x="1700733" y="25400"/>
                  </a:moveTo>
                  <a:lnTo>
                    <a:pt x="1640347" y="25400"/>
                  </a:lnTo>
                  <a:lnTo>
                    <a:pt x="1640347" y="254000"/>
                  </a:lnTo>
                  <a:lnTo>
                    <a:pt x="1667834" y="254000"/>
                  </a:lnTo>
                  <a:lnTo>
                    <a:pt x="1667834" y="38100"/>
                  </a:lnTo>
                  <a:lnTo>
                    <a:pt x="1712566" y="38100"/>
                  </a:lnTo>
                  <a:lnTo>
                    <a:pt x="1700733" y="25400"/>
                  </a:lnTo>
                  <a:close/>
                </a:path>
                <a:path w="13484225" h="3505200">
                  <a:moveTo>
                    <a:pt x="1973740" y="25400"/>
                  </a:moveTo>
                  <a:lnTo>
                    <a:pt x="1913721" y="25400"/>
                  </a:lnTo>
                  <a:lnTo>
                    <a:pt x="1913721" y="254000"/>
                  </a:lnTo>
                  <a:lnTo>
                    <a:pt x="1940841" y="254000"/>
                  </a:lnTo>
                  <a:lnTo>
                    <a:pt x="1940841" y="38100"/>
                  </a:lnTo>
                  <a:lnTo>
                    <a:pt x="1985573" y="38100"/>
                  </a:lnTo>
                  <a:lnTo>
                    <a:pt x="1973740" y="25400"/>
                  </a:lnTo>
                  <a:close/>
                </a:path>
                <a:path w="13484225" h="3505200">
                  <a:moveTo>
                    <a:pt x="2247114" y="25400"/>
                  </a:moveTo>
                  <a:lnTo>
                    <a:pt x="2186729" y="25400"/>
                  </a:lnTo>
                  <a:lnTo>
                    <a:pt x="2186729" y="254000"/>
                  </a:lnTo>
                  <a:lnTo>
                    <a:pt x="2214204" y="254000"/>
                  </a:lnTo>
                  <a:lnTo>
                    <a:pt x="2214204" y="38100"/>
                  </a:lnTo>
                  <a:lnTo>
                    <a:pt x="2258947" y="38100"/>
                  </a:lnTo>
                  <a:lnTo>
                    <a:pt x="2247114" y="25400"/>
                  </a:lnTo>
                  <a:close/>
                </a:path>
                <a:path w="13484225" h="3505200">
                  <a:moveTo>
                    <a:pt x="2520122" y="25400"/>
                  </a:moveTo>
                  <a:lnTo>
                    <a:pt x="2460103" y="25400"/>
                  </a:lnTo>
                  <a:lnTo>
                    <a:pt x="2460103" y="254000"/>
                  </a:lnTo>
                  <a:lnTo>
                    <a:pt x="2487222" y="254000"/>
                  </a:lnTo>
                  <a:lnTo>
                    <a:pt x="2487222" y="38100"/>
                  </a:lnTo>
                  <a:lnTo>
                    <a:pt x="2531954" y="38100"/>
                  </a:lnTo>
                  <a:lnTo>
                    <a:pt x="2520122" y="25400"/>
                  </a:lnTo>
                  <a:close/>
                </a:path>
                <a:path w="13484225" h="3505200">
                  <a:moveTo>
                    <a:pt x="3654789" y="25400"/>
                  </a:moveTo>
                  <a:lnTo>
                    <a:pt x="2733110" y="25400"/>
                  </a:lnTo>
                  <a:lnTo>
                    <a:pt x="2733110" y="254000"/>
                  </a:lnTo>
                  <a:lnTo>
                    <a:pt x="2760586" y="254000"/>
                  </a:lnTo>
                  <a:lnTo>
                    <a:pt x="2760586" y="63500"/>
                  </a:lnTo>
                  <a:lnTo>
                    <a:pt x="2819255" y="63500"/>
                  </a:lnTo>
                  <a:lnTo>
                    <a:pt x="2794553" y="38100"/>
                  </a:lnTo>
                  <a:lnTo>
                    <a:pt x="3667477" y="38100"/>
                  </a:lnTo>
                  <a:lnTo>
                    <a:pt x="3654789" y="25400"/>
                  </a:lnTo>
                  <a:close/>
                </a:path>
                <a:path w="13484225" h="3505200">
                  <a:moveTo>
                    <a:pt x="3033603" y="38100"/>
                  </a:moveTo>
                  <a:lnTo>
                    <a:pt x="3004515" y="38100"/>
                  </a:lnTo>
                  <a:lnTo>
                    <a:pt x="3004515" y="254000"/>
                  </a:lnTo>
                  <a:lnTo>
                    <a:pt x="3033603" y="254000"/>
                  </a:lnTo>
                  <a:lnTo>
                    <a:pt x="3033603" y="38100"/>
                  </a:lnTo>
                  <a:close/>
                </a:path>
                <a:path w="13484225" h="3505200">
                  <a:moveTo>
                    <a:pt x="3326746" y="38100"/>
                  </a:moveTo>
                  <a:lnTo>
                    <a:pt x="3297271" y="38100"/>
                  </a:lnTo>
                  <a:lnTo>
                    <a:pt x="3297271" y="254000"/>
                  </a:lnTo>
                  <a:lnTo>
                    <a:pt x="3326746" y="254000"/>
                  </a:lnTo>
                  <a:lnTo>
                    <a:pt x="3326746" y="38100"/>
                  </a:lnTo>
                  <a:close/>
                </a:path>
                <a:path w="13484225" h="3505200">
                  <a:moveTo>
                    <a:pt x="3619502" y="38100"/>
                  </a:moveTo>
                  <a:lnTo>
                    <a:pt x="3590424" y="38100"/>
                  </a:lnTo>
                  <a:lnTo>
                    <a:pt x="3590424" y="254000"/>
                  </a:lnTo>
                  <a:lnTo>
                    <a:pt x="3619502" y="254000"/>
                  </a:lnTo>
                  <a:lnTo>
                    <a:pt x="3619502" y="38100"/>
                  </a:lnTo>
                  <a:close/>
                </a:path>
                <a:path w="13484225" h="3505200">
                  <a:moveTo>
                    <a:pt x="3947932" y="25400"/>
                  </a:moveTo>
                  <a:lnTo>
                    <a:pt x="3883180" y="25400"/>
                  </a:lnTo>
                  <a:lnTo>
                    <a:pt x="3883180" y="254000"/>
                  </a:lnTo>
                  <a:lnTo>
                    <a:pt x="3912645" y="254000"/>
                  </a:lnTo>
                  <a:lnTo>
                    <a:pt x="3912645" y="38100"/>
                  </a:lnTo>
                  <a:lnTo>
                    <a:pt x="3960620" y="38100"/>
                  </a:lnTo>
                  <a:lnTo>
                    <a:pt x="3947932" y="25400"/>
                  </a:lnTo>
                  <a:close/>
                </a:path>
                <a:path w="13484225" h="3505200">
                  <a:moveTo>
                    <a:pt x="4240687" y="25400"/>
                  </a:moveTo>
                  <a:lnTo>
                    <a:pt x="4176323" y="25400"/>
                  </a:lnTo>
                  <a:lnTo>
                    <a:pt x="4176323" y="254000"/>
                  </a:lnTo>
                  <a:lnTo>
                    <a:pt x="4205400" y="254000"/>
                  </a:lnTo>
                  <a:lnTo>
                    <a:pt x="4205400" y="38100"/>
                  </a:lnTo>
                  <a:lnTo>
                    <a:pt x="4253376" y="38100"/>
                  </a:lnTo>
                  <a:lnTo>
                    <a:pt x="4240687" y="25400"/>
                  </a:lnTo>
                  <a:close/>
                </a:path>
                <a:path w="13484225" h="3505200">
                  <a:moveTo>
                    <a:pt x="4533830" y="25400"/>
                  </a:moveTo>
                  <a:lnTo>
                    <a:pt x="4469078" y="25400"/>
                  </a:lnTo>
                  <a:lnTo>
                    <a:pt x="4469078" y="254000"/>
                  </a:lnTo>
                  <a:lnTo>
                    <a:pt x="4498554" y="254000"/>
                  </a:lnTo>
                  <a:lnTo>
                    <a:pt x="4498554" y="38100"/>
                  </a:lnTo>
                  <a:lnTo>
                    <a:pt x="4546518" y="38100"/>
                  </a:lnTo>
                  <a:lnTo>
                    <a:pt x="4533830" y="25400"/>
                  </a:lnTo>
                  <a:close/>
                </a:path>
                <a:path w="13484225" h="3505200">
                  <a:moveTo>
                    <a:pt x="4826596" y="25400"/>
                  </a:moveTo>
                  <a:lnTo>
                    <a:pt x="4762221" y="25400"/>
                  </a:lnTo>
                  <a:lnTo>
                    <a:pt x="4762221" y="254000"/>
                  </a:lnTo>
                  <a:lnTo>
                    <a:pt x="4791309" y="254000"/>
                  </a:lnTo>
                  <a:lnTo>
                    <a:pt x="4791309" y="38100"/>
                  </a:lnTo>
                  <a:lnTo>
                    <a:pt x="4839284" y="38100"/>
                  </a:lnTo>
                  <a:lnTo>
                    <a:pt x="4826596" y="25400"/>
                  </a:lnTo>
                  <a:close/>
                </a:path>
                <a:path w="13484225" h="3505200">
                  <a:moveTo>
                    <a:pt x="5119739" y="25400"/>
                  </a:moveTo>
                  <a:lnTo>
                    <a:pt x="5054987" y="25400"/>
                  </a:lnTo>
                  <a:lnTo>
                    <a:pt x="5054987" y="254000"/>
                  </a:lnTo>
                  <a:lnTo>
                    <a:pt x="5084452" y="254000"/>
                  </a:lnTo>
                  <a:lnTo>
                    <a:pt x="5084452" y="38100"/>
                  </a:lnTo>
                  <a:lnTo>
                    <a:pt x="5132427" y="38100"/>
                  </a:lnTo>
                  <a:lnTo>
                    <a:pt x="5119739" y="25400"/>
                  </a:lnTo>
                  <a:close/>
                </a:path>
                <a:path w="13484225" h="3505200">
                  <a:moveTo>
                    <a:pt x="5412494" y="25400"/>
                  </a:moveTo>
                  <a:lnTo>
                    <a:pt x="5348130" y="25400"/>
                  </a:lnTo>
                  <a:lnTo>
                    <a:pt x="5348130" y="254000"/>
                  </a:lnTo>
                  <a:lnTo>
                    <a:pt x="5377208" y="254000"/>
                  </a:lnTo>
                  <a:lnTo>
                    <a:pt x="5377208" y="38100"/>
                  </a:lnTo>
                  <a:lnTo>
                    <a:pt x="5425183" y="38100"/>
                  </a:lnTo>
                  <a:lnTo>
                    <a:pt x="5412494" y="25400"/>
                  </a:lnTo>
                  <a:close/>
                </a:path>
                <a:path w="13484225" h="3505200">
                  <a:moveTo>
                    <a:pt x="5705637" y="25400"/>
                  </a:moveTo>
                  <a:lnTo>
                    <a:pt x="5640885" y="25400"/>
                  </a:lnTo>
                  <a:lnTo>
                    <a:pt x="5640885" y="254000"/>
                  </a:lnTo>
                  <a:lnTo>
                    <a:pt x="5670350" y="254000"/>
                  </a:lnTo>
                  <a:lnTo>
                    <a:pt x="5670350" y="38100"/>
                  </a:lnTo>
                  <a:lnTo>
                    <a:pt x="5718326" y="38100"/>
                  </a:lnTo>
                  <a:lnTo>
                    <a:pt x="5705637" y="25400"/>
                  </a:lnTo>
                  <a:close/>
                </a:path>
                <a:path w="13484225" h="3505200">
                  <a:moveTo>
                    <a:pt x="8342007" y="25400"/>
                  </a:moveTo>
                  <a:lnTo>
                    <a:pt x="5934028" y="25400"/>
                  </a:lnTo>
                  <a:lnTo>
                    <a:pt x="5934028" y="254000"/>
                  </a:lnTo>
                  <a:lnTo>
                    <a:pt x="5963116" y="254000"/>
                  </a:lnTo>
                  <a:lnTo>
                    <a:pt x="5963116" y="38100"/>
                  </a:lnTo>
                  <a:lnTo>
                    <a:pt x="8354696" y="38100"/>
                  </a:lnTo>
                  <a:lnTo>
                    <a:pt x="8342007" y="25400"/>
                  </a:lnTo>
                  <a:close/>
                </a:path>
                <a:path w="13484225" h="3505200">
                  <a:moveTo>
                    <a:pt x="6256259" y="38100"/>
                  </a:moveTo>
                  <a:lnTo>
                    <a:pt x="6226784" y="38100"/>
                  </a:lnTo>
                  <a:lnTo>
                    <a:pt x="6226784" y="254000"/>
                  </a:lnTo>
                  <a:lnTo>
                    <a:pt x="6256259" y="254000"/>
                  </a:lnTo>
                  <a:lnTo>
                    <a:pt x="6256259" y="38100"/>
                  </a:lnTo>
                  <a:close/>
                </a:path>
                <a:path w="13484225" h="3505200">
                  <a:moveTo>
                    <a:pt x="6549015" y="38100"/>
                  </a:moveTo>
                  <a:lnTo>
                    <a:pt x="6519937" y="38100"/>
                  </a:lnTo>
                  <a:lnTo>
                    <a:pt x="6519937" y="254000"/>
                  </a:lnTo>
                  <a:lnTo>
                    <a:pt x="6549015" y="254000"/>
                  </a:lnTo>
                  <a:lnTo>
                    <a:pt x="6549015" y="38100"/>
                  </a:lnTo>
                  <a:close/>
                </a:path>
                <a:path w="13484225" h="3505200">
                  <a:moveTo>
                    <a:pt x="6842158" y="38100"/>
                  </a:moveTo>
                  <a:lnTo>
                    <a:pt x="6812693" y="38100"/>
                  </a:lnTo>
                  <a:lnTo>
                    <a:pt x="6812693" y="254000"/>
                  </a:lnTo>
                  <a:lnTo>
                    <a:pt x="6842158" y="254000"/>
                  </a:lnTo>
                  <a:lnTo>
                    <a:pt x="6842158" y="38100"/>
                  </a:lnTo>
                  <a:close/>
                </a:path>
                <a:path w="13484225" h="3505200">
                  <a:moveTo>
                    <a:pt x="7134913" y="38100"/>
                  </a:moveTo>
                  <a:lnTo>
                    <a:pt x="7105835" y="38100"/>
                  </a:lnTo>
                  <a:lnTo>
                    <a:pt x="7105835" y="254000"/>
                  </a:lnTo>
                  <a:lnTo>
                    <a:pt x="7134913" y="254000"/>
                  </a:lnTo>
                  <a:lnTo>
                    <a:pt x="7134913" y="38100"/>
                  </a:lnTo>
                  <a:close/>
                </a:path>
                <a:path w="13484225" h="3505200">
                  <a:moveTo>
                    <a:pt x="7428067" y="38100"/>
                  </a:moveTo>
                  <a:lnTo>
                    <a:pt x="7398591" y="38100"/>
                  </a:lnTo>
                  <a:lnTo>
                    <a:pt x="7398591" y="254000"/>
                  </a:lnTo>
                  <a:lnTo>
                    <a:pt x="7428067" y="254000"/>
                  </a:lnTo>
                  <a:lnTo>
                    <a:pt x="7428067" y="38100"/>
                  </a:lnTo>
                  <a:close/>
                </a:path>
                <a:path w="13484225" h="3505200">
                  <a:moveTo>
                    <a:pt x="7720822" y="38100"/>
                  </a:moveTo>
                  <a:lnTo>
                    <a:pt x="7691734" y="38100"/>
                  </a:lnTo>
                  <a:lnTo>
                    <a:pt x="7691734" y="254000"/>
                  </a:lnTo>
                  <a:lnTo>
                    <a:pt x="7720822" y="254000"/>
                  </a:lnTo>
                  <a:lnTo>
                    <a:pt x="7720822" y="38100"/>
                  </a:lnTo>
                  <a:close/>
                </a:path>
                <a:path w="13484225" h="3505200">
                  <a:moveTo>
                    <a:pt x="8013965" y="38100"/>
                  </a:moveTo>
                  <a:lnTo>
                    <a:pt x="7984500" y="38100"/>
                  </a:lnTo>
                  <a:lnTo>
                    <a:pt x="7984500" y="254000"/>
                  </a:lnTo>
                  <a:lnTo>
                    <a:pt x="8013965" y="254000"/>
                  </a:lnTo>
                  <a:lnTo>
                    <a:pt x="8013965" y="38100"/>
                  </a:lnTo>
                  <a:close/>
                </a:path>
                <a:path w="13484225" h="3505200">
                  <a:moveTo>
                    <a:pt x="8306720" y="38100"/>
                  </a:moveTo>
                  <a:lnTo>
                    <a:pt x="8277643" y="38100"/>
                  </a:lnTo>
                  <a:lnTo>
                    <a:pt x="8277643" y="254000"/>
                  </a:lnTo>
                  <a:lnTo>
                    <a:pt x="8306720" y="254000"/>
                  </a:lnTo>
                  <a:lnTo>
                    <a:pt x="8306720" y="38100"/>
                  </a:lnTo>
                  <a:close/>
                </a:path>
                <a:path w="13484225" h="3505200">
                  <a:moveTo>
                    <a:pt x="8635150" y="25400"/>
                  </a:moveTo>
                  <a:lnTo>
                    <a:pt x="8570398" y="25400"/>
                  </a:lnTo>
                  <a:lnTo>
                    <a:pt x="8570398" y="254000"/>
                  </a:lnTo>
                  <a:lnTo>
                    <a:pt x="8599863" y="254000"/>
                  </a:lnTo>
                  <a:lnTo>
                    <a:pt x="8599863" y="38100"/>
                  </a:lnTo>
                  <a:lnTo>
                    <a:pt x="8647839" y="38100"/>
                  </a:lnTo>
                  <a:lnTo>
                    <a:pt x="8635150" y="25400"/>
                  </a:lnTo>
                  <a:close/>
                </a:path>
                <a:path w="13484225" h="3505200">
                  <a:moveTo>
                    <a:pt x="8927906" y="25400"/>
                  </a:moveTo>
                  <a:lnTo>
                    <a:pt x="8863541" y="25400"/>
                  </a:lnTo>
                  <a:lnTo>
                    <a:pt x="8863541" y="254000"/>
                  </a:lnTo>
                  <a:lnTo>
                    <a:pt x="8892629" y="254000"/>
                  </a:lnTo>
                  <a:lnTo>
                    <a:pt x="8892629" y="38100"/>
                  </a:lnTo>
                  <a:lnTo>
                    <a:pt x="8940594" y="38100"/>
                  </a:lnTo>
                  <a:lnTo>
                    <a:pt x="8927906" y="25400"/>
                  </a:lnTo>
                  <a:close/>
                </a:path>
                <a:path w="13484225" h="3505200">
                  <a:moveTo>
                    <a:pt x="9221059" y="25400"/>
                  </a:moveTo>
                  <a:lnTo>
                    <a:pt x="9156297" y="25400"/>
                  </a:lnTo>
                  <a:lnTo>
                    <a:pt x="9156297" y="254000"/>
                  </a:lnTo>
                  <a:lnTo>
                    <a:pt x="9185772" y="254000"/>
                  </a:lnTo>
                  <a:lnTo>
                    <a:pt x="9185772" y="38100"/>
                  </a:lnTo>
                  <a:lnTo>
                    <a:pt x="9233747" y="38100"/>
                  </a:lnTo>
                  <a:lnTo>
                    <a:pt x="9221059" y="25400"/>
                  </a:lnTo>
                  <a:close/>
                </a:path>
                <a:path w="13484225" h="3505200">
                  <a:moveTo>
                    <a:pt x="9513815" y="25400"/>
                  </a:moveTo>
                  <a:lnTo>
                    <a:pt x="9449450" y="25400"/>
                  </a:lnTo>
                  <a:lnTo>
                    <a:pt x="9449450" y="254000"/>
                  </a:lnTo>
                  <a:lnTo>
                    <a:pt x="9478528" y="254000"/>
                  </a:lnTo>
                  <a:lnTo>
                    <a:pt x="9478528" y="38100"/>
                  </a:lnTo>
                  <a:lnTo>
                    <a:pt x="9526503" y="38100"/>
                  </a:lnTo>
                  <a:lnTo>
                    <a:pt x="9513815" y="25400"/>
                  </a:lnTo>
                  <a:close/>
                </a:path>
                <a:path w="13484225" h="3505200">
                  <a:moveTo>
                    <a:pt x="9806957" y="25400"/>
                  </a:moveTo>
                  <a:lnTo>
                    <a:pt x="9742205" y="25400"/>
                  </a:lnTo>
                  <a:lnTo>
                    <a:pt x="9742205" y="254000"/>
                  </a:lnTo>
                  <a:lnTo>
                    <a:pt x="9771671" y="254000"/>
                  </a:lnTo>
                  <a:lnTo>
                    <a:pt x="9771671" y="38100"/>
                  </a:lnTo>
                  <a:lnTo>
                    <a:pt x="9819646" y="38100"/>
                  </a:lnTo>
                  <a:lnTo>
                    <a:pt x="9806957" y="25400"/>
                  </a:lnTo>
                  <a:close/>
                </a:path>
                <a:path w="13484225" h="3505200">
                  <a:moveTo>
                    <a:pt x="10099713" y="25400"/>
                  </a:moveTo>
                  <a:lnTo>
                    <a:pt x="10035348" y="25400"/>
                  </a:lnTo>
                  <a:lnTo>
                    <a:pt x="10035348" y="254000"/>
                  </a:lnTo>
                  <a:lnTo>
                    <a:pt x="10064437" y="254000"/>
                  </a:lnTo>
                  <a:lnTo>
                    <a:pt x="10064437" y="38100"/>
                  </a:lnTo>
                  <a:lnTo>
                    <a:pt x="10112401" y="38100"/>
                  </a:lnTo>
                  <a:lnTo>
                    <a:pt x="10099713" y="25400"/>
                  </a:lnTo>
                  <a:close/>
                </a:path>
                <a:path w="13484225" h="3505200">
                  <a:moveTo>
                    <a:pt x="10392856" y="25400"/>
                  </a:moveTo>
                  <a:lnTo>
                    <a:pt x="10328104" y="25400"/>
                  </a:lnTo>
                  <a:lnTo>
                    <a:pt x="10328104" y="254000"/>
                  </a:lnTo>
                  <a:lnTo>
                    <a:pt x="10357579" y="254000"/>
                  </a:lnTo>
                  <a:lnTo>
                    <a:pt x="10357579" y="38100"/>
                  </a:lnTo>
                  <a:lnTo>
                    <a:pt x="10405544" y="38100"/>
                  </a:lnTo>
                  <a:lnTo>
                    <a:pt x="10392856" y="25400"/>
                  </a:lnTo>
                  <a:close/>
                </a:path>
                <a:path w="13484225" h="3505200">
                  <a:moveTo>
                    <a:pt x="10684229" y="25400"/>
                  </a:moveTo>
                  <a:lnTo>
                    <a:pt x="10621247" y="25400"/>
                  </a:lnTo>
                  <a:lnTo>
                    <a:pt x="10621247" y="254000"/>
                  </a:lnTo>
                  <a:lnTo>
                    <a:pt x="10650335" y="254000"/>
                  </a:lnTo>
                  <a:lnTo>
                    <a:pt x="10650335" y="38100"/>
                  </a:lnTo>
                  <a:lnTo>
                    <a:pt x="10696575" y="38100"/>
                  </a:lnTo>
                  <a:lnTo>
                    <a:pt x="10684229" y="25400"/>
                  </a:lnTo>
                  <a:close/>
                </a:path>
                <a:path w="13484225" h="3505200">
                  <a:moveTo>
                    <a:pt x="10969456" y="25400"/>
                  </a:moveTo>
                  <a:lnTo>
                    <a:pt x="10906453" y="25400"/>
                  </a:lnTo>
                  <a:lnTo>
                    <a:pt x="10906453" y="254000"/>
                  </a:lnTo>
                  <a:lnTo>
                    <a:pt x="10935133" y="254000"/>
                  </a:lnTo>
                  <a:lnTo>
                    <a:pt x="10935133" y="38100"/>
                  </a:lnTo>
                  <a:lnTo>
                    <a:pt x="10981802" y="38100"/>
                  </a:lnTo>
                  <a:lnTo>
                    <a:pt x="10969456" y="25400"/>
                  </a:lnTo>
                  <a:close/>
                </a:path>
                <a:path w="13484225" h="3505200">
                  <a:moveTo>
                    <a:pt x="13484102" y="25400"/>
                  </a:moveTo>
                  <a:lnTo>
                    <a:pt x="11191680" y="25400"/>
                  </a:lnTo>
                  <a:lnTo>
                    <a:pt x="11191680" y="254000"/>
                  </a:lnTo>
                  <a:lnTo>
                    <a:pt x="11219972" y="254000"/>
                  </a:lnTo>
                  <a:lnTo>
                    <a:pt x="11219972" y="38100"/>
                  </a:lnTo>
                  <a:lnTo>
                    <a:pt x="13484102" y="38100"/>
                  </a:lnTo>
                  <a:lnTo>
                    <a:pt x="13484102" y="25400"/>
                  </a:lnTo>
                  <a:close/>
                </a:path>
                <a:path w="13484225" h="3505200">
                  <a:moveTo>
                    <a:pt x="11505199" y="38100"/>
                  </a:moveTo>
                  <a:lnTo>
                    <a:pt x="11476530" y="38100"/>
                  </a:lnTo>
                  <a:lnTo>
                    <a:pt x="11476530" y="254000"/>
                  </a:lnTo>
                  <a:lnTo>
                    <a:pt x="11505199" y="254000"/>
                  </a:lnTo>
                  <a:lnTo>
                    <a:pt x="11505199" y="38100"/>
                  </a:lnTo>
                  <a:close/>
                </a:path>
                <a:path w="13484225" h="3505200">
                  <a:moveTo>
                    <a:pt x="11790049" y="38100"/>
                  </a:moveTo>
                  <a:lnTo>
                    <a:pt x="11761746" y="38100"/>
                  </a:lnTo>
                  <a:lnTo>
                    <a:pt x="11761746" y="254000"/>
                  </a:lnTo>
                  <a:lnTo>
                    <a:pt x="11790049" y="254000"/>
                  </a:lnTo>
                  <a:lnTo>
                    <a:pt x="11790049" y="38100"/>
                  </a:lnTo>
                  <a:close/>
                </a:path>
                <a:path w="13484225" h="3505200">
                  <a:moveTo>
                    <a:pt x="12075276" y="38100"/>
                  </a:moveTo>
                  <a:lnTo>
                    <a:pt x="12046596" y="38100"/>
                  </a:lnTo>
                  <a:lnTo>
                    <a:pt x="12046596" y="254000"/>
                  </a:lnTo>
                  <a:lnTo>
                    <a:pt x="12075276" y="254000"/>
                  </a:lnTo>
                  <a:lnTo>
                    <a:pt x="12075276" y="38100"/>
                  </a:lnTo>
                  <a:close/>
                </a:path>
                <a:path w="13484225" h="3505200">
                  <a:moveTo>
                    <a:pt x="12360115" y="38100"/>
                  </a:moveTo>
                  <a:lnTo>
                    <a:pt x="12331823" y="38100"/>
                  </a:lnTo>
                  <a:lnTo>
                    <a:pt x="12331823" y="254000"/>
                  </a:lnTo>
                  <a:lnTo>
                    <a:pt x="12360115" y="254000"/>
                  </a:lnTo>
                  <a:lnTo>
                    <a:pt x="12360115" y="38100"/>
                  </a:lnTo>
                  <a:close/>
                </a:path>
                <a:path w="13484225" h="3505200">
                  <a:moveTo>
                    <a:pt x="12645342" y="38100"/>
                  </a:moveTo>
                  <a:lnTo>
                    <a:pt x="12616673" y="38100"/>
                  </a:lnTo>
                  <a:lnTo>
                    <a:pt x="12616673" y="254000"/>
                  </a:lnTo>
                  <a:lnTo>
                    <a:pt x="12645342" y="254000"/>
                  </a:lnTo>
                  <a:lnTo>
                    <a:pt x="12645342" y="38100"/>
                  </a:lnTo>
                  <a:close/>
                </a:path>
                <a:path w="13484225" h="3505200">
                  <a:moveTo>
                    <a:pt x="12930192" y="38100"/>
                  </a:moveTo>
                  <a:lnTo>
                    <a:pt x="12901889" y="38100"/>
                  </a:lnTo>
                  <a:lnTo>
                    <a:pt x="12901889" y="254000"/>
                  </a:lnTo>
                  <a:lnTo>
                    <a:pt x="12930192" y="254000"/>
                  </a:lnTo>
                  <a:lnTo>
                    <a:pt x="12930192" y="38100"/>
                  </a:lnTo>
                  <a:close/>
                </a:path>
                <a:path w="13484225" h="3505200">
                  <a:moveTo>
                    <a:pt x="13215409" y="38100"/>
                  </a:moveTo>
                  <a:lnTo>
                    <a:pt x="13186739" y="38100"/>
                  </a:lnTo>
                  <a:lnTo>
                    <a:pt x="13186739" y="254000"/>
                  </a:lnTo>
                  <a:lnTo>
                    <a:pt x="13215409" y="254000"/>
                  </a:lnTo>
                  <a:lnTo>
                    <a:pt x="13215409" y="38100"/>
                  </a:lnTo>
                  <a:close/>
                </a:path>
                <a:path w="13484225" h="3505200">
                  <a:moveTo>
                    <a:pt x="13484102" y="38100"/>
                  </a:moveTo>
                  <a:lnTo>
                    <a:pt x="13471956" y="38100"/>
                  </a:lnTo>
                  <a:lnTo>
                    <a:pt x="13471956" y="254000"/>
                  </a:lnTo>
                  <a:lnTo>
                    <a:pt x="13484102" y="254000"/>
                  </a:lnTo>
                  <a:lnTo>
                    <a:pt x="13484102" y="38100"/>
                  </a:lnTo>
                  <a:close/>
                </a:path>
              </a:pathLst>
            </a:custGeom>
            <a:solidFill>
              <a:srgbClr val="CCCC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3309988" y="4767217"/>
              <a:ext cx="13484225" cy="932180"/>
            </a:xfrm>
            <a:custGeom>
              <a:avLst/>
              <a:gdLst/>
              <a:ahLst/>
              <a:cxnLst/>
              <a:rect l="l" t="t" r="r" b="b"/>
              <a:pathLst>
                <a:path w="13484225" h="932179">
                  <a:moveTo>
                    <a:pt x="13484098" y="0"/>
                  </a:moveTo>
                  <a:lnTo>
                    <a:pt x="11852085" y="0"/>
                  </a:lnTo>
                  <a:lnTo>
                    <a:pt x="11852085" y="30607"/>
                  </a:lnTo>
                  <a:lnTo>
                    <a:pt x="10418267" y="30607"/>
                  </a:lnTo>
                  <a:lnTo>
                    <a:pt x="10418267" y="0"/>
                  </a:lnTo>
                  <a:lnTo>
                    <a:pt x="0" y="0"/>
                  </a:lnTo>
                  <a:lnTo>
                    <a:pt x="0" y="30607"/>
                  </a:lnTo>
                  <a:lnTo>
                    <a:pt x="0" y="113652"/>
                  </a:lnTo>
                  <a:lnTo>
                    <a:pt x="0" y="932154"/>
                  </a:lnTo>
                  <a:lnTo>
                    <a:pt x="13484098" y="932154"/>
                  </a:lnTo>
                  <a:lnTo>
                    <a:pt x="13484098" y="113652"/>
                  </a:lnTo>
                  <a:lnTo>
                    <a:pt x="13484098" y="30607"/>
                  </a:lnTo>
                  <a:lnTo>
                    <a:pt x="13484098" y="0"/>
                  </a:lnTo>
                  <a:close/>
                </a:path>
              </a:pathLst>
            </a:custGeom>
            <a:solidFill>
              <a:srgbClr val="BAC4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3309988" y="3172643"/>
              <a:ext cx="13484225" cy="2352675"/>
            </a:xfrm>
            <a:custGeom>
              <a:avLst/>
              <a:gdLst/>
              <a:ahLst/>
              <a:cxnLst/>
              <a:rect l="l" t="t" r="r" b="b"/>
              <a:pathLst>
                <a:path w="13484225" h="2352675">
                  <a:moveTo>
                    <a:pt x="9743313" y="27584"/>
                  </a:moveTo>
                  <a:lnTo>
                    <a:pt x="9741141" y="16852"/>
                  </a:lnTo>
                  <a:lnTo>
                    <a:pt x="9735223" y="8077"/>
                  </a:lnTo>
                  <a:lnTo>
                    <a:pt x="9726447" y="2171"/>
                  </a:lnTo>
                  <a:lnTo>
                    <a:pt x="9715703" y="0"/>
                  </a:lnTo>
                  <a:lnTo>
                    <a:pt x="8078622" y="0"/>
                  </a:lnTo>
                  <a:lnTo>
                    <a:pt x="8067891" y="2171"/>
                  </a:lnTo>
                  <a:lnTo>
                    <a:pt x="8059115" y="8077"/>
                  </a:lnTo>
                  <a:lnTo>
                    <a:pt x="8053210" y="16852"/>
                  </a:lnTo>
                  <a:lnTo>
                    <a:pt x="8051038" y="27584"/>
                  </a:lnTo>
                  <a:lnTo>
                    <a:pt x="8051038" y="74383"/>
                  </a:lnTo>
                  <a:lnTo>
                    <a:pt x="8053210" y="85128"/>
                  </a:lnTo>
                  <a:lnTo>
                    <a:pt x="8059115" y="93891"/>
                  </a:lnTo>
                  <a:lnTo>
                    <a:pt x="8067891" y="99809"/>
                  </a:lnTo>
                  <a:lnTo>
                    <a:pt x="8078622" y="101968"/>
                  </a:lnTo>
                  <a:lnTo>
                    <a:pt x="8078622" y="1594548"/>
                  </a:lnTo>
                  <a:lnTo>
                    <a:pt x="9715030" y="1594548"/>
                  </a:lnTo>
                  <a:lnTo>
                    <a:pt x="9715030" y="101968"/>
                  </a:lnTo>
                  <a:lnTo>
                    <a:pt x="9715703" y="101968"/>
                  </a:lnTo>
                  <a:lnTo>
                    <a:pt x="9726447" y="99809"/>
                  </a:lnTo>
                  <a:lnTo>
                    <a:pt x="9735223" y="93891"/>
                  </a:lnTo>
                  <a:lnTo>
                    <a:pt x="9741141" y="85128"/>
                  </a:lnTo>
                  <a:lnTo>
                    <a:pt x="9743313" y="74383"/>
                  </a:lnTo>
                  <a:lnTo>
                    <a:pt x="9743313" y="27584"/>
                  </a:lnTo>
                  <a:close/>
                </a:path>
                <a:path w="13484225" h="2352675">
                  <a:moveTo>
                    <a:pt x="13484098" y="2307501"/>
                  </a:moveTo>
                  <a:lnTo>
                    <a:pt x="0" y="2307501"/>
                  </a:lnTo>
                  <a:lnTo>
                    <a:pt x="0" y="2352332"/>
                  </a:lnTo>
                  <a:lnTo>
                    <a:pt x="13484098" y="2352332"/>
                  </a:lnTo>
                  <a:lnTo>
                    <a:pt x="13484098" y="2307501"/>
                  </a:lnTo>
                  <a:close/>
                </a:path>
                <a:path w="13484225" h="2352675">
                  <a:moveTo>
                    <a:pt x="13484098" y="1799450"/>
                  </a:moveTo>
                  <a:lnTo>
                    <a:pt x="0" y="1799450"/>
                  </a:lnTo>
                  <a:lnTo>
                    <a:pt x="0" y="1844294"/>
                  </a:lnTo>
                  <a:lnTo>
                    <a:pt x="13484098" y="1844294"/>
                  </a:lnTo>
                  <a:lnTo>
                    <a:pt x="13484098" y="17994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11444147" y="3274878"/>
              <a:ext cx="1526540" cy="1492885"/>
            </a:xfrm>
            <a:custGeom>
              <a:avLst/>
              <a:gdLst/>
              <a:ahLst/>
              <a:cxnLst/>
              <a:rect l="l" t="t" r="r" b="b"/>
              <a:pathLst>
                <a:path w="1526540" h="1492885">
                  <a:moveTo>
                    <a:pt x="1526019" y="0"/>
                  </a:moveTo>
                  <a:lnTo>
                    <a:pt x="0" y="0"/>
                  </a:lnTo>
                  <a:lnTo>
                    <a:pt x="0" y="1210462"/>
                  </a:lnTo>
                  <a:lnTo>
                    <a:pt x="0" y="1432547"/>
                  </a:lnTo>
                  <a:lnTo>
                    <a:pt x="0" y="1492313"/>
                  </a:lnTo>
                  <a:lnTo>
                    <a:pt x="530593" y="1492313"/>
                  </a:lnTo>
                  <a:lnTo>
                    <a:pt x="530593" y="1432547"/>
                  </a:lnTo>
                  <a:lnTo>
                    <a:pt x="1226261" y="1432547"/>
                  </a:lnTo>
                  <a:lnTo>
                    <a:pt x="1226261" y="1492313"/>
                  </a:lnTo>
                  <a:lnTo>
                    <a:pt x="1526019" y="1492313"/>
                  </a:lnTo>
                  <a:lnTo>
                    <a:pt x="1526019" y="1432547"/>
                  </a:lnTo>
                  <a:lnTo>
                    <a:pt x="1526019" y="1210462"/>
                  </a:lnTo>
                  <a:lnTo>
                    <a:pt x="1526019" y="0"/>
                  </a:lnTo>
                  <a:close/>
                </a:path>
              </a:pathLst>
            </a:custGeom>
            <a:solidFill>
              <a:srgbClr val="D3D3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11444147" y="3397205"/>
              <a:ext cx="1526540" cy="1307465"/>
            </a:xfrm>
            <a:custGeom>
              <a:avLst/>
              <a:gdLst/>
              <a:ahLst/>
              <a:cxnLst/>
              <a:rect l="l" t="t" r="r" b="b"/>
              <a:pathLst>
                <a:path w="1526540" h="1307464">
                  <a:moveTo>
                    <a:pt x="530593" y="1299273"/>
                  </a:moveTo>
                  <a:lnTo>
                    <a:pt x="0" y="1299273"/>
                  </a:lnTo>
                  <a:lnTo>
                    <a:pt x="0" y="1306868"/>
                  </a:lnTo>
                  <a:lnTo>
                    <a:pt x="530593" y="1306868"/>
                  </a:lnTo>
                  <a:lnTo>
                    <a:pt x="530593" y="1299273"/>
                  </a:lnTo>
                  <a:close/>
                </a:path>
                <a:path w="1526540" h="1307464">
                  <a:moveTo>
                    <a:pt x="530593" y="1169352"/>
                  </a:moveTo>
                  <a:lnTo>
                    <a:pt x="0" y="1169352"/>
                  </a:lnTo>
                  <a:lnTo>
                    <a:pt x="0" y="1176947"/>
                  </a:lnTo>
                  <a:lnTo>
                    <a:pt x="530593" y="1176947"/>
                  </a:lnTo>
                  <a:lnTo>
                    <a:pt x="530593" y="1169352"/>
                  </a:lnTo>
                  <a:close/>
                </a:path>
                <a:path w="1526540" h="1307464">
                  <a:moveTo>
                    <a:pt x="1526019" y="1299273"/>
                  </a:moveTo>
                  <a:lnTo>
                    <a:pt x="1226261" y="1299273"/>
                  </a:lnTo>
                  <a:lnTo>
                    <a:pt x="1226261" y="1306868"/>
                  </a:lnTo>
                  <a:lnTo>
                    <a:pt x="1526019" y="1306868"/>
                  </a:lnTo>
                  <a:lnTo>
                    <a:pt x="1526019" y="1299273"/>
                  </a:lnTo>
                  <a:close/>
                </a:path>
                <a:path w="1526540" h="1307464">
                  <a:moveTo>
                    <a:pt x="1526019" y="1169352"/>
                  </a:moveTo>
                  <a:lnTo>
                    <a:pt x="1226261" y="1169352"/>
                  </a:lnTo>
                  <a:lnTo>
                    <a:pt x="1226261" y="1176947"/>
                  </a:lnTo>
                  <a:lnTo>
                    <a:pt x="1526019" y="1176947"/>
                  </a:lnTo>
                  <a:lnTo>
                    <a:pt x="1526019" y="1169352"/>
                  </a:lnTo>
                  <a:close/>
                </a:path>
                <a:path w="1526540" h="1307464">
                  <a:moveTo>
                    <a:pt x="1526019" y="1039418"/>
                  </a:moveTo>
                  <a:lnTo>
                    <a:pt x="0" y="1039418"/>
                  </a:lnTo>
                  <a:lnTo>
                    <a:pt x="0" y="1047013"/>
                  </a:lnTo>
                  <a:lnTo>
                    <a:pt x="1526019" y="1047013"/>
                  </a:lnTo>
                  <a:lnTo>
                    <a:pt x="1526019" y="1039418"/>
                  </a:lnTo>
                  <a:close/>
                </a:path>
                <a:path w="1526540" h="1307464">
                  <a:moveTo>
                    <a:pt x="1526019" y="909497"/>
                  </a:moveTo>
                  <a:lnTo>
                    <a:pt x="0" y="909497"/>
                  </a:lnTo>
                  <a:lnTo>
                    <a:pt x="0" y="917092"/>
                  </a:lnTo>
                  <a:lnTo>
                    <a:pt x="1526019" y="917092"/>
                  </a:lnTo>
                  <a:lnTo>
                    <a:pt x="1526019" y="909497"/>
                  </a:lnTo>
                  <a:close/>
                </a:path>
                <a:path w="1526540" h="1307464">
                  <a:moveTo>
                    <a:pt x="1526019" y="779564"/>
                  </a:moveTo>
                  <a:lnTo>
                    <a:pt x="0" y="779564"/>
                  </a:lnTo>
                  <a:lnTo>
                    <a:pt x="0" y="787158"/>
                  </a:lnTo>
                  <a:lnTo>
                    <a:pt x="1526019" y="787158"/>
                  </a:lnTo>
                  <a:lnTo>
                    <a:pt x="1526019" y="779564"/>
                  </a:lnTo>
                  <a:close/>
                </a:path>
                <a:path w="1526540" h="1307464">
                  <a:moveTo>
                    <a:pt x="1526019" y="649643"/>
                  </a:moveTo>
                  <a:lnTo>
                    <a:pt x="0" y="649643"/>
                  </a:lnTo>
                  <a:lnTo>
                    <a:pt x="0" y="657237"/>
                  </a:lnTo>
                  <a:lnTo>
                    <a:pt x="1526019" y="657237"/>
                  </a:lnTo>
                  <a:lnTo>
                    <a:pt x="1526019" y="649643"/>
                  </a:lnTo>
                  <a:close/>
                </a:path>
                <a:path w="1526540" h="1307464">
                  <a:moveTo>
                    <a:pt x="1526019" y="519722"/>
                  </a:moveTo>
                  <a:lnTo>
                    <a:pt x="0" y="519722"/>
                  </a:lnTo>
                  <a:lnTo>
                    <a:pt x="0" y="527304"/>
                  </a:lnTo>
                  <a:lnTo>
                    <a:pt x="1526019" y="527304"/>
                  </a:lnTo>
                  <a:lnTo>
                    <a:pt x="1526019" y="519722"/>
                  </a:lnTo>
                  <a:close/>
                </a:path>
                <a:path w="1526540" h="1307464">
                  <a:moveTo>
                    <a:pt x="1526019" y="389788"/>
                  </a:moveTo>
                  <a:lnTo>
                    <a:pt x="0" y="389788"/>
                  </a:lnTo>
                  <a:lnTo>
                    <a:pt x="0" y="397370"/>
                  </a:lnTo>
                  <a:lnTo>
                    <a:pt x="1526019" y="397370"/>
                  </a:lnTo>
                  <a:lnTo>
                    <a:pt x="1526019" y="389788"/>
                  </a:lnTo>
                  <a:close/>
                </a:path>
                <a:path w="1526540" h="1307464">
                  <a:moveTo>
                    <a:pt x="1526019" y="259867"/>
                  </a:moveTo>
                  <a:lnTo>
                    <a:pt x="0" y="259867"/>
                  </a:lnTo>
                  <a:lnTo>
                    <a:pt x="0" y="267449"/>
                  </a:lnTo>
                  <a:lnTo>
                    <a:pt x="1526019" y="267449"/>
                  </a:lnTo>
                  <a:lnTo>
                    <a:pt x="1526019" y="259867"/>
                  </a:lnTo>
                  <a:close/>
                </a:path>
                <a:path w="1526540" h="1307464">
                  <a:moveTo>
                    <a:pt x="1526019" y="129933"/>
                  </a:moveTo>
                  <a:lnTo>
                    <a:pt x="0" y="129933"/>
                  </a:lnTo>
                  <a:lnTo>
                    <a:pt x="0" y="137515"/>
                  </a:lnTo>
                  <a:lnTo>
                    <a:pt x="1526019" y="137515"/>
                  </a:lnTo>
                  <a:lnTo>
                    <a:pt x="1526019" y="129933"/>
                  </a:lnTo>
                  <a:close/>
                </a:path>
                <a:path w="1526540" h="1307464">
                  <a:moveTo>
                    <a:pt x="1526019" y="0"/>
                  </a:moveTo>
                  <a:lnTo>
                    <a:pt x="0" y="0"/>
                  </a:lnTo>
                  <a:lnTo>
                    <a:pt x="0" y="7594"/>
                  </a:lnTo>
                  <a:lnTo>
                    <a:pt x="1526019" y="7594"/>
                  </a:lnTo>
                  <a:lnTo>
                    <a:pt x="1526019" y="0"/>
                  </a:lnTo>
                  <a:close/>
                </a:path>
              </a:pathLst>
            </a:custGeom>
            <a:solidFill>
              <a:srgbClr val="B5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11438185" y="2485432"/>
              <a:ext cx="1537970" cy="422275"/>
            </a:xfrm>
            <a:custGeom>
              <a:avLst/>
              <a:gdLst/>
              <a:ahLst/>
              <a:cxnLst/>
              <a:rect l="l" t="t" r="r" b="b"/>
              <a:pathLst>
                <a:path w="1537970" h="422275">
                  <a:moveTo>
                    <a:pt x="1537953" y="0"/>
                  </a:moveTo>
                  <a:lnTo>
                    <a:pt x="0" y="0"/>
                  </a:lnTo>
                  <a:lnTo>
                    <a:pt x="0" y="421693"/>
                  </a:lnTo>
                  <a:lnTo>
                    <a:pt x="1537953" y="421693"/>
                  </a:lnTo>
                  <a:lnTo>
                    <a:pt x="15379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11459263" y="2508436"/>
              <a:ext cx="1494790" cy="375920"/>
            </a:xfrm>
            <a:custGeom>
              <a:avLst/>
              <a:gdLst/>
              <a:ahLst/>
              <a:cxnLst/>
              <a:rect l="l" t="t" r="r" b="b"/>
              <a:pathLst>
                <a:path w="1494790" h="375919">
                  <a:moveTo>
                    <a:pt x="1494519" y="0"/>
                  </a:moveTo>
                  <a:lnTo>
                    <a:pt x="0" y="0"/>
                  </a:lnTo>
                  <a:lnTo>
                    <a:pt x="0" y="375684"/>
                  </a:lnTo>
                  <a:lnTo>
                    <a:pt x="1494519" y="375684"/>
                  </a:lnTo>
                  <a:lnTo>
                    <a:pt x="1494519" y="0"/>
                  </a:lnTo>
                  <a:close/>
                </a:path>
              </a:pathLst>
            </a:custGeom>
            <a:solidFill>
              <a:srgbClr val="9FB9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11459261" y="2508446"/>
              <a:ext cx="1362075" cy="375920"/>
            </a:xfrm>
            <a:custGeom>
              <a:avLst/>
              <a:gdLst/>
              <a:ahLst/>
              <a:cxnLst/>
              <a:rect l="l" t="t" r="r" b="b"/>
              <a:pathLst>
                <a:path w="1362075" h="375919">
                  <a:moveTo>
                    <a:pt x="472313" y="0"/>
                  </a:moveTo>
                  <a:lnTo>
                    <a:pt x="0" y="0"/>
                  </a:lnTo>
                  <a:lnTo>
                    <a:pt x="0" y="375678"/>
                  </a:lnTo>
                  <a:lnTo>
                    <a:pt x="81813" y="375678"/>
                  </a:lnTo>
                  <a:lnTo>
                    <a:pt x="472313" y="0"/>
                  </a:lnTo>
                  <a:close/>
                </a:path>
                <a:path w="1362075" h="375919">
                  <a:moveTo>
                    <a:pt x="1361821" y="0"/>
                  </a:moveTo>
                  <a:lnTo>
                    <a:pt x="890981" y="0"/>
                  </a:lnTo>
                  <a:lnTo>
                    <a:pt x="498614" y="375678"/>
                  </a:lnTo>
                  <a:lnTo>
                    <a:pt x="1013371" y="375678"/>
                  </a:lnTo>
                  <a:lnTo>
                    <a:pt x="1361821" y="0"/>
                  </a:lnTo>
                  <a:close/>
                </a:path>
              </a:pathLst>
            </a:custGeom>
            <a:solidFill>
              <a:srgbClr val="BAC4CC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11459261" y="2509030"/>
              <a:ext cx="1494790" cy="374650"/>
            </a:xfrm>
            <a:custGeom>
              <a:avLst/>
              <a:gdLst/>
              <a:ahLst/>
              <a:cxnLst/>
              <a:rect l="l" t="t" r="r" b="b"/>
              <a:pathLst>
                <a:path w="1494790" h="374650">
                  <a:moveTo>
                    <a:pt x="1494510" y="177800"/>
                  </a:moveTo>
                  <a:lnTo>
                    <a:pt x="1316189" y="177800"/>
                  </a:lnTo>
                  <a:lnTo>
                    <a:pt x="1316189" y="0"/>
                  </a:lnTo>
                  <a:lnTo>
                    <a:pt x="1306728" y="0"/>
                  </a:lnTo>
                  <a:lnTo>
                    <a:pt x="1306728" y="177800"/>
                  </a:lnTo>
                  <a:lnTo>
                    <a:pt x="1128344" y="177800"/>
                  </a:lnTo>
                  <a:lnTo>
                    <a:pt x="1128344" y="0"/>
                  </a:lnTo>
                  <a:lnTo>
                    <a:pt x="1118895" y="0"/>
                  </a:lnTo>
                  <a:lnTo>
                    <a:pt x="1118895" y="177800"/>
                  </a:lnTo>
                  <a:lnTo>
                    <a:pt x="940498" y="177800"/>
                  </a:lnTo>
                  <a:lnTo>
                    <a:pt x="940498" y="0"/>
                  </a:lnTo>
                  <a:lnTo>
                    <a:pt x="931049" y="0"/>
                  </a:lnTo>
                  <a:lnTo>
                    <a:pt x="931049" y="177800"/>
                  </a:lnTo>
                  <a:lnTo>
                    <a:pt x="752665" y="177800"/>
                  </a:lnTo>
                  <a:lnTo>
                    <a:pt x="752665" y="0"/>
                  </a:lnTo>
                  <a:lnTo>
                    <a:pt x="743204" y="0"/>
                  </a:lnTo>
                  <a:lnTo>
                    <a:pt x="743204" y="177800"/>
                  </a:lnTo>
                  <a:lnTo>
                    <a:pt x="564819" y="177800"/>
                  </a:lnTo>
                  <a:lnTo>
                    <a:pt x="564819" y="0"/>
                  </a:lnTo>
                  <a:lnTo>
                    <a:pt x="555358" y="0"/>
                  </a:lnTo>
                  <a:lnTo>
                    <a:pt x="555358" y="177800"/>
                  </a:lnTo>
                  <a:lnTo>
                    <a:pt x="376974" y="177800"/>
                  </a:lnTo>
                  <a:lnTo>
                    <a:pt x="376974" y="0"/>
                  </a:lnTo>
                  <a:lnTo>
                    <a:pt x="367525" y="0"/>
                  </a:lnTo>
                  <a:lnTo>
                    <a:pt x="367525" y="177800"/>
                  </a:lnTo>
                  <a:lnTo>
                    <a:pt x="188760" y="177800"/>
                  </a:lnTo>
                  <a:lnTo>
                    <a:pt x="188760" y="0"/>
                  </a:lnTo>
                  <a:lnTo>
                    <a:pt x="179311" y="0"/>
                  </a:lnTo>
                  <a:lnTo>
                    <a:pt x="179311" y="177800"/>
                  </a:lnTo>
                  <a:lnTo>
                    <a:pt x="0" y="177800"/>
                  </a:lnTo>
                  <a:lnTo>
                    <a:pt x="0" y="186690"/>
                  </a:lnTo>
                  <a:lnTo>
                    <a:pt x="179311" y="186690"/>
                  </a:lnTo>
                  <a:lnTo>
                    <a:pt x="179311" y="374650"/>
                  </a:lnTo>
                  <a:lnTo>
                    <a:pt x="188760" y="374650"/>
                  </a:lnTo>
                  <a:lnTo>
                    <a:pt x="188760" y="186690"/>
                  </a:lnTo>
                  <a:lnTo>
                    <a:pt x="367525" y="186690"/>
                  </a:lnTo>
                  <a:lnTo>
                    <a:pt x="367525" y="374650"/>
                  </a:lnTo>
                  <a:lnTo>
                    <a:pt x="376974" y="374650"/>
                  </a:lnTo>
                  <a:lnTo>
                    <a:pt x="376974" y="186690"/>
                  </a:lnTo>
                  <a:lnTo>
                    <a:pt x="555358" y="186690"/>
                  </a:lnTo>
                  <a:lnTo>
                    <a:pt x="555358" y="374650"/>
                  </a:lnTo>
                  <a:lnTo>
                    <a:pt x="564819" y="374650"/>
                  </a:lnTo>
                  <a:lnTo>
                    <a:pt x="564819" y="186690"/>
                  </a:lnTo>
                  <a:lnTo>
                    <a:pt x="743204" y="186690"/>
                  </a:lnTo>
                  <a:lnTo>
                    <a:pt x="743204" y="374650"/>
                  </a:lnTo>
                  <a:lnTo>
                    <a:pt x="752665" y="374650"/>
                  </a:lnTo>
                  <a:lnTo>
                    <a:pt x="752665" y="186690"/>
                  </a:lnTo>
                  <a:lnTo>
                    <a:pt x="931049" y="186690"/>
                  </a:lnTo>
                  <a:lnTo>
                    <a:pt x="931049" y="374650"/>
                  </a:lnTo>
                  <a:lnTo>
                    <a:pt x="940498" y="374650"/>
                  </a:lnTo>
                  <a:lnTo>
                    <a:pt x="940498" y="186690"/>
                  </a:lnTo>
                  <a:lnTo>
                    <a:pt x="1118895" y="186690"/>
                  </a:lnTo>
                  <a:lnTo>
                    <a:pt x="1118895" y="374650"/>
                  </a:lnTo>
                  <a:lnTo>
                    <a:pt x="1128344" y="374650"/>
                  </a:lnTo>
                  <a:lnTo>
                    <a:pt x="1128344" y="186690"/>
                  </a:lnTo>
                  <a:lnTo>
                    <a:pt x="1306728" y="186690"/>
                  </a:lnTo>
                  <a:lnTo>
                    <a:pt x="1306728" y="374650"/>
                  </a:lnTo>
                  <a:lnTo>
                    <a:pt x="1316189" y="374650"/>
                  </a:lnTo>
                  <a:lnTo>
                    <a:pt x="1316189" y="186690"/>
                  </a:lnTo>
                  <a:lnTo>
                    <a:pt x="1494510" y="186690"/>
                  </a:lnTo>
                  <a:lnTo>
                    <a:pt x="1494510" y="177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4046626" y="1257369"/>
              <a:ext cx="11948160" cy="698500"/>
            </a:xfrm>
            <a:custGeom>
              <a:avLst/>
              <a:gdLst/>
              <a:ahLst/>
              <a:cxnLst/>
              <a:rect l="l" t="t" r="r" b="b"/>
              <a:pathLst>
                <a:path w="11948160" h="698500">
                  <a:moveTo>
                    <a:pt x="1315656" y="697941"/>
                  </a:moveTo>
                  <a:lnTo>
                    <a:pt x="1306169" y="650925"/>
                  </a:lnTo>
                  <a:lnTo>
                    <a:pt x="1280287" y="612533"/>
                  </a:lnTo>
                  <a:lnTo>
                    <a:pt x="1241894" y="586651"/>
                  </a:lnTo>
                  <a:lnTo>
                    <a:pt x="1194879" y="577164"/>
                  </a:lnTo>
                  <a:lnTo>
                    <a:pt x="1105496" y="577164"/>
                  </a:lnTo>
                  <a:lnTo>
                    <a:pt x="1105496" y="0"/>
                  </a:lnTo>
                  <a:lnTo>
                    <a:pt x="1093825" y="0"/>
                  </a:lnTo>
                  <a:lnTo>
                    <a:pt x="1093825" y="577164"/>
                  </a:lnTo>
                  <a:lnTo>
                    <a:pt x="239585" y="577164"/>
                  </a:lnTo>
                  <a:lnTo>
                    <a:pt x="239585" y="0"/>
                  </a:lnTo>
                  <a:lnTo>
                    <a:pt x="227926" y="0"/>
                  </a:lnTo>
                  <a:lnTo>
                    <a:pt x="227926" y="577164"/>
                  </a:lnTo>
                  <a:lnTo>
                    <a:pt x="120764" y="577164"/>
                  </a:lnTo>
                  <a:lnTo>
                    <a:pt x="73748" y="586651"/>
                  </a:lnTo>
                  <a:lnTo>
                    <a:pt x="35369" y="612533"/>
                  </a:lnTo>
                  <a:lnTo>
                    <a:pt x="9486" y="650925"/>
                  </a:lnTo>
                  <a:lnTo>
                    <a:pt x="0" y="697941"/>
                  </a:lnTo>
                  <a:lnTo>
                    <a:pt x="1315656" y="697941"/>
                  </a:lnTo>
                  <a:close/>
                </a:path>
                <a:path w="11948160" h="698500">
                  <a:moveTo>
                    <a:pt x="4597539" y="697941"/>
                  </a:moveTo>
                  <a:lnTo>
                    <a:pt x="4588040" y="650925"/>
                  </a:lnTo>
                  <a:lnTo>
                    <a:pt x="4562157" y="612533"/>
                  </a:lnTo>
                  <a:lnTo>
                    <a:pt x="4523778" y="586651"/>
                  </a:lnTo>
                  <a:lnTo>
                    <a:pt x="4476762" y="577164"/>
                  </a:lnTo>
                  <a:lnTo>
                    <a:pt x="4387380" y="577164"/>
                  </a:lnTo>
                  <a:lnTo>
                    <a:pt x="4387380" y="0"/>
                  </a:lnTo>
                  <a:lnTo>
                    <a:pt x="4375709" y="0"/>
                  </a:lnTo>
                  <a:lnTo>
                    <a:pt x="4375709" y="577164"/>
                  </a:lnTo>
                  <a:lnTo>
                    <a:pt x="3521468" y="577164"/>
                  </a:lnTo>
                  <a:lnTo>
                    <a:pt x="3521468" y="0"/>
                  </a:lnTo>
                  <a:lnTo>
                    <a:pt x="3509810" y="0"/>
                  </a:lnTo>
                  <a:lnTo>
                    <a:pt x="3509810" y="577164"/>
                  </a:lnTo>
                  <a:lnTo>
                    <a:pt x="3402634" y="577164"/>
                  </a:lnTo>
                  <a:lnTo>
                    <a:pt x="3355632" y="586651"/>
                  </a:lnTo>
                  <a:lnTo>
                    <a:pt x="3317252" y="612533"/>
                  </a:lnTo>
                  <a:lnTo>
                    <a:pt x="3291370" y="650925"/>
                  </a:lnTo>
                  <a:lnTo>
                    <a:pt x="3281883" y="697941"/>
                  </a:lnTo>
                  <a:lnTo>
                    <a:pt x="4597539" y="697941"/>
                  </a:lnTo>
                  <a:close/>
                </a:path>
                <a:path w="11948160" h="698500">
                  <a:moveTo>
                    <a:pt x="6696684" y="697941"/>
                  </a:moveTo>
                  <a:lnTo>
                    <a:pt x="6687185" y="650925"/>
                  </a:lnTo>
                  <a:lnTo>
                    <a:pt x="6661315" y="612533"/>
                  </a:lnTo>
                  <a:lnTo>
                    <a:pt x="6622923" y="586651"/>
                  </a:lnTo>
                  <a:lnTo>
                    <a:pt x="6575907" y="577164"/>
                  </a:lnTo>
                  <a:lnTo>
                    <a:pt x="6486525" y="577164"/>
                  </a:lnTo>
                  <a:lnTo>
                    <a:pt x="6486525" y="0"/>
                  </a:lnTo>
                  <a:lnTo>
                    <a:pt x="6474854" y="0"/>
                  </a:lnTo>
                  <a:lnTo>
                    <a:pt x="6474854" y="577164"/>
                  </a:lnTo>
                  <a:lnTo>
                    <a:pt x="5620613" y="577164"/>
                  </a:lnTo>
                  <a:lnTo>
                    <a:pt x="5620613" y="0"/>
                  </a:lnTo>
                  <a:lnTo>
                    <a:pt x="5608955" y="0"/>
                  </a:lnTo>
                  <a:lnTo>
                    <a:pt x="5608955" y="577164"/>
                  </a:lnTo>
                  <a:lnTo>
                    <a:pt x="5501792" y="577164"/>
                  </a:lnTo>
                  <a:lnTo>
                    <a:pt x="5454777" y="586651"/>
                  </a:lnTo>
                  <a:lnTo>
                    <a:pt x="5416397" y="612533"/>
                  </a:lnTo>
                  <a:lnTo>
                    <a:pt x="5390515" y="650925"/>
                  </a:lnTo>
                  <a:lnTo>
                    <a:pt x="5381028" y="697941"/>
                  </a:lnTo>
                  <a:lnTo>
                    <a:pt x="6696684" y="697941"/>
                  </a:lnTo>
                  <a:close/>
                </a:path>
                <a:path w="11948160" h="698500">
                  <a:moveTo>
                    <a:pt x="8815311" y="697941"/>
                  </a:moveTo>
                  <a:lnTo>
                    <a:pt x="8805812" y="650925"/>
                  </a:lnTo>
                  <a:lnTo>
                    <a:pt x="8779929" y="612533"/>
                  </a:lnTo>
                  <a:lnTo>
                    <a:pt x="8741550" y="586651"/>
                  </a:lnTo>
                  <a:lnTo>
                    <a:pt x="8694534" y="577164"/>
                  </a:lnTo>
                  <a:lnTo>
                    <a:pt x="8605152" y="577164"/>
                  </a:lnTo>
                  <a:lnTo>
                    <a:pt x="8605152" y="0"/>
                  </a:lnTo>
                  <a:lnTo>
                    <a:pt x="8593480" y="0"/>
                  </a:lnTo>
                  <a:lnTo>
                    <a:pt x="8593480" y="577164"/>
                  </a:lnTo>
                  <a:lnTo>
                    <a:pt x="7739240" y="577164"/>
                  </a:lnTo>
                  <a:lnTo>
                    <a:pt x="7739240" y="0"/>
                  </a:lnTo>
                  <a:lnTo>
                    <a:pt x="7727582" y="0"/>
                  </a:lnTo>
                  <a:lnTo>
                    <a:pt x="7727582" y="577164"/>
                  </a:lnTo>
                  <a:lnTo>
                    <a:pt x="7620406" y="577164"/>
                  </a:lnTo>
                  <a:lnTo>
                    <a:pt x="7573404" y="586651"/>
                  </a:lnTo>
                  <a:lnTo>
                    <a:pt x="7535024" y="612533"/>
                  </a:lnTo>
                  <a:lnTo>
                    <a:pt x="7509142" y="650925"/>
                  </a:lnTo>
                  <a:lnTo>
                    <a:pt x="7499655" y="697941"/>
                  </a:lnTo>
                  <a:lnTo>
                    <a:pt x="8815311" y="697941"/>
                  </a:lnTo>
                  <a:close/>
                </a:path>
                <a:path w="11948160" h="698500">
                  <a:moveTo>
                    <a:pt x="11947792" y="697941"/>
                  </a:moveTo>
                  <a:lnTo>
                    <a:pt x="11938305" y="650925"/>
                  </a:lnTo>
                  <a:lnTo>
                    <a:pt x="11912422" y="612533"/>
                  </a:lnTo>
                  <a:lnTo>
                    <a:pt x="11874030" y="586651"/>
                  </a:lnTo>
                  <a:lnTo>
                    <a:pt x="11827027" y="577164"/>
                  </a:lnTo>
                  <a:lnTo>
                    <a:pt x="11737632" y="577164"/>
                  </a:lnTo>
                  <a:lnTo>
                    <a:pt x="11737632" y="0"/>
                  </a:lnTo>
                  <a:lnTo>
                    <a:pt x="11725974" y="0"/>
                  </a:lnTo>
                  <a:lnTo>
                    <a:pt x="11725974" y="577164"/>
                  </a:lnTo>
                  <a:lnTo>
                    <a:pt x="10871721" y="577164"/>
                  </a:lnTo>
                  <a:lnTo>
                    <a:pt x="10871721" y="0"/>
                  </a:lnTo>
                  <a:lnTo>
                    <a:pt x="10860062" y="0"/>
                  </a:lnTo>
                  <a:lnTo>
                    <a:pt x="10860062" y="577164"/>
                  </a:lnTo>
                  <a:lnTo>
                    <a:pt x="10752900" y="577164"/>
                  </a:lnTo>
                  <a:lnTo>
                    <a:pt x="10705884" y="586651"/>
                  </a:lnTo>
                  <a:lnTo>
                    <a:pt x="10667505" y="612533"/>
                  </a:lnTo>
                  <a:lnTo>
                    <a:pt x="10641622" y="650925"/>
                  </a:lnTo>
                  <a:lnTo>
                    <a:pt x="10632135" y="697941"/>
                  </a:lnTo>
                  <a:lnTo>
                    <a:pt x="11947792" y="697941"/>
                  </a:lnTo>
                  <a:close/>
                </a:path>
              </a:pathLst>
            </a:custGeom>
            <a:solidFill>
              <a:srgbClr val="4352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3992799" y="2351603"/>
              <a:ext cx="248920" cy="11430"/>
            </a:xfrm>
            <a:custGeom>
              <a:avLst/>
              <a:gdLst/>
              <a:ahLst/>
              <a:cxnLst/>
              <a:rect l="l" t="t" r="r" b="b"/>
              <a:pathLst>
                <a:path w="248920" h="11430">
                  <a:moveTo>
                    <a:pt x="248390" y="0"/>
                  </a:moveTo>
                  <a:lnTo>
                    <a:pt x="0" y="0"/>
                  </a:lnTo>
                  <a:lnTo>
                    <a:pt x="0" y="11172"/>
                  </a:lnTo>
                  <a:lnTo>
                    <a:pt x="248390" y="11172"/>
                  </a:lnTo>
                  <a:lnTo>
                    <a:pt x="248390" y="0"/>
                  </a:lnTo>
                  <a:close/>
                </a:path>
              </a:pathLst>
            </a:custGeom>
            <a:solidFill>
              <a:srgbClr val="2588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3313226" y="2603874"/>
              <a:ext cx="7459980" cy="2103755"/>
            </a:xfrm>
            <a:custGeom>
              <a:avLst/>
              <a:gdLst/>
              <a:ahLst/>
              <a:cxnLst/>
              <a:rect l="l" t="t" r="r" b="b"/>
              <a:pathLst>
                <a:path w="7459980" h="2103754">
                  <a:moveTo>
                    <a:pt x="1061808" y="842175"/>
                  </a:moveTo>
                  <a:lnTo>
                    <a:pt x="710018" y="842175"/>
                  </a:lnTo>
                  <a:lnTo>
                    <a:pt x="710018" y="750735"/>
                  </a:lnTo>
                  <a:lnTo>
                    <a:pt x="388302" y="750735"/>
                  </a:lnTo>
                  <a:lnTo>
                    <a:pt x="388302" y="552615"/>
                  </a:lnTo>
                  <a:lnTo>
                    <a:pt x="0" y="552615"/>
                  </a:lnTo>
                  <a:lnTo>
                    <a:pt x="0" y="750735"/>
                  </a:lnTo>
                  <a:lnTo>
                    <a:pt x="0" y="842175"/>
                  </a:lnTo>
                  <a:lnTo>
                    <a:pt x="0" y="1950885"/>
                  </a:lnTo>
                  <a:lnTo>
                    <a:pt x="1061808" y="1950885"/>
                  </a:lnTo>
                  <a:lnTo>
                    <a:pt x="1061808" y="842175"/>
                  </a:lnTo>
                  <a:close/>
                </a:path>
                <a:path w="7459980" h="2103754">
                  <a:moveTo>
                    <a:pt x="2680335" y="2074468"/>
                  </a:moveTo>
                  <a:lnTo>
                    <a:pt x="2586939" y="2074468"/>
                  </a:lnTo>
                  <a:lnTo>
                    <a:pt x="2586939" y="2103551"/>
                  </a:lnTo>
                  <a:lnTo>
                    <a:pt x="2680335" y="2103551"/>
                  </a:lnTo>
                  <a:lnTo>
                    <a:pt x="2680335" y="2074468"/>
                  </a:lnTo>
                  <a:close/>
                </a:path>
                <a:path w="7459980" h="2103754">
                  <a:moveTo>
                    <a:pt x="2680335" y="0"/>
                  </a:moveTo>
                  <a:lnTo>
                    <a:pt x="2586939" y="0"/>
                  </a:lnTo>
                  <a:lnTo>
                    <a:pt x="2586939" y="459003"/>
                  </a:lnTo>
                  <a:lnTo>
                    <a:pt x="2586939" y="552983"/>
                  </a:lnTo>
                  <a:lnTo>
                    <a:pt x="2586939" y="1000023"/>
                  </a:lnTo>
                  <a:lnTo>
                    <a:pt x="2526220" y="1000023"/>
                  </a:lnTo>
                  <a:lnTo>
                    <a:pt x="2526220" y="754875"/>
                  </a:lnTo>
                  <a:lnTo>
                    <a:pt x="2231440" y="754875"/>
                  </a:lnTo>
                  <a:lnTo>
                    <a:pt x="2231440" y="1000023"/>
                  </a:lnTo>
                  <a:lnTo>
                    <a:pt x="2184387" y="1000023"/>
                  </a:lnTo>
                  <a:lnTo>
                    <a:pt x="2184387" y="754875"/>
                  </a:lnTo>
                  <a:lnTo>
                    <a:pt x="1811197" y="754875"/>
                  </a:lnTo>
                  <a:lnTo>
                    <a:pt x="1811197" y="1000023"/>
                  </a:lnTo>
                  <a:lnTo>
                    <a:pt x="1759978" y="1000023"/>
                  </a:lnTo>
                  <a:lnTo>
                    <a:pt x="1759978" y="699135"/>
                  </a:lnTo>
                  <a:lnTo>
                    <a:pt x="1398282" y="699135"/>
                  </a:lnTo>
                  <a:lnTo>
                    <a:pt x="1398282" y="1000023"/>
                  </a:lnTo>
                  <a:lnTo>
                    <a:pt x="1372946" y="1000023"/>
                  </a:lnTo>
                  <a:lnTo>
                    <a:pt x="1372946" y="552983"/>
                  </a:lnTo>
                  <a:lnTo>
                    <a:pt x="2586939" y="552983"/>
                  </a:lnTo>
                  <a:lnTo>
                    <a:pt x="2586939" y="459003"/>
                  </a:lnTo>
                  <a:lnTo>
                    <a:pt x="2538666" y="459003"/>
                  </a:lnTo>
                  <a:lnTo>
                    <a:pt x="2538666" y="139547"/>
                  </a:lnTo>
                  <a:lnTo>
                    <a:pt x="2052472" y="139547"/>
                  </a:lnTo>
                  <a:lnTo>
                    <a:pt x="2052472" y="459003"/>
                  </a:lnTo>
                  <a:lnTo>
                    <a:pt x="2009508" y="459003"/>
                  </a:lnTo>
                  <a:lnTo>
                    <a:pt x="2009508" y="68859"/>
                  </a:lnTo>
                  <a:lnTo>
                    <a:pt x="1415910" y="68859"/>
                  </a:lnTo>
                  <a:lnTo>
                    <a:pt x="1415910" y="459003"/>
                  </a:lnTo>
                  <a:lnTo>
                    <a:pt x="1372946" y="459003"/>
                  </a:lnTo>
                  <a:lnTo>
                    <a:pt x="1372946" y="533"/>
                  </a:lnTo>
                  <a:lnTo>
                    <a:pt x="1279563" y="533"/>
                  </a:lnTo>
                  <a:lnTo>
                    <a:pt x="1279563" y="2103551"/>
                  </a:lnTo>
                  <a:lnTo>
                    <a:pt x="1372946" y="2103551"/>
                  </a:lnTo>
                  <a:lnTo>
                    <a:pt x="1372946" y="2074443"/>
                  </a:lnTo>
                  <a:lnTo>
                    <a:pt x="2680335" y="2074443"/>
                  </a:lnTo>
                  <a:lnTo>
                    <a:pt x="2680335" y="1981073"/>
                  </a:lnTo>
                  <a:lnTo>
                    <a:pt x="2680335" y="1980463"/>
                  </a:lnTo>
                  <a:lnTo>
                    <a:pt x="2680335" y="1934794"/>
                  </a:lnTo>
                  <a:lnTo>
                    <a:pt x="2586939" y="1934794"/>
                  </a:lnTo>
                  <a:lnTo>
                    <a:pt x="2586939" y="1980463"/>
                  </a:lnTo>
                  <a:lnTo>
                    <a:pt x="2493568" y="1980463"/>
                  </a:lnTo>
                  <a:lnTo>
                    <a:pt x="2493568" y="1934794"/>
                  </a:lnTo>
                  <a:lnTo>
                    <a:pt x="2493568" y="1607540"/>
                  </a:lnTo>
                  <a:lnTo>
                    <a:pt x="1466329" y="1607540"/>
                  </a:lnTo>
                  <a:lnTo>
                    <a:pt x="1466329" y="1934794"/>
                  </a:lnTo>
                  <a:lnTo>
                    <a:pt x="1466329" y="1980463"/>
                  </a:lnTo>
                  <a:lnTo>
                    <a:pt x="1372946" y="1980463"/>
                  </a:lnTo>
                  <a:lnTo>
                    <a:pt x="1372946" y="1514373"/>
                  </a:lnTo>
                  <a:lnTo>
                    <a:pt x="2445715" y="1514373"/>
                  </a:lnTo>
                  <a:lnTo>
                    <a:pt x="2445715" y="1420774"/>
                  </a:lnTo>
                  <a:lnTo>
                    <a:pt x="2549575" y="1420774"/>
                  </a:lnTo>
                  <a:lnTo>
                    <a:pt x="2549575" y="1383868"/>
                  </a:lnTo>
                  <a:lnTo>
                    <a:pt x="2549575" y="1125842"/>
                  </a:lnTo>
                  <a:lnTo>
                    <a:pt x="2195639" y="1125842"/>
                  </a:lnTo>
                  <a:lnTo>
                    <a:pt x="2195639" y="1383868"/>
                  </a:lnTo>
                  <a:lnTo>
                    <a:pt x="2195639" y="1420393"/>
                  </a:lnTo>
                  <a:lnTo>
                    <a:pt x="2158276" y="1420393"/>
                  </a:lnTo>
                  <a:lnTo>
                    <a:pt x="2158276" y="1187310"/>
                  </a:lnTo>
                  <a:lnTo>
                    <a:pt x="1802117" y="1187310"/>
                  </a:lnTo>
                  <a:lnTo>
                    <a:pt x="1802117" y="1420393"/>
                  </a:lnTo>
                  <a:lnTo>
                    <a:pt x="1746491" y="1420393"/>
                  </a:lnTo>
                  <a:lnTo>
                    <a:pt x="1746491" y="1187310"/>
                  </a:lnTo>
                  <a:lnTo>
                    <a:pt x="1418399" y="1187310"/>
                  </a:lnTo>
                  <a:lnTo>
                    <a:pt x="1418399" y="1420393"/>
                  </a:lnTo>
                  <a:lnTo>
                    <a:pt x="1372946" y="1420393"/>
                  </a:lnTo>
                  <a:lnTo>
                    <a:pt x="1372946" y="1094003"/>
                  </a:lnTo>
                  <a:lnTo>
                    <a:pt x="2586939" y="1094003"/>
                  </a:lnTo>
                  <a:lnTo>
                    <a:pt x="2586939" y="1383868"/>
                  </a:lnTo>
                  <a:lnTo>
                    <a:pt x="2680335" y="1383868"/>
                  </a:lnTo>
                  <a:lnTo>
                    <a:pt x="2680335" y="459003"/>
                  </a:lnTo>
                  <a:lnTo>
                    <a:pt x="2680335" y="0"/>
                  </a:lnTo>
                  <a:close/>
                </a:path>
                <a:path w="7459980" h="2103754">
                  <a:moveTo>
                    <a:pt x="5438229" y="1628495"/>
                  </a:moveTo>
                  <a:lnTo>
                    <a:pt x="4576699" y="1628495"/>
                  </a:lnTo>
                  <a:lnTo>
                    <a:pt x="4576699" y="1934794"/>
                  </a:lnTo>
                  <a:lnTo>
                    <a:pt x="4576699" y="1941779"/>
                  </a:lnTo>
                  <a:lnTo>
                    <a:pt x="5438229" y="1941779"/>
                  </a:lnTo>
                  <a:lnTo>
                    <a:pt x="5438229" y="1934794"/>
                  </a:lnTo>
                  <a:lnTo>
                    <a:pt x="5438229" y="1628495"/>
                  </a:lnTo>
                  <a:close/>
                </a:path>
                <a:path w="7459980" h="2103754">
                  <a:moveTo>
                    <a:pt x="5594870" y="2020100"/>
                  </a:moveTo>
                  <a:lnTo>
                    <a:pt x="5516550" y="2020100"/>
                  </a:lnTo>
                  <a:lnTo>
                    <a:pt x="5516550" y="2098421"/>
                  </a:lnTo>
                  <a:lnTo>
                    <a:pt x="5594870" y="2098421"/>
                  </a:lnTo>
                  <a:lnTo>
                    <a:pt x="5594870" y="2020100"/>
                  </a:lnTo>
                  <a:close/>
                </a:path>
                <a:path w="7459980" h="2103754">
                  <a:moveTo>
                    <a:pt x="5594870" y="1934794"/>
                  </a:moveTo>
                  <a:lnTo>
                    <a:pt x="5516550" y="1934794"/>
                  </a:lnTo>
                  <a:lnTo>
                    <a:pt x="5516550" y="1941779"/>
                  </a:lnTo>
                  <a:lnTo>
                    <a:pt x="5594870" y="1941779"/>
                  </a:lnTo>
                  <a:lnTo>
                    <a:pt x="5594870" y="1934794"/>
                  </a:lnTo>
                  <a:close/>
                </a:path>
                <a:path w="7459980" h="2103754">
                  <a:moveTo>
                    <a:pt x="5594870" y="666013"/>
                  </a:moveTo>
                  <a:lnTo>
                    <a:pt x="4498378" y="666013"/>
                  </a:lnTo>
                  <a:lnTo>
                    <a:pt x="4498378" y="279933"/>
                  </a:lnTo>
                  <a:lnTo>
                    <a:pt x="4420044" y="279933"/>
                  </a:lnTo>
                  <a:lnTo>
                    <a:pt x="4420044" y="2098573"/>
                  </a:lnTo>
                  <a:lnTo>
                    <a:pt x="4498378" y="2098573"/>
                  </a:lnTo>
                  <a:lnTo>
                    <a:pt x="4498378" y="2019833"/>
                  </a:lnTo>
                  <a:lnTo>
                    <a:pt x="5594870" y="2019833"/>
                  </a:lnTo>
                  <a:lnTo>
                    <a:pt x="5594870" y="1942363"/>
                  </a:lnTo>
                  <a:lnTo>
                    <a:pt x="4498378" y="1942363"/>
                  </a:lnTo>
                  <a:lnTo>
                    <a:pt x="4498378" y="1549933"/>
                  </a:lnTo>
                  <a:lnTo>
                    <a:pt x="5594870" y="1549933"/>
                  </a:lnTo>
                  <a:lnTo>
                    <a:pt x="5594870" y="1529372"/>
                  </a:lnTo>
                  <a:lnTo>
                    <a:pt x="5594870" y="1472463"/>
                  </a:lnTo>
                  <a:lnTo>
                    <a:pt x="4498378" y="1472463"/>
                  </a:lnTo>
                  <a:lnTo>
                    <a:pt x="4498378" y="1198143"/>
                  </a:lnTo>
                  <a:lnTo>
                    <a:pt x="5594870" y="1198143"/>
                  </a:lnTo>
                  <a:lnTo>
                    <a:pt x="5594870" y="1119403"/>
                  </a:lnTo>
                  <a:lnTo>
                    <a:pt x="4498378" y="1119403"/>
                  </a:lnTo>
                  <a:lnTo>
                    <a:pt x="4498378" y="743483"/>
                  </a:lnTo>
                  <a:lnTo>
                    <a:pt x="5594870" y="743483"/>
                  </a:lnTo>
                  <a:lnTo>
                    <a:pt x="5594870" y="666013"/>
                  </a:lnTo>
                  <a:close/>
                </a:path>
                <a:path w="7459980" h="2103754">
                  <a:moveTo>
                    <a:pt x="7459370" y="2074468"/>
                  </a:moveTo>
                  <a:lnTo>
                    <a:pt x="7365974" y="2074468"/>
                  </a:lnTo>
                  <a:lnTo>
                    <a:pt x="7365974" y="2103551"/>
                  </a:lnTo>
                  <a:lnTo>
                    <a:pt x="7459370" y="2103551"/>
                  </a:lnTo>
                  <a:lnTo>
                    <a:pt x="7459370" y="2074468"/>
                  </a:lnTo>
                  <a:close/>
                </a:path>
                <a:path w="7459980" h="2103754">
                  <a:moveTo>
                    <a:pt x="7459370" y="0"/>
                  </a:moveTo>
                  <a:lnTo>
                    <a:pt x="7365974" y="0"/>
                  </a:lnTo>
                  <a:lnTo>
                    <a:pt x="7365974" y="459003"/>
                  </a:lnTo>
                  <a:lnTo>
                    <a:pt x="7365974" y="552983"/>
                  </a:lnTo>
                  <a:lnTo>
                    <a:pt x="7365974" y="1000023"/>
                  </a:lnTo>
                  <a:lnTo>
                    <a:pt x="7305256" y="1000023"/>
                  </a:lnTo>
                  <a:lnTo>
                    <a:pt x="7305256" y="754875"/>
                  </a:lnTo>
                  <a:lnTo>
                    <a:pt x="7010463" y="754875"/>
                  </a:lnTo>
                  <a:lnTo>
                    <a:pt x="7010463" y="1000023"/>
                  </a:lnTo>
                  <a:lnTo>
                    <a:pt x="6963423" y="1000023"/>
                  </a:lnTo>
                  <a:lnTo>
                    <a:pt x="6963423" y="754875"/>
                  </a:lnTo>
                  <a:lnTo>
                    <a:pt x="6590233" y="754875"/>
                  </a:lnTo>
                  <a:lnTo>
                    <a:pt x="6590233" y="1000023"/>
                  </a:lnTo>
                  <a:lnTo>
                    <a:pt x="6539001" y="1000023"/>
                  </a:lnTo>
                  <a:lnTo>
                    <a:pt x="6539001" y="699135"/>
                  </a:lnTo>
                  <a:lnTo>
                    <a:pt x="6177305" y="699135"/>
                  </a:lnTo>
                  <a:lnTo>
                    <a:pt x="6177305" y="1000023"/>
                  </a:lnTo>
                  <a:lnTo>
                    <a:pt x="6151981" y="1000023"/>
                  </a:lnTo>
                  <a:lnTo>
                    <a:pt x="6151981" y="552983"/>
                  </a:lnTo>
                  <a:lnTo>
                    <a:pt x="7365974" y="552983"/>
                  </a:lnTo>
                  <a:lnTo>
                    <a:pt x="7365974" y="459003"/>
                  </a:lnTo>
                  <a:lnTo>
                    <a:pt x="7317702" y="459003"/>
                  </a:lnTo>
                  <a:lnTo>
                    <a:pt x="7317702" y="139547"/>
                  </a:lnTo>
                  <a:lnTo>
                    <a:pt x="6831495" y="139547"/>
                  </a:lnTo>
                  <a:lnTo>
                    <a:pt x="6831495" y="459003"/>
                  </a:lnTo>
                  <a:lnTo>
                    <a:pt x="6788544" y="459003"/>
                  </a:lnTo>
                  <a:lnTo>
                    <a:pt x="6788544" y="68859"/>
                  </a:lnTo>
                  <a:lnTo>
                    <a:pt x="6194945" y="68859"/>
                  </a:lnTo>
                  <a:lnTo>
                    <a:pt x="6194945" y="459003"/>
                  </a:lnTo>
                  <a:lnTo>
                    <a:pt x="6151981" y="459003"/>
                  </a:lnTo>
                  <a:lnTo>
                    <a:pt x="6151981" y="533"/>
                  </a:lnTo>
                  <a:lnTo>
                    <a:pt x="6058598" y="533"/>
                  </a:lnTo>
                  <a:lnTo>
                    <a:pt x="6058598" y="2103551"/>
                  </a:lnTo>
                  <a:lnTo>
                    <a:pt x="6151981" y="2103551"/>
                  </a:lnTo>
                  <a:lnTo>
                    <a:pt x="6151981" y="2074443"/>
                  </a:lnTo>
                  <a:lnTo>
                    <a:pt x="7459370" y="2074443"/>
                  </a:lnTo>
                  <a:lnTo>
                    <a:pt x="7459370" y="1981073"/>
                  </a:lnTo>
                  <a:lnTo>
                    <a:pt x="7459370" y="1980463"/>
                  </a:lnTo>
                  <a:lnTo>
                    <a:pt x="7459370" y="1934794"/>
                  </a:lnTo>
                  <a:lnTo>
                    <a:pt x="7365974" y="1934794"/>
                  </a:lnTo>
                  <a:lnTo>
                    <a:pt x="7365974" y="1980463"/>
                  </a:lnTo>
                  <a:lnTo>
                    <a:pt x="7272591" y="1980463"/>
                  </a:lnTo>
                  <a:lnTo>
                    <a:pt x="7272591" y="1934794"/>
                  </a:lnTo>
                  <a:lnTo>
                    <a:pt x="7272591" y="1607540"/>
                  </a:lnTo>
                  <a:lnTo>
                    <a:pt x="6245364" y="1607540"/>
                  </a:lnTo>
                  <a:lnTo>
                    <a:pt x="6245364" y="1934794"/>
                  </a:lnTo>
                  <a:lnTo>
                    <a:pt x="6245364" y="1980463"/>
                  </a:lnTo>
                  <a:lnTo>
                    <a:pt x="6151981" y="1980463"/>
                  </a:lnTo>
                  <a:lnTo>
                    <a:pt x="6151981" y="1514373"/>
                  </a:lnTo>
                  <a:lnTo>
                    <a:pt x="6239472" y="1514373"/>
                  </a:lnTo>
                  <a:lnTo>
                    <a:pt x="6239472" y="1448168"/>
                  </a:lnTo>
                  <a:lnTo>
                    <a:pt x="6239472" y="1420774"/>
                  </a:lnTo>
                  <a:lnTo>
                    <a:pt x="6525527" y="1420774"/>
                  </a:lnTo>
                  <a:lnTo>
                    <a:pt x="6525527" y="1211351"/>
                  </a:lnTo>
                  <a:lnTo>
                    <a:pt x="6525527" y="1187310"/>
                  </a:lnTo>
                  <a:lnTo>
                    <a:pt x="6197435" y="1187310"/>
                  </a:lnTo>
                  <a:lnTo>
                    <a:pt x="6197435" y="1211351"/>
                  </a:lnTo>
                  <a:lnTo>
                    <a:pt x="6197435" y="1420393"/>
                  </a:lnTo>
                  <a:lnTo>
                    <a:pt x="6151981" y="1420393"/>
                  </a:lnTo>
                  <a:lnTo>
                    <a:pt x="6151981" y="1094003"/>
                  </a:lnTo>
                  <a:lnTo>
                    <a:pt x="7365974" y="1094003"/>
                  </a:lnTo>
                  <a:lnTo>
                    <a:pt x="7365974" y="1420393"/>
                  </a:lnTo>
                  <a:lnTo>
                    <a:pt x="7328598" y="1420393"/>
                  </a:lnTo>
                  <a:lnTo>
                    <a:pt x="7328598" y="1125842"/>
                  </a:lnTo>
                  <a:lnTo>
                    <a:pt x="6974675" y="1125842"/>
                  </a:lnTo>
                  <a:lnTo>
                    <a:pt x="6974675" y="1420393"/>
                  </a:lnTo>
                  <a:lnTo>
                    <a:pt x="6937311" y="1420393"/>
                  </a:lnTo>
                  <a:lnTo>
                    <a:pt x="6937311" y="1211351"/>
                  </a:lnTo>
                  <a:lnTo>
                    <a:pt x="6937311" y="1187310"/>
                  </a:lnTo>
                  <a:lnTo>
                    <a:pt x="6581153" y="1187310"/>
                  </a:lnTo>
                  <a:lnTo>
                    <a:pt x="6581153" y="1211351"/>
                  </a:lnTo>
                  <a:lnTo>
                    <a:pt x="6581153" y="1420774"/>
                  </a:lnTo>
                  <a:lnTo>
                    <a:pt x="6769417" y="1420774"/>
                  </a:lnTo>
                  <a:lnTo>
                    <a:pt x="6769417" y="1448168"/>
                  </a:lnTo>
                  <a:lnTo>
                    <a:pt x="6769417" y="1514373"/>
                  </a:lnTo>
                  <a:lnTo>
                    <a:pt x="7459370" y="1514373"/>
                  </a:lnTo>
                  <a:lnTo>
                    <a:pt x="7459370" y="1448168"/>
                  </a:lnTo>
                  <a:lnTo>
                    <a:pt x="7459370" y="1420774"/>
                  </a:lnTo>
                  <a:lnTo>
                    <a:pt x="7459370" y="459003"/>
                  </a:lnTo>
                  <a:lnTo>
                    <a:pt x="745937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6165583" y="2884137"/>
              <a:ext cx="10460990" cy="1913889"/>
            </a:xfrm>
            <a:custGeom>
              <a:avLst/>
              <a:gdLst/>
              <a:ahLst/>
              <a:cxnLst/>
              <a:rect l="l" t="t" r="r" b="b"/>
              <a:pathLst>
                <a:path w="10460990" h="1913889">
                  <a:moveTo>
                    <a:pt x="1433830" y="470966"/>
                  </a:moveTo>
                  <a:lnTo>
                    <a:pt x="743115" y="470966"/>
                  </a:lnTo>
                  <a:lnTo>
                    <a:pt x="743115" y="288086"/>
                  </a:lnTo>
                  <a:lnTo>
                    <a:pt x="0" y="288086"/>
                  </a:lnTo>
                  <a:lnTo>
                    <a:pt x="0" y="470966"/>
                  </a:lnTo>
                  <a:lnTo>
                    <a:pt x="0" y="1823288"/>
                  </a:lnTo>
                  <a:lnTo>
                    <a:pt x="1433830" y="1823288"/>
                  </a:lnTo>
                  <a:lnTo>
                    <a:pt x="1433830" y="470966"/>
                  </a:lnTo>
                  <a:close/>
                </a:path>
                <a:path w="10460990" h="1913889">
                  <a:moveTo>
                    <a:pt x="1944192" y="733780"/>
                  </a:moveTo>
                  <a:lnTo>
                    <a:pt x="1696948" y="733780"/>
                  </a:lnTo>
                  <a:lnTo>
                    <a:pt x="1696948" y="839139"/>
                  </a:lnTo>
                  <a:lnTo>
                    <a:pt x="1944179" y="839139"/>
                  </a:lnTo>
                  <a:lnTo>
                    <a:pt x="1944192" y="733780"/>
                  </a:lnTo>
                  <a:close/>
                </a:path>
                <a:path w="10460990" h="1913889">
                  <a:moveTo>
                    <a:pt x="1974189" y="944232"/>
                  </a:moveTo>
                  <a:lnTo>
                    <a:pt x="1677365" y="944232"/>
                  </a:lnTo>
                  <a:lnTo>
                    <a:pt x="1677365" y="1191590"/>
                  </a:lnTo>
                  <a:lnTo>
                    <a:pt x="1974189" y="1191590"/>
                  </a:lnTo>
                  <a:lnTo>
                    <a:pt x="1974189" y="944232"/>
                  </a:lnTo>
                  <a:close/>
                </a:path>
                <a:path w="10460990" h="1913889">
                  <a:moveTo>
                    <a:pt x="2094280" y="117030"/>
                  </a:moveTo>
                  <a:lnTo>
                    <a:pt x="1686509" y="117030"/>
                  </a:lnTo>
                  <a:lnTo>
                    <a:pt x="1686509" y="385445"/>
                  </a:lnTo>
                  <a:lnTo>
                    <a:pt x="2094280" y="385445"/>
                  </a:lnTo>
                  <a:lnTo>
                    <a:pt x="2094280" y="117030"/>
                  </a:lnTo>
                  <a:close/>
                </a:path>
                <a:path w="10460990" h="1913889">
                  <a:moveTo>
                    <a:pt x="2296642" y="562432"/>
                  </a:moveTo>
                  <a:lnTo>
                    <a:pt x="1983651" y="562432"/>
                  </a:lnTo>
                  <a:lnTo>
                    <a:pt x="1983638" y="839139"/>
                  </a:lnTo>
                  <a:lnTo>
                    <a:pt x="2296630" y="839139"/>
                  </a:lnTo>
                  <a:lnTo>
                    <a:pt x="2296642" y="562432"/>
                  </a:lnTo>
                  <a:close/>
                </a:path>
                <a:path w="10460990" h="1913889">
                  <a:moveTo>
                    <a:pt x="2304250" y="995781"/>
                  </a:moveTo>
                  <a:lnTo>
                    <a:pt x="2005545" y="995781"/>
                  </a:lnTo>
                  <a:lnTo>
                    <a:pt x="2005545" y="1191590"/>
                  </a:lnTo>
                  <a:lnTo>
                    <a:pt x="2304250" y="1191590"/>
                  </a:lnTo>
                  <a:lnTo>
                    <a:pt x="2304250" y="995781"/>
                  </a:lnTo>
                  <a:close/>
                </a:path>
                <a:path w="10460990" h="1913889">
                  <a:moveTo>
                    <a:pt x="2626068" y="995781"/>
                  </a:moveTo>
                  <a:lnTo>
                    <a:pt x="2350909" y="995781"/>
                  </a:lnTo>
                  <a:lnTo>
                    <a:pt x="2350909" y="1191590"/>
                  </a:lnTo>
                  <a:lnTo>
                    <a:pt x="2626068" y="1191590"/>
                  </a:lnTo>
                  <a:lnTo>
                    <a:pt x="2626068" y="995781"/>
                  </a:lnTo>
                  <a:close/>
                </a:path>
                <a:path w="10460990" h="1913889">
                  <a:moveTo>
                    <a:pt x="2628163" y="168021"/>
                  </a:moveTo>
                  <a:lnTo>
                    <a:pt x="2130310" y="168021"/>
                  </a:lnTo>
                  <a:lnTo>
                    <a:pt x="2130310" y="385445"/>
                  </a:lnTo>
                  <a:lnTo>
                    <a:pt x="2628150" y="385445"/>
                  </a:lnTo>
                  <a:lnTo>
                    <a:pt x="2628163" y="168021"/>
                  </a:lnTo>
                  <a:close/>
                </a:path>
                <a:path w="10460990" h="1913889">
                  <a:moveTo>
                    <a:pt x="2642946" y="586346"/>
                  </a:moveTo>
                  <a:lnTo>
                    <a:pt x="2339594" y="586346"/>
                  </a:lnTo>
                  <a:lnTo>
                    <a:pt x="2339594" y="839139"/>
                  </a:lnTo>
                  <a:lnTo>
                    <a:pt x="2642946" y="839139"/>
                  </a:lnTo>
                  <a:lnTo>
                    <a:pt x="2642946" y="586346"/>
                  </a:lnTo>
                  <a:close/>
                </a:path>
                <a:path w="10460990" h="1913889">
                  <a:moveTo>
                    <a:pt x="2742514" y="1654530"/>
                  </a:moveTo>
                  <a:lnTo>
                    <a:pt x="2664193" y="1654530"/>
                  </a:lnTo>
                  <a:lnTo>
                    <a:pt x="2664193" y="1661515"/>
                  </a:lnTo>
                  <a:lnTo>
                    <a:pt x="2742514" y="1661515"/>
                  </a:lnTo>
                  <a:lnTo>
                    <a:pt x="2742514" y="1654530"/>
                  </a:lnTo>
                  <a:close/>
                </a:path>
                <a:path w="10460990" h="1913889">
                  <a:moveTo>
                    <a:pt x="2742514" y="917460"/>
                  </a:moveTo>
                  <a:lnTo>
                    <a:pt x="2664193" y="917460"/>
                  </a:lnTo>
                  <a:lnTo>
                    <a:pt x="2664193" y="1191590"/>
                  </a:lnTo>
                  <a:lnTo>
                    <a:pt x="2742514" y="1191590"/>
                  </a:lnTo>
                  <a:lnTo>
                    <a:pt x="2742514" y="917460"/>
                  </a:lnTo>
                  <a:close/>
                </a:path>
                <a:path w="10460990" h="1913889">
                  <a:moveTo>
                    <a:pt x="2742514" y="463778"/>
                  </a:moveTo>
                  <a:lnTo>
                    <a:pt x="2664193" y="463778"/>
                  </a:lnTo>
                  <a:lnTo>
                    <a:pt x="2664193" y="839139"/>
                  </a:lnTo>
                  <a:lnTo>
                    <a:pt x="2742514" y="839139"/>
                  </a:lnTo>
                  <a:lnTo>
                    <a:pt x="2742514" y="463778"/>
                  </a:lnTo>
                  <a:close/>
                </a:path>
                <a:path w="10460990" h="1913889">
                  <a:moveTo>
                    <a:pt x="2742514" y="0"/>
                  </a:moveTo>
                  <a:lnTo>
                    <a:pt x="2664193" y="0"/>
                  </a:lnTo>
                  <a:lnTo>
                    <a:pt x="2664193" y="385445"/>
                  </a:lnTo>
                  <a:lnTo>
                    <a:pt x="2742514" y="385445"/>
                  </a:lnTo>
                  <a:lnTo>
                    <a:pt x="2742514" y="0"/>
                  </a:lnTo>
                  <a:close/>
                </a:path>
                <a:path w="10460990" h="1913889">
                  <a:moveTo>
                    <a:pt x="8996489" y="288086"/>
                  </a:moveTo>
                  <a:lnTo>
                    <a:pt x="8253374" y="288086"/>
                  </a:lnTo>
                  <a:lnTo>
                    <a:pt x="8253374" y="470966"/>
                  </a:lnTo>
                  <a:lnTo>
                    <a:pt x="7562672" y="470966"/>
                  </a:lnTo>
                  <a:lnTo>
                    <a:pt x="7562672" y="1880933"/>
                  </a:lnTo>
                  <a:lnTo>
                    <a:pt x="7562672" y="1913686"/>
                  </a:lnTo>
                  <a:lnTo>
                    <a:pt x="8996489" y="1913686"/>
                  </a:lnTo>
                  <a:lnTo>
                    <a:pt x="8996489" y="1880933"/>
                  </a:lnTo>
                  <a:lnTo>
                    <a:pt x="8996489" y="470966"/>
                  </a:lnTo>
                  <a:lnTo>
                    <a:pt x="8996489" y="288086"/>
                  </a:lnTo>
                  <a:close/>
                </a:path>
                <a:path w="10460990" h="1913889">
                  <a:moveTo>
                    <a:pt x="9692361" y="1010094"/>
                  </a:moveTo>
                  <a:lnTo>
                    <a:pt x="9395536" y="1010094"/>
                  </a:lnTo>
                  <a:lnTo>
                    <a:pt x="9395536" y="1257452"/>
                  </a:lnTo>
                  <a:lnTo>
                    <a:pt x="9692361" y="1257452"/>
                  </a:lnTo>
                  <a:lnTo>
                    <a:pt x="9692361" y="1010094"/>
                  </a:lnTo>
                  <a:close/>
                </a:path>
                <a:path w="10460990" h="1913889">
                  <a:moveTo>
                    <a:pt x="9812452" y="182892"/>
                  </a:moveTo>
                  <a:lnTo>
                    <a:pt x="9404680" y="182892"/>
                  </a:lnTo>
                  <a:lnTo>
                    <a:pt x="9404680" y="451307"/>
                  </a:lnTo>
                  <a:lnTo>
                    <a:pt x="9812452" y="451307"/>
                  </a:lnTo>
                  <a:lnTo>
                    <a:pt x="9812452" y="182892"/>
                  </a:lnTo>
                  <a:close/>
                </a:path>
                <a:path w="10460990" h="1913889">
                  <a:moveTo>
                    <a:pt x="10022421" y="1061643"/>
                  </a:moveTo>
                  <a:lnTo>
                    <a:pt x="9723717" y="1061643"/>
                  </a:lnTo>
                  <a:lnTo>
                    <a:pt x="9723717" y="1257452"/>
                  </a:lnTo>
                  <a:lnTo>
                    <a:pt x="10022421" y="1257452"/>
                  </a:lnTo>
                  <a:lnTo>
                    <a:pt x="10022421" y="1061643"/>
                  </a:lnTo>
                  <a:close/>
                </a:path>
                <a:path w="10460990" h="1913889">
                  <a:moveTo>
                    <a:pt x="10304043" y="1414094"/>
                  </a:moveTo>
                  <a:lnTo>
                    <a:pt x="9442513" y="1414094"/>
                  </a:lnTo>
                  <a:lnTo>
                    <a:pt x="9442513" y="1727377"/>
                  </a:lnTo>
                  <a:lnTo>
                    <a:pt x="10304043" y="1727377"/>
                  </a:lnTo>
                  <a:lnTo>
                    <a:pt x="10304043" y="1414094"/>
                  </a:lnTo>
                  <a:close/>
                </a:path>
                <a:path w="10460990" h="1913889">
                  <a:moveTo>
                    <a:pt x="10344239" y="1061643"/>
                  </a:moveTo>
                  <a:lnTo>
                    <a:pt x="10069081" y="1061643"/>
                  </a:lnTo>
                  <a:lnTo>
                    <a:pt x="10069081" y="1257452"/>
                  </a:lnTo>
                  <a:lnTo>
                    <a:pt x="10344239" y="1257452"/>
                  </a:lnTo>
                  <a:lnTo>
                    <a:pt x="10344239" y="1061643"/>
                  </a:lnTo>
                  <a:close/>
                </a:path>
                <a:path w="10460990" h="1913889">
                  <a:moveTo>
                    <a:pt x="10346334" y="233895"/>
                  </a:moveTo>
                  <a:lnTo>
                    <a:pt x="9848482" y="233895"/>
                  </a:lnTo>
                  <a:lnTo>
                    <a:pt x="9848482" y="451307"/>
                  </a:lnTo>
                  <a:lnTo>
                    <a:pt x="10346322" y="451307"/>
                  </a:lnTo>
                  <a:lnTo>
                    <a:pt x="10346334" y="233895"/>
                  </a:lnTo>
                  <a:close/>
                </a:path>
                <a:path w="10460990" h="1913889">
                  <a:moveTo>
                    <a:pt x="10460685" y="1805698"/>
                  </a:moveTo>
                  <a:lnTo>
                    <a:pt x="10382364" y="1805698"/>
                  </a:lnTo>
                  <a:lnTo>
                    <a:pt x="10382364" y="1884019"/>
                  </a:lnTo>
                  <a:lnTo>
                    <a:pt x="10460685" y="1884019"/>
                  </a:lnTo>
                  <a:lnTo>
                    <a:pt x="10460685" y="1805698"/>
                  </a:lnTo>
                  <a:close/>
                </a:path>
                <a:path w="10460990" h="1913889">
                  <a:moveTo>
                    <a:pt x="10460685" y="1335773"/>
                  </a:moveTo>
                  <a:lnTo>
                    <a:pt x="10382364" y="1335773"/>
                  </a:lnTo>
                  <a:lnTo>
                    <a:pt x="10382364" y="1727377"/>
                  </a:lnTo>
                  <a:lnTo>
                    <a:pt x="10460685" y="1727377"/>
                  </a:lnTo>
                  <a:lnTo>
                    <a:pt x="10460685" y="1335773"/>
                  </a:lnTo>
                  <a:close/>
                </a:path>
                <a:path w="10460990" h="1913889">
                  <a:moveTo>
                    <a:pt x="10460685" y="451612"/>
                  </a:moveTo>
                  <a:lnTo>
                    <a:pt x="9364180" y="451612"/>
                  </a:lnTo>
                  <a:lnTo>
                    <a:pt x="9364180" y="65532"/>
                  </a:lnTo>
                  <a:lnTo>
                    <a:pt x="9285859" y="65532"/>
                  </a:lnTo>
                  <a:lnTo>
                    <a:pt x="9285859" y="1884172"/>
                  </a:lnTo>
                  <a:lnTo>
                    <a:pt x="9364180" y="1884172"/>
                  </a:lnTo>
                  <a:lnTo>
                    <a:pt x="9364180" y="1805432"/>
                  </a:lnTo>
                  <a:lnTo>
                    <a:pt x="10460685" y="1805432"/>
                  </a:lnTo>
                  <a:lnTo>
                    <a:pt x="10460685" y="1727962"/>
                  </a:lnTo>
                  <a:lnTo>
                    <a:pt x="9364180" y="1727962"/>
                  </a:lnTo>
                  <a:lnTo>
                    <a:pt x="9364180" y="1335532"/>
                  </a:lnTo>
                  <a:lnTo>
                    <a:pt x="10460685" y="1335532"/>
                  </a:lnTo>
                  <a:lnTo>
                    <a:pt x="10460685" y="1258062"/>
                  </a:lnTo>
                  <a:lnTo>
                    <a:pt x="9364180" y="1258062"/>
                  </a:lnTo>
                  <a:lnTo>
                    <a:pt x="9364180" y="983742"/>
                  </a:lnTo>
                  <a:lnTo>
                    <a:pt x="10382364" y="983742"/>
                  </a:lnTo>
                  <a:lnTo>
                    <a:pt x="10382364" y="1257452"/>
                  </a:lnTo>
                  <a:lnTo>
                    <a:pt x="10460685" y="1257452"/>
                  </a:lnTo>
                  <a:lnTo>
                    <a:pt x="10460685" y="983742"/>
                  </a:lnTo>
                  <a:lnTo>
                    <a:pt x="10460685" y="983322"/>
                  </a:lnTo>
                  <a:lnTo>
                    <a:pt x="10460685" y="905002"/>
                  </a:lnTo>
                  <a:lnTo>
                    <a:pt x="10460685" y="529628"/>
                  </a:lnTo>
                  <a:lnTo>
                    <a:pt x="10382364" y="529628"/>
                  </a:lnTo>
                  <a:lnTo>
                    <a:pt x="10382364" y="905002"/>
                  </a:lnTo>
                  <a:lnTo>
                    <a:pt x="10361117" y="905002"/>
                  </a:lnTo>
                  <a:lnTo>
                    <a:pt x="10361117" y="652221"/>
                  </a:lnTo>
                  <a:lnTo>
                    <a:pt x="10057765" y="652221"/>
                  </a:lnTo>
                  <a:lnTo>
                    <a:pt x="10057765" y="905002"/>
                  </a:lnTo>
                  <a:lnTo>
                    <a:pt x="10014801" y="905002"/>
                  </a:lnTo>
                  <a:lnTo>
                    <a:pt x="10014814" y="628294"/>
                  </a:lnTo>
                  <a:lnTo>
                    <a:pt x="9701822" y="628294"/>
                  </a:lnTo>
                  <a:lnTo>
                    <a:pt x="9701809" y="905002"/>
                  </a:lnTo>
                  <a:lnTo>
                    <a:pt x="9662350" y="905002"/>
                  </a:lnTo>
                  <a:lnTo>
                    <a:pt x="9662363" y="799642"/>
                  </a:lnTo>
                  <a:lnTo>
                    <a:pt x="9415120" y="799642"/>
                  </a:lnTo>
                  <a:lnTo>
                    <a:pt x="9415120" y="905002"/>
                  </a:lnTo>
                  <a:lnTo>
                    <a:pt x="9364180" y="905002"/>
                  </a:lnTo>
                  <a:lnTo>
                    <a:pt x="9364180" y="529082"/>
                  </a:lnTo>
                  <a:lnTo>
                    <a:pt x="10460685" y="529082"/>
                  </a:lnTo>
                  <a:lnTo>
                    <a:pt x="10460685" y="451612"/>
                  </a:lnTo>
                  <a:close/>
                </a:path>
                <a:path w="10460990" h="1913889">
                  <a:moveTo>
                    <a:pt x="10460685" y="65862"/>
                  </a:moveTo>
                  <a:lnTo>
                    <a:pt x="10382364" y="65862"/>
                  </a:lnTo>
                  <a:lnTo>
                    <a:pt x="10382364" y="451307"/>
                  </a:lnTo>
                  <a:lnTo>
                    <a:pt x="10460685" y="451307"/>
                  </a:lnTo>
                  <a:lnTo>
                    <a:pt x="10460685" y="65862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4655512" y="4240226"/>
              <a:ext cx="569595" cy="298450"/>
            </a:xfrm>
            <a:custGeom>
              <a:avLst/>
              <a:gdLst/>
              <a:ahLst/>
              <a:cxnLst/>
              <a:rect l="l" t="t" r="r" b="b"/>
              <a:pathLst>
                <a:path w="569595" h="298450">
                  <a:moveTo>
                    <a:pt x="569260" y="0"/>
                  </a:moveTo>
                  <a:lnTo>
                    <a:pt x="0" y="0"/>
                  </a:lnTo>
                  <a:lnTo>
                    <a:pt x="0" y="298441"/>
                  </a:lnTo>
                  <a:lnTo>
                    <a:pt x="569260" y="298441"/>
                  </a:lnTo>
                  <a:lnTo>
                    <a:pt x="569260" y="0"/>
                  </a:lnTo>
                  <a:close/>
                </a:path>
              </a:pathLst>
            </a:custGeom>
            <a:solidFill>
              <a:srgbClr val="60A9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4762080" y="4240231"/>
              <a:ext cx="353060" cy="298450"/>
            </a:xfrm>
            <a:custGeom>
              <a:avLst/>
              <a:gdLst/>
              <a:ahLst/>
              <a:cxnLst/>
              <a:rect l="l" t="t" r="r" b="b"/>
              <a:pathLst>
                <a:path w="353060" h="298450">
                  <a:moveTo>
                    <a:pt x="48971" y="0"/>
                  </a:moveTo>
                  <a:lnTo>
                    <a:pt x="0" y="0"/>
                  </a:lnTo>
                  <a:lnTo>
                    <a:pt x="0" y="76771"/>
                  </a:lnTo>
                  <a:lnTo>
                    <a:pt x="48971" y="76771"/>
                  </a:lnTo>
                  <a:lnTo>
                    <a:pt x="48971" y="0"/>
                  </a:lnTo>
                  <a:close/>
                </a:path>
                <a:path w="353060" h="298450">
                  <a:moveTo>
                    <a:pt x="204038" y="0"/>
                  </a:moveTo>
                  <a:lnTo>
                    <a:pt x="151892" y="0"/>
                  </a:lnTo>
                  <a:lnTo>
                    <a:pt x="151892" y="298437"/>
                  </a:lnTo>
                  <a:lnTo>
                    <a:pt x="204038" y="298437"/>
                  </a:lnTo>
                  <a:lnTo>
                    <a:pt x="204038" y="0"/>
                  </a:lnTo>
                  <a:close/>
                </a:path>
                <a:path w="353060" h="298450">
                  <a:moveTo>
                    <a:pt x="352628" y="0"/>
                  </a:moveTo>
                  <a:lnTo>
                    <a:pt x="303669" y="0"/>
                  </a:lnTo>
                  <a:lnTo>
                    <a:pt x="303669" y="76771"/>
                  </a:lnTo>
                  <a:lnTo>
                    <a:pt x="352628" y="76771"/>
                  </a:lnTo>
                  <a:lnTo>
                    <a:pt x="352628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8272958" y="3859955"/>
              <a:ext cx="267970" cy="613410"/>
            </a:xfrm>
            <a:custGeom>
              <a:avLst/>
              <a:gdLst/>
              <a:ahLst/>
              <a:cxnLst/>
              <a:rect l="l" t="t" r="r" b="b"/>
              <a:pathLst>
                <a:path w="267970" h="613410">
                  <a:moveTo>
                    <a:pt x="108750" y="218871"/>
                  </a:moveTo>
                  <a:lnTo>
                    <a:pt x="98679" y="142633"/>
                  </a:lnTo>
                  <a:lnTo>
                    <a:pt x="84721" y="105194"/>
                  </a:lnTo>
                  <a:lnTo>
                    <a:pt x="66217" y="69659"/>
                  </a:lnTo>
                  <a:lnTo>
                    <a:pt x="44221" y="36207"/>
                  </a:lnTo>
                  <a:lnTo>
                    <a:pt x="40195" y="33718"/>
                  </a:lnTo>
                  <a:lnTo>
                    <a:pt x="35915" y="34594"/>
                  </a:lnTo>
                  <a:lnTo>
                    <a:pt x="33274" y="37744"/>
                  </a:lnTo>
                  <a:lnTo>
                    <a:pt x="34175" y="42075"/>
                  </a:lnTo>
                  <a:lnTo>
                    <a:pt x="46240" y="59563"/>
                  </a:lnTo>
                  <a:lnTo>
                    <a:pt x="57454" y="77609"/>
                  </a:lnTo>
                  <a:lnTo>
                    <a:pt x="76631" y="115506"/>
                  </a:lnTo>
                  <a:lnTo>
                    <a:pt x="95796" y="186385"/>
                  </a:lnTo>
                  <a:lnTo>
                    <a:pt x="96901" y="223012"/>
                  </a:lnTo>
                  <a:lnTo>
                    <a:pt x="91313" y="259435"/>
                  </a:lnTo>
                  <a:lnTo>
                    <a:pt x="70104" y="308813"/>
                  </a:lnTo>
                  <a:lnTo>
                    <a:pt x="32588" y="350100"/>
                  </a:lnTo>
                  <a:lnTo>
                    <a:pt x="2489" y="373253"/>
                  </a:lnTo>
                  <a:lnTo>
                    <a:pt x="0" y="377266"/>
                  </a:lnTo>
                  <a:lnTo>
                    <a:pt x="876" y="381546"/>
                  </a:lnTo>
                  <a:lnTo>
                    <a:pt x="4025" y="384187"/>
                  </a:lnTo>
                  <a:lnTo>
                    <a:pt x="8356" y="383298"/>
                  </a:lnTo>
                  <a:lnTo>
                    <a:pt x="43649" y="355828"/>
                  </a:lnTo>
                  <a:lnTo>
                    <a:pt x="74206" y="323291"/>
                  </a:lnTo>
                  <a:lnTo>
                    <a:pt x="104140" y="255828"/>
                  </a:lnTo>
                  <a:lnTo>
                    <a:pt x="108750" y="218871"/>
                  </a:lnTo>
                  <a:close/>
                </a:path>
                <a:path w="267970" h="613410">
                  <a:moveTo>
                    <a:pt x="267817" y="344119"/>
                  </a:moveTo>
                  <a:lnTo>
                    <a:pt x="266471" y="293039"/>
                  </a:lnTo>
                  <a:lnTo>
                    <a:pt x="257479" y="242671"/>
                  </a:lnTo>
                  <a:lnTo>
                    <a:pt x="240398" y="193865"/>
                  </a:lnTo>
                  <a:lnTo>
                    <a:pt x="202704" y="131953"/>
                  </a:lnTo>
                  <a:lnTo>
                    <a:pt x="151663" y="80391"/>
                  </a:lnTo>
                  <a:lnTo>
                    <a:pt x="91554" y="37807"/>
                  </a:lnTo>
                  <a:lnTo>
                    <a:pt x="27965" y="508"/>
                  </a:lnTo>
                  <a:lnTo>
                    <a:pt x="23368" y="0"/>
                  </a:lnTo>
                  <a:lnTo>
                    <a:pt x="20129" y="2768"/>
                  </a:lnTo>
                  <a:lnTo>
                    <a:pt x="19329" y="6908"/>
                  </a:lnTo>
                  <a:lnTo>
                    <a:pt x="22085" y="10553"/>
                  </a:lnTo>
                  <a:lnTo>
                    <a:pt x="56565" y="30251"/>
                  </a:lnTo>
                  <a:lnTo>
                    <a:pt x="90589" y="50850"/>
                  </a:lnTo>
                  <a:lnTo>
                    <a:pt x="123444" y="73164"/>
                  </a:lnTo>
                  <a:lnTo>
                    <a:pt x="154457" y="97967"/>
                  </a:lnTo>
                  <a:lnTo>
                    <a:pt x="202095" y="150507"/>
                  </a:lnTo>
                  <a:lnTo>
                    <a:pt x="235800" y="212864"/>
                  </a:lnTo>
                  <a:lnTo>
                    <a:pt x="253834" y="283387"/>
                  </a:lnTo>
                  <a:lnTo>
                    <a:pt x="256755" y="319697"/>
                  </a:lnTo>
                  <a:lnTo>
                    <a:pt x="255727" y="356196"/>
                  </a:lnTo>
                  <a:lnTo>
                    <a:pt x="241846" y="430796"/>
                  </a:lnTo>
                  <a:lnTo>
                    <a:pt x="213614" y="501269"/>
                  </a:lnTo>
                  <a:lnTo>
                    <a:pt x="176377" y="557707"/>
                  </a:lnTo>
                  <a:lnTo>
                    <a:pt x="125945" y="602500"/>
                  </a:lnTo>
                  <a:lnTo>
                    <a:pt x="123317" y="606336"/>
                  </a:lnTo>
                  <a:lnTo>
                    <a:pt x="124142" y="610552"/>
                  </a:lnTo>
                  <a:lnTo>
                    <a:pt x="127342" y="613244"/>
                  </a:lnTo>
                  <a:lnTo>
                    <a:pt x="131826" y="612546"/>
                  </a:lnTo>
                  <a:lnTo>
                    <a:pt x="162941" y="588505"/>
                  </a:lnTo>
                  <a:lnTo>
                    <a:pt x="189661" y="559828"/>
                  </a:lnTo>
                  <a:lnTo>
                    <a:pt x="212166" y="527596"/>
                  </a:lnTo>
                  <a:lnTo>
                    <a:pt x="230670" y="492899"/>
                  </a:lnTo>
                  <a:lnTo>
                    <a:pt x="249453" y="444906"/>
                  </a:lnTo>
                  <a:lnTo>
                    <a:pt x="261988" y="395020"/>
                  </a:lnTo>
                  <a:lnTo>
                    <a:pt x="267817" y="344119"/>
                  </a:lnTo>
                  <a:close/>
                </a:path>
              </a:pathLst>
            </a:custGeom>
            <a:solidFill>
              <a:srgbClr val="1A7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7482114" y="3798618"/>
              <a:ext cx="353695" cy="300355"/>
            </a:xfrm>
            <a:custGeom>
              <a:avLst/>
              <a:gdLst/>
              <a:ahLst/>
              <a:cxnLst/>
              <a:rect l="l" t="t" r="r" b="b"/>
              <a:pathLst>
                <a:path w="353695" h="300354">
                  <a:moveTo>
                    <a:pt x="333546" y="0"/>
                  </a:moveTo>
                  <a:lnTo>
                    <a:pt x="246324" y="67600"/>
                  </a:lnTo>
                  <a:lnTo>
                    <a:pt x="244659" y="65463"/>
                  </a:lnTo>
                  <a:lnTo>
                    <a:pt x="242125" y="65139"/>
                  </a:lnTo>
                  <a:lnTo>
                    <a:pt x="141803" y="142896"/>
                  </a:lnTo>
                  <a:lnTo>
                    <a:pt x="127761" y="132855"/>
                  </a:lnTo>
                  <a:lnTo>
                    <a:pt x="109827" y="122850"/>
                  </a:lnTo>
                  <a:lnTo>
                    <a:pt x="90292" y="115730"/>
                  </a:lnTo>
                  <a:lnTo>
                    <a:pt x="71450" y="114342"/>
                  </a:lnTo>
                  <a:lnTo>
                    <a:pt x="54709" y="119157"/>
                  </a:lnTo>
                  <a:lnTo>
                    <a:pt x="25179" y="144456"/>
                  </a:lnTo>
                  <a:lnTo>
                    <a:pt x="2546" y="188917"/>
                  </a:lnTo>
                  <a:lnTo>
                    <a:pt x="0" y="206189"/>
                  </a:lnTo>
                  <a:lnTo>
                    <a:pt x="2781" y="214695"/>
                  </a:lnTo>
                  <a:lnTo>
                    <a:pt x="11115" y="210591"/>
                  </a:lnTo>
                  <a:lnTo>
                    <a:pt x="24459" y="196785"/>
                  </a:lnTo>
                  <a:lnTo>
                    <a:pt x="42950" y="180155"/>
                  </a:lnTo>
                  <a:lnTo>
                    <a:pt x="66727" y="167576"/>
                  </a:lnTo>
                  <a:lnTo>
                    <a:pt x="75128" y="166937"/>
                  </a:lnTo>
                  <a:lnTo>
                    <a:pt x="88585" y="168801"/>
                  </a:lnTo>
                  <a:lnTo>
                    <a:pt x="126823" y="197481"/>
                  </a:lnTo>
                  <a:lnTo>
                    <a:pt x="130074" y="225975"/>
                  </a:lnTo>
                  <a:lnTo>
                    <a:pt x="128621" y="234296"/>
                  </a:lnTo>
                  <a:lnTo>
                    <a:pt x="111690" y="255541"/>
                  </a:lnTo>
                  <a:lnTo>
                    <a:pt x="85614" y="272156"/>
                  </a:lnTo>
                  <a:lnTo>
                    <a:pt x="62094" y="284825"/>
                  </a:lnTo>
                  <a:lnTo>
                    <a:pt x="52832" y="294231"/>
                  </a:lnTo>
                  <a:lnTo>
                    <a:pt x="61423" y="298874"/>
                  </a:lnTo>
                  <a:lnTo>
                    <a:pt x="80890" y="299929"/>
                  </a:lnTo>
                  <a:lnTo>
                    <a:pt x="105975" y="297051"/>
                  </a:lnTo>
                  <a:lnTo>
                    <a:pt x="153575" y="278907"/>
                  </a:lnTo>
                  <a:lnTo>
                    <a:pt x="175658" y="238796"/>
                  </a:lnTo>
                  <a:lnTo>
                    <a:pt x="174840" y="219183"/>
                  </a:lnTo>
                  <a:lnTo>
                    <a:pt x="170993" y="197954"/>
                  </a:lnTo>
                  <a:lnTo>
                    <a:pt x="164578" y="177272"/>
                  </a:lnTo>
                  <a:lnTo>
                    <a:pt x="267318" y="97641"/>
                  </a:lnTo>
                  <a:lnTo>
                    <a:pt x="267643" y="95107"/>
                  </a:lnTo>
                  <a:lnTo>
                    <a:pt x="265978" y="92970"/>
                  </a:lnTo>
                  <a:lnTo>
                    <a:pt x="353211" y="25360"/>
                  </a:lnTo>
                  <a:lnTo>
                    <a:pt x="33354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7940669" y="4338450"/>
              <a:ext cx="612775" cy="655320"/>
            </a:xfrm>
            <a:custGeom>
              <a:avLst/>
              <a:gdLst/>
              <a:ahLst/>
              <a:cxnLst/>
              <a:rect l="l" t="t" r="r" b="b"/>
              <a:pathLst>
                <a:path w="612775" h="655320">
                  <a:moveTo>
                    <a:pt x="405307" y="0"/>
                  </a:moveTo>
                  <a:lnTo>
                    <a:pt x="200873" y="0"/>
                  </a:lnTo>
                  <a:lnTo>
                    <a:pt x="154144" y="9433"/>
                  </a:lnTo>
                  <a:lnTo>
                    <a:pt x="115985" y="35161"/>
                  </a:lnTo>
                  <a:lnTo>
                    <a:pt x="90258" y="73320"/>
                  </a:lnTo>
                  <a:lnTo>
                    <a:pt x="80824" y="120048"/>
                  </a:lnTo>
                  <a:lnTo>
                    <a:pt x="80824" y="632923"/>
                  </a:lnTo>
                  <a:lnTo>
                    <a:pt x="21988" y="632923"/>
                  </a:lnTo>
                  <a:lnTo>
                    <a:pt x="13428" y="634650"/>
                  </a:lnTo>
                  <a:lnTo>
                    <a:pt x="6439" y="639362"/>
                  </a:lnTo>
                  <a:lnTo>
                    <a:pt x="1727" y="646352"/>
                  </a:lnTo>
                  <a:lnTo>
                    <a:pt x="0" y="654911"/>
                  </a:lnTo>
                  <a:lnTo>
                    <a:pt x="612714" y="654911"/>
                  </a:lnTo>
                  <a:lnTo>
                    <a:pt x="610986" y="646352"/>
                  </a:lnTo>
                  <a:lnTo>
                    <a:pt x="606274" y="639362"/>
                  </a:lnTo>
                  <a:lnTo>
                    <a:pt x="599285" y="634650"/>
                  </a:lnTo>
                  <a:lnTo>
                    <a:pt x="590725" y="632923"/>
                  </a:lnTo>
                  <a:lnTo>
                    <a:pt x="525355" y="632923"/>
                  </a:lnTo>
                  <a:lnTo>
                    <a:pt x="525355" y="120048"/>
                  </a:lnTo>
                  <a:lnTo>
                    <a:pt x="515921" y="73320"/>
                  </a:lnTo>
                  <a:lnTo>
                    <a:pt x="490194" y="35161"/>
                  </a:lnTo>
                  <a:lnTo>
                    <a:pt x="452035" y="9433"/>
                  </a:lnTo>
                  <a:lnTo>
                    <a:pt x="405307" y="0"/>
                  </a:lnTo>
                  <a:close/>
                </a:path>
              </a:pathLst>
            </a:custGeom>
            <a:solidFill>
              <a:srgbClr val="1A7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7784058" y="3634860"/>
              <a:ext cx="552450" cy="824865"/>
            </a:xfrm>
            <a:custGeom>
              <a:avLst/>
              <a:gdLst/>
              <a:ahLst/>
              <a:cxnLst/>
              <a:rect l="l" t="t" r="r" b="b"/>
              <a:pathLst>
                <a:path w="552450" h="824864">
                  <a:moveTo>
                    <a:pt x="551840" y="733894"/>
                  </a:moveTo>
                  <a:lnTo>
                    <a:pt x="542963" y="266382"/>
                  </a:lnTo>
                  <a:lnTo>
                    <a:pt x="536308" y="235991"/>
                  </a:lnTo>
                  <a:lnTo>
                    <a:pt x="530593" y="227749"/>
                  </a:lnTo>
                  <a:lnTo>
                    <a:pt x="528256" y="220789"/>
                  </a:lnTo>
                  <a:lnTo>
                    <a:pt x="512076" y="202501"/>
                  </a:lnTo>
                  <a:lnTo>
                    <a:pt x="256730" y="10414"/>
                  </a:lnTo>
                  <a:lnTo>
                    <a:pt x="237566" y="1206"/>
                  </a:lnTo>
                  <a:lnTo>
                    <a:pt x="228765" y="698"/>
                  </a:lnTo>
                  <a:lnTo>
                    <a:pt x="226834" y="0"/>
                  </a:lnTo>
                  <a:lnTo>
                    <a:pt x="221424" y="266"/>
                  </a:lnTo>
                  <a:lnTo>
                    <a:pt x="217068" y="0"/>
                  </a:lnTo>
                  <a:lnTo>
                    <a:pt x="215442" y="546"/>
                  </a:lnTo>
                  <a:lnTo>
                    <a:pt x="210223" y="787"/>
                  </a:lnTo>
                  <a:lnTo>
                    <a:pt x="200037" y="5664"/>
                  </a:lnTo>
                  <a:lnTo>
                    <a:pt x="197573" y="6477"/>
                  </a:lnTo>
                  <a:lnTo>
                    <a:pt x="196621" y="7302"/>
                  </a:lnTo>
                  <a:lnTo>
                    <a:pt x="194665" y="8229"/>
                  </a:lnTo>
                  <a:lnTo>
                    <a:pt x="14757" y="144360"/>
                  </a:lnTo>
                  <a:lnTo>
                    <a:pt x="4800" y="155575"/>
                  </a:lnTo>
                  <a:lnTo>
                    <a:pt x="0" y="169252"/>
                  </a:lnTo>
                  <a:lnTo>
                    <a:pt x="622" y="183743"/>
                  </a:lnTo>
                  <a:lnTo>
                    <a:pt x="6896" y="197370"/>
                  </a:lnTo>
                  <a:lnTo>
                    <a:pt x="17907" y="207530"/>
                  </a:lnTo>
                  <a:lnTo>
                    <a:pt x="31457" y="212598"/>
                  </a:lnTo>
                  <a:lnTo>
                    <a:pt x="45935" y="212280"/>
                  </a:lnTo>
                  <a:lnTo>
                    <a:pt x="59664" y="206298"/>
                  </a:lnTo>
                  <a:lnTo>
                    <a:pt x="203225" y="106654"/>
                  </a:lnTo>
                  <a:lnTo>
                    <a:pt x="386486" y="256641"/>
                  </a:lnTo>
                  <a:lnTo>
                    <a:pt x="384390" y="266141"/>
                  </a:lnTo>
                  <a:lnTo>
                    <a:pt x="374091" y="733628"/>
                  </a:lnTo>
                  <a:lnTo>
                    <a:pt x="380504" y="768845"/>
                  </a:lnTo>
                  <a:lnTo>
                    <a:pt x="399427" y="797737"/>
                  </a:lnTo>
                  <a:lnTo>
                    <a:pt x="427888" y="817283"/>
                  </a:lnTo>
                  <a:lnTo>
                    <a:pt x="462965" y="824471"/>
                  </a:lnTo>
                  <a:lnTo>
                    <a:pt x="497967" y="817308"/>
                  </a:lnTo>
                  <a:lnTo>
                    <a:pt x="526402" y="797839"/>
                  </a:lnTo>
                  <a:lnTo>
                    <a:pt x="545350" y="769035"/>
                  </a:lnTo>
                  <a:lnTo>
                    <a:pt x="551840" y="7338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9" name="object 34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15158" y="4316605"/>
              <a:ext cx="63736" cy="63746"/>
            </a:xfrm>
            <a:prstGeom prst="rect">
              <a:avLst/>
            </a:prstGeom>
          </p:spPr>
        </p:pic>
        <p:pic>
          <p:nvPicPr>
            <p:cNvPr id="350" name="object 35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15158" y="3874724"/>
              <a:ext cx="63736" cy="63746"/>
            </a:xfrm>
            <a:prstGeom prst="rect">
              <a:avLst/>
            </a:prstGeom>
          </p:spPr>
        </p:pic>
        <p:sp>
          <p:nvSpPr>
            <p:cNvPr id="351" name="object 351" descr=""/>
            <p:cNvSpPr/>
            <p:nvPr/>
          </p:nvSpPr>
          <p:spPr>
            <a:xfrm>
              <a:off x="7810512" y="3673341"/>
              <a:ext cx="229870" cy="148590"/>
            </a:xfrm>
            <a:custGeom>
              <a:avLst/>
              <a:gdLst/>
              <a:ahLst/>
              <a:cxnLst/>
              <a:rect l="l" t="t" r="r" b="b"/>
              <a:pathLst>
                <a:path w="229870" h="148589">
                  <a:moveTo>
                    <a:pt x="30035" y="124993"/>
                  </a:moveTo>
                  <a:lnTo>
                    <a:pt x="23317" y="118275"/>
                  </a:lnTo>
                  <a:lnTo>
                    <a:pt x="6718" y="118275"/>
                  </a:lnTo>
                  <a:lnTo>
                    <a:pt x="0" y="124993"/>
                  </a:lnTo>
                  <a:lnTo>
                    <a:pt x="0" y="133286"/>
                  </a:lnTo>
                  <a:lnTo>
                    <a:pt x="0" y="141579"/>
                  </a:lnTo>
                  <a:lnTo>
                    <a:pt x="6718" y="148310"/>
                  </a:lnTo>
                  <a:lnTo>
                    <a:pt x="23317" y="148310"/>
                  </a:lnTo>
                  <a:lnTo>
                    <a:pt x="30035" y="141579"/>
                  </a:lnTo>
                  <a:lnTo>
                    <a:pt x="30035" y="124993"/>
                  </a:lnTo>
                  <a:close/>
                </a:path>
                <a:path w="229870" h="148589">
                  <a:moveTo>
                    <a:pt x="229844" y="22364"/>
                  </a:moveTo>
                  <a:lnTo>
                    <a:pt x="228092" y="13652"/>
                  </a:lnTo>
                  <a:lnTo>
                    <a:pt x="223291" y="6540"/>
                  </a:lnTo>
                  <a:lnTo>
                    <a:pt x="216192" y="1752"/>
                  </a:lnTo>
                  <a:lnTo>
                    <a:pt x="207492" y="0"/>
                  </a:lnTo>
                  <a:lnTo>
                    <a:pt x="198780" y="1752"/>
                  </a:lnTo>
                  <a:lnTo>
                    <a:pt x="191668" y="6540"/>
                  </a:lnTo>
                  <a:lnTo>
                    <a:pt x="186880" y="13652"/>
                  </a:lnTo>
                  <a:lnTo>
                    <a:pt x="185127" y="22364"/>
                  </a:lnTo>
                  <a:lnTo>
                    <a:pt x="186880" y="31064"/>
                  </a:lnTo>
                  <a:lnTo>
                    <a:pt x="191668" y="38176"/>
                  </a:lnTo>
                  <a:lnTo>
                    <a:pt x="198780" y="42964"/>
                  </a:lnTo>
                  <a:lnTo>
                    <a:pt x="207492" y="44729"/>
                  </a:lnTo>
                  <a:lnTo>
                    <a:pt x="216192" y="42964"/>
                  </a:lnTo>
                  <a:lnTo>
                    <a:pt x="223291" y="38176"/>
                  </a:lnTo>
                  <a:lnTo>
                    <a:pt x="228092" y="31064"/>
                  </a:lnTo>
                  <a:lnTo>
                    <a:pt x="229844" y="22364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3310003" y="4768943"/>
              <a:ext cx="8404860" cy="365125"/>
            </a:xfrm>
            <a:custGeom>
              <a:avLst/>
              <a:gdLst/>
              <a:ahLst/>
              <a:cxnLst/>
              <a:rect l="l" t="t" r="r" b="b"/>
              <a:pathLst>
                <a:path w="8404860" h="365125">
                  <a:moveTo>
                    <a:pt x="0" y="365046"/>
                  </a:moveTo>
                  <a:lnTo>
                    <a:pt x="8404550" y="365046"/>
                  </a:lnTo>
                  <a:lnTo>
                    <a:pt x="8404550" y="0"/>
                  </a:lnTo>
                  <a:lnTo>
                    <a:pt x="0" y="0"/>
                  </a:lnTo>
                  <a:lnTo>
                    <a:pt x="0" y="365046"/>
                  </a:lnTo>
                  <a:close/>
                </a:path>
              </a:pathLst>
            </a:custGeom>
            <a:solidFill>
              <a:srgbClr val="1A7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3309999" y="4538670"/>
              <a:ext cx="8529320" cy="168910"/>
            </a:xfrm>
            <a:custGeom>
              <a:avLst/>
              <a:gdLst/>
              <a:ahLst/>
              <a:cxnLst/>
              <a:rect l="l" t="t" r="r" b="b"/>
              <a:pathLst>
                <a:path w="8529320" h="168910">
                  <a:moveTo>
                    <a:pt x="8444695" y="0"/>
                  </a:moveTo>
                  <a:lnTo>
                    <a:pt x="0" y="0"/>
                  </a:lnTo>
                  <a:lnTo>
                    <a:pt x="0" y="168748"/>
                  </a:lnTo>
                  <a:lnTo>
                    <a:pt x="8444695" y="168748"/>
                  </a:lnTo>
                  <a:lnTo>
                    <a:pt x="8477536" y="162117"/>
                  </a:lnTo>
                  <a:lnTo>
                    <a:pt x="8504356" y="144034"/>
                  </a:lnTo>
                  <a:lnTo>
                    <a:pt x="8522439" y="117215"/>
                  </a:lnTo>
                  <a:lnTo>
                    <a:pt x="8529070" y="84374"/>
                  </a:lnTo>
                  <a:lnTo>
                    <a:pt x="8522439" y="51529"/>
                  </a:lnTo>
                  <a:lnTo>
                    <a:pt x="8504356" y="24709"/>
                  </a:lnTo>
                  <a:lnTo>
                    <a:pt x="8477536" y="6629"/>
                  </a:lnTo>
                  <a:lnTo>
                    <a:pt x="84446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4" name="object 35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25781" y="4589838"/>
              <a:ext cx="73442" cy="73442"/>
            </a:xfrm>
            <a:prstGeom prst="rect">
              <a:avLst/>
            </a:prstGeom>
          </p:spPr>
        </p:pic>
        <p:pic>
          <p:nvPicPr>
            <p:cNvPr id="355" name="object 35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8188" y="4585149"/>
              <a:ext cx="73442" cy="73442"/>
            </a:xfrm>
            <a:prstGeom prst="rect">
              <a:avLst/>
            </a:prstGeom>
          </p:spPr>
        </p:pic>
        <p:pic>
          <p:nvPicPr>
            <p:cNvPr id="356" name="object 35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50173" y="4587492"/>
              <a:ext cx="73442" cy="73442"/>
            </a:xfrm>
            <a:prstGeom prst="rect">
              <a:avLst/>
            </a:prstGeom>
          </p:spPr>
        </p:pic>
        <p:pic>
          <p:nvPicPr>
            <p:cNvPr id="357" name="object 35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02314" y="4582806"/>
              <a:ext cx="73442" cy="73442"/>
            </a:xfrm>
            <a:prstGeom prst="rect">
              <a:avLst/>
            </a:prstGeom>
          </p:spPr>
        </p:pic>
        <p:pic>
          <p:nvPicPr>
            <p:cNvPr id="358" name="object 35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32580" y="4582806"/>
              <a:ext cx="73442" cy="73442"/>
            </a:xfrm>
            <a:prstGeom prst="rect">
              <a:avLst/>
            </a:prstGeom>
          </p:spPr>
        </p:pic>
        <p:pic>
          <p:nvPicPr>
            <p:cNvPr id="359" name="object 35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9252" y="4582806"/>
              <a:ext cx="73442" cy="73442"/>
            </a:xfrm>
            <a:prstGeom prst="rect">
              <a:avLst/>
            </a:prstGeom>
          </p:spPr>
        </p:pic>
        <p:pic>
          <p:nvPicPr>
            <p:cNvPr id="360" name="object 36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31394" y="4578119"/>
              <a:ext cx="73442" cy="73442"/>
            </a:xfrm>
            <a:prstGeom prst="rect">
              <a:avLst/>
            </a:prstGeom>
          </p:spPr>
        </p:pic>
        <p:pic>
          <p:nvPicPr>
            <p:cNvPr id="361" name="object 36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61661" y="4578119"/>
              <a:ext cx="73442" cy="73442"/>
            </a:xfrm>
            <a:prstGeom prst="rect">
              <a:avLst/>
            </a:prstGeom>
          </p:spPr>
        </p:pic>
        <p:pic>
          <p:nvPicPr>
            <p:cNvPr id="362" name="object 36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84113" y="4580462"/>
              <a:ext cx="73442" cy="73442"/>
            </a:xfrm>
            <a:prstGeom prst="rect">
              <a:avLst/>
            </a:prstGeom>
          </p:spPr>
        </p:pic>
        <p:pic>
          <p:nvPicPr>
            <p:cNvPr id="363" name="object 36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66519" y="4575774"/>
              <a:ext cx="73442" cy="73442"/>
            </a:xfrm>
            <a:prstGeom prst="rect">
              <a:avLst/>
            </a:prstGeom>
          </p:spPr>
        </p:pic>
        <p:pic>
          <p:nvPicPr>
            <p:cNvPr id="364" name="object 36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77449" y="4578119"/>
              <a:ext cx="73442" cy="73442"/>
            </a:xfrm>
            <a:prstGeom prst="rect">
              <a:avLst/>
            </a:prstGeom>
          </p:spPr>
        </p:pic>
        <p:pic>
          <p:nvPicPr>
            <p:cNvPr id="365" name="object 36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29589" y="4573430"/>
              <a:ext cx="73442" cy="73442"/>
            </a:xfrm>
            <a:prstGeom prst="rect">
              <a:avLst/>
            </a:prstGeom>
          </p:spPr>
        </p:pic>
        <p:pic>
          <p:nvPicPr>
            <p:cNvPr id="366" name="object 36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59856" y="4573430"/>
              <a:ext cx="73442" cy="73442"/>
            </a:xfrm>
            <a:prstGeom prst="rect">
              <a:avLst/>
            </a:prstGeom>
          </p:spPr>
        </p:pic>
        <p:pic>
          <p:nvPicPr>
            <p:cNvPr id="367" name="object 36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47738" y="4575774"/>
              <a:ext cx="73442" cy="73442"/>
            </a:xfrm>
            <a:prstGeom prst="rect">
              <a:avLst/>
            </a:prstGeom>
          </p:spPr>
        </p:pic>
        <p:pic>
          <p:nvPicPr>
            <p:cNvPr id="368" name="object 36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99879" y="4571087"/>
              <a:ext cx="73442" cy="73442"/>
            </a:xfrm>
            <a:prstGeom prst="rect">
              <a:avLst/>
            </a:prstGeom>
          </p:spPr>
        </p:pic>
        <p:pic>
          <p:nvPicPr>
            <p:cNvPr id="369" name="object 36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30144" y="4571087"/>
              <a:ext cx="73442" cy="73442"/>
            </a:xfrm>
            <a:prstGeom prst="rect">
              <a:avLst/>
            </a:prstGeom>
          </p:spPr>
        </p:pic>
        <p:sp>
          <p:nvSpPr>
            <p:cNvPr id="370" name="object 370" descr=""/>
            <p:cNvSpPr/>
            <p:nvPr/>
          </p:nvSpPr>
          <p:spPr>
            <a:xfrm>
              <a:off x="3310001" y="4707426"/>
              <a:ext cx="8404860" cy="61594"/>
            </a:xfrm>
            <a:custGeom>
              <a:avLst/>
              <a:gdLst/>
              <a:ahLst/>
              <a:cxnLst/>
              <a:rect l="l" t="t" r="r" b="b"/>
              <a:pathLst>
                <a:path w="8404860" h="61595">
                  <a:moveTo>
                    <a:pt x="7680376" y="0"/>
                  </a:moveTo>
                  <a:lnTo>
                    <a:pt x="0" y="0"/>
                  </a:lnTo>
                  <a:lnTo>
                    <a:pt x="0" y="61518"/>
                  </a:lnTo>
                  <a:lnTo>
                    <a:pt x="7680376" y="61518"/>
                  </a:lnTo>
                  <a:lnTo>
                    <a:pt x="7680376" y="0"/>
                  </a:lnTo>
                  <a:close/>
                </a:path>
                <a:path w="8404860" h="61595">
                  <a:moveTo>
                    <a:pt x="8404542" y="0"/>
                  </a:moveTo>
                  <a:lnTo>
                    <a:pt x="7947139" y="0"/>
                  </a:lnTo>
                  <a:lnTo>
                    <a:pt x="7947139" y="61518"/>
                  </a:lnTo>
                  <a:lnTo>
                    <a:pt x="8404542" y="61518"/>
                  </a:lnTo>
                  <a:lnTo>
                    <a:pt x="8404542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10589819" y="4052042"/>
              <a:ext cx="525145" cy="487045"/>
            </a:xfrm>
            <a:custGeom>
              <a:avLst/>
              <a:gdLst/>
              <a:ahLst/>
              <a:cxnLst/>
              <a:rect l="l" t="t" r="r" b="b"/>
              <a:pathLst>
                <a:path w="525145" h="487045">
                  <a:moveTo>
                    <a:pt x="524814" y="0"/>
                  </a:moveTo>
                  <a:lnTo>
                    <a:pt x="0" y="0"/>
                  </a:lnTo>
                  <a:lnTo>
                    <a:pt x="0" y="336054"/>
                  </a:lnTo>
                  <a:lnTo>
                    <a:pt x="0" y="486625"/>
                  </a:lnTo>
                  <a:lnTo>
                    <a:pt x="524814" y="486625"/>
                  </a:lnTo>
                  <a:lnTo>
                    <a:pt x="524814" y="336054"/>
                  </a:lnTo>
                  <a:lnTo>
                    <a:pt x="524814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10648042" y="4419069"/>
              <a:ext cx="118745" cy="41910"/>
            </a:xfrm>
            <a:custGeom>
              <a:avLst/>
              <a:gdLst/>
              <a:ahLst/>
              <a:cxnLst/>
              <a:rect l="l" t="t" r="r" b="b"/>
              <a:pathLst>
                <a:path w="118745" h="41910">
                  <a:moveTo>
                    <a:pt x="118300" y="0"/>
                  </a:moveTo>
                  <a:lnTo>
                    <a:pt x="0" y="0"/>
                  </a:lnTo>
                  <a:lnTo>
                    <a:pt x="0" y="41757"/>
                  </a:lnTo>
                  <a:lnTo>
                    <a:pt x="118300" y="41757"/>
                  </a:lnTo>
                  <a:lnTo>
                    <a:pt x="118300" y="0"/>
                  </a:lnTo>
                  <a:close/>
                </a:path>
              </a:pathLst>
            </a:custGeom>
            <a:solidFill>
              <a:srgbClr val="F4E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9552703" y="3815224"/>
              <a:ext cx="530225" cy="723900"/>
            </a:xfrm>
            <a:custGeom>
              <a:avLst/>
              <a:gdLst/>
              <a:ahLst/>
              <a:cxnLst/>
              <a:rect l="l" t="t" r="r" b="b"/>
              <a:pathLst>
                <a:path w="530225" h="723900">
                  <a:moveTo>
                    <a:pt x="529952" y="0"/>
                  </a:moveTo>
                  <a:lnTo>
                    <a:pt x="0" y="0"/>
                  </a:lnTo>
                  <a:lnTo>
                    <a:pt x="0" y="723443"/>
                  </a:lnTo>
                  <a:lnTo>
                    <a:pt x="529952" y="723443"/>
                  </a:lnTo>
                  <a:lnTo>
                    <a:pt x="529952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9793314" y="3815224"/>
              <a:ext cx="48895" cy="723900"/>
            </a:xfrm>
            <a:custGeom>
              <a:avLst/>
              <a:gdLst/>
              <a:ahLst/>
              <a:cxnLst/>
              <a:rect l="l" t="t" r="r" b="b"/>
              <a:pathLst>
                <a:path w="48895" h="723900">
                  <a:moveTo>
                    <a:pt x="48543" y="0"/>
                  </a:moveTo>
                  <a:lnTo>
                    <a:pt x="0" y="0"/>
                  </a:lnTo>
                  <a:lnTo>
                    <a:pt x="0" y="723443"/>
                  </a:lnTo>
                  <a:lnTo>
                    <a:pt x="48543" y="723443"/>
                  </a:lnTo>
                  <a:lnTo>
                    <a:pt x="48543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9651911" y="3815225"/>
              <a:ext cx="328295" cy="90805"/>
            </a:xfrm>
            <a:custGeom>
              <a:avLst/>
              <a:gdLst/>
              <a:ahLst/>
              <a:cxnLst/>
              <a:rect l="l" t="t" r="r" b="b"/>
              <a:pathLst>
                <a:path w="328295" h="90804">
                  <a:moveTo>
                    <a:pt x="45593" y="0"/>
                  </a:moveTo>
                  <a:lnTo>
                    <a:pt x="0" y="0"/>
                  </a:lnTo>
                  <a:lnTo>
                    <a:pt x="0" y="90741"/>
                  </a:lnTo>
                  <a:lnTo>
                    <a:pt x="45593" y="90741"/>
                  </a:lnTo>
                  <a:lnTo>
                    <a:pt x="45593" y="0"/>
                  </a:lnTo>
                  <a:close/>
                </a:path>
                <a:path w="328295" h="90804">
                  <a:moveTo>
                    <a:pt x="328282" y="0"/>
                  </a:moveTo>
                  <a:lnTo>
                    <a:pt x="282689" y="0"/>
                  </a:lnTo>
                  <a:lnTo>
                    <a:pt x="282689" y="90741"/>
                  </a:lnTo>
                  <a:lnTo>
                    <a:pt x="328282" y="90741"/>
                  </a:lnTo>
                  <a:lnTo>
                    <a:pt x="328282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11329454" y="5213622"/>
              <a:ext cx="1434465" cy="67945"/>
            </a:xfrm>
            <a:custGeom>
              <a:avLst/>
              <a:gdLst/>
              <a:ahLst/>
              <a:cxnLst/>
              <a:rect l="l" t="t" r="r" b="b"/>
              <a:pathLst>
                <a:path w="1434465" h="67945">
                  <a:moveTo>
                    <a:pt x="192392" y="0"/>
                  </a:moveTo>
                  <a:lnTo>
                    <a:pt x="0" y="0"/>
                  </a:lnTo>
                  <a:lnTo>
                    <a:pt x="0" y="67818"/>
                  </a:lnTo>
                  <a:lnTo>
                    <a:pt x="192392" y="67818"/>
                  </a:lnTo>
                  <a:lnTo>
                    <a:pt x="192392" y="0"/>
                  </a:lnTo>
                  <a:close/>
                </a:path>
                <a:path w="1434465" h="67945">
                  <a:moveTo>
                    <a:pt x="813168" y="0"/>
                  </a:moveTo>
                  <a:lnTo>
                    <a:pt x="620763" y="0"/>
                  </a:lnTo>
                  <a:lnTo>
                    <a:pt x="620763" y="67818"/>
                  </a:lnTo>
                  <a:lnTo>
                    <a:pt x="813168" y="67818"/>
                  </a:lnTo>
                  <a:lnTo>
                    <a:pt x="813168" y="0"/>
                  </a:lnTo>
                  <a:close/>
                </a:path>
                <a:path w="1434465" h="67945">
                  <a:moveTo>
                    <a:pt x="1434122" y="0"/>
                  </a:moveTo>
                  <a:lnTo>
                    <a:pt x="1241717" y="0"/>
                  </a:lnTo>
                  <a:lnTo>
                    <a:pt x="1241717" y="67818"/>
                  </a:lnTo>
                  <a:lnTo>
                    <a:pt x="1434122" y="67818"/>
                  </a:lnTo>
                  <a:lnTo>
                    <a:pt x="1434122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11311048" y="5130388"/>
              <a:ext cx="1470660" cy="83820"/>
            </a:xfrm>
            <a:custGeom>
              <a:avLst/>
              <a:gdLst/>
              <a:ahLst/>
              <a:cxnLst/>
              <a:rect l="l" t="t" r="r" b="b"/>
              <a:pathLst>
                <a:path w="1470659" h="83820">
                  <a:moveTo>
                    <a:pt x="1470520" y="0"/>
                  </a:moveTo>
                  <a:lnTo>
                    <a:pt x="0" y="0"/>
                  </a:lnTo>
                  <a:lnTo>
                    <a:pt x="0" y="83222"/>
                  </a:lnTo>
                  <a:lnTo>
                    <a:pt x="1470520" y="83222"/>
                  </a:lnTo>
                  <a:lnTo>
                    <a:pt x="1470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11974745" y="4485329"/>
              <a:ext cx="695960" cy="645160"/>
            </a:xfrm>
            <a:custGeom>
              <a:avLst/>
              <a:gdLst/>
              <a:ahLst/>
              <a:cxnLst/>
              <a:rect l="l" t="t" r="r" b="b"/>
              <a:pathLst>
                <a:path w="695959" h="645160">
                  <a:moveTo>
                    <a:pt x="695664" y="0"/>
                  </a:moveTo>
                  <a:lnTo>
                    <a:pt x="0" y="0"/>
                  </a:lnTo>
                  <a:lnTo>
                    <a:pt x="0" y="645058"/>
                  </a:lnTo>
                  <a:lnTo>
                    <a:pt x="695664" y="645058"/>
                  </a:lnTo>
                  <a:lnTo>
                    <a:pt x="695664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12051905" y="4971859"/>
              <a:ext cx="156845" cy="55880"/>
            </a:xfrm>
            <a:custGeom>
              <a:avLst/>
              <a:gdLst/>
              <a:ahLst/>
              <a:cxnLst/>
              <a:rect l="l" t="t" r="r" b="b"/>
              <a:pathLst>
                <a:path w="156845" h="55879">
                  <a:moveTo>
                    <a:pt x="156811" y="0"/>
                  </a:moveTo>
                  <a:lnTo>
                    <a:pt x="0" y="0"/>
                  </a:lnTo>
                  <a:lnTo>
                    <a:pt x="0" y="55349"/>
                  </a:lnTo>
                  <a:lnTo>
                    <a:pt x="156811" y="55349"/>
                  </a:lnTo>
                  <a:lnTo>
                    <a:pt x="156811" y="0"/>
                  </a:lnTo>
                  <a:close/>
                </a:path>
              </a:pathLst>
            </a:custGeom>
            <a:solidFill>
              <a:srgbClr val="F4E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8622156" y="4133235"/>
              <a:ext cx="437515" cy="405765"/>
            </a:xfrm>
            <a:custGeom>
              <a:avLst/>
              <a:gdLst/>
              <a:ahLst/>
              <a:cxnLst/>
              <a:rect l="l" t="t" r="r" b="b"/>
              <a:pathLst>
                <a:path w="437515" h="405764">
                  <a:moveTo>
                    <a:pt x="437243" y="0"/>
                  </a:moveTo>
                  <a:lnTo>
                    <a:pt x="0" y="0"/>
                  </a:lnTo>
                  <a:lnTo>
                    <a:pt x="0" y="405432"/>
                  </a:lnTo>
                  <a:lnTo>
                    <a:pt x="437243" y="405432"/>
                  </a:lnTo>
                  <a:lnTo>
                    <a:pt x="437243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8901131" y="4184720"/>
              <a:ext cx="117475" cy="41910"/>
            </a:xfrm>
            <a:custGeom>
              <a:avLst/>
              <a:gdLst/>
              <a:ahLst/>
              <a:cxnLst/>
              <a:rect l="l" t="t" r="r" b="b"/>
              <a:pathLst>
                <a:path w="117475" h="41910">
                  <a:moveTo>
                    <a:pt x="117106" y="0"/>
                  </a:moveTo>
                  <a:lnTo>
                    <a:pt x="0" y="0"/>
                  </a:lnTo>
                  <a:lnTo>
                    <a:pt x="0" y="41339"/>
                  </a:lnTo>
                  <a:lnTo>
                    <a:pt x="117106" y="41339"/>
                  </a:lnTo>
                  <a:lnTo>
                    <a:pt x="117106" y="0"/>
                  </a:lnTo>
                  <a:close/>
                </a:path>
              </a:pathLst>
            </a:custGeom>
            <a:solidFill>
              <a:srgbClr val="F4E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3777742" y="3906043"/>
              <a:ext cx="334010" cy="764540"/>
            </a:xfrm>
            <a:custGeom>
              <a:avLst/>
              <a:gdLst/>
              <a:ahLst/>
              <a:cxnLst/>
              <a:rect l="l" t="t" r="r" b="b"/>
              <a:pathLst>
                <a:path w="334010" h="764539">
                  <a:moveTo>
                    <a:pt x="309549" y="8610"/>
                  </a:moveTo>
                  <a:lnTo>
                    <a:pt x="308559" y="3441"/>
                  </a:lnTo>
                  <a:lnTo>
                    <a:pt x="304520" y="0"/>
                  </a:lnTo>
                  <a:lnTo>
                    <a:pt x="298805" y="635"/>
                  </a:lnTo>
                  <a:lnTo>
                    <a:pt x="258940" y="23406"/>
                  </a:lnTo>
                  <a:lnTo>
                    <a:pt x="219583" y="47091"/>
                  </a:lnTo>
                  <a:lnTo>
                    <a:pt x="181317" y="72415"/>
                  </a:lnTo>
                  <a:lnTo>
                    <a:pt x="144703" y="100139"/>
                  </a:lnTo>
                  <a:lnTo>
                    <a:pt x="111099" y="130632"/>
                  </a:lnTo>
                  <a:lnTo>
                    <a:pt x="81114" y="164376"/>
                  </a:lnTo>
                  <a:lnTo>
                    <a:pt x="55283" y="201333"/>
                  </a:lnTo>
                  <a:lnTo>
                    <a:pt x="34150" y="241503"/>
                  </a:lnTo>
                  <a:lnTo>
                    <a:pt x="17221" y="286880"/>
                  </a:lnTo>
                  <a:lnTo>
                    <a:pt x="6045" y="333502"/>
                  </a:lnTo>
                  <a:lnTo>
                    <a:pt x="393" y="380923"/>
                  </a:lnTo>
                  <a:lnTo>
                    <a:pt x="0" y="428675"/>
                  </a:lnTo>
                  <a:lnTo>
                    <a:pt x="4635" y="476313"/>
                  </a:lnTo>
                  <a:lnTo>
                    <a:pt x="14058" y="523392"/>
                  </a:lnTo>
                  <a:lnTo>
                    <a:pt x="28016" y="569442"/>
                  </a:lnTo>
                  <a:lnTo>
                    <a:pt x="46291" y="614019"/>
                  </a:lnTo>
                  <a:lnTo>
                    <a:pt x="69329" y="657250"/>
                  </a:lnTo>
                  <a:lnTo>
                    <a:pt x="97358" y="697407"/>
                  </a:lnTo>
                  <a:lnTo>
                    <a:pt x="130644" y="733120"/>
                  </a:lnTo>
                  <a:lnTo>
                    <a:pt x="169418" y="763066"/>
                  </a:lnTo>
                  <a:lnTo>
                    <a:pt x="174993" y="763943"/>
                  </a:lnTo>
                  <a:lnTo>
                    <a:pt x="178981" y="760577"/>
                  </a:lnTo>
                  <a:lnTo>
                    <a:pt x="180022" y="755319"/>
                  </a:lnTo>
                  <a:lnTo>
                    <a:pt x="176745" y="750544"/>
                  </a:lnTo>
                  <a:lnTo>
                    <a:pt x="143154" y="724979"/>
                  </a:lnTo>
                  <a:lnTo>
                    <a:pt x="113906" y="694766"/>
                  </a:lnTo>
                  <a:lnTo>
                    <a:pt x="88773" y="660908"/>
                  </a:lnTo>
                  <a:lnTo>
                    <a:pt x="67525" y="624459"/>
                  </a:lnTo>
                  <a:lnTo>
                    <a:pt x="47828" y="581469"/>
                  </a:lnTo>
                  <a:lnTo>
                    <a:pt x="32346" y="536663"/>
                  </a:lnTo>
                  <a:lnTo>
                    <a:pt x="21336" y="490562"/>
                  </a:lnTo>
                  <a:lnTo>
                    <a:pt x="15049" y="443712"/>
                  </a:lnTo>
                  <a:lnTo>
                    <a:pt x="13779" y="398259"/>
                  </a:lnTo>
                  <a:lnTo>
                    <a:pt x="17411" y="353021"/>
                  </a:lnTo>
                  <a:lnTo>
                    <a:pt x="26085" y="308508"/>
                  </a:lnTo>
                  <a:lnTo>
                    <a:pt x="39890" y="265176"/>
                  </a:lnTo>
                  <a:lnTo>
                    <a:pt x="58496" y="224853"/>
                  </a:lnTo>
                  <a:lnTo>
                    <a:pt x="81864" y="187490"/>
                  </a:lnTo>
                  <a:lnTo>
                    <a:pt x="109575" y="153174"/>
                  </a:lnTo>
                  <a:lnTo>
                    <a:pt x="141224" y="122047"/>
                  </a:lnTo>
                  <a:lnTo>
                    <a:pt x="179857" y="91147"/>
                  </a:lnTo>
                  <a:lnTo>
                    <a:pt x="220789" y="63347"/>
                  </a:lnTo>
                  <a:lnTo>
                    <a:pt x="263169" y="37680"/>
                  </a:lnTo>
                  <a:lnTo>
                    <a:pt x="306120" y="13157"/>
                  </a:lnTo>
                  <a:lnTo>
                    <a:pt x="309549" y="8610"/>
                  </a:lnTo>
                  <a:close/>
                </a:path>
                <a:path w="334010" h="764539">
                  <a:moveTo>
                    <a:pt x="333629" y="469976"/>
                  </a:moveTo>
                  <a:lnTo>
                    <a:pt x="330530" y="464972"/>
                  </a:lnTo>
                  <a:lnTo>
                    <a:pt x="311492" y="450926"/>
                  </a:lnTo>
                  <a:lnTo>
                    <a:pt x="293027" y="436130"/>
                  </a:lnTo>
                  <a:lnTo>
                    <a:pt x="259549" y="402793"/>
                  </a:lnTo>
                  <a:lnTo>
                    <a:pt x="235292" y="365201"/>
                  </a:lnTo>
                  <a:lnTo>
                    <a:pt x="219887" y="323189"/>
                  </a:lnTo>
                  <a:lnTo>
                    <a:pt x="212915" y="277812"/>
                  </a:lnTo>
                  <a:lnTo>
                    <a:pt x="214299" y="232181"/>
                  </a:lnTo>
                  <a:lnTo>
                    <a:pt x="223037" y="187236"/>
                  </a:lnTo>
                  <a:lnTo>
                    <a:pt x="238163" y="143903"/>
                  </a:lnTo>
                  <a:lnTo>
                    <a:pt x="262064" y="96685"/>
                  </a:lnTo>
                  <a:lnTo>
                    <a:pt x="291058" y="52412"/>
                  </a:lnTo>
                  <a:lnTo>
                    <a:pt x="292176" y="47028"/>
                  </a:lnTo>
                  <a:lnTo>
                    <a:pt x="288886" y="43103"/>
                  </a:lnTo>
                  <a:lnTo>
                    <a:pt x="283552" y="42011"/>
                  </a:lnTo>
                  <a:lnTo>
                    <a:pt x="278536" y="45097"/>
                  </a:lnTo>
                  <a:lnTo>
                    <a:pt x="251129" y="86766"/>
                  </a:lnTo>
                  <a:lnTo>
                    <a:pt x="228079" y="131038"/>
                  </a:lnTo>
                  <a:lnTo>
                    <a:pt x="210693" y="177685"/>
                  </a:lnTo>
                  <a:lnTo>
                    <a:pt x="200304" y="226479"/>
                  </a:lnTo>
                  <a:lnTo>
                    <a:pt x="198158" y="272656"/>
                  </a:lnTo>
                  <a:lnTo>
                    <a:pt x="203911" y="318693"/>
                  </a:lnTo>
                  <a:lnTo>
                    <a:pt x="218084" y="362686"/>
                  </a:lnTo>
                  <a:lnTo>
                    <a:pt x="241198" y="402742"/>
                  </a:lnTo>
                  <a:lnTo>
                    <a:pt x="279247" y="443255"/>
                  </a:lnTo>
                  <a:lnTo>
                    <a:pt x="323215" y="477494"/>
                  </a:lnTo>
                  <a:lnTo>
                    <a:pt x="328612" y="478599"/>
                  </a:lnTo>
                  <a:lnTo>
                    <a:pt x="332536" y="475297"/>
                  </a:lnTo>
                  <a:lnTo>
                    <a:pt x="333629" y="469976"/>
                  </a:lnTo>
                  <a:close/>
                </a:path>
              </a:pathLst>
            </a:custGeom>
            <a:solidFill>
              <a:srgbClr val="1A77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3762044" y="3829640"/>
              <a:ext cx="1334770" cy="1488440"/>
            </a:xfrm>
            <a:custGeom>
              <a:avLst/>
              <a:gdLst/>
              <a:ahLst/>
              <a:cxnLst/>
              <a:rect l="l" t="t" r="r" b="b"/>
              <a:pathLst>
                <a:path w="1334770" h="1488439">
                  <a:moveTo>
                    <a:pt x="763282" y="1488338"/>
                  </a:moveTo>
                  <a:lnTo>
                    <a:pt x="761123" y="1477670"/>
                  </a:lnTo>
                  <a:lnTo>
                    <a:pt x="755256" y="1468970"/>
                  </a:lnTo>
                  <a:lnTo>
                    <a:pt x="746556" y="1463090"/>
                  </a:lnTo>
                  <a:lnTo>
                    <a:pt x="735888" y="1460944"/>
                  </a:lnTo>
                  <a:lnTo>
                    <a:pt x="662597" y="1460944"/>
                  </a:lnTo>
                  <a:lnTo>
                    <a:pt x="662597" y="822032"/>
                  </a:lnTo>
                  <a:lnTo>
                    <a:pt x="654964" y="774763"/>
                  </a:lnTo>
                  <a:lnTo>
                    <a:pt x="633742" y="733717"/>
                  </a:lnTo>
                  <a:lnTo>
                    <a:pt x="601370" y="701344"/>
                  </a:lnTo>
                  <a:lnTo>
                    <a:pt x="560324" y="680110"/>
                  </a:lnTo>
                  <a:lnTo>
                    <a:pt x="513054" y="672490"/>
                  </a:lnTo>
                  <a:lnTo>
                    <a:pt x="258381" y="672490"/>
                  </a:lnTo>
                  <a:lnTo>
                    <a:pt x="211112" y="680110"/>
                  </a:lnTo>
                  <a:lnTo>
                    <a:pt x="170053" y="701344"/>
                  </a:lnTo>
                  <a:lnTo>
                    <a:pt x="137680" y="733717"/>
                  </a:lnTo>
                  <a:lnTo>
                    <a:pt x="116459" y="774763"/>
                  </a:lnTo>
                  <a:lnTo>
                    <a:pt x="108826" y="822032"/>
                  </a:lnTo>
                  <a:lnTo>
                    <a:pt x="108826" y="1460944"/>
                  </a:lnTo>
                  <a:lnTo>
                    <a:pt x="27393" y="1460944"/>
                  </a:lnTo>
                  <a:lnTo>
                    <a:pt x="16725" y="1463090"/>
                  </a:lnTo>
                  <a:lnTo>
                    <a:pt x="8013" y="1468970"/>
                  </a:lnTo>
                  <a:lnTo>
                    <a:pt x="2146" y="1477670"/>
                  </a:lnTo>
                  <a:lnTo>
                    <a:pt x="0" y="1488338"/>
                  </a:lnTo>
                  <a:lnTo>
                    <a:pt x="763282" y="1488338"/>
                  </a:lnTo>
                  <a:close/>
                </a:path>
                <a:path w="1334770" h="1488439">
                  <a:moveTo>
                    <a:pt x="1334516" y="256857"/>
                  </a:moveTo>
                  <a:lnTo>
                    <a:pt x="1321054" y="208000"/>
                  </a:lnTo>
                  <a:lnTo>
                    <a:pt x="1294460" y="169684"/>
                  </a:lnTo>
                  <a:lnTo>
                    <a:pt x="1245514" y="142443"/>
                  </a:lnTo>
                  <a:lnTo>
                    <a:pt x="1222032" y="144170"/>
                  </a:lnTo>
                  <a:lnTo>
                    <a:pt x="1197698" y="153035"/>
                  </a:lnTo>
                  <a:lnTo>
                    <a:pt x="1175359" y="165506"/>
                  </a:lnTo>
                  <a:lnTo>
                    <a:pt x="1157871" y="178015"/>
                  </a:lnTo>
                  <a:lnTo>
                    <a:pt x="1032891" y="81153"/>
                  </a:lnTo>
                  <a:lnTo>
                    <a:pt x="1029741" y="81546"/>
                  </a:lnTo>
                  <a:lnTo>
                    <a:pt x="1027658" y="84213"/>
                  </a:lnTo>
                  <a:lnTo>
                    <a:pt x="919010" y="0"/>
                  </a:lnTo>
                  <a:lnTo>
                    <a:pt x="894511" y="31597"/>
                  </a:lnTo>
                  <a:lnTo>
                    <a:pt x="1003185" y="115824"/>
                  </a:lnTo>
                  <a:lnTo>
                    <a:pt x="1001115" y="118491"/>
                  </a:lnTo>
                  <a:lnTo>
                    <a:pt x="1001509" y="121640"/>
                  </a:lnTo>
                  <a:lnTo>
                    <a:pt x="1129487" y="220827"/>
                  </a:lnTo>
                  <a:lnTo>
                    <a:pt x="1121511" y="246595"/>
                  </a:lnTo>
                  <a:lnTo>
                    <a:pt x="1116711" y="273050"/>
                  </a:lnTo>
                  <a:lnTo>
                    <a:pt x="1115695" y="297472"/>
                  </a:lnTo>
                  <a:lnTo>
                    <a:pt x="1119022" y="317195"/>
                  </a:lnTo>
                  <a:lnTo>
                    <a:pt x="1143203" y="347446"/>
                  </a:lnTo>
                  <a:lnTo>
                    <a:pt x="1202499" y="370052"/>
                  </a:lnTo>
                  <a:lnTo>
                    <a:pt x="1233741" y="373634"/>
                  </a:lnTo>
                  <a:lnTo>
                    <a:pt x="1257998" y="372313"/>
                  </a:lnTo>
                  <a:lnTo>
                    <a:pt x="1268704" y="366534"/>
                  </a:lnTo>
                  <a:lnTo>
                    <a:pt x="1257173" y="354812"/>
                  </a:lnTo>
                  <a:lnTo>
                    <a:pt x="1227874" y="339026"/>
                  </a:lnTo>
                  <a:lnTo>
                    <a:pt x="1195387" y="318338"/>
                  </a:lnTo>
                  <a:lnTo>
                    <a:pt x="1174292" y="291871"/>
                  </a:lnTo>
                  <a:lnTo>
                    <a:pt x="1172476" y="281495"/>
                  </a:lnTo>
                  <a:lnTo>
                    <a:pt x="1172527" y="264744"/>
                  </a:lnTo>
                  <a:lnTo>
                    <a:pt x="1204823" y="217081"/>
                  </a:lnTo>
                  <a:lnTo>
                    <a:pt x="1240929" y="207962"/>
                  </a:lnTo>
                  <a:lnTo>
                    <a:pt x="1251394" y="208749"/>
                  </a:lnTo>
                  <a:lnTo>
                    <a:pt x="1281010" y="224421"/>
                  </a:lnTo>
                  <a:lnTo>
                    <a:pt x="1304048" y="245148"/>
                  </a:lnTo>
                  <a:lnTo>
                    <a:pt x="1320660" y="262343"/>
                  </a:lnTo>
                  <a:lnTo>
                    <a:pt x="1331048" y="267449"/>
                  </a:lnTo>
                  <a:lnTo>
                    <a:pt x="1334516" y="256857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 descr=""/>
            <p:cNvSpPr/>
            <p:nvPr/>
          </p:nvSpPr>
          <p:spPr>
            <a:xfrm>
              <a:off x="4032973" y="3625627"/>
              <a:ext cx="687705" cy="1027430"/>
            </a:xfrm>
            <a:custGeom>
              <a:avLst/>
              <a:gdLst/>
              <a:ahLst/>
              <a:cxnLst/>
              <a:rect l="l" t="t" r="r" b="b"/>
              <a:pathLst>
                <a:path w="687704" h="1027429">
                  <a:moveTo>
                    <a:pt x="687438" y="210858"/>
                  </a:moveTo>
                  <a:lnTo>
                    <a:pt x="681469" y="193814"/>
                  </a:lnTo>
                  <a:lnTo>
                    <a:pt x="669048" y="179832"/>
                  </a:lnTo>
                  <a:lnTo>
                    <a:pt x="444931" y="10248"/>
                  </a:lnTo>
                  <a:lnTo>
                    <a:pt x="442455" y="9080"/>
                  </a:lnTo>
                  <a:lnTo>
                    <a:pt x="441312" y="8077"/>
                  </a:lnTo>
                  <a:lnTo>
                    <a:pt x="438302" y="7086"/>
                  </a:lnTo>
                  <a:lnTo>
                    <a:pt x="425564" y="977"/>
                  </a:lnTo>
                  <a:lnTo>
                    <a:pt x="419036" y="673"/>
                  </a:lnTo>
                  <a:lnTo>
                    <a:pt x="417029" y="0"/>
                  </a:lnTo>
                  <a:lnTo>
                    <a:pt x="411632" y="330"/>
                  </a:lnTo>
                  <a:lnTo>
                    <a:pt x="404876" y="0"/>
                  </a:lnTo>
                  <a:lnTo>
                    <a:pt x="402437" y="863"/>
                  </a:lnTo>
                  <a:lnTo>
                    <a:pt x="391490" y="1511"/>
                  </a:lnTo>
                  <a:lnTo>
                    <a:pt x="367626" y="12979"/>
                  </a:lnTo>
                  <a:lnTo>
                    <a:pt x="49530" y="252260"/>
                  </a:lnTo>
                  <a:lnTo>
                    <a:pt x="29362" y="275043"/>
                  </a:lnTo>
                  <a:lnTo>
                    <a:pt x="26428" y="283756"/>
                  </a:lnTo>
                  <a:lnTo>
                    <a:pt x="19342" y="293992"/>
                  </a:lnTo>
                  <a:lnTo>
                    <a:pt x="11049" y="331838"/>
                  </a:lnTo>
                  <a:lnTo>
                    <a:pt x="0" y="914247"/>
                  </a:lnTo>
                  <a:lnTo>
                    <a:pt x="8089" y="958011"/>
                  </a:lnTo>
                  <a:lnTo>
                    <a:pt x="31673" y="993902"/>
                  </a:lnTo>
                  <a:lnTo>
                    <a:pt x="67094" y="1018159"/>
                  </a:lnTo>
                  <a:lnTo>
                    <a:pt x="110705" y="1027074"/>
                  </a:lnTo>
                  <a:lnTo>
                    <a:pt x="154406" y="1018120"/>
                  </a:lnTo>
                  <a:lnTo>
                    <a:pt x="189865" y="993775"/>
                  </a:lnTo>
                  <a:lnTo>
                    <a:pt x="213436" y="957783"/>
                  </a:lnTo>
                  <a:lnTo>
                    <a:pt x="221424" y="913904"/>
                  </a:lnTo>
                  <a:lnTo>
                    <a:pt x="208597" y="331533"/>
                  </a:lnTo>
                  <a:lnTo>
                    <a:pt x="205968" y="319709"/>
                  </a:lnTo>
                  <a:lnTo>
                    <a:pt x="434251" y="132854"/>
                  </a:lnTo>
                  <a:lnTo>
                    <a:pt x="613105" y="256997"/>
                  </a:lnTo>
                  <a:lnTo>
                    <a:pt x="630212" y="264439"/>
                  </a:lnTo>
                  <a:lnTo>
                    <a:pt x="648246" y="264845"/>
                  </a:lnTo>
                  <a:lnTo>
                    <a:pt x="665137" y="258533"/>
                  </a:lnTo>
                  <a:lnTo>
                    <a:pt x="678840" y="245884"/>
                  </a:lnTo>
                  <a:lnTo>
                    <a:pt x="686663" y="228904"/>
                  </a:lnTo>
                  <a:lnTo>
                    <a:pt x="687438" y="2108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5" name="object 38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3990" y="4474920"/>
              <a:ext cx="79400" cy="79400"/>
            </a:xfrm>
            <a:prstGeom prst="rect">
              <a:avLst/>
            </a:prstGeom>
          </p:spPr>
        </p:pic>
        <p:pic>
          <p:nvPicPr>
            <p:cNvPr id="386" name="object 38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3990" y="3924452"/>
              <a:ext cx="79400" cy="79400"/>
            </a:xfrm>
            <a:prstGeom prst="rect">
              <a:avLst/>
            </a:prstGeom>
          </p:spPr>
        </p:pic>
        <p:sp>
          <p:nvSpPr>
            <p:cNvPr id="387" name="object 387" descr=""/>
            <p:cNvSpPr/>
            <p:nvPr/>
          </p:nvSpPr>
          <p:spPr>
            <a:xfrm>
              <a:off x="4401134" y="3673557"/>
              <a:ext cx="286385" cy="184785"/>
            </a:xfrm>
            <a:custGeom>
              <a:avLst/>
              <a:gdLst/>
              <a:ahLst/>
              <a:cxnLst/>
              <a:rect l="l" t="t" r="r" b="b"/>
              <a:pathLst>
                <a:path w="286385" h="184785">
                  <a:moveTo>
                    <a:pt x="55714" y="27863"/>
                  </a:moveTo>
                  <a:lnTo>
                    <a:pt x="53517" y="17018"/>
                  </a:lnTo>
                  <a:lnTo>
                    <a:pt x="47548" y="8166"/>
                  </a:lnTo>
                  <a:lnTo>
                    <a:pt x="38696" y="2197"/>
                  </a:lnTo>
                  <a:lnTo>
                    <a:pt x="27851" y="0"/>
                  </a:lnTo>
                  <a:lnTo>
                    <a:pt x="17005" y="2197"/>
                  </a:lnTo>
                  <a:lnTo>
                    <a:pt x="8153" y="8166"/>
                  </a:lnTo>
                  <a:lnTo>
                    <a:pt x="2184" y="17018"/>
                  </a:lnTo>
                  <a:lnTo>
                    <a:pt x="0" y="27863"/>
                  </a:lnTo>
                  <a:lnTo>
                    <a:pt x="2184" y="38709"/>
                  </a:lnTo>
                  <a:lnTo>
                    <a:pt x="8153" y="47561"/>
                  </a:lnTo>
                  <a:lnTo>
                    <a:pt x="17005" y="53543"/>
                  </a:lnTo>
                  <a:lnTo>
                    <a:pt x="27851" y="55727"/>
                  </a:lnTo>
                  <a:lnTo>
                    <a:pt x="38696" y="53543"/>
                  </a:lnTo>
                  <a:lnTo>
                    <a:pt x="47548" y="47561"/>
                  </a:lnTo>
                  <a:lnTo>
                    <a:pt x="53517" y="38709"/>
                  </a:lnTo>
                  <a:lnTo>
                    <a:pt x="55714" y="27863"/>
                  </a:lnTo>
                  <a:close/>
                </a:path>
                <a:path w="286385" h="184785">
                  <a:moveTo>
                    <a:pt x="286321" y="166052"/>
                  </a:moveTo>
                  <a:lnTo>
                    <a:pt x="284861" y="158775"/>
                  </a:lnTo>
                  <a:lnTo>
                    <a:pt x="280847" y="152831"/>
                  </a:lnTo>
                  <a:lnTo>
                    <a:pt x="274904" y="148818"/>
                  </a:lnTo>
                  <a:lnTo>
                    <a:pt x="267614" y="147345"/>
                  </a:lnTo>
                  <a:lnTo>
                    <a:pt x="260337" y="148818"/>
                  </a:lnTo>
                  <a:lnTo>
                    <a:pt x="254381" y="152831"/>
                  </a:lnTo>
                  <a:lnTo>
                    <a:pt x="250367" y="158775"/>
                  </a:lnTo>
                  <a:lnTo>
                    <a:pt x="248907" y="166052"/>
                  </a:lnTo>
                  <a:lnTo>
                    <a:pt x="250367" y="173342"/>
                  </a:lnTo>
                  <a:lnTo>
                    <a:pt x="254381" y="179285"/>
                  </a:lnTo>
                  <a:lnTo>
                    <a:pt x="260337" y="183299"/>
                  </a:lnTo>
                  <a:lnTo>
                    <a:pt x="267614" y="184772"/>
                  </a:lnTo>
                  <a:lnTo>
                    <a:pt x="274904" y="183299"/>
                  </a:lnTo>
                  <a:lnTo>
                    <a:pt x="280847" y="179285"/>
                  </a:lnTo>
                  <a:lnTo>
                    <a:pt x="284861" y="173342"/>
                  </a:lnTo>
                  <a:lnTo>
                    <a:pt x="286321" y="166052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6782327" y="4060190"/>
              <a:ext cx="685800" cy="478790"/>
            </a:xfrm>
            <a:custGeom>
              <a:avLst/>
              <a:gdLst/>
              <a:ahLst/>
              <a:cxnLst/>
              <a:rect l="l" t="t" r="r" b="b"/>
              <a:pathLst>
                <a:path w="685800" h="478789">
                  <a:moveTo>
                    <a:pt x="685759" y="0"/>
                  </a:moveTo>
                  <a:lnTo>
                    <a:pt x="0" y="0"/>
                  </a:lnTo>
                  <a:lnTo>
                    <a:pt x="0" y="478477"/>
                  </a:lnTo>
                  <a:lnTo>
                    <a:pt x="685759" y="478477"/>
                  </a:lnTo>
                  <a:lnTo>
                    <a:pt x="685759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6822116" y="4101068"/>
              <a:ext cx="600710" cy="394335"/>
            </a:xfrm>
            <a:custGeom>
              <a:avLst/>
              <a:gdLst/>
              <a:ahLst/>
              <a:cxnLst/>
              <a:rect l="l" t="t" r="r" b="b"/>
              <a:pathLst>
                <a:path w="600709" h="394335">
                  <a:moveTo>
                    <a:pt x="600505" y="0"/>
                  </a:moveTo>
                  <a:lnTo>
                    <a:pt x="0" y="0"/>
                  </a:lnTo>
                  <a:lnTo>
                    <a:pt x="0" y="393946"/>
                  </a:lnTo>
                  <a:lnTo>
                    <a:pt x="600505" y="393946"/>
                  </a:lnTo>
                  <a:lnTo>
                    <a:pt x="600505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6809145" y="4082493"/>
              <a:ext cx="626745" cy="434340"/>
            </a:xfrm>
            <a:custGeom>
              <a:avLst/>
              <a:gdLst/>
              <a:ahLst/>
              <a:cxnLst/>
              <a:rect l="l" t="t" r="r" b="b"/>
              <a:pathLst>
                <a:path w="626745" h="434339">
                  <a:moveTo>
                    <a:pt x="604473" y="0"/>
                  </a:moveTo>
                  <a:lnTo>
                    <a:pt x="0" y="400699"/>
                  </a:lnTo>
                  <a:lnTo>
                    <a:pt x="21978" y="433861"/>
                  </a:lnTo>
                  <a:lnTo>
                    <a:pt x="626452" y="33161"/>
                  </a:lnTo>
                  <a:lnTo>
                    <a:pt x="604473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5758944" y="3987742"/>
              <a:ext cx="532130" cy="551180"/>
            </a:xfrm>
            <a:custGeom>
              <a:avLst/>
              <a:gdLst/>
              <a:ahLst/>
              <a:cxnLst/>
              <a:rect l="l" t="t" r="r" b="b"/>
              <a:pathLst>
                <a:path w="532129" h="551179">
                  <a:moveTo>
                    <a:pt x="531795" y="0"/>
                  </a:moveTo>
                  <a:lnTo>
                    <a:pt x="0" y="0"/>
                  </a:lnTo>
                  <a:lnTo>
                    <a:pt x="0" y="550925"/>
                  </a:lnTo>
                  <a:lnTo>
                    <a:pt x="531795" y="550925"/>
                  </a:lnTo>
                  <a:lnTo>
                    <a:pt x="531795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5817927" y="4403258"/>
              <a:ext cx="120014" cy="47625"/>
            </a:xfrm>
            <a:custGeom>
              <a:avLst/>
              <a:gdLst/>
              <a:ahLst/>
              <a:cxnLst/>
              <a:rect l="l" t="t" r="r" b="b"/>
              <a:pathLst>
                <a:path w="120014" h="47625">
                  <a:moveTo>
                    <a:pt x="119870" y="0"/>
                  </a:moveTo>
                  <a:lnTo>
                    <a:pt x="0" y="0"/>
                  </a:lnTo>
                  <a:lnTo>
                    <a:pt x="0" y="47276"/>
                  </a:lnTo>
                  <a:lnTo>
                    <a:pt x="119870" y="47276"/>
                  </a:lnTo>
                  <a:lnTo>
                    <a:pt x="119870" y="0"/>
                  </a:lnTo>
                  <a:close/>
                </a:path>
              </a:pathLst>
            </a:custGeom>
            <a:solidFill>
              <a:srgbClr val="F4E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 descr=""/>
            <p:cNvSpPr/>
            <p:nvPr/>
          </p:nvSpPr>
          <p:spPr>
            <a:xfrm>
              <a:off x="3310003" y="4090556"/>
              <a:ext cx="315595" cy="448309"/>
            </a:xfrm>
            <a:custGeom>
              <a:avLst/>
              <a:gdLst/>
              <a:ahLst/>
              <a:cxnLst/>
              <a:rect l="l" t="t" r="r" b="b"/>
              <a:pathLst>
                <a:path w="315595" h="448310">
                  <a:moveTo>
                    <a:pt x="315027" y="0"/>
                  </a:moveTo>
                  <a:lnTo>
                    <a:pt x="0" y="0"/>
                  </a:lnTo>
                  <a:lnTo>
                    <a:pt x="0" y="448112"/>
                  </a:lnTo>
                  <a:lnTo>
                    <a:pt x="315027" y="448112"/>
                  </a:lnTo>
                  <a:lnTo>
                    <a:pt x="315027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7039622" y="4384002"/>
              <a:ext cx="267335" cy="385445"/>
            </a:xfrm>
            <a:custGeom>
              <a:avLst/>
              <a:gdLst/>
              <a:ahLst/>
              <a:cxnLst/>
              <a:rect l="l" t="t" r="r" b="b"/>
              <a:pathLst>
                <a:path w="267334" h="385445">
                  <a:moveTo>
                    <a:pt x="260651" y="0"/>
                  </a:moveTo>
                  <a:lnTo>
                    <a:pt x="6104" y="0"/>
                  </a:lnTo>
                  <a:lnTo>
                    <a:pt x="0" y="6114"/>
                  </a:lnTo>
                  <a:lnTo>
                    <a:pt x="0" y="384941"/>
                  </a:lnTo>
                  <a:lnTo>
                    <a:pt x="266756" y="384941"/>
                  </a:lnTo>
                  <a:lnTo>
                    <a:pt x="266756" y="6114"/>
                  </a:lnTo>
                  <a:lnTo>
                    <a:pt x="260651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7085782" y="4425233"/>
              <a:ext cx="174625" cy="122555"/>
            </a:xfrm>
            <a:custGeom>
              <a:avLst/>
              <a:gdLst/>
              <a:ahLst/>
              <a:cxnLst/>
              <a:rect l="l" t="t" r="r" b="b"/>
              <a:pathLst>
                <a:path w="174625" h="122554">
                  <a:moveTo>
                    <a:pt x="169073" y="0"/>
                  </a:moveTo>
                  <a:lnTo>
                    <a:pt x="5361" y="0"/>
                  </a:lnTo>
                  <a:lnTo>
                    <a:pt x="0" y="5361"/>
                  </a:lnTo>
                  <a:lnTo>
                    <a:pt x="0" y="116771"/>
                  </a:lnTo>
                  <a:lnTo>
                    <a:pt x="5361" y="122142"/>
                  </a:lnTo>
                  <a:lnTo>
                    <a:pt x="11989" y="122142"/>
                  </a:lnTo>
                  <a:lnTo>
                    <a:pt x="169073" y="122142"/>
                  </a:lnTo>
                  <a:lnTo>
                    <a:pt x="174444" y="116771"/>
                  </a:lnTo>
                  <a:lnTo>
                    <a:pt x="174444" y="5361"/>
                  </a:lnTo>
                  <a:lnTo>
                    <a:pt x="169073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7088089" y="4593354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59" h="35560">
                  <a:moveTo>
                    <a:pt x="17609" y="0"/>
                  </a:moveTo>
                  <a:lnTo>
                    <a:pt x="10984" y="1289"/>
                  </a:lnTo>
                  <a:lnTo>
                    <a:pt x="5159" y="5159"/>
                  </a:lnTo>
                  <a:lnTo>
                    <a:pt x="1289" y="10984"/>
                  </a:lnTo>
                  <a:lnTo>
                    <a:pt x="0" y="17609"/>
                  </a:lnTo>
                  <a:lnTo>
                    <a:pt x="1289" y="24233"/>
                  </a:lnTo>
                  <a:lnTo>
                    <a:pt x="5159" y="30059"/>
                  </a:lnTo>
                  <a:lnTo>
                    <a:pt x="10984" y="33928"/>
                  </a:lnTo>
                  <a:lnTo>
                    <a:pt x="17609" y="35218"/>
                  </a:lnTo>
                  <a:lnTo>
                    <a:pt x="24233" y="33928"/>
                  </a:lnTo>
                  <a:lnTo>
                    <a:pt x="30059" y="30059"/>
                  </a:lnTo>
                  <a:lnTo>
                    <a:pt x="33928" y="24233"/>
                  </a:lnTo>
                  <a:lnTo>
                    <a:pt x="35218" y="17609"/>
                  </a:lnTo>
                  <a:lnTo>
                    <a:pt x="33928" y="10984"/>
                  </a:lnTo>
                  <a:lnTo>
                    <a:pt x="30059" y="5159"/>
                  </a:lnTo>
                  <a:lnTo>
                    <a:pt x="24233" y="1289"/>
                  </a:lnTo>
                  <a:lnTo>
                    <a:pt x="17609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 descr=""/>
            <p:cNvSpPr/>
            <p:nvPr/>
          </p:nvSpPr>
          <p:spPr>
            <a:xfrm>
              <a:off x="7091472" y="4447325"/>
              <a:ext cx="162560" cy="77470"/>
            </a:xfrm>
            <a:custGeom>
              <a:avLst/>
              <a:gdLst/>
              <a:ahLst/>
              <a:cxnLst/>
              <a:rect l="l" t="t" r="r" b="b"/>
              <a:pathLst>
                <a:path w="162559" h="77470">
                  <a:moveTo>
                    <a:pt x="6942" y="0"/>
                  </a:moveTo>
                  <a:lnTo>
                    <a:pt x="1204" y="2764"/>
                  </a:lnTo>
                  <a:lnTo>
                    <a:pt x="0" y="6209"/>
                  </a:lnTo>
                  <a:lnTo>
                    <a:pt x="33485" y="75882"/>
                  </a:lnTo>
                  <a:lnTo>
                    <a:pt x="35517" y="77139"/>
                  </a:lnTo>
                  <a:lnTo>
                    <a:pt x="37716" y="77139"/>
                  </a:lnTo>
                  <a:lnTo>
                    <a:pt x="40564" y="76929"/>
                  </a:lnTo>
                  <a:lnTo>
                    <a:pt x="42574" y="75285"/>
                  </a:lnTo>
                  <a:lnTo>
                    <a:pt x="54029" y="36333"/>
                  </a:lnTo>
                  <a:lnTo>
                    <a:pt x="71547" y="66950"/>
                  </a:lnTo>
                  <a:lnTo>
                    <a:pt x="73160" y="68008"/>
                  </a:lnTo>
                  <a:lnTo>
                    <a:pt x="76783" y="68437"/>
                  </a:lnTo>
                  <a:lnTo>
                    <a:pt x="78594" y="67778"/>
                  </a:lnTo>
                  <a:lnTo>
                    <a:pt x="93180" y="52270"/>
                  </a:lnTo>
                  <a:lnTo>
                    <a:pt x="112719" y="76521"/>
                  </a:lnTo>
                  <a:lnTo>
                    <a:pt x="114656" y="77317"/>
                  </a:lnTo>
                  <a:lnTo>
                    <a:pt x="118561" y="76887"/>
                  </a:lnTo>
                  <a:lnTo>
                    <a:pt x="120279" y="75683"/>
                  </a:lnTo>
                  <a:lnTo>
                    <a:pt x="141199" y="33119"/>
                  </a:lnTo>
                  <a:lnTo>
                    <a:pt x="152644" y="49778"/>
                  </a:lnTo>
                  <a:lnTo>
                    <a:pt x="156225" y="50448"/>
                  </a:lnTo>
                  <a:lnTo>
                    <a:pt x="161481" y="46836"/>
                  </a:lnTo>
                  <a:lnTo>
                    <a:pt x="162152" y="43244"/>
                  </a:lnTo>
                  <a:lnTo>
                    <a:pt x="143964" y="16774"/>
                  </a:lnTo>
                  <a:lnTo>
                    <a:pt x="141995" y="15821"/>
                  </a:lnTo>
                  <a:lnTo>
                    <a:pt x="137912" y="16125"/>
                  </a:lnTo>
                  <a:lnTo>
                    <a:pt x="136100" y="17350"/>
                  </a:lnTo>
                  <a:lnTo>
                    <a:pt x="114792" y="60710"/>
                  </a:lnTo>
                  <a:lnTo>
                    <a:pt x="96960" y="38585"/>
                  </a:lnTo>
                  <a:lnTo>
                    <a:pt x="95410" y="37799"/>
                  </a:lnTo>
                  <a:lnTo>
                    <a:pt x="92070" y="37674"/>
                  </a:lnTo>
                  <a:lnTo>
                    <a:pt x="90457" y="38333"/>
                  </a:lnTo>
                  <a:lnTo>
                    <a:pt x="76783" y="52867"/>
                  </a:lnTo>
                  <a:lnTo>
                    <a:pt x="56176" y="16858"/>
                  </a:lnTo>
                  <a:lnTo>
                    <a:pt x="53935" y="15727"/>
                  </a:lnTo>
                  <a:lnTo>
                    <a:pt x="49349" y="16271"/>
                  </a:lnTo>
                  <a:lnTo>
                    <a:pt x="47433" y="17884"/>
                  </a:lnTo>
                  <a:lnTo>
                    <a:pt x="36417" y="55349"/>
                  </a:lnTo>
                  <a:lnTo>
                    <a:pt x="10387" y="1214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rgbClr val="9DDCF8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 descr=""/>
            <p:cNvSpPr/>
            <p:nvPr/>
          </p:nvSpPr>
          <p:spPr>
            <a:xfrm>
              <a:off x="7148703" y="4591525"/>
              <a:ext cx="118745" cy="45085"/>
            </a:xfrm>
            <a:custGeom>
              <a:avLst/>
              <a:gdLst/>
              <a:ahLst/>
              <a:cxnLst/>
              <a:rect l="l" t="t" r="r" b="b"/>
              <a:pathLst>
                <a:path w="118745" h="45085">
                  <a:moveTo>
                    <a:pt x="118237" y="34264"/>
                  </a:moveTo>
                  <a:lnTo>
                    <a:pt x="115227" y="31267"/>
                  </a:lnTo>
                  <a:lnTo>
                    <a:pt x="3009" y="31267"/>
                  </a:lnTo>
                  <a:lnTo>
                    <a:pt x="0" y="34264"/>
                  </a:lnTo>
                  <a:lnTo>
                    <a:pt x="0" y="41694"/>
                  </a:lnTo>
                  <a:lnTo>
                    <a:pt x="3009" y="44704"/>
                  </a:lnTo>
                  <a:lnTo>
                    <a:pt x="6718" y="44704"/>
                  </a:lnTo>
                  <a:lnTo>
                    <a:pt x="115227" y="44704"/>
                  </a:lnTo>
                  <a:lnTo>
                    <a:pt x="118237" y="41694"/>
                  </a:lnTo>
                  <a:lnTo>
                    <a:pt x="118237" y="34264"/>
                  </a:lnTo>
                  <a:close/>
                </a:path>
                <a:path w="118745" h="45085">
                  <a:moveTo>
                    <a:pt x="118237" y="3009"/>
                  </a:moveTo>
                  <a:lnTo>
                    <a:pt x="114058" y="0"/>
                  </a:lnTo>
                  <a:lnTo>
                    <a:pt x="16332" y="0"/>
                  </a:lnTo>
                  <a:lnTo>
                    <a:pt x="12166" y="3009"/>
                  </a:lnTo>
                  <a:lnTo>
                    <a:pt x="12166" y="10439"/>
                  </a:lnTo>
                  <a:lnTo>
                    <a:pt x="16332" y="13436"/>
                  </a:lnTo>
                  <a:lnTo>
                    <a:pt x="21475" y="13436"/>
                  </a:lnTo>
                  <a:lnTo>
                    <a:pt x="114058" y="13436"/>
                  </a:lnTo>
                  <a:lnTo>
                    <a:pt x="118237" y="10439"/>
                  </a:lnTo>
                  <a:lnTo>
                    <a:pt x="118237" y="3009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10990385" y="4388096"/>
              <a:ext cx="267335" cy="381000"/>
            </a:xfrm>
            <a:custGeom>
              <a:avLst/>
              <a:gdLst/>
              <a:ahLst/>
              <a:cxnLst/>
              <a:rect l="l" t="t" r="r" b="b"/>
              <a:pathLst>
                <a:path w="267334" h="381000">
                  <a:moveTo>
                    <a:pt x="260651" y="0"/>
                  </a:moveTo>
                  <a:lnTo>
                    <a:pt x="6104" y="0"/>
                  </a:lnTo>
                  <a:lnTo>
                    <a:pt x="0" y="6104"/>
                  </a:lnTo>
                  <a:lnTo>
                    <a:pt x="0" y="380847"/>
                  </a:lnTo>
                  <a:lnTo>
                    <a:pt x="266756" y="380847"/>
                  </a:lnTo>
                  <a:lnTo>
                    <a:pt x="266756" y="6104"/>
                  </a:lnTo>
                  <a:lnTo>
                    <a:pt x="260651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11036545" y="4429311"/>
              <a:ext cx="174625" cy="122555"/>
            </a:xfrm>
            <a:custGeom>
              <a:avLst/>
              <a:gdLst/>
              <a:ahLst/>
              <a:cxnLst/>
              <a:rect l="l" t="t" r="r" b="b"/>
              <a:pathLst>
                <a:path w="174625" h="122554">
                  <a:moveTo>
                    <a:pt x="169073" y="0"/>
                  </a:moveTo>
                  <a:lnTo>
                    <a:pt x="5361" y="0"/>
                  </a:lnTo>
                  <a:lnTo>
                    <a:pt x="0" y="5371"/>
                  </a:lnTo>
                  <a:lnTo>
                    <a:pt x="0" y="116781"/>
                  </a:lnTo>
                  <a:lnTo>
                    <a:pt x="5361" y="122153"/>
                  </a:lnTo>
                  <a:lnTo>
                    <a:pt x="11989" y="122153"/>
                  </a:lnTo>
                  <a:lnTo>
                    <a:pt x="169073" y="122153"/>
                  </a:lnTo>
                  <a:lnTo>
                    <a:pt x="174444" y="116781"/>
                  </a:lnTo>
                  <a:lnTo>
                    <a:pt x="174444" y="5371"/>
                  </a:lnTo>
                  <a:lnTo>
                    <a:pt x="169073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11038851" y="4597442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59" h="35560">
                  <a:moveTo>
                    <a:pt x="17609" y="0"/>
                  </a:moveTo>
                  <a:lnTo>
                    <a:pt x="10984" y="1289"/>
                  </a:lnTo>
                  <a:lnTo>
                    <a:pt x="5159" y="5159"/>
                  </a:lnTo>
                  <a:lnTo>
                    <a:pt x="1289" y="10984"/>
                  </a:lnTo>
                  <a:lnTo>
                    <a:pt x="0" y="17609"/>
                  </a:lnTo>
                  <a:lnTo>
                    <a:pt x="1289" y="24233"/>
                  </a:lnTo>
                  <a:lnTo>
                    <a:pt x="5159" y="30059"/>
                  </a:lnTo>
                  <a:lnTo>
                    <a:pt x="10984" y="33928"/>
                  </a:lnTo>
                  <a:lnTo>
                    <a:pt x="17609" y="35218"/>
                  </a:lnTo>
                  <a:lnTo>
                    <a:pt x="24233" y="33928"/>
                  </a:lnTo>
                  <a:lnTo>
                    <a:pt x="30059" y="30059"/>
                  </a:lnTo>
                  <a:lnTo>
                    <a:pt x="33928" y="24233"/>
                  </a:lnTo>
                  <a:lnTo>
                    <a:pt x="35218" y="17609"/>
                  </a:lnTo>
                  <a:lnTo>
                    <a:pt x="33928" y="10984"/>
                  </a:lnTo>
                  <a:lnTo>
                    <a:pt x="30059" y="5159"/>
                  </a:lnTo>
                  <a:lnTo>
                    <a:pt x="24233" y="1289"/>
                  </a:lnTo>
                  <a:lnTo>
                    <a:pt x="17609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11042235" y="4451413"/>
              <a:ext cx="162560" cy="77470"/>
            </a:xfrm>
            <a:custGeom>
              <a:avLst/>
              <a:gdLst/>
              <a:ahLst/>
              <a:cxnLst/>
              <a:rect l="l" t="t" r="r" b="b"/>
              <a:pathLst>
                <a:path w="162559" h="77470">
                  <a:moveTo>
                    <a:pt x="6942" y="0"/>
                  </a:moveTo>
                  <a:lnTo>
                    <a:pt x="1204" y="2764"/>
                  </a:lnTo>
                  <a:lnTo>
                    <a:pt x="0" y="6209"/>
                  </a:lnTo>
                  <a:lnTo>
                    <a:pt x="33485" y="75882"/>
                  </a:lnTo>
                  <a:lnTo>
                    <a:pt x="35517" y="77139"/>
                  </a:lnTo>
                  <a:lnTo>
                    <a:pt x="37716" y="77139"/>
                  </a:lnTo>
                  <a:lnTo>
                    <a:pt x="40564" y="76929"/>
                  </a:lnTo>
                  <a:lnTo>
                    <a:pt x="42574" y="75285"/>
                  </a:lnTo>
                  <a:lnTo>
                    <a:pt x="54029" y="36333"/>
                  </a:lnTo>
                  <a:lnTo>
                    <a:pt x="71547" y="66950"/>
                  </a:lnTo>
                  <a:lnTo>
                    <a:pt x="73160" y="68008"/>
                  </a:lnTo>
                  <a:lnTo>
                    <a:pt x="76783" y="68437"/>
                  </a:lnTo>
                  <a:lnTo>
                    <a:pt x="78594" y="67778"/>
                  </a:lnTo>
                  <a:lnTo>
                    <a:pt x="93180" y="52270"/>
                  </a:lnTo>
                  <a:lnTo>
                    <a:pt x="112719" y="76521"/>
                  </a:lnTo>
                  <a:lnTo>
                    <a:pt x="114656" y="77317"/>
                  </a:lnTo>
                  <a:lnTo>
                    <a:pt x="118561" y="76887"/>
                  </a:lnTo>
                  <a:lnTo>
                    <a:pt x="120279" y="75683"/>
                  </a:lnTo>
                  <a:lnTo>
                    <a:pt x="141199" y="33119"/>
                  </a:lnTo>
                  <a:lnTo>
                    <a:pt x="152644" y="49778"/>
                  </a:lnTo>
                  <a:lnTo>
                    <a:pt x="156225" y="50448"/>
                  </a:lnTo>
                  <a:lnTo>
                    <a:pt x="161481" y="46836"/>
                  </a:lnTo>
                  <a:lnTo>
                    <a:pt x="162152" y="43244"/>
                  </a:lnTo>
                  <a:lnTo>
                    <a:pt x="143964" y="16774"/>
                  </a:lnTo>
                  <a:lnTo>
                    <a:pt x="141995" y="15821"/>
                  </a:lnTo>
                  <a:lnTo>
                    <a:pt x="137912" y="16125"/>
                  </a:lnTo>
                  <a:lnTo>
                    <a:pt x="136100" y="17350"/>
                  </a:lnTo>
                  <a:lnTo>
                    <a:pt x="114792" y="60710"/>
                  </a:lnTo>
                  <a:lnTo>
                    <a:pt x="96960" y="38585"/>
                  </a:lnTo>
                  <a:lnTo>
                    <a:pt x="95410" y="37799"/>
                  </a:lnTo>
                  <a:lnTo>
                    <a:pt x="92070" y="37674"/>
                  </a:lnTo>
                  <a:lnTo>
                    <a:pt x="90457" y="38333"/>
                  </a:lnTo>
                  <a:lnTo>
                    <a:pt x="76783" y="52867"/>
                  </a:lnTo>
                  <a:lnTo>
                    <a:pt x="56176" y="16858"/>
                  </a:lnTo>
                  <a:lnTo>
                    <a:pt x="53935" y="15727"/>
                  </a:lnTo>
                  <a:lnTo>
                    <a:pt x="49349" y="16271"/>
                  </a:lnTo>
                  <a:lnTo>
                    <a:pt x="47433" y="17884"/>
                  </a:lnTo>
                  <a:lnTo>
                    <a:pt x="36417" y="55359"/>
                  </a:lnTo>
                  <a:lnTo>
                    <a:pt x="10387" y="1214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rgbClr val="9DDCF8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11099470" y="4595615"/>
              <a:ext cx="118745" cy="45085"/>
            </a:xfrm>
            <a:custGeom>
              <a:avLst/>
              <a:gdLst/>
              <a:ahLst/>
              <a:cxnLst/>
              <a:rect l="l" t="t" r="r" b="b"/>
              <a:pathLst>
                <a:path w="118745" h="45085">
                  <a:moveTo>
                    <a:pt x="118224" y="34264"/>
                  </a:moveTo>
                  <a:lnTo>
                    <a:pt x="115227" y="31267"/>
                  </a:lnTo>
                  <a:lnTo>
                    <a:pt x="3009" y="31267"/>
                  </a:lnTo>
                  <a:lnTo>
                    <a:pt x="0" y="34264"/>
                  </a:lnTo>
                  <a:lnTo>
                    <a:pt x="0" y="41694"/>
                  </a:lnTo>
                  <a:lnTo>
                    <a:pt x="3009" y="44691"/>
                  </a:lnTo>
                  <a:lnTo>
                    <a:pt x="6718" y="44691"/>
                  </a:lnTo>
                  <a:lnTo>
                    <a:pt x="115227" y="44691"/>
                  </a:lnTo>
                  <a:lnTo>
                    <a:pt x="118224" y="41694"/>
                  </a:lnTo>
                  <a:lnTo>
                    <a:pt x="118224" y="34264"/>
                  </a:lnTo>
                  <a:close/>
                </a:path>
                <a:path w="118745" h="45085">
                  <a:moveTo>
                    <a:pt x="118224" y="3009"/>
                  </a:moveTo>
                  <a:lnTo>
                    <a:pt x="114058" y="0"/>
                  </a:lnTo>
                  <a:lnTo>
                    <a:pt x="16332" y="0"/>
                  </a:lnTo>
                  <a:lnTo>
                    <a:pt x="12153" y="3009"/>
                  </a:lnTo>
                  <a:lnTo>
                    <a:pt x="12153" y="10426"/>
                  </a:lnTo>
                  <a:lnTo>
                    <a:pt x="16332" y="13436"/>
                  </a:lnTo>
                  <a:lnTo>
                    <a:pt x="21475" y="13436"/>
                  </a:lnTo>
                  <a:lnTo>
                    <a:pt x="114058" y="13436"/>
                  </a:lnTo>
                  <a:lnTo>
                    <a:pt x="118224" y="10426"/>
                  </a:lnTo>
                  <a:lnTo>
                    <a:pt x="118224" y="3009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14255026" y="3587857"/>
              <a:ext cx="2047875" cy="1388745"/>
            </a:xfrm>
            <a:custGeom>
              <a:avLst/>
              <a:gdLst/>
              <a:ahLst/>
              <a:cxnLst/>
              <a:rect l="l" t="t" r="r" b="b"/>
              <a:pathLst>
                <a:path w="2047875" h="1388745">
                  <a:moveTo>
                    <a:pt x="1098892" y="1098067"/>
                  </a:moveTo>
                  <a:lnTo>
                    <a:pt x="1096111" y="1086205"/>
                  </a:lnTo>
                  <a:lnTo>
                    <a:pt x="1072349" y="984542"/>
                  </a:lnTo>
                  <a:lnTo>
                    <a:pt x="1065885" y="942619"/>
                  </a:lnTo>
                  <a:lnTo>
                    <a:pt x="1059205" y="898931"/>
                  </a:lnTo>
                  <a:lnTo>
                    <a:pt x="1052169" y="853694"/>
                  </a:lnTo>
                  <a:lnTo>
                    <a:pt x="1044638" y="807072"/>
                  </a:lnTo>
                  <a:lnTo>
                    <a:pt x="1036447" y="759282"/>
                  </a:lnTo>
                  <a:lnTo>
                    <a:pt x="1027468" y="710514"/>
                  </a:lnTo>
                  <a:lnTo>
                    <a:pt x="1017549" y="660971"/>
                  </a:lnTo>
                  <a:lnTo>
                    <a:pt x="1006500" y="610666"/>
                  </a:lnTo>
                  <a:lnTo>
                    <a:pt x="997000" y="571436"/>
                  </a:lnTo>
                  <a:lnTo>
                    <a:pt x="997000" y="786917"/>
                  </a:lnTo>
                  <a:lnTo>
                    <a:pt x="921651" y="633412"/>
                  </a:lnTo>
                  <a:lnTo>
                    <a:pt x="912075" y="613905"/>
                  </a:lnTo>
                  <a:lnTo>
                    <a:pt x="872363" y="633412"/>
                  </a:lnTo>
                  <a:lnTo>
                    <a:pt x="857161" y="601865"/>
                  </a:lnTo>
                  <a:lnTo>
                    <a:pt x="850633" y="588327"/>
                  </a:lnTo>
                  <a:lnTo>
                    <a:pt x="906208" y="561530"/>
                  </a:lnTo>
                  <a:lnTo>
                    <a:pt x="912863" y="556374"/>
                  </a:lnTo>
                  <a:lnTo>
                    <a:pt x="916711" y="549224"/>
                  </a:lnTo>
                  <a:lnTo>
                    <a:pt x="917422" y="541096"/>
                  </a:lnTo>
                  <a:lnTo>
                    <a:pt x="914628" y="533019"/>
                  </a:lnTo>
                  <a:lnTo>
                    <a:pt x="909510" y="527456"/>
                  </a:lnTo>
                  <a:lnTo>
                    <a:pt x="902817" y="524319"/>
                  </a:lnTo>
                  <a:lnTo>
                    <a:pt x="895375" y="523709"/>
                  </a:lnTo>
                  <a:lnTo>
                    <a:pt x="888009" y="525754"/>
                  </a:lnTo>
                  <a:lnTo>
                    <a:pt x="739216" y="597509"/>
                  </a:lnTo>
                  <a:lnTo>
                    <a:pt x="730186" y="602856"/>
                  </a:lnTo>
                  <a:lnTo>
                    <a:pt x="721639" y="610666"/>
                  </a:lnTo>
                  <a:lnTo>
                    <a:pt x="716508" y="620547"/>
                  </a:lnTo>
                  <a:lnTo>
                    <a:pt x="717753" y="632079"/>
                  </a:lnTo>
                  <a:lnTo>
                    <a:pt x="721499" y="638124"/>
                  </a:lnTo>
                  <a:lnTo>
                    <a:pt x="726516" y="642175"/>
                  </a:lnTo>
                  <a:lnTo>
                    <a:pt x="732510" y="643661"/>
                  </a:lnTo>
                  <a:lnTo>
                    <a:pt x="739216" y="642048"/>
                  </a:lnTo>
                  <a:lnTo>
                    <a:pt x="822553" y="601865"/>
                  </a:lnTo>
                  <a:lnTo>
                    <a:pt x="844384" y="647141"/>
                  </a:lnTo>
                  <a:lnTo>
                    <a:pt x="812165" y="662952"/>
                  </a:lnTo>
                  <a:lnTo>
                    <a:pt x="975106" y="994854"/>
                  </a:lnTo>
                  <a:lnTo>
                    <a:pt x="925118" y="1021346"/>
                  </a:lnTo>
                  <a:lnTo>
                    <a:pt x="883945" y="1051394"/>
                  </a:lnTo>
                  <a:lnTo>
                    <a:pt x="856005" y="1076007"/>
                  </a:lnTo>
                  <a:lnTo>
                    <a:pt x="845718" y="1086205"/>
                  </a:lnTo>
                  <a:lnTo>
                    <a:pt x="702462" y="1086205"/>
                  </a:lnTo>
                  <a:lnTo>
                    <a:pt x="702462" y="989977"/>
                  </a:lnTo>
                  <a:lnTo>
                    <a:pt x="699211" y="956640"/>
                  </a:lnTo>
                  <a:lnTo>
                    <a:pt x="698360" y="947826"/>
                  </a:lnTo>
                  <a:lnTo>
                    <a:pt x="686346" y="907618"/>
                  </a:lnTo>
                  <a:lnTo>
                    <a:pt x="666864" y="870458"/>
                  </a:lnTo>
                  <a:lnTo>
                    <a:pt x="640372" y="837425"/>
                  </a:lnTo>
                  <a:lnTo>
                    <a:pt x="650544" y="835152"/>
                  </a:lnTo>
                  <a:lnTo>
                    <a:pt x="658812" y="829411"/>
                  </a:lnTo>
                  <a:lnTo>
                    <a:pt x="664362" y="821016"/>
                  </a:lnTo>
                  <a:lnTo>
                    <a:pt x="666394" y="810793"/>
                  </a:lnTo>
                  <a:lnTo>
                    <a:pt x="666394" y="804938"/>
                  </a:lnTo>
                  <a:lnTo>
                    <a:pt x="664260" y="794499"/>
                  </a:lnTo>
                  <a:lnTo>
                    <a:pt x="658482" y="786003"/>
                  </a:lnTo>
                  <a:lnTo>
                    <a:pt x="651205" y="781177"/>
                  </a:lnTo>
                  <a:lnTo>
                    <a:pt x="649909" y="780313"/>
                  </a:lnTo>
                  <a:lnTo>
                    <a:pt x="639445" y="778319"/>
                  </a:lnTo>
                  <a:lnTo>
                    <a:pt x="397764" y="781177"/>
                  </a:lnTo>
                  <a:lnTo>
                    <a:pt x="409930" y="714527"/>
                  </a:lnTo>
                  <a:lnTo>
                    <a:pt x="411264" y="707199"/>
                  </a:lnTo>
                  <a:lnTo>
                    <a:pt x="419633" y="647484"/>
                  </a:lnTo>
                  <a:lnTo>
                    <a:pt x="423926" y="600811"/>
                  </a:lnTo>
                  <a:lnTo>
                    <a:pt x="425234" y="565962"/>
                  </a:lnTo>
                  <a:lnTo>
                    <a:pt x="422529" y="538721"/>
                  </a:lnTo>
                  <a:lnTo>
                    <a:pt x="400685" y="489597"/>
                  </a:lnTo>
                  <a:lnTo>
                    <a:pt x="372427" y="462534"/>
                  </a:lnTo>
                  <a:lnTo>
                    <a:pt x="335051" y="450761"/>
                  </a:lnTo>
                  <a:lnTo>
                    <a:pt x="331127" y="454571"/>
                  </a:lnTo>
                  <a:lnTo>
                    <a:pt x="332498" y="714527"/>
                  </a:lnTo>
                  <a:lnTo>
                    <a:pt x="105232" y="714527"/>
                  </a:lnTo>
                  <a:lnTo>
                    <a:pt x="121793" y="342061"/>
                  </a:lnTo>
                  <a:lnTo>
                    <a:pt x="153936" y="46939"/>
                  </a:lnTo>
                  <a:lnTo>
                    <a:pt x="161074" y="40538"/>
                  </a:lnTo>
                  <a:lnTo>
                    <a:pt x="550951" y="40538"/>
                  </a:lnTo>
                  <a:lnTo>
                    <a:pt x="599579" y="44653"/>
                  </a:lnTo>
                  <a:lnTo>
                    <a:pt x="646214" y="56667"/>
                  </a:lnTo>
                  <a:lnTo>
                    <a:pt x="689902" y="76149"/>
                  </a:lnTo>
                  <a:lnTo>
                    <a:pt x="729703" y="102616"/>
                  </a:lnTo>
                  <a:lnTo>
                    <a:pt x="764641" y="135610"/>
                  </a:lnTo>
                  <a:lnTo>
                    <a:pt x="793800" y="174663"/>
                  </a:lnTo>
                  <a:lnTo>
                    <a:pt x="816229" y="213207"/>
                  </a:lnTo>
                  <a:lnTo>
                    <a:pt x="837399" y="254076"/>
                  </a:lnTo>
                  <a:lnTo>
                    <a:pt x="857351" y="297027"/>
                  </a:lnTo>
                  <a:lnTo>
                    <a:pt x="876223" y="342061"/>
                  </a:lnTo>
                  <a:lnTo>
                    <a:pt x="893737" y="388175"/>
                  </a:lnTo>
                  <a:lnTo>
                    <a:pt x="910221" y="435889"/>
                  </a:lnTo>
                  <a:lnTo>
                    <a:pt x="925626" y="484708"/>
                  </a:lnTo>
                  <a:lnTo>
                    <a:pt x="939977" y="534377"/>
                  </a:lnTo>
                  <a:lnTo>
                    <a:pt x="953300" y="584644"/>
                  </a:lnTo>
                  <a:lnTo>
                    <a:pt x="965631" y="635292"/>
                  </a:lnTo>
                  <a:lnTo>
                    <a:pt x="976998" y="686041"/>
                  </a:lnTo>
                  <a:lnTo>
                    <a:pt x="987450" y="736663"/>
                  </a:lnTo>
                  <a:lnTo>
                    <a:pt x="997000" y="786917"/>
                  </a:lnTo>
                  <a:lnTo>
                    <a:pt x="997000" y="571436"/>
                  </a:lnTo>
                  <a:lnTo>
                    <a:pt x="980694" y="509600"/>
                  </a:lnTo>
                  <a:lnTo>
                    <a:pt x="965555" y="458889"/>
                  </a:lnTo>
                  <a:lnTo>
                    <a:pt x="948766" y="408381"/>
                  </a:lnTo>
                  <a:lnTo>
                    <a:pt x="930148" y="358267"/>
                  </a:lnTo>
                  <a:lnTo>
                    <a:pt x="909586" y="308749"/>
                  </a:lnTo>
                  <a:lnTo>
                    <a:pt x="886904" y="260019"/>
                  </a:lnTo>
                  <a:lnTo>
                    <a:pt x="861987" y="212267"/>
                  </a:lnTo>
                  <a:lnTo>
                    <a:pt x="834682" y="165696"/>
                  </a:lnTo>
                  <a:lnTo>
                    <a:pt x="804824" y="120510"/>
                  </a:lnTo>
                  <a:lnTo>
                    <a:pt x="775449" y="85204"/>
                  </a:lnTo>
                  <a:lnTo>
                    <a:pt x="741159" y="55499"/>
                  </a:lnTo>
                  <a:lnTo>
                    <a:pt x="716953" y="40538"/>
                  </a:lnTo>
                  <a:lnTo>
                    <a:pt x="702767" y="31762"/>
                  </a:lnTo>
                  <a:lnTo>
                    <a:pt x="661073" y="14363"/>
                  </a:lnTo>
                  <a:lnTo>
                    <a:pt x="616915" y="3657"/>
                  </a:lnTo>
                  <a:lnTo>
                    <a:pt x="571068" y="0"/>
                  </a:lnTo>
                  <a:lnTo>
                    <a:pt x="110693" y="0"/>
                  </a:lnTo>
                  <a:lnTo>
                    <a:pt x="0" y="766749"/>
                  </a:lnTo>
                  <a:lnTo>
                    <a:pt x="1752" y="957376"/>
                  </a:lnTo>
                  <a:lnTo>
                    <a:pt x="1943" y="956640"/>
                  </a:lnTo>
                  <a:lnTo>
                    <a:pt x="1866" y="957478"/>
                  </a:lnTo>
                  <a:lnTo>
                    <a:pt x="63995" y="1004392"/>
                  </a:lnTo>
                  <a:lnTo>
                    <a:pt x="98640" y="1184465"/>
                  </a:lnTo>
                  <a:lnTo>
                    <a:pt x="914857" y="1184465"/>
                  </a:lnTo>
                  <a:lnTo>
                    <a:pt x="1098892" y="1098067"/>
                  </a:lnTo>
                  <a:close/>
                </a:path>
                <a:path w="2047875" h="1388745">
                  <a:moveTo>
                    <a:pt x="2047328" y="1298841"/>
                  </a:moveTo>
                  <a:lnTo>
                    <a:pt x="2043493" y="1294003"/>
                  </a:lnTo>
                  <a:lnTo>
                    <a:pt x="1391907" y="1294003"/>
                  </a:lnTo>
                  <a:lnTo>
                    <a:pt x="1391907" y="137414"/>
                  </a:lnTo>
                  <a:lnTo>
                    <a:pt x="1389481" y="125374"/>
                  </a:lnTo>
                  <a:lnTo>
                    <a:pt x="1382852" y="115544"/>
                  </a:lnTo>
                  <a:lnTo>
                    <a:pt x="1373022" y="108927"/>
                  </a:lnTo>
                  <a:lnTo>
                    <a:pt x="1360995" y="106489"/>
                  </a:lnTo>
                  <a:lnTo>
                    <a:pt x="1313586" y="106489"/>
                  </a:lnTo>
                  <a:lnTo>
                    <a:pt x="1301546" y="108927"/>
                  </a:lnTo>
                  <a:lnTo>
                    <a:pt x="1291729" y="115544"/>
                  </a:lnTo>
                  <a:lnTo>
                    <a:pt x="1285100" y="125374"/>
                  </a:lnTo>
                  <a:lnTo>
                    <a:pt x="1282674" y="137414"/>
                  </a:lnTo>
                  <a:lnTo>
                    <a:pt x="1282674" y="1388516"/>
                  </a:lnTo>
                  <a:lnTo>
                    <a:pt x="1391907" y="1388516"/>
                  </a:lnTo>
                  <a:lnTo>
                    <a:pt x="1391907" y="1330807"/>
                  </a:lnTo>
                  <a:lnTo>
                    <a:pt x="2010498" y="1330807"/>
                  </a:lnTo>
                  <a:lnTo>
                    <a:pt x="2022602" y="1328762"/>
                  </a:lnTo>
                  <a:lnTo>
                    <a:pt x="2033003" y="1323124"/>
                  </a:lnTo>
                  <a:lnTo>
                    <a:pt x="2041029" y="1314551"/>
                  </a:lnTo>
                  <a:lnTo>
                    <a:pt x="2045982" y="1303743"/>
                  </a:lnTo>
                  <a:lnTo>
                    <a:pt x="2047328" y="1298841"/>
                  </a:lnTo>
                  <a:close/>
                </a:path>
              </a:pathLst>
            </a:custGeom>
            <a:solidFill>
              <a:srgbClr val="4741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 descr=""/>
            <p:cNvSpPr/>
            <p:nvPr/>
          </p:nvSpPr>
          <p:spPr>
            <a:xfrm>
              <a:off x="14560038" y="4765059"/>
              <a:ext cx="607695" cy="116205"/>
            </a:xfrm>
            <a:custGeom>
              <a:avLst/>
              <a:gdLst/>
              <a:ahLst/>
              <a:cxnLst/>
              <a:rect l="l" t="t" r="r" b="b"/>
              <a:pathLst>
                <a:path w="607694" h="116204">
                  <a:moveTo>
                    <a:pt x="607353" y="0"/>
                  </a:moveTo>
                  <a:lnTo>
                    <a:pt x="0" y="0"/>
                  </a:lnTo>
                  <a:lnTo>
                    <a:pt x="0" y="115807"/>
                  </a:lnTo>
                  <a:lnTo>
                    <a:pt x="607353" y="115807"/>
                  </a:lnTo>
                  <a:lnTo>
                    <a:pt x="607353" y="0"/>
                  </a:lnTo>
                  <a:close/>
                </a:path>
              </a:pathLst>
            </a:custGeom>
            <a:solidFill>
              <a:srgbClr val="3D3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13995984" y="4354597"/>
              <a:ext cx="1515110" cy="692785"/>
            </a:xfrm>
            <a:custGeom>
              <a:avLst/>
              <a:gdLst/>
              <a:ahLst/>
              <a:cxnLst/>
              <a:rect l="l" t="t" r="r" b="b"/>
              <a:pathLst>
                <a:path w="1515109" h="692785">
                  <a:moveTo>
                    <a:pt x="259049" y="0"/>
                  </a:moveTo>
                  <a:lnTo>
                    <a:pt x="211994" y="4453"/>
                  </a:lnTo>
                  <a:lnTo>
                    <a:pt x="167791" y="17284"/>
                  </a:lnTo>
                  <a:lnTo>
                    <a:pt x="127310" y="37700"/>
                  </a:lnTo>
                  <a:lnTo>
                    <a:pt x="91423" y="64907"/>
                  </a:lnTo>
                  <a:lnTo>
                    <a:pt x="61002" y="98111"/>
                  </a:lnTo>
                  <a:lnTo>
                    <a:pt x="36916" y="136519"/>
                  </a:lnTo>
                  <a:lnTo>
                    <a:pt x="20036" y="179338"/>
                  </a:lnTo>
                  <a:lnTo>
                    <a:pt x="11235" y="225773"/>
                  </a:lnTo>
                  <a:lnTo>
                    <a:pt x="0" y="346261"/>
                  </a:lnTo>
                  <a:lnTo>
                    <a:pt x="357695" y="417715"/>
                  </a:lnTo>
                  <a:lnTo>
                    <a:pt x="357695" y="692533"/>
                  </a:lnTo>
                  <a:lnTo>
                    <a:pt x="1173911" y="692533"/>
                  </a:lnTo>
                  <a:lnTo>
                    <a:pt x="1514927" y="365161"/>
                  </a:lnTo>
                  <a:lnTo>
                    <a:pt x="1492460" y="330526"/>
                  </a:lnTo>
                  <a:lnTo>
                    <a:pt x="1434114" y="326991"/>
                  </a:lnTo>
                  <a:lnTo>
                    <a:pt x="1381674" y="328735"/>
                  </a:lnTo>
                  <a:lnTo>
                    <a:pt x="1327153" y="333869"/>
                  </a:lnTo>
                  <a:lnTo>
                    <a:pt x="1277009" y="343732"/>
                  </a:lnTo>
                  <a:lnTo>
                    <a:pt x="1237700" y="359664"/>
                  </a:lnTo>
                  <a:lnTo>
                    <a:pt x="1200445" y="384731"/>
                  </a:lnTo>
                  <a:lnTo>
                    <a:pt x="1167734" y="416708"/>
                  </a:lnTo>
                  <a:lnTo>
                    <a:pt x="1143126" y="461083"/>
                  </a:lnTo>
                  <a:lnTo>
                    <a:pt x="1130185" y="523345"/>
                  </a:lnTo>
                  <a:lnTo>
                    <a:pt x="940034" y="524130"/>
                  </a:lnTo>
                  <a:lnTo>
                    <a:pt x="889562" y="522281"/>
                  </a:lnTo>
                  <a:lnTo>
                    <a:pt x="839741" y="516372"/>
                  </a:lnTo>
                  <a:lnTo>
                    <a:pt x="790797" y="506498"/>
                  </a:lnTo>
                  <a:lnTo>
                    <a:pt x="742957" y="492755"/>
                  </a:lnTo>
                  <a:lnTo>
                    <a:pt x="696447" y="475239"/>
                  </a:lnTo>
                  <a:lnTo>
                    <a:pt x="651493" y="454046"/>
                  </a:lnTo>
                  <a:lnTo>
                    <a:pt x="608321" y="429271"/>
                  </a:lnTo>
                  <a:lnTo>
                    <a:pt x="567159" y="401011"/>
                  </a:lnTo>
                  <a:lnTo>
                    <a:pt x="528231" y="369362"/>
                  </a:lnTo>
                  <a:lnTo>
                    <a:pt x="491765" y="334419"/>
                  </a:lnTo>
                  <a:lnTo>
                    <a:pt x="417725" y="257437"/>
                  </a:lnTo>
                  <a:lnTo>
                    <a:pt x="384216" y="228989"/>
                  </a:lnTo>
                  <a:lnTo>
                    <a:pt x="346074" y="208026"/>
                  </a:lnTo>
                  <a:lnTo>
                    <a:pt x="304526" y="195067"/>
                  </a:lnTo>
                  <a:lnTo>
                    <a:pt x="260798" y="190632"/>
                  </a:lnTo>
                  <a:lnTo>
                    <a:pt x="259049" y="0"/>
                  </a:lnTo>
                  <a:close/>
                </a:path>
              </a:pathLst>
            </a:custGeom>
            <a:solidFill>
              <a:srgbClr val="EEBA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 descr=""/>
            <p:cNvSpPr/>
            <p:nvPr/>
          </p:nvSpPr>
          <p:spPr>
            <a:xfrm>
              <a:off x="13995981" y="4683898"/>
              <a:ext cx="432434" cy="363855"/>
            </a:xfrm>
            <a:custGeom>
              <a:avLst/>
              <a:gdLst/>
              <a:ahLst/>
              <a:cxnLst/>
              <a:rect l="l" t="t" r="r" b="b"/>
              <a:pathLst>
                <a:path w="432434" h="363854">
                  <a:moveTo>
                    <a:pt x="143112" y="0"/>
                  </a:moveTo>
                  <a:lnTo>
                    <a:pt x="97599" y="1138"/>
                  </a:lnTo>
                  <a:lnTo>
                    <a:pt x="49822" y="6769"/>
                  </a:lnTo>
                  <a:lnTo>
                    <a:pt x="0" y="16960"/>
                  </a:lnTo>
                  <a:lnTo>
                    <a:pt x="0" y="139595"/>
                  </a:lnTo>
                  <a:lnTo>
                    <a:pt x="31957" y="153027"/>
                  </a:lnTo>
                  <a:lnTo>
                    <a:pt x="73289" y="149672"/>
                  </a:lnTo>
                  <a:lnTo>
                    <a:pt x="119899" y="138006"/>
                  </a:lnTo>
                  <a:lnTo>
                    <a:pt x="167690" y="126503"/>
                  </a:lnTo>
                  <a:lnTo>
                    <a:pt x="212567" y="123636"/>
                  </a:lnTo>
                  <a:lnTo>
                    <a:pt x="250432" y="137878"/>
                  </a:lnTo>
                  <a:lnTo>
                    <a:pt x="289908" y="206223"/>
                  </a:lnTo>
                  <a:lnTo>
                    <a:pt x="301417" y="249943"/>
                  </a:lnTo>
                  <a:lnTo>
                    <a:pt x="313514" y="293799"/>
                  </a:lnTo>
                  <a:lnTo>
                    <a:pt x="330755" y="333120"/>
                  </a:lnTo>
                  <a:lnTo>
                    <a:pt x="357695" y="363233"/>
                  </a:lnTo>
                  <a:lnTo>
                    <a:pt x="428028" y="363233"/>
                  </a:lnTo>
                  <a:lnTo>
                    <a:pt x="432084" y="312127"/>
                  </a:lnTo>
                  <a:lnTo>
                    <a:pt x="431000" y="264634"/>
                  </a:lnTo>
                  <a:lnTo>
                    <a:pt x="424998" y="220821"/>
                  </a:lnTo>
                  <a:lnTo>
                    <a:pt x="414299" y="180756"/>
                  </a:lnTo>
                  <a:lnTo>
                    <a:pt x="399124" y="144507"/>
                  </a:lnTo>
                  <a:lnTo>
                    <a:pt x="356230" y="83726"/>
                  </a:lnTo>
                  <a:lnTo>
                    <a:pt x="298084" y="39020"/>
                  </a:lnTo>
                  <a:lnTo>
                    <a:pt x="226455" y="10930"/>
                  </a:lnTo>
                  <a:lnTo>
                    <a:pt x="186137" y="3286"/>
                  </a:lnTo>
                  <a:lnTo>
                    <a:pt x="143112" y="0"/>
                  </a:lnTo>
                  <a:close/>
                </a:path>
              </a:pathLst>
            </a:custGeom>
            <a:solidFill>
              <a:srgbClr val="4741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13915856" y="4777807"/>
              <a:ext cx="414020" cy="414020"/>
            </a:xfrm>
            <a:custGeom>
              <a:avLst/>
              <a:gdLst/>
              <a:ahLst/>
              <a:cxnLst/>
              <a:rect l="l" t="t" r="r" b="b"/>
              <a:pathLst>
                <a:path w="414019" h="414020">
                  <a:moveTo>
                    <a:pt x="206967" y="0"/>
                  </a:moveTo>
                  <a:lnTo>
                    <a:pt x="159513" y="5465"/>
                  </a:lnTo>
                  <a:lnTo>
                    <a:pt x="115950" y="21035"/>
                  </a:lnTo>
                  <a:lnTo>
                    <a:pt x="77521" y="45466"/>
                  </a:lnTo>
                  <a:lnTo>
                    <a:pt x="45469" y="77517"/>
                  </a:lnTo>
                  <a:lnTo>
                    <a:pt x="21037" y="115945"/>
                  </a:lnTo>
                  <a:lnTo>
                    <a:pt x="5466" y="159509"/>
                  </a:lnTo>
                  <a:lnTo>
                    <a:pt x="0" y="206967"/>
                  </a:lnTo>
                  <a:lnTo>
                    <a:pt x="5466" y="254425"/>
                  </a:lnTo>
                  <a:lnTo>
                    <a:pt x="21037" y="297989"/>
                  </a:lnTo>
                  <a:lnTo>
                    <a:pt x="45469" y="336417"/>
                  </a:lnTo>
                  <a:lnTo>
                    <a:pt x="77521" y="368468"/>
                  </a:lnTo>
                  <a:lnTo>
                    <a:pt x="115950" y="392899"/>
                  </a:lnTo>
                  <a:lnTo>
                    <a:pt x="159513" y="408469"/>
                  </a:lnTo>
                  <a:lnTo>
                    <a:pt x="206967" y="413935"/>
                  </a:lnTo>
                  <a:lnTo>
                    <a:pt x="254425" y="408469"/>
                  </a:lnTo>
                  <a:lnTo>
                    <a:pt x="297991" y="392899"/>
                  </a:lnTo>
                  <a:lnTo>
                    <a:pt x="336421" y="368468"/>
                  </a:lnTo>
                  <a:lnTo>
                    <a:pt x="368474" y="336417"/>
                  </a:lnTo>
                  <a:lnTo>
                    <a:pt x="392908" y="297989"/>
                  </a:lnTo>
                  <a:lnTo>
                    <a:pt x="408479" y="254425"/>
                  </a:lnTo>
                  <a:lnTo>
                    <a:pt x="413945" y="206967"/>
                  </a:lnTo>
                  <a:lnTo>
                    <a:pt x="408479" y="159509"/>
                  </a:lnTo>
                  <a:lnTo>
                    <a:pt x="392908" y="115945"/>
                  </a:lnTo>
                  <a:lnTo>
                    <a:pt x="368474" y="77517"/>
                  </a:lnTo>
                  <a:lnTo>
                    <a:pt x="336421" y="45466"/>
                  </a:lnTo>
                  <a:lnTo>
                    <a:pt x="297991" y="21035"/>
                  </a:lnTo>
                  <a:lnTo>
                    <a:pt x="254425" y="5465"/>
                  </a:lnTo>
                  <a:lnTo>
                    <a:pt x="206967" y="0"/>
                  </a:lnTo>
                  <a:close/>
                </a:path>
              </a:pathLst>
            </a:custGeom>
            <a:solidFill>
              <a:srgbClr val="3D39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9" name="object 40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015993" y="4877940"/>
              <a:ext cx="213668" cy="213668"/>
            </a:xfrm>
            <a:prstGeom prst="rect">
              <a:avLst/>
            </a:prstGeom>
          </p:spPr>
        </p:pic>
        <p:sp>
          <p:nvSpPr>
            <p:cNvPr id="410" name="object 410" descr=""/>
            <p:cNvSpPr/>
            <p:nvPr/>
          </p:nvSpPr>
          <p:spPr>
            <a:xfrm>
              <a:off x="15151593" y="4716655"/>
              <a:ext cx="359410" cy="330835"/>
            </a:xfrm>
            <a:custGeom>
              <a:avLst/>
              <a:gdLst/>
              <a:ahLst/>
              <a:cxnLst/>
              <a:rect l="l" t="t" r="r" b="b"/>
              <a:pathLst>
                <a:path w="359409" h="330835">
                  <a:moveTo>
                    <a:pt x="274965" y="0"/>
                  </a:moveTo>
                  <a:lnTo>
                    <a:pt x="234728" y="1861"/>
                  </a:lnTo>
                  <a:lnTo>
                    <a:pt x="196323" y="6681"/>
                  </a:lnTo>
                  <a:lnTo>
                    <a:pt x="126631" y="27248"/>
                  </a:lnTo>
                  <a:lnTo>
                    <a:pt x="69132" y="65806"/>
                  </a:lnTo>
                  <a:lnTo>
                    <a:pt x="27067" y="126460"/>
                  </a:lnTo>
                  <a:lnTo>
                    <a:pt x="12835" y="166356"/>
                  </a:lnTo>
                  <a:lnTo>
                    <a:pt x="3678" y="213314"/>
                  </a:lnTo>
                  <a:lnTo>
                    <a:pt x="0" y="267849"/>
                  </a:lnTo>
                  <a:lnTo>
                    <a:pt x="2206" y="330473"/>
                  </a:lnTo>
                  <a:lnTo>
                    <a:pt x="58047" y="330473"/>
                  </a:lnTo>
                  <a:lnTo>
                    <a:pt x="358625" y="100312"/>
                  </a:lnTo>
                  <a:lnTo>
                    <a:pt x="358076" y="99223"/>
                  </a:lnTo>
                  <a:lnTo>
                    <a:pt x="357965" y="88734"/>
                  </a:lnTo>
                  <a:lnTo>
                    <a:pt x="359316" y="3100"/>
                  </a:lnTo>
                  <a:lnTo>
                    <a:pt x="316629" y="584"/>
                  </a:lnTo>
                  <a:lnTo>
                    <a:pt x="274965" y="0"/>
                  </a:lnTo>
                  <a:close/>
                </a:path>
              </a:pathLst>
            </a:custGeom>
            <a:solidFill>
              <a:srgbClr val="4741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15193774" y="4777814"/>
              <a:ext cx="414020" cy="414020"/>
            </a:xfrm>
            <a:custGeom>
              <a:avLst/>
              <a:gdLst/>
              <a:ahLst/>
              <a:cxnLst/>
              <a:rect l="l" t="t" r="r" b="b"/>
              <a:pathLst>
                <a:path w="414019" h="414020">
                  <a:moveTo>
                    <a:pt x="206967" y="0"/>
                  </a:moveTo>
                  <a:lnTo>
                    <a:pt x="159513" y="5465"/>
                  </a:lnTo>
                  <a:lnTo>
                    <a:pt x="115950" y="21035"/>
                  </a:lnTo>
                  <a:lnTo>
                    <a:pt x="77521" y="45466"/>
                  </a:lnTo>
                  <a:lnTo>
                    <a:pt x="45469" y="77517"/>
                  </a:lnTo>
                  <a:lnTo>
                    <a:pt x="21037" y="115945"/>
                  </a:lnTo>
                  <a:lnTo>
                    <a:pt x="5466" y="159509"/>
                  </a:lnTo>
                  <a:lnTo>
                    <a:pt x="0" y="206967"/>
                  </a:lnTo>
                  <a:lnTo>
                    <a:pt x="5466" y="254425"/>
                  </a:lnTo>
                  <a:lnTo>
                    <a:pt x="21037" y="297989"/>
                  </a:lnTo>
                  <a:lnTo>
                    <a:pt x="45469" y="336417"/>
                  </a:lnTo>
                  <a:lnTo>
                    <a:pt x="77521" y="368468"/>
                  </a:lnTo>
                  <a:lnTo>
                    <a:pt x="115950" y="392899"/>
                  </a:lnTo>
                  <a:lnTo>
                    <a:pt x="159513" y="408469"/>
                  </a:lnTo>
                  <a:lnTo>
                    <a:pt x="206967" y="413935"/>
                  </a:lnTo>
                  <a:lnTo>
                    <a:pt x="254425" y="408469"/>
                  </a:lnTo>
                  <a:lnTo>
                    <a:pt x="297991" y="392899"/>
                  </a:lnTo>
                  <a:lnTo>
                    <a:pt x="336421" y="368468"/>
                  </a:lnTo>
                  <a:lnTo>
                    <a:pt x="368474" y="336417"/>
                  </a:lnTo>
                  <a:lnTo>
                    <a:pt x="392908" y="297989"/>
                  </a:lnTo>
                  <a:lnTo>
                    <a:pt x="408479" y="254425"/>
                  </a:lnTo>
                  <a:lnTo>
                    <a:pt x="413945" y="206967"/>
                  </a:lnTo>
                  <a:lnTo>
                    <a:pt x="408479" y="159509"/>
                  </a:lnTo>
                  <a:lnTo>
                    <a:pt x="392908" y="115945"/>
                  </a:lnTo>
                  <a:lnTo>
                    <a:pt x="368474" y="77517"/>
                  </a:lnTo>
                  <a:lnTo>
                    <a:pt x="336421" y="45466"/>
                  </a:lnTo>
                  <a:lnTo>
                    <a:pt x="297991" y="21035"/>
                  </a:lnTo>
                  <a:lnTo>
                    <a:pt x="254425" y="5465"/>
                  </a:lnTo>
                  <a:lnTo>
                    <a:pt x="206967" y="0"/>
                  </a:lnTo>
                  <a:close/>
                </a:path>
              </a:pathLst>
            </a:custGeom>
            <a:solidFill>
              <a:srgbClr val="3D39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2" name="object 4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93909" y="4877947"/>
              <a:ext cx="213668" cy="213668"/>
            </a:xfrm>
            <a:prstGeom prst="rect">
              <a:avLst/>
            </a:prstGeom>
          </p:spPr>
        </p:pic>
        <p:sp>
          <p:nvSpPr>
            <p:cNvPr id="413" name="object 413" descr=""/>
            <p:cNvSpPr/>
            <p:nvPr/>
          </p:nvSpPr>
          <p:spPr>
            <a:xfrm>
              <a:off x="15646947" y="4461078"/>
              <a:ext cx="603250" cy="421005"/>
            </a:xfrm>
            <a:custGeom>
              <a:avLst/>
              <a:gdLst/>
              <a:ahLst/>
              <a:cxnLst/>
              <a:rect l="l" t="t" r="r" b="b"/>
              <a:pathLst>
                <a:path w="603250" h="421004">
                  <a:moveTo>
                    <a:pt x="603060" y="0"/>
                  </a:moveTo>
                  <a:lnTo>
                    <a:pt x="0" y="0"/>
                  </a:lnTo>
                  <a:lnTo>
                    <a:pt x="0" y="420782"/>
                  </a:lnTo>
                  <a:lnTo>
                    <a:pt x="603060" y="420782"/>
                  </a:lnTo>
                  <a:lnTo>
                    <a:pt x="603060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15686925" y="4497035"/>
              <a:ext cx="528320" cy="346710"/>
            </a:xfrm>
            <a:custGeom>
              <a:avLst/>
              <a:gdLst/>
              <a:ahLst/>
              <a:cxnLst/>
              <a:rect l="l" t="t" r="r" b="b"/>
              <a:pathLst>
                <a:path w="528319" h="346710">
                  <a:moveTo>
                    <a:pt x="528088" y="0"/>
                  </a:moveTo>
                  <a:lnTo>
                    <a:pt x="0" y="0"/>
                  </a:lnTo>
                  <a:lnTo>
                    <a:pt x="0" y="346439"/>
                  </a:lnTo>
                  <a:lnTo>
                    <a:pt x="528088" y="346439"/>
                  </a:lnTo>
                  <a:lnTo>
                    <a:pt x="528088" y="0"/>
                  </a:lnTo>
                  <a:close/>
                </a:path>
              </a:pathLst>
            </a:custGeom>
            <a:solidFill>
              <a:srgbClr val="CD8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 descr=""/>
            <p:cNvSpPr/>
            <p:nvPr/>
          </p:nvSpPr>
          <p:spPr>
            <a:xfrm>
              <a:off x="15713835" y="4754001"/>
              <a:ext cx="136525" cy="60960"/>
            </a:xfrm>
            <a:custGeom>
              <a:avLst/>
              <a:gdLst/>
              <a:ahLst/>
              <a:cxnLst/>
              <a:rect l="l" t="t" r="r" b="b"/>
              <a:pathLst>
                <a:path w="136525" h="60960">
                  <a:moveTo>
                    <a:pt x="135933" y="0"/>
                  </a:moveTo>
                  <a:lnTo>
                    <a:pt x="0" y="0"/>
                  </a:lnTo>
                  <a:lnTo>
                    <a:pt x="0" y="60553"/>
                  </a:lnTo>
                  <a:lnTo>
                    <a:pt x="135933" y="60553"/>
                  </a:lnTo>
                  <a:lnTo>
                    <a:pt x="135933" y="0"/>
                  </a:lnTo>
                  <a:close/>
                </a:path>
              </a:pathLst>
            </a:custGeom>
            <a:solidFill>
              <a:srgbClr val="F4E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 descr=""/>
            <p:cNvSpPr/>
            <p:nvPr/>
          </p:nvSpPr>
          <p:spPr>
            <a:xfrm>
              <a:off x="15675520" y="4480701"/>
              <a:ext cx="551180" cy="381635"/>
            </a:xfrm>
            <a:custGeom>
              <a:avLst/>
              <a:gdLst/>
              <a:ahLst/>
              <a:cxnLst/>
              <a:rect l="l" t="t" r="r" b="b"/>
              <a:pathLst>
                <a:path w="551180" h="381635">
                  <a:moveTo>
                    <a:pt x="19329" y="0"/>
                  </a:moveTo>
                  <a:lnTo>
                    <a:pt x="0" y="29161"/>
                  </a:lnTo>
                  <a:lnTo>
                    <a:pt x="531575" y="381538"/>
                  </a:lnTo>
                  <a:lnTo>
                    <a:pt x="550904" y="352376"/>
                  </a:lnTo>
                  <a:lnTo>
                    <a:pt x="19329" y="0"/>
                  </a:lnTo>
                  <a:close/>
                </a:path>
              </a:pathLst>
            </a:custGeom>
            <a:solidFill>
              <a:srgbClr val="EDB5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15701343" y="4187129"/>
              <a:ext cx="473075" cy="274320"/>
            </a:xfrm>
            <a:custGeom>
              <a:avLst/>
              <a:gdLst/>
              <a:ahLst/>
              <a:cxnLst/>
              <a:rect l="l" t="t" r="r" b="b"/>
              <a:pathLst>
                <a:path w="473075" h="274320">
                  <a:moveTo>
                    <a:pt x="473032" y="0"/>
                  </a:moveTo>
                  <a:lnTo>
                    <a:pt x="0" y="0"/>
                  </a:lnTo>
                  <a:lnTo>
                    <a:pt x="0" y="273949"/>
                  </a:lnTo>
                  <a:lnTo>
                    <a:pt x="473032" y="273949"/>
                  </a:lnTo>
                  <a:lnTo>
                    <a:pt x="473032" y="0"/>
                  </a:lnTo>
                  <a:close/>
                </a:path>
              </a:pathLst>
            </a:custGeom>
            <a:solidFill>
              <a:srgbClr val="60A9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16062066" y="4216971"/>
              <a:ext cx="92075" cy="34290"/>
            </a:xfrm>
            <a:custGeom>
              <a:avLst/>
              <a:gdLst/>
              <a:ahLst/>
              <a:cxnLst/>
              <a:rect l="l" t="t" r="r" b="b"/>
              <a:pathLst>
                <a:path w="92075" h="34289">
                  <a:moveTo>
                    <a:pt x="91672" y="0"/>
                  </a:moveTo>
                  <a:lnTo>
                    <a:pt x="0" y="0"/>
                  </a:lnTo>
                  <a:lnTo>
                    <a:pt x="0" y="34176"/>
                  </a:lnTo>
                  <a:lnTo>
                    <a:pt x="91672" y="34176"/>
                  </a:lnTo>
                  <a:lnTo>
                    <a:pt x="91672" y="0"/>
                  </a:lnTo>
                  <a:close/>
                </a:path>
              </a:pathLst>
            </a:custGeom>
            <a:solidFill>
              <a:srgbClr val="F4E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14788319" y="4152070"/>
              <a:ext cx="8255" cy="36195"/>
            </a:xfrm>
            <a:custGeom>
              <a:avLst/>
              <a:gdLst/>
              <a:ahLst/>
              <a:cxnLst/>
              <a:rect l="l" t="t" r="r" b="b"/>
              <a:pathLst>
                <a:path w="8255" h="36195">
                  <a:moveTo>
                    <a:pt x="3860" y="0"/>
                  </a:moveTo>
                  <a:lnTo>
                    <a:pt x="562" y="20"/>
                  </a:lnTo>
                  <a:lnTo>
                    <a:pt x="353" y="2115"/>
                  </a:lnTo>
                  <a:lnTo>
                    <a:pt x="0" y="10107"/>
                  </a:lnTo>
                  <a:lnTo>
                    <a:pt x="489" y="18076"/>
                  </a:lnTo>
                  <a:lnTo>
                    <a:pt x="1810" y="25949"/>
                  </a:lnTo>
                  <a:lnTo>
                    <a:pt x="3955" y="33653"/>
                  </a:lnTo>
                  <a:lnTo>
                    <a:pt x="4635" y="35653"/>
                  </a:lnTo>
                  <a:lnTo>
                    <a:pt x="7808" y="34794"/>
                  </a:lnTo>
                  <a:lnTo>
                    <a:pt x="7138" y="32773"/>
                  </a:lnTo>
                  <a:lnTo>
                    <a:pt x="5045" y="25277"/>
                  </a:lnTo>
                  <a:lnTo>
                    <a:pt x="3765" y="17632"/>
                  </a:lnTo>
                  <a:lnTo>
                    <a:pt x="3299" y="9894"/>
                  </a:lnTo>
                  <a:lnTo>
                    <a:pt x="3651" y="2115"/>
                  </a:lnTo>
                  <a:lnTo>
                    <a:pt x="3860" y="0"/>
                  </a:lnTo>
                  <a:close/>
                </a:path>
              </a:pathLst>
            </a:custGeom>
            <a:solidFill>
              <a:srgbClr val="EEED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0" name="object 420" descr=""/>
          <p:cNvSpPr txBox="1"/>
          <p:nvPr/>
        </p:nvSpPr>
        <p:spPr>
          <a:xfrm>
            <a:off x="624158" y="728636"/>
            <a:ext cx="293941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95592" y="6674451"/>
            <a:ext cx="12486640" cy="4615815"/>
            <a:chOff x="995592" y="6674451"/>
            <a:chExt cx="12486640" cy="4615815"/>
          </a:xfrm>
        </p:grpSpPr>
        <p:sp>
          <p:nvSpPr>
            <p:cNvPr id="3" name="object 3" descr=""/>
            <p:cNvSpPr/>
            <p:nvPr/>
          </p:nvSpPr>
          <p:spPr>
            <a:xfrm>
              <a:off x="9598117" y="10500549"/>
              <a:ext cx="0" cy="789940"/>
            </a:xfrm>
            <a:custGeom>
              <a:avLst/>
              <a:gdLst/>
              <a:ahLst/>
              <a:cxnLst/>
              <a:rect l="l" t="t" r="r" b="b"/>
              <a:pathLst>
                <a:path w="0" h="789940">
                  <a:moveTo>
                    <a:pt x="0" y="789517"/>
                  </a:moveTo>
                  <a:lnTo>
                    <a:pt x="0" y="0"/>
                  </a:lnTo>
                  <a:lnTo>
                    <a:pt x="0" y="789517"/>
                  </a:lnTo>
                  <a:close/>
                </a:path>
              </a:pathLst>
            </a:custGeom>
            <a:solidFill>
              <a:srgbClr val="BEE7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96105" y="6674456"/>
              <a:ext cx="12486005" cy="3826510"/>
            </a:xfrm>
            <a:custGeom>
              <a:avLst/>
              <a:gdLst/>
              <a:ahLst/>
              <a:cxnLst/>
              <a:rect l="l" t="t" r="r" b="b"/>
              <a:pathLst>
                <a:path w="12486005" h="3826509">
                  <a:moveTo>
                    <a:pt x="12485975" y="0"/>
                  </a:moveTo>
                  <a:lnTo>
                    <a:pt x="0" y="0"/>
                  </a:lnTo>
                  <a:lnTo>
                    <a:pt x="0" y="3826092"/>
                  </a:lnTo>
                  <a:lnTo>
                    <a:pt x="12485975" y="3826092"/>
                  </a:lnTo>
                  <a:lnTo>
                    <a:pt x="12485975" y="0"/>
                  </a:lnTo>
                  <a:close/>
                </a:path>
              </a:pathLst>
            </a:custGeom>
            <a:solidFill>
              <a:srgbClr val="DCE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96099" y="8440007"/>
              <a:ext cx="12486005" cy="571500"/>
            </a:xfrm>
            <a:custGeom>
              <a:avLst/>
              <a:gdLst/>
              <a:ahLst/>
              <a:cxnLst/>
              <a:rect l="l" t="t" r="r" b="b"/>
              <a:pathLst>
                <a:path w="12486005" h="571500">
                  <a:moveTo>
                    <a:pt x="3438868" y="571385"/>
                  </a:moveTo>
                  <a:lnTo>
                    <a:pt x="3236137" y="508685"/>
                  </a:lnTo>
                  <a:lnTo>
                    <a:pt x="3092323" y="480504"/>
                  </a:lnTo>
                  <a:lnTo>
                    <a:pt x="2938805" y="480326"/>
                  </a:lnTo>
                  <a:lnTo>
                    <a:pt x="2706979" y="501586"/>
                  </a:lnTo>
                  <a:lnTo>
                    <a:pt x="2608618" y="511365"/>
                  </a:lnTo>
                  <a:lnTo>
                    <a:pt x="2559202" y="515962"/>
                  </a:lnTo>
                  <a:lnTo>
                    <a:pt x="2509659" y="520217"/>
                  </a:lnTo>
                  <a:lnTo>
                    <a:pt x="2460053" y="524014"/>
                  </a:lnTo>
                  <a:lnTo>
                    <a:pt x="2410422" y="527227"/>
                  </a:lnTo>
                  <a:lnTo>
                    <a:pt x="2360803" y="529742"/>
                  </a:lnTo>
                  <a:lnTo>
                    <a:pt x="2311222" y="531456"/>
                  </a:lnTo>
                  <a:lnTo>
                    <a:pt x="2261743" y="532244"/>
                  </a:lnTo>
                  <a:lnTo>
                    <a:pt x="2212403" y="531990"/>
                  </a:lnTo>
                  <a:lnTo>
                    <a:pt x="2163229" y="530593"/>
                  </a:lnTo>
                  <a:lnTo>
                    <a:pt x="2114270" y="527913"/>
                  </a:lnTo>
                  <a:lnTo>
                    <a:pt x="2065578" y="523849"/>
                  </a:lnTo>
                  <a:lnTo>
                    <a:pt x="2017166" y="518274"/>
                  </a:lnTo>
                  <a:lnTo>
                    <a:pt x="1969096" y="511086"/>
                  </a:lnTo>
                  <a:lnTo>
                    <a:pt x="1921408" y="502170"/>
                  </a:lnTo>
                  <a:lnTo>
                    <a:pt x="1874126" y="491413"/>
                  </a:lnTo>
                  <a:lnTo>
                    <a:pt x="1827314" y="478675"/>
                  </a:lnTo>
                  <a:lnTo>
                    <a:pt x="1780997" y="463867"/>
                  </a:lnTo>
                  <a:lnTo>
                    <a:pt x="1735213" y="446862"/>
                  </a:lnTo>
                  <a:lnTo>
                    <a:pt x="1690014" y="427545"/>
                  </a:lnTo>
                  <a:lnTo>
                    <a:pt x="1645437" y="405803"/>
                  </a:lnTo>
                  <a:lnTo>
                    <a:pt x="1601508" y="381520"/>
                  </a:lnTo>
                  <a:lnTo>
                    <a:pt x="1558302" y="354571"/>
                  </a:lnTo>
                  <a:lnTo>
                    <a:pt x="1525638" y="333730"/>
                  </a:lnTo>
                  <a:lnTo>
                    <a:pt x="1491919" y="313664"/>
                  </a:lnTo>
                  <a:lnTo>
                    <a:pt x="1457159" y="294398"/>
                  </a:lnTo>
                  <a:lnTo>
                    <a:pt x="1421358" y="275958"/>
                  </a:lnTo>
                  <a:lnTo>
                    <a:pt x="1384515" y="258343"/>
                  </a:lnTo>
                  <a:lnTo>
                    <a:pt x="1346631" y="241592"/>
                  </a:lnTo>
                  <a:lnTo>
                    <a:pt x="1307706" y="225704"/>
                  </a:lnTo>
                  <a:lnTo>
                    <a:pt x="1267739" y="210718"/>
                  </a:lnTo>
                  <a:lnTo>
                    <a:pt x="1226731" y="196621"/>
                  </a:lnTo>
                  <a:lnTo>
                    <a:pt x="1184694" y="183464"/>
                  </a:lnTo>
                  <a:lnTo>
                    <a:pt x="1141615" y="171234"/>
                  </a:lnTo>
                  <a:lnTo>
                    <a:pt x="1097508" y="159969"/>
                  </a:lnTo>
                  <a:lnTo>
                    <a:pt x="1052360" y="149682"/>
                  </a:lnTo>
                  <a:lnTo>
                    <a:pt x="1006182" y="140385"/>
                  </a:lnTo>
                  <a:lnTo>
                    <a:pt x="958977" y="132105"/>
                  </a:lnTo>
                  <a:lnTo>
                    <a:pt x="910742" y="124853"/>
                  </a:lnTo>
                  <a:lnTo>
                    <a:pt x="861479" y="118656"/>
                  </a:lnTo>
                  <a:lnTo>
                    <a:pt x="811187" y="113512"/>
                  </a:lnTo>
                  <a:lnTo>
                    <a:pt x="759866" y="109448"/>
                  </a:lnTo>
                  <a:lnTo>
                    <a:pt x="707529" y="106489"/>
                  </a:lnTo>
                  <a:lnTo>
                    <a:pt x="654164" y="104648"/>
                  </a:lnTo>
                  <a:lnTo>
                    <a:pt x="599770" y="103936"/>
                  </a:lnTo>
                  <a:lnTo>
                    <a:pt x="544372" y="104394"/>
                  </a:lnTo>
                  <a:lnTo>
                    <a:pt x="487946" y="106006"/>
                  </a:lnTo>
                  <a:lnTo>
                    <a:pt x="430504" y="108800"/>
                  </a:lnTo>
                  <a:lnTo>
                    <a:pt x="372033" y="112814"/>
                  </a:lnTo>
                  <a:lnTo>
                    <a:pt x="312559" y="118046"/>
                  </a:lnTo>
                  <a:lnTo>
                    <a:pt x="252069" y="124510"/>
                  </a:lnTo>
                  <a:lnTo>
                    <a:pt x="190576" y="132245"/>
                  </a:lnTo>
                  <a:lnTo>
                    <a:pt x="128054" y="141236"/>
                  </a:lnTo>
                  <a:lnTo>
                    <a:pt x="64528" y="151536"/>
                  </a:lnTo>
                  <a:lnTo>
                    <a:pt x="0" y="163144"/>
                  </a:lnTo>
                  <a:lnTo>
                    <a:pt x="0" y="571385"/>
                  </a:lnTo>
                  <a:lnTo>
                    <a:pt x="3438868" y="571385"/>
                  </a:lnTo>
                  <a:close/>
                </a:path>
                <a:path w="12486005" h="571500">
                  <a:moveTo>
                    <a:pt x="12485980" y="42151"/>
                  </a:moveTo>
                  <a:lnTo>
                    <a:pt x="12403112" y="34467"/>
                  </a:lnTo>
                  <a:lnTo>
                    <a:pt x="12321896" y="27609"/>
                  </a:lnTo>
                  <a:lnTo>
                    <a:pt x="12242305" y="21564"/>
                  </a:lnTo>
                  <a:lnTo>
                    <a:pt x="12164301" y="16306"/>
                  </a:lnTo>
                  <a:lnTo>
                    <a:pt x="12087860" y="11811"/>
                  </a:lnTo>
                  <a:lnTo>
                    <a:pt x="12012955" y="8077"/>
                  </a:lnTo>
                  <a:lnTo>
                    <a:pt x="11939562" y="5067"/>
                  </a:lnTo>
                  <a:lnTo>
                    <a:pt x="11867655" y="2781"/>
                  </a:lnTo>
                  <a:lnTo>
                    <a:pt x="11797208" y="1181"/>
                  </a:lnTo>
                  <a:lnTo>
                    <a:pt x="11728196" y="254"/>
                  </a:lnTo>
                  <a:lnTo>
                    <a:pt x="11660581" y="0"/>
                  </a:lnTo>
                  <a:lnTo>
                    <a:pt x="11594338" y="368"/>
                  </a:lnTo>
                  <a:lnTo>
                    <a:pt x="11529454" y="1371"/>
                  </a:lnTo>
                  <a:lnTo>
                    <a:pt x="11465903" y="2971"/>
                  </a:lnTo>
                  <a:lnTo>
                    <a:pt x="11403635" y="5156"/>
                  </a:lnTo>
                  <a:lnTo>
                    <a:pt x="11342649" y="7899"/>
                  </a:lnTo>
                  <a:lnTo>
                    <a:pt x="11282896" y="11188"/>
                  </a:lnTo>
                  <a:lnTo>
                    <a:pt x="11224374" y="15011"/>
                  </a:lnTo>
                  <a:lnTo>
                    <a:pt x="11167034" y="19354"/>
                  </a:lnTo>
                  <a:lnTo>
                    <a:pt x="11110862" y="24168"/>
                  </a:lnTo>
                  <a:lnTo>
                    <a:pt x="11055820" y="29464"/>
                  </a:lnTo>
                  <a:lnTo>
                    <a:pt x="11001896" y="35217"/>
                  </a:lnTo>
                  <a:lnTo>
                    <a:pt x="10949064" y="41402"/>
                  </a:lnTo>
                  <a:lnTo>
                    <a:pt x="10897273" y="48006"/>
                  </a:lnTo>
                  <a:lnTo>
                    <a:pt x="10846524" y="55003"/>
                  </a:lnTo>
                  <a:lnTo>
                    <a:pt x="10796765" y="62382"/>
                  </a:lnTo>
                  <a:lnTo>
                    <a:pt x="10747997" y="70116"/>
                  </a:lnTo>
                  <a:lnTo>
                    <a:pt x="10700169" y="78206"/>
                  </a:lnTo>
                  <a:lnTo>
                    <a:pt x="10653281" y="86601"/>
                  </a:lnTo>
                  <a:lnTo>
                    <a:pt x="10607281" y="95313"/>
                  </a:lnTo>
                  <a:lnTo>
                    <a:pt x="10562146" y="104317"/>
                  </a:lnTo>
                  <a:lnTo>
                    <a:pt x="10517861" y="113576"/>
                  </a:lnTo>
                  <a:lnTo>
                    <a:pt x="10474388" y="123101"/>
                  </a:lnTo>
                  <a:lnTo>
                    <a:pt x="10431704" y="132842"/>
                  </a:lnTo>
                  <a:lnTo>
                    <a:pt x="10389794" y="142798"/>
                  </a:lnTo>
                  <a:lnTo>
                    <a:pt x="10348608" y="152946"/>
                  </a:lnTo>
                  <a:lnTo>
                    <a:pt x="10308133" y="163271"/>
                  </a:lnTo>
                  <a:lnTo>
                    <a:pt x="10268344" y="173761"/>
                  </a:lnTo>
                  <a:lnTo>
                    <a:pt x="10229215" y="184378"/>
                  </a:lnTo>
                  <a:lnTo>
                    <a:pt x="10190721" y="195122"/>
                  </a:lnTo>
                  <a:lnTo>
                    <a:pt x="10152824" y="205968"/>
                  </a:lnTo>
                  <a:lnTo>
                    <a:pt x="10115499" y="216890"/>
                  </a:lnTo>
                  <a:lnTo>
                    <a:pt x="10042487" y="238912"/>
                  </a:lnTo>
                  <a:lnTo>
                    <a:pt x="9971443" y="261035"/>
                  </a:lnTo>
                  <a:lnTo>
                    <a:pt x="9670631" y="357949"/>
                  </a:lnTo>
                  <a:lnTo>
                    <a:pt x="9606699" y="378002"/>
                  </a:lnTo>
                  <a:lnTo>
                    <a:pt x="9543351" y="397205"/>
                  </a:lnTo>
                  <a:lnTo>
                    <a:pt x="9480398" y="415404"/>
                  </a:lnTo>
                  <a:lnTo>
                    <a:pt x="9417609" y="432435"/>
                  </a:lnTo>
                  <a:lnTo>
                    <a:pt x="9354782" y="448170"/>
                  </a:lnTo>
                  <a:lnTo>
                    <a:pt x="9305315" y="459524"/>
                  </a:lnTo>
                  <a:lnTo>
                    <a:pt x="9256077" y="469925"/>
                  </a:lnTo>
                  <a:lnTo>
                    <a:pt x="9207055" y="479412"/>
                  </a:lnTo>
                  <a:lnTo>
                    <a:pt x="9158224" y="487997"/>
                  </a:lnTo>
                  <a:lnTo>
                    <a:pt x="9109570" y="495731"/>
                  </a:lnTo>
                  <a:lnTo>
                    <a:pt x="9061069" y="502627"/>
                  </a:lnTo>
                  <a:lnTo>
                    <a:pt x="9012695" y="508723"/>
                  </a:lnTo>
                  <a:lnTo>
                    <a:pt x="8964447" y="514057"/>
                  </a:lnTo>
                  <a:lnTo>
                    <a:pt x="8916302" y="518642"/>
                  </a:lnTo>
                  <a:lnTo>
                    <a:pt x="8868232" y="522528"/>
                  </a:lnTo>
                  <a:lnTo>
                    <a:pt x="8820226" y="525729"/>
                  </a:lnTo>
                  <a:lnTo>
                    <a:pt x="8772258" y="528281"/>
                  </a:lnTo>
                  <a:lnTo>
                    <a:pt x="8724316" y="530212"/>
                  </a:lnTo>
                  <a:lnTo>
                    <a:pt x="8676386" y="531545"/>
                  </a:lnTo>
                  <a:lnTo>
                    <a:pt x="8628443" y="532333"/>
                  </a:lnTo>
                  <a:lnTo>
                    <a:pt x="8580463" y="532587"/>
                  </a:lnTo>
                  <a:lnTo>
                    <a:pt x="8532444" y="532345"/>
                  </a:lnTo>
                  <a:lnTo>
                    <a:pt x="8484349" y="531634"/>
                  </a:lnTo>
                  <a:lnTo>
                    <a:pt x="8436165" y="530491"/>
                  </a:lnTo>
                  <a:lnTo>
                    <a:pt x="8387880" y="528929"/>
                  </a:lnTo>
                  <a:lnTo>
                    <a:pt x="8339480" y="526999"/>
                  </a:lnTo>
                  <a:lnTo>
                    <a:pt x="8290928" y="524725"/>
                  </a:lnTo>
                  <a:lnTo>
                    <a:pt x="8242211" y="522135"/>
                  </a:lnTo>
                  <a:lnTo>
                    <a:pt x="8193316" y="519252"/>
                  </a:lnTo>
                  <a:lnTo>
                    <a:pt x="8144230" y="516115"/>
                  </a:lnTo>
                  <a:lnTo>
                    <a:pt x="8045386" y="509193"/>
                  </a:lnTo>
                  <a:lnTo>
                    <a:pt x="7895158" y="497649"/>
                  </a:lnTo>
                  <a:lnTo>
                    <a:pt x="7638339" y="477342"/>
                  </a:lnTo>
                  <a:lnTo>
                    <a:pt x="7532929" y="469544"/>
                  </a:lnTo>
                  <a:lnTo>
                    <a:pt x="7425753" y="462292"/>
                  </a:lnTo>
                  <a:lnTo>
                    <a:pt x="7371461" y="458952"/>
                  </a:lnTo>
                  <a:lnTo>
                    <a:pt x="7316673" y="455828"/>
                  </a:lnTo>
                  <a:lnTo>
                    <a:pt x="7261365" y="452983"/>
                  </a:lnTo>
                  <a:lnTo>
                    <a:pt x="7205535" y="450418"/>
                  </a:lnTo>
                  <a:lnTo>
                    <a:pt x="7149147" y="448170"/>
                  </a:lnTo>
                  <a:lnTo>
                    <a:pt x="6552501" y="454558"/>
                  </a:lnTo>
                  <a:lnTo>
                    <a:pt x="6050242" y="498348"/>
                  </a:lnTo>
                  <a:lnTo>
                    <a:pt x="5703836" y="547852"/>
                  </a:lnTo>
                  <a:lnTo>
                    <a:pt x="5574703" y="571385"/>
                  </a:lnTo>
                  <a:lnTo>
                    <a:pt x="12485980" y="571385"/>
                  </a:lnTo>
                  <a:lnTo>
                    <a:pt x="12485980" y="42151"/>
                  </a:lnTo>
                  <a:close/>
                </a:path>
              </a:pathLst>
            </a:custGeom>
            <a:solidFill>
              <a:srgbClr val="B4D2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96149" y="6674465"/>
              <a:ext cx="12486005" cy="2812415"/>
            </a:xfrm>
            <a:custGeom>
              <a:avLst/>
              <a:gdLst/>
              <a:ahLst/>
              <a:cxnLst/>
              <a:rect l="l" t="t" r="r" b="b"/>
              <a:pathLst>
                <a:path w="12486005" h="2812415">
                  <a:moveTo>
                    <a:pt x="1893062" y="2812224"/>
                  </a:moveTo>
                  <a:lnTo>
                    <a:pt x="0" y="919607"/>
                  </a:lnTo>
                  <a:lnTo>
                    <a:pt x="0" y="1098702"/>
                  </a:lnTo>
                  <a:lnTo>
                    <a:pt x="1713915" y="2812224"/>
                  </a:lnTo>
                  <a:lnTo>
                    <a:pt x="1893062" y="2812224"/>
                  </a:lnTo>
                  <a:close/>
                </a:path>
                <a:path w="12486005" h="2812415">
                  <a:moveTo>
                    <a:pt x="2903804" y="2812224"/>
                  </a:moveTo>
                  <a:lnTo>
                    <a:pt x="90932" y="0"/>
                  </a:lnTo>
                  <a:lnTo>
                    <a:pt x="12" y="0"/>
                  </a:lnTo>
                  <a:lnTo>
                    <a:pt x="12" y="476846"/>
                  </a:lnTo>
                  <a:lnTo>
                    <a:pt x="2335911" y="2812224"/>
                  </a:lnTo>
                  <a:lnTo>
                    <a:pt x="2903804" y="2812224"/>
                  </a:lnTo>
                  <a:close/>
                </a:path>
                <a:path w="12486005" h="2812415">
                  <a:moveTo>
                    <a:pt x="6169279" y="2812224"/>
                  </a:moveTo>
                  <a:lnTo>
                    <a:pt x="3356419" y="0"/>
                  </a:lnTo>
                  <a:lnTo>
                    <a:pt x="611530" y="0"/>
                  </a:lnTo>
                  <a:lnTo>
                    <a:pt x="3424415" y="2812224"/>
                  </a:lnTo>
                  <a:lnTo>
                    <a:pt x="6169279" y="2812224"/>
                  </a:lnTo>
                  <a:close/>
                </a:path>
                <a:path w="12486005" h="2812415">
                  <a:moveTo>
                    <a:pt x="10834256" y="2812224"/>
                  </a:moveTo>
                  <a:lnTo>
                    <a:pt x="8021383" y="0"/>
                  </a:lnTo>
                  <a:lnTo>
                    <a:pt x="6598259" y="0"/>
                  </a:lnTo>
                  <a:lnTo>
                    <a:pt x="9411132" y="2812224"/>
                  </a:lnTo>
                  <a:lnTo>
                    <a:pt x="10834256" y="2812224"/>
                  </a:lnTo>
                  <a:close/>
                </a:path>
                <a:path w="12486005" h="2812415">
                  <a:moveTo>
                    <a:pt x="11500345" y="2812224"/>
                  </a:moveTo>
                  <a:lnTo>
                    <a:pt x="8687460" y="0"/>
                  </a:lnTo>
                  <a:lnTo>
                    <a:pt x="8508327" y="0"/>
                  </a:lnTo>
                  <a:lnTo>
                    <a:pt x="11321212" y="2812224"/>
                  </a:lnTo>
                  <a:lnTo>
                    <a:pt x="11500345" y="2812224"/>
                  </a:lnTo>
                  <a:close/>
                </a:path>
                <a:path w="12486005" h="2812415">
                  <a:moveTo>
                    <a:pt x="12485916" y="1932012"/>
                  </a:moveTo>
                  <a:lnTo>
                    <a:pt x="10553459" y="0"/>
                  </a:lnTo>
                  <a:lnTo>
                    <a:pt x="10374325" y="0"/>
                  </a:lnTo>
                  <a:lnTo>
                    <a:pt x="12485916" y="2111108"/>
                  </a:lnTo>
                  <a:lnTo>
                    <a:pt x="12485916" y="1932012"/>
                  </a:lnTo>
                  <a:close/>
                </a:path>
                <a:path w="12486005" h="2812415">
                  <a:moveTo>
                    <a:pt x="12485916" y="921499"/>
                  </a:moveTo>
                  <a:lnTo>
                    <a:pt x="11564201" y="0"/>
                  </a:lnTo>
                  <a:lnTo>
                    <a:pt x="10685323" y="0"/>
                  </a:lnTo>
                  <a:lnTo>
                    <a:pt x="12485916" y="1800186"/>
                  </a:lnTo>
                  <a:lnTo>
                    <a:pt x="12485916" y="921499"/>
                  </a:lnTo>
                  <a:close/>
                </a:path>
              </a:pathLst>
            </a:custGeom>
            <a:solidFill>
              <a:srgbClr val="C6EB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96099" y="6674453"/>
              <a:ext cx="12486005" cy="1998345"/>
            </a:xfrm>
            <a:custGeom>
              <a:avLst/>
              <a:gdLst/>
              <a:ahLst/>
              <a:cxnLst/>
              <a:rect l="l" t="t" r="r" b="b"/>
              <a:pathLst>
                <a:path w="12486005" h="1998345">
                  <a:moveTo>
                    <a:pt x="3836212" y="1699006"/>
                  </a:moveTo>
                  <a:lnTo>
                    <a:pt x="2221966" y="0"/>
                  </a:lnTo>
                  <a:lnTo>
                    <a:pt x="0" y="0"/>
                  </a:lnTo>
                  <a:lnTo>
                    <a:pt x="0" y="1198829"/>
                  </a:lnTo>
                  <a:lnTo>
                    <a:pt x="3494379" y="1998002"/>
                  </a:lnTo>
                  <a:lnTo>
                    <a:pt x="3836212" y="1699006"/>
                  </a:lnTo>
                  <a:close/>
                </a:path>
                <a:path w="12486005" h="1998345">
                  <a:moveTo>
                    <a:pt x="12485980" y="12"/>
                  </a:moveTo>
                  <a:lnTo>
                    <a:pt x="8114703" y="12"/>
                  </a:lnTo>
                  <a:lnTo>
                    <a:pt x="4701260" y="1699018"/>
                  </a:lnTo>
                  <a:lnTo>
                    <a:pt x="4995888" y="1991741"/>
                  </a:lnTo>
                  <a:lnTo>
                    <a:pt x="9686138" y="1270266"/>
                  </a:lnTo>
                  <a:lnTo>
                    <a:pt x="12485980" y="839343"/>
                  </a:lnTo>
                  <a:lnTo>
                    <a:pt x="12485980" y="12"/>
                  </a:lnTo>
                  <a:close/>
                </a:path>
              </a:pathLst>
            </a:custGeom>
            <a:solidFill>
              <a:srgbClr val="ABA2A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96099" y="6674453"/>
              <a:ext cx="12486005" cy="2365375"/>
            </a:xfrm>
            <a:custGeom>
              <a:avLst/>
              <a:gdLst/>
              <a:ahLst/>
              <a:cxnLst/>
              <a:rect l="l" t="t" r="r" b="b"/>
              <a:pathLst>
                <a:path w="12486005" h="2365375">
                  <a:moveTo>
                    <a:pt x="279869" y="0"/>
                  </a:moveTo>
                  <a:lnTo>
                    <a:pt x="256870" y="0"/>
                  </a:lnTo>
                  <a:lnTo>
                    <a:pt x="0" y="323659"/>
                  </a:lnTo>
                  <a:lnTo>
                    <a:pt x="0" y="352640"/>
                  </a:lnTo>
                  <a:lnTo>
                    <a:pt x="279869" y="0"/>
                  </a:lnTo>
                  <a:close/>
                </a:path>
                <a:path w="12486005" h="2365375">
                  <a:moveTo>
                    <a:pt x="1594205" y="12"/>
                  </a:moveTo>
                  <a:lnTo>
                    <a:pt x="1571980" y="12"/>
                  </a:lnTo>
                  <a:lnTo>
                    <a:pt x="601268" y="1342224"/>
                  </a:lnTo>
                  <a:lnTo>
                    <a:pt x="601268" y="2347341"/>
                  </a:lnTo>
                  <a:lnTo>
                    <a:pt x="619290" y="2347341"/>
                  </a:lnTo>
                  <a:lnTo>
                    <a:pt x="619290" y="1348066"/>
                  </a:lnTo>
                  <a:lnTo>
                    <a:pt x="1594205" y="12"/>
                  </a:lnTo>
                  <a:close/>
                </a:path>
                <a:path w="12486005" h="2365375">
                  <a:moveTo>
                    <a:pt x="5013909" y="1984260"/>
                  </a:moveTo>
                  <a:lnTo>
                    <a:pt x="4708703" y="1680984"/>
                  </a:lnTo>
                  <a:lnTo>
                    <a:pt x="3829443" y="1680984"/>
                  </a:lnTo>
                  <a:lnTo>
                    <a:pt x="3476371" y="1989797"/>
                  </a:lnTo>
                  <a:lnTo>
                    <a:pt x="3476371" y="2336939"/>
                  </a:lnTo>
                  <a:lnTo>
                    <a:pt x="3494379" y="2336939"/>
                  </a:lnTo>
                  <a:lnTo>
                    <a:pt x="3494379" y="1997989"/>
                  </a:lnTo>
                  <a:lnTo>
                    <a:pt x="3836212" y="1699006"/>
                  </a:lnTo>
                  <a:lnTo>
                    <a:pt x="4701273" y="1699006"/>
                  </a:lnTo>
                  <a:lnTo>
                    <a:pt x="4995888" y="1991728"/>
                  </a:lnTo>
                  <a:lnTo>
                    <a:pt x="4995888" y="2338336"/>
                  </a:lnTo>
                  <a:lnTo>
                    <a:pt x="5013909" y="2338336"/>
                  </a:lnTo>
                  <a:lnTo>
                    <a:pt x="5013909" y="1984260"/>
                  </a:lnTo>
                  <a:close/>
                </a:path>
                <a:path w="12486005" h="2365375">
                  <a:moveTo>
                    <a:pt x="5217020" y="1952066"/>
                  </a:moveTo>
                  <a:lnTo>
                    <a:pt x="4901527" y="1596072"/>
                  </a:lnTo>
                  <a:lnTo>
                    <a:pt x="3745534" y="1602841"/>
                  </a:lnTo>
                  <a:lnTo>
                    <a:pt x="3329051" y="1966417"/>
                  </a:lnTo>
                  <a:lnTo>
                    <a:pt x="3329051" y="2343683"/>
                  </a:lnTo>
                  <a:lnTo>
                    <a:pt x="3347072" y="2343683"/>
                  </a:lnTo>
                  <a:lnTo>
                    <a:pt x="3347072" y="1974596"/>
                  </a:lnTo>
                  <a:lnTo>
                    <a:pt x="3752342" y="1620824"/>
                  </a:lnTo>
                  <a:lnTo>
                    <a:pt x="4893462" y="1614144"/>
                  </a:lnTo>
                  <a:lnTo>
                    <a:pt x="5198999" y="1958898"/>
                  </a:lnTo>
                  <a:lnTo>
                    <a:pt x="5198999" y="2346795"/>
                  </a:lnTo>
                  <a:lnTo>
                    <a:pt x="5217020" y="2346795"/>
                  </a:lnTo>
                  <a:lnTo>
                    <a:pt x="5217020" y="1952066"/>
                  </a:lnTo>
                  <a:close/>
                </a:path>
                <a:path w="12486005" h="2365375">
                  <a:moveTo>
                    <a:pt x="5482361" y="1908898"/>
                  </a:moveTo>
                  <a:lnTo>
                    <a:pt x="5094452" y="1478775"/>
                  </a:lnTo>
                  <a:lnTo>
                    <a:pt x="3636124" y="1478775"/>
                  </a:lnTo>
                  <a:lnTo>
                    <a:pt x="3193910" y="1926450"/>
                  </a:lnTo>
                  <a:lnTo>
                    <a:pt x="3193910" y="2336939"/>
                  </a:lnTo>
                  <a:lnTo>
                    <a:pt x="3211931" y="2336939"/>
                  </a:lnTo>
                  <a:lnTo>
                    <a:pt x="3211931" y="1933854"/>
                  </a:lnTo>
                  <a:lnTo>
                    <a:pt x="3643655" y="1496796"/>
                  </a:lnTo>
                  <a:lnTo>
                    <a:pt x="5086439" y="1496796"/>
                  </a:lnTo>
                  <a:lnTo>
                    <a:pt x="5464353" y="1915820"/>
                  </a:lnTo>
                  <a:lnTo>
                    <a:pt x="5464353" y="2336939"/>
                  </a:lnTo>
                  <a:lnTo>
                    <a:pt x="5482361" y="2336939"/>
                  </a:lnTo>
                  <a:lnTo>
                    <a:pt x="5482361" y="1908898"/>
                  </a:lnTo>
                  <a:close/>
                </a:path>
                <a:path w="12486005" h="2365375">
                  <a:moveTo>
                    <a:pt x="5778665" y="1879104"/>
                  </a:moveTo>
                  <a:lnTo>
                    <a:pt x="5301805" y="1407096"/>
                  </a:lnTo>
                  <a:lnTo>
                    <a:pt x="3550780" y="1407096"/>
                  </a:lnTo>
                  <a:lnTo>
                    <a:pt x="3059049" y="1914093"/>
                  </a:lnTo>
                  <a:lnTo>
                    <a:pt x="3059049" y="2365362"/>
                  </a:lnTo>
                  <a:lnTo>
                    <a:pt x="3077070" y="2365362"/>
                  </a:lnTo>
                  <a:lnTo>
                    <a:pt x="3077070" y="1921395"/>
                  </a:lnTo>
                  <a:lnTo>
                    <a:pt x="3558400" y="1425105"/>
                  </a:lnTo>
                  <a:lnTo>
                    <a:pt x="5294401" y="1425105"/>
                  </a:lnTo>
                  <a:lnTo>
                    <a:pt x="5760644" y="1886623"/>
                  </a:lnTo>
                  <a:lnTo>
                    <a:pt x="5760644" y="2338349"/>
                  </a:lnTo>
                  <a:lnTo>
                    <a:pt x="5778665" y="2338349"/>
                  </a:lnTo>
                  <a:lnTo>
                    <a:pt x="5778665" y="1879104"/>
                  </a:lnTo>
                  <a:close/>
                </a:path>
                <a:path w="12486005" h="2365375">
                  <a:moveTo>
                    <a:pt x="6135560" y="1814144"/>
                  </a:moveTo>
                  <a:lnTo>
                    <a:pt x="5539994" y="1271727"/>
                  </a:lnTo>
                  <a:lnTo>
                    <a:pt x="3438728" y="1271727"/>
                  </a:lnTo>
                  <a:lnTo>
                    <a:pt x="2909392" y="1862505"/>
                  </a:lnTo>
                  <a:lnTo>
                    <a:pt x="2909392" y="2336939"/>
                  </a:lnTo>
                  <a:lnTo>
                    <a:pt x="2927413" y="2336939"/>
                  </a:lnTo>
                  <a:lnTo>
                    <a:pt x="2927413" y="1869401"/>
                  </a:lnTo>
                  <a:lnTo>
                    <a:pt x="3446767" y="1289748"/>
                  </a:lnTo>
                  <a:lnTo>
                    <a:pt x="5533021" y="1289748"/>
                  </a:lnTo>
                  <a:lnTo>
                    <a:pt x="6117539" y="1822094"/>
                  </a:lnTo>
                  <a:lnTo>
                    <a:pt x="6117539" y="2342832"/>
                  </a:lnTo>
                  <a:lnTo>
                    <a:pt x="6135560" y="2342832"/>
                  </a:lnTo>
                  <a:lnTo>
                    <a:pt x="6135560" y="1814144"/>
                  </a:lnTo>
                  <a:close/>
                </a:path>
                <a:path w="12486005" h="2365375">
                  <a:moveTo>
                    <a:pt x="6682143" y="1729955"/>
                  </a:moveTo>
                  <a:lnTo>
                    <a:pt x="5943663" y="1073023"/>
                  </a:lnTo>
                  <a:lnTo>
                    <a:pt x="3249041" y="1073023"/>
                  </a:lnTo>
                  <a:lnTo>
                    <a:pt x="2656281" y="1805647"/>
                  </a:lnTo>
                  <a:lnTo>
                    <a:pt x="2656281" y="2342845"/>
                  </a:lnTo>
                  <a:lnTo>
                    <a:pt x="2674302" y="2342845"/>
                  </a:lnTo>
                  <a:lnTo>
                    <a:pt x="2674302" y="1812036"/>
                  </a:lnTo>
                  <a:lnTo>
                    <a:pt x="3257639" y="1091031"/>
                  </a:lnTo>
                  <a:lnTo>
                    <a:pt x="5936818" y="1091031"/>
                  </a:lnTo>
                  <a:lnTo>
                    <a:pt x="6664122" y="1738045"/>
                  </a:lnTo>
                  <a:lnTo>
                    <a:pt x="6664122" y="2342845"/>
                  </a:lnTo>
                  <a:lnTo>
                    <a:pt x="6682143" y="2342845"/>
                  </a:lnTo>
                  <a:lnTo>
                    <a:pt x="6682143" y="1729955"/>
                  </a:lnTo>
                  <a:close/>
                </a:path>
                <a:path w="12486005" h="2365375">
                  <a:moveTo>
                    <a:pt x="7450963" y="1622272"/>
                  </a:moveTo>
                  <a:lnTo>
                    <a:pt x="6502641" y="797864"/>
                  </a:lnTo>
                  <a:lnTo>
                    <a:pt x="2986849" y="797864"/>
                  </a:lnTo>
                  <a:lnTo>
                    <a:pt x="2243404" y="1686737"/>
                  </a:lnTo>
                  <a:lnTo>
                    <a:pt x="2243404" y="2347341"/>
                  </a:lnTo>
                  <a:lnTo>
                    <a:pt x="2261412" y="2347341"/>
                  </a:lnTo>
                  <a:lnTo>
                    <a:pt x="2261412" y="1693265"/>
                  </a:lnTo>
                  <a:lnTo>
                    <a:pt x="2995282" y="815886"/>
                  </a:lnTo>
                  <a:lnTo>
                    <a:pt x="6495910" y="815886"/>
                  </a:lnTo>
                  <a:lnTo>
                    <a:pt x="7432942" y="1630489"/>
                  </a:lnTo>
                  <a:lnTo>
                    <a:pt x="7432942" y="2342845"/>
                  </a:lnTo>
                  <a:lnTo>
                    <a:pt x="7450963" y="2342845"/>
                  </a:lnTo>
                  <a:lnTo>
                    <a:pt x="7450963" y="1622272"/>
                  </a:lnTo>
                  <a:close/>
                </a:path>
                <a:path w="12486005" h="2365375">
                  <a:moveTo>
                    <a:pt x="8729688" y="1394345"/>
                  </a:moveTo>
                  <a:lnTo>
                    <a:pt x="7593597" y="261086"/>
                  </a:lnTo>
                  <a:lnTo>
                    <a:pt x="2448179" y="261086"/>
                  </a:lnTo>
                  <a:lnTo>
                    <a:pt x="1549806" y="1556359"/>
                  </a:lnTo>
                  <a:lnTo>
                    <a:pt x="1549806" y="2336939"/>
                  </a:lnTo>
                  <a:lnTo>
                    <a:pt x="1567827" y="2336939"/>
                  </a:lnTo>
                  <a:lnTo>
                    <a:pt x="1567827" y="1561998"/>
                  </a:lnTo>
                  <a:lnTo>
                    <a:pt x="2457615" y="279107"/>
                  </a:lnTo>
                  <a:lnTo>
                    <a:pt x="7586142" y="279107"/>
                  </a:lnTo>
                  <a:lnTo>
                    <a:pt x="8711667" y="1401826"/>
                  </a:lnTo>
                  <a:lnTo>
                    <a:pt x="8711667" y="2342832"/>
                  </a:lnTo>
                  <a:lnTo>
                    <a:pt x="8729688" y="2342832"/>
                  </a:lnTo>
                  <a:lnTo>
                    <a:pt x="8729688" y="1394345"/>
                  </a:lnTo>
                  <a:close/>
                </a:path>
                <a:path w="12486005" h="2365375">
                  <a:moveTo>
                    <a:pt x="10559288" y="1078001"/>
                  </a:moveTo>
                  <a:lnTo>
                    <a:pt x="9352915" y="12"/>
                  </a:lnTo>
                  <a:lnTo>
                    <a:pt x="9325877" y="12"/>
                  </a:lnTo>
                  <a:lnTo>
                    <a:pt x="10541267" y="1086065"/>
                  </a:lnTo>
                  <a:lnTo>
                    <a:pt x="10541267" y="2347341"/>
                  </a:lnTo>
                  <a:lnTo>
                    <a:pt x="10559288" y="2347341"/>
                  </a:lnTo>
                  <a:lnTo>
                    <a:pt x="10559288" y="1078001"/>
                  </a:lnTo>
                  <a:close/>
                </a:path>
                <a:path w="12486005" h="2365375">
                  <a:moveTo>
                    <a:pt x="12485980" y="605104"/>
                  </a:moveTo>
                  <a:lnTo>
                    <a:pt x="11736299" y="12"/>
                  </a:lnTo>
                  <a:lnTo>
                    <a:pt x="11707609" y="12"/>
                  </a:lnTo>
                  <a:lnTo>
                    <a:pt x="12485980" y="628269"/>
                  </a:lnTo>
                  <a:lnTo>
                    <a:pt x="12485980" y="605104"/>
                  </a:lnTo>
                  <a:close/>
                </a:path>
              </a:pathLst>
            </a:custGeom>
            <a:solidFill>
              <a:srgbClr val="ABA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818575" y="8373458"/>
              <a:ext cx="1182370" cy="662940"/>
            </a:xfrm>
            <a:custGeom>
              <a:avLst/>
              <a:gdLst/>
              <a:ahLst/>
              <a:cxnLst/>
              <a:rect l="l" t="t" r="r" b="b"/>
              <a:pathLst>
                <a:path w="1182370" h="662940">
                  <a:moveTo>
                    <a:pt x="878800" y="0"/>
                  </a:moveTo>
                  <a:lnTo>
                    <a:pt x="0" y="0"/>
                  </a:lnTo>
                  <a:lnTo>
                    <a:pt x="358114" y="662325"/>
                  </a:lnTo>
                  <a:lnTo>
                    <a:pt x="1181859" y="662325"/>
                  </a:lnTo>
                  <a:lnTo>
                    <a:pt x="1173419" y="292724"/>
                  </a:lnTo>
                  <a:lnTo>
                    <a:pt x="878800" y="0"/>
                  </a:lnTo>
                  <a:close/>
                </a:path>
              </a:pathLst>
            </a:custGeom>
            <a:solidFill>
              <a:srgbClr val="ABA2A9">
                <a:alpha val="1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861853" y="8645884"/>
              <a:ext cx="739775" cy="436245"/>
            </a:xfrm>
            <a:custGeom>
              <a:avLst/>
              <a:gdLst/>
              <a:ahLst/>
              <a:cxnLst/>
              <a:rect l="l" t="t" r="r" b="b"/>
              <a:pathLst>
                <a:path w="739775" h="436245">
                  <a:moveTo>
                    <a:pt x="571019" y="0"/>
                  </a:moveTo>
                  <a:lnTo>
                    <a:pt x="163481" y="0"/>
                  </a:lnTo>
                  <a:lnTo>
                    <a:pt x="0" y="163481"/>
                  </a:lnTo>
                  <a:lnTo>
                    <a:pt x="0" y="397213"/>
                  </a:lnTo>
                  <a:lnTo>
                    <a:pt x="739537" y="436039"/>
                  </a:lnTo>
                  <a:lnTo>
                    <a:pt x="739537" y="168528"/>
                  </a:lnTo>
                  <a:lnTo>
                    <a:pt x="571019" y="0"/>
                  </a:lnTo>
                  <a:close/>
                </a:path>
              </a:pathLst>
            </a:custGeom>
            <a:solidFill>
              <a:srgbClr val="ABA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861853" y="8740345"/>
              <a:ext cx="579755" cy="341630"/>
            </a:xfrm>
            <a:custGeom>
              <a:avLst/>
              <a:gdLst/>
              <a:ahLst/>
              <a:cxnLst/>
              <a:rect l="l" t="t" r="r" b="b"/>
              <a:pathLst>
                <a:path w="579754" h="341629">
                  <a:moveTo>
                    <a:pt x="447316" y="0"/>
                  </a:moveTo>
                  <a:lnTo>
                    <a:pt x="128069" y="0"/>
                  </a:lnTo>
                  <a:lnTo>
                    <a:pt x="0" y="128069"/>
                  </a:lnTo>
                  <a:lnTo>
                    <a:pt x="0" y="311163"/>
                  </a:lnTo>
                  <a:lnTo>
                    <a:pt x="579333" y="341581"/>
                  </a:lnTo>
                  <a:lnTo>
                    <a:pt x="579333" y="132016"/>
                  </a:lnTo>
                  <a:lnTo>
                    <a:pt x="447316" y="0"/>
                  </a:lnTo>
                  <a:close/>
                </a:path>
              </a:pathLst>
            </a:custGeom>
            <a:solidFill>
              <a:srgbClr val="938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96105" y="9011390"/>
              <a:ext cx="12486005" cy="1489710"/>
            </a:xfrm>
            <a:custGeom>
              <a:avLst/>
              <a:gdLst/>
              <a:ahLst/>
              <a:cxnLst/>
              <a:rect l="l" t="t" r="r" b="b"/>
              <a:pathLst>
                <a:path w="12486005" h="1489709">
                  <a:moveTo>
                    <a:pt x="12485975" y="0"/>
                  </a:moveTo>
                  <a:lnTo>
                    <a:pt x="0" y="0"/>
                  </a:lnTo>
                  <a:lnTo>
                    <a:pt x="0" y="1489158"/>
                  </a:lnTo>
                  <a:lnTo>
                    <a:pt x="12485975" y="1489158"/>
                  </a:lnTo>
                  <a:lnTo>
                    <a:pt x="12485975" y="0"/>
                  </a:lnTo>
                  <a:close/>
                </a:path>
              </a:pathLst>
            </a:custGeom>
            <a:solidFill>
              <a:srgbClr val="3953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6105" y="8992876"/>
              <a:ext cx="4111935" cy="14222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6105" y="9035836"/>
              <a:ext cx="3729565" cy="131727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8823" y="9089189"/>
              <a:ext cx="6062" cy="5895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5592" y="9089189"/>
              <a:ext cx="87945" cy="13806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6105" y="9092297"/>
              <a:ext cx="3655009" cy="38485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6105" y="9331190"/>
              <a:ext cx="3359614" cy="1169359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83602" y="8995326"/>
              <a:ext cx="8198478" cy="12068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82353" y="9043398"/>
              <a:ext cx="8397471" cy="13715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282693" y="9046644"/>
              <a:ext cx="199386" cy="13359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389419" y="9146999"/>
              <a:ext cx="92662" cy="193658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23258" y="9212349"/>
              <a:ext cx="2554048" cy="320114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306197" y="9229593"/>
              <a:ext cx="175884" cy="296933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35063" y="9324303"/>
              <a:ext cx="3404805" cy="357109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36512" y="9129163"/>
              <a:ext cx="8566911" cy="1371385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121369" y="9352594"/>
              <a:ext cx="360711" cy="356880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44670" y="9531011"/>
              <a:ext cx="4544553" cy="969538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458615" y="9576581"/>
              <a:ext cx="1023465" cy="621611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359179" y="9810939"/>
              <a:ext cx="1910060" cy="68961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334094" y="9810939"/>
              <a:ext cx="2084651" cy="689610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166453" y="10156319"/>
              <a:ext cx="1598537" cy="344230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141421" y="10014438"/>
              <a:ext cx="340660" cy="486110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4722126" y="8153228"/>
              <a:ext cx="1269365" cy="308610"/>
            </a:xfrm>
            <a:custGeom>
              <a:avLst/>
              <a:gdLst/>
              <a:ahLst/>
              <a:cxnLst/>
              <a:rect l="l" t="t" r="r" b="b"/>
              <a:pathLst>
                <a:path w="1269364" h="308609">
                  <a:moveTo>
                    <a:pt x="3086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3086" y="308229"/>
                  </a:lnTo>
                  <a:lnTo>
                    <a:pt x="3086" y="0"/>
                  </a:lnTo>
                  <a:close/>
                </a:path>
                <a:path w="1269364" h="308609">
                  <a:moveTo>
                    <a:pt x="605434" y="0"/>
                  </a:moveTo>
                  <a:lnTo>
                    <a:pt x="602348" y="0"/>
                  </a:lnTo>
                  <a:lnTo>
                    <a:pt x="602348" y="308229"/>
                  </a:lnTo>
                  <a:lnTo>
                    <a:pt x="605434" y="308229"/>
                  </a:lnTo>
                  <a:lnTo>
                    <a:pt x="605434" y="0"/>
                  </a:lnTo>
                  <a:close/>
                </a:path>
                <a:path w="1269364" h="308609">
                  <a:moveTo>
                    <a:pt x="1269301" y="0"/>
                  </a:moveTo>
                  <a:lnTo>
                    <a:pt x="1266228" y="0"/>
                  </a:lnTo>
                  <a:lnTo>
                    <a:pt x="1266228" y="308229"/>
                  </a:lnTo>
                  <a:lnTo>
                    <a:pt x="1269301" y="308229"/>
                  </a:lnTo>
                  <a:lnTo>
                    <a:pt x="1269301" y="0"/>
                  </a:lnTo>
                  <a:close/>
                </a:path>
              </a:pathLst>
            </a:custGeom>
            <a:solidFill>
              <a:srgbClr val="4140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609468" y="8428520"/>
              <a:ext cx="228422" cy="65861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2878" y="8428520"/>
              <a:ext cx="228422" cy="65861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876757" y="8428520"/>
              <a:ext cx="228422" cy="65861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4448060" y="7747463"/>
              <a:ext cx="2077085" cy="504825"/>
            </a:xfrm>
            <a:custGeom>
              <a:avLst/>
              <a:gdLst/>
              <a:ahLst/>
              <a:cxnLst/>
              <a:rect l="l" t="t" r="r" b="b"/>
              <a:pathLst>
                <a:path w="2077084" h="504825">
                  <a:moveTo>
                    <a:pt x="5029" y="0"/>
                  </a:moveTo>
                  <a:lnTo>
                    <a:pt x="0" y="0"/>
                  </a:lnTo>
                  <a:lnTo>
                    <a:pt x="0" y="504367"/>
                  </a:lnTo>
                  <a:lnTo>
                    <a:pt x="5029" y="504367"/>
                  </a:lnTo>
                  <a:lnTo>
                    <a:pt x="5029" y="0"/>
                  </a:lnTo>
                  <a:close/>
                </a:path>
                <a:path w="2077084" h="504825">
                  <a:moveTo>
                    <a:pt x="990638" y="0"/>
                  </a:moveTo>
                  <a:lnTo>
                    <a:pt x="985596" y="0"/>
                  </a:lnTo>
                  <a:lnTo>
                    <a:pt x="985596" y="504367"/>
                  </a:lnTo>
                  <a:lnTo>
                    <a:pt x="990638" y="504367"/>
                  </a:lnTo>
                  <a:lnTo>
                    <a:pt x="990638" y="0"/>
                  </a:lnTo>
                  <a:close/>
                </a:path>
                <a:path w="2077084" h="504825">
                  <a:moveTo>
                    <a:pt x="2076932" y="0"/>
                  </a:moveTo>
                  <a:lnTo>
                    <a:pt x="2071890" y="0"/>
                  </a:lnTo>
                  <a:lnTo>
                    <a:pt x="2071890" y="504367"/>
                  </a:lnTo>
                  <a:lnTo>
                    <a:pt x="2076932" y="504367"/>
                  </a:lnTo>
                  <a:lnTo>
                    <a:pt x="2076932" y="0"/>
                  </a:lnTo>
                  <a:close/>
                </a:path>
              </a:pathLst>
            </a:custGeom>
            <a:solidFill>
              <a:srgbClr val="4140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263682" y="8197945"/>
              <a:ext cx="2447925" cy="107950"/>
            </a:xfrm>
            <a:custGeom>
              <a:avLst/>
              <a:gdLst/>
              <a:ahLst/>
              <a:cxnLst/>
              <a:rect l="l" t="t" r="r" b="b"/>
              <a:pathLst>
                <a:path w="2447925" h="107950">
                  <a:moveTo>
                    <a:pt x="373773" y="53886"/>
                  </a:moveTo>
                  <a:lnTo>
                    <a:pt x="359092" y="32918"/>
                  </a:lnTo>
                  <a:lnTo>
                    <a:pt x="319036" y="15786"/>
                  </a:lnTo>
                  <a:lnTo>
                    <a:pt x="259638" y="4241"/>
                  </a:lnTo>
                  <a:lnTo>
                    <a:pt x="186893" y="0"/>
                  </a:lnTo>
                  <a:lnTo>
                    <a:pt x="114147" y="4241"/>
                  </a:lnTo>
                  <a:lnTo>
                    <a:pt x="54749" y="15786"/>
                  </a:lnTo>
                  <a:lnTo>
                    <a:pt x="14693" y="32918"/>
                  </a:lnTo>
                  <a:lnTo>
                    <a:pt x="0" y="53886"/>
                  </a:lnTo>
                  <a:lnTo>
                    <a:pt x="14693" y="74866"/>
                  </a:lnTo>
                  <a:lnTo>
                    <a:pt x="54749" y="91986"/>
                  </a:lnTo>
                  <a:lnTo>
                    <a:pt x="114147" y="103530"/>
                  </a:lnTo>
                  <a:lnTo>
                    <a:pt x="186893" y="107759"/>
                  </a:lnTo>
                  <a:lnTo>
                    <a:pt x="259638" y="103530"/>
                  </a:lnTo>
                  <a:lnTo>
                    <a:pt x="319036" y="91986"/>
                  </a:lnTo>
                  <a:lnTo>
                    <a:pt x="359092" y="74866"/>
                  </a:lnTo>
                  <a:lnTo>
                    <a:pt x="373773" y="53886"/>
                  </a:lnTo>
                  <a:close/>
                </a:path>
                <a:path w="2447925" h="107950">
                  <a:moveTo>
                    <a:pt x="1377492" y="53886"/>
                  </a:moveTo>
                  <a:lnTo>
                    <a:pt x="1362798" y="32918"/>
                  </a:lnTo>
                  <a:lnTo>
                    <a:pt x="1322755" y="15786"/>
                  </a:lnTo>
                  <a:lnTo>
                    <a:pt x="1263345" y="4241"/>
                  </a:lnTo>
                  <a:lnTo>
                    <a:pt x="1190612" y="0"/>
                  </a:lnTo>
                  <a:lnTo>
                    <a:pt x="1117866" y="4241"/>
                  </a:lnTo>
                  <a:lnTo>
                    <a:pt x="1058456" y="15786"/>
                  </a:lnTo>
                  <a:lnTo>
                    <a:pt x="1018413" y="32918"/>
                  </a:lnTo>
                  <a:lnTo>
                    <a:pt x="1003719" y="53886"/>
                  </a:lnTo>
                  <a:lnTo>
                    <a:pt x="1018413" y="74866"/>
                  </a:lnTo>
                  <a:lnTo>
                    <a:pt x="1058456" y="91986"/>
                  </a:lnTo>
                  <a:lnTo>
                    <a:pt x="1117866" y="103530"/>
                  </a:lnTo>
                  <a:lnTo>
                    <a:pt x="1190612" y="107759"/>
                  </a:lnTo>
                  <a:lnTo>
                    <a:pt x="1263345" y="103530"/>
                  </a:lnTo>
                  <a:lnTo>
                    <a:pt x="1322755" y="91986"/>
                  </a:lnTo>
                  <a:lnTo>
                    <a:pt x="1362798" y="74866"/>
                  </a:lnTo>
                  <a:lnTo>
                    <a:pt x="1377492" y="53886"/>
                  </a:lnTo>
                  <a:close/>
                </a:path>
                <a:path w="2447925" h="107950">
                  <a:moveTo>
                    <a:pt x="2447429" y="53886"/>
                  </a:moveTo>
                  <a:lnTo>
                    <a:pt x="2432735" y="32918"/>
                  </a:lnTo>
                  <a:lnTo>
                    <a:pt x="2392692" y="15786"/>
                  </a:lnTo>
                  <a:lnTo>
                    <a:pt x="2333282" y="4241"/>
                  </a:lnTo>
                  <a:lnTo>
                    <a:pt x="2260549" y="0"/>
                  </a:lnTo>
                  <a:lnTo>
                    <a:pt x="2187803" y="4241"/>
                  </a:lnTo>
                  <a:lnTo>
                    <a:pt x="2128393" y="15786"/>
                  </a:lnTo>
                  <a:lnTo>
                    <a:pt x="2088349" y="32918"/>
                  </a:lnTo>
                  <a:lnTo>
                    <a:pt x="2073656" y="53886"/>
                  </a:lnTo>
                  <a:lnTo>
                    <a:pt x="2088349" y="74866"/>
                  </a:lnTo>
                  <a:lnTo>
                    <a:pt x="2128393" y="91986"/>
                  </a:lnTo>
                  <a:lnTo>
                    <a:pt x="2187803" y="103530"/>
                  </a:lnTo>
                  <a:lnTo>
                    <a:pt x="2260549" y="107759"/>
                  </a:lnTo>
                  <a:lnTo>
                    <a:pt x="2333282" y="103530"/>
                  </a:lnTo>
                  <a:lnTo>
                    <a:pt x="2392692" y="91986"/>
                  </a:lnTo>
                  <a:lnTo>
                    <a:pt x="2432735" y="74866"/>
                  </a:lnTo>
                  <a:lnTo>
                    <a:pt x="2447429" y="53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233494" y="6935527"/>
              <a:ext cx="3862070" cy="937894"/>
            </a:xfrm>
            <a:custGeom>
              <a:avLst/>
              <a:gdLst/>
              <a:ahLst/>
              <a:cxnLst/>
              <a:rect l="l" t="t" r="r" b="b"/>
              <a:pathLst>
                <a:path w="3862070" h="937895">
                  <a:moveTo>
                    <a:pt x="9359" y="12"/>
                  </a:moveTo>
                  <a:lnTo>
                    <a:pt x="0" y="12"/>
                  </a:lnTo>
                  <a:lnTo>
                    <a:pt x="0" y="937755"/>
                  </a:lnTo>
                  <a:lnTo>
                    <a:pt x="9359" y="937755"/>
                  </a:lnTo>
                  <a:lnTo>
                    <a:pt x="9359" y="12"/>
                  </a:lnTo>
                  <a:close/>
                </a:path>
                <a:path w="3862070" h="937895">
                  <a:moveTo>
                    <a:pt x="1841881" y="0"/>
                  </a:moveTo>
                  <a:lnTo>
                    <a:pt x="1832508" y="0"/>
                  </a:lnTo>
                  <a:lnTo>
                    <a:pt x="1832508" y="937742"/>
                  </a:lnTo>
                  <a:lnTo>
                    <a:pt x="1841881" y="937742"/>
                  </a:lnTo>
                  <a:lnTo>
                    <a:pt x="1841881" y="0"/>
                  </a:lnTo>
                  <a:close/>
                </a:path>
                <a:path w="3862070" h="937895">
                  <a:moveTo>
                    <a:pt x="3861587" y="0"/>
                  </a:moveTo>
                  <a:lnTo>
                    <a:pt x="3852227" y="0"/>
                  </a:lnTo>
                  <a:lnTo>
                    <a:pt x="3852227" y="937742"/>
                  </a:lnTo>
                  <a:lnTo>
                    <a:pt x="3861587" y="937742"/>
                  </a:lnTo>
                  <a:lnTo>
                    <a:pt x="3861587" y="0"/>
                  </a:lnTo>
                  <a:close/>
                </a:path>
              </a:pathLst>
            </a:custGeom>
            <a:solidFill>
              <a:srgbClr val="4140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890708" y="7773104"/>
              <a:ext cx="4550410" cy="200660"/>
            </a:xfrm>
            <a:custGeom>
              <a:avLst/>
              <a:gdLst/>
              <a:ahLst/>
              <a:cxnLst/>
              <a:rect l="l" t="t" r="r" b="b"/>
              <a:pathLst>
                <a:path w="4550409" h="200659">
                  <a:moveTo>
                    <a:pt x="694931" y="100177"/>
                  </a:moveTo>
                  <a:lnTo>
                    <a:pt x="667626" y="61175"/>
                  </a:lnTo>
                  <a:lnTo>
                    <a:pt x="593166" y="29337"/>
                  </a:lnTo>
                  <a:lnTo>
                    <a:pt x="541743" y="17106"/>
                  </a:lnTo>
                  <a:lnTo>
                    <a:pt x="482714" y="7874"/>
                  </a:lnTo>
                  <a:lnTo>
                    <a:pt x="417499" y="2032"/>
                  </a:lnTo>
                  <a:lnTo>
                    <a:pt x="347472" y="0"/>
                  </a:lnTo>
                  <a:lnTo>
                    <a:pt x="277444" y="2032"/>
                  </a:lnTo>
                  <a:lnTo>
                    <a:pt x="212217" y="7874"/>
                  </a:lnTo>
                  <a:lnTo>
                    <a:pt x="153200" y="17106"/>
                  </a:lnTo>
                  <a:lnTo>
                    <a:pt x="101777" y="29337"/>
                  </a:lnTo>
                  <a:lnTo>
                    <a:pt x="59347" y="44170"/>
                  </a:lnTo>
                  <a:lnTo>
                    <a:pt x="7061" y="79984"/>
                  </a:lnTo>
                  <a:lnTo>
                    <a:pt x="0" y="100177"/>
                  </a:lnTo>
                  <a:lnTo>
                    <a:pt x="7061" y="120370"/>
                  </a:lnTo>
                  <a:lnTo>
                    <a:pt x="59347" y="156184"/>
                  </a:lnTo>
                  <a:lnTo>
                    <a:pt x="101777" y="171005"/>
                  </a:lnTo>
                  <a:lnTo>
                    <a:pt x="153200" y="183248"/>
                  </a:lnTo>
                  <a:lnTo>
                    <a:pt x="212217" y="192481"/>
                  </a:lnTo>
                  <a:lnTo>
                    <a:pt x="277444" y="198310"/>
                  </a:lnTo>
                  <a:lnTo>
                    <a:pt x="347472" y="200355"/>
                  </a:lnTo>
                  <a:lnTo>
                    <a:pt x="417499" y="198310"/>
                  </a:lnTo>
                  <a:lnTo>
                    <a:pt x="482714" y="192481"/>
                  </a:lnTo>
                  <a:lnTo>
                    <a:pt x="541743" y="183248"/>
                  </a:lnTo>
                  <a:lnTo>
                    <a:pt x="593166" y="171005"/>
                  </a:lnTo>
                  <a:lnTo>
                    <a:pt x="635596" y="156184"/>
                  </a:lnTo>
                  <a:lnTo>
                    <a:pt x="687870" y="120370"/>
                  </a:lnTo>
                  <a:lnTo>
                    <a:pt x="694931" y="100177"/>
                  </a:lnTo>
                  <a:close/>
                </a:path>
                <a:path w="4550409" h="200659">
                  <a:moveTo>
                    <a:pt x="2561107" y="100177"/>
                  </a:moveTo>
                  <a:lnTo>
                    <a:pt x="2533802" y="61175"/>
                  </a:lnTo>
                  <a:lnTo>
                    <a:pt x="2459342" y="29337"/>
                  </a:lnTo>
                  <a:lnTo>
                    <a:pt x="2407920" y="17106"/>
                  </a:lnTo>
                  <a:lnTo>
                    <a:pt x="2348890" y="7874"/>
                  </a:lnTo>
                  <a:lnTo>
                    <a:pt x="2283676" y="2032"/>
                  </a:lnTo>
                  <a:lnTo>
                    <a:pt x="2213648" y="0"/>
                  </a:lnTo>
                  <a:lnTo>
                    <a:pt x="2143620" y="2032"/>
                  </a:lnTo>
                  <a:lnTo>
                    <a:pt x="2078393" y="7874"/>
                  </a:lnTo>
                  <a:lnTo>
                    <a:pt x="2019376" y="17106"/>
                  </a:lnTo>
                  <a:lnTo>
                    <a:pt x="1967953" y="29337"/>
                  </a:lnTo>
                  <a:lnTo>
                    <a:pt x="1925523" y="44170"/>
                  </a:lnTo>
                  <a:lnTo>
                    <a:pt x="1873237" y="79984"/>
                  </a:lnTo>
                  <a:lnTo>
                    <a:pt x="1866176" y="100177"/>
                  </a:lnTo>
                  <a:lnTo>
                    <a:pt x="1873237" y="120370"/>
                  </a:lnTo>
                  <a:lnTo>
                    <a:pt x="1925523" y="156184"/>
                  </a:lnTo>
                  <a:lnTo>
                    <a:pt x="1967953" y="171005"/>
                  </a:lnTo>
                  <a:lnTo>
                    <a:pt x="2019376" y="183248"/>
                  </a:lnTo>
                  <a:lnTo>
                    <a:pt x="2078393" y="192481"/>
                  </a:lnTo>
                  <a:lnTo>
                    <a:pt x="2143620" y="198310"/>
                  </a:lnTo>
                  <a:lnTo>
                    <a:pt x="2213648" y="200355"/>
                  </a:lnTo>
                  <a:lnTo>
                    <a:pt x="2283676" y="198310"/>
                  </a:lnTo>
                  <a:lnTo>
                    <a:pt x="2348890" y="192481"/>
                  </a:lnTo>
                  <a:lnTo>
                    <a:pt x="2407920" y="183248"/>
                  </a:lnTo>
                  <a:lnTo>
                    <a:pt x="2459342" y="171005"/>
                  </a:lnTo>
                  <a:lnTo>
                    <a:pt x="2501773" y="156184"/>
                  </a:lnTo>
                  <a:lnTo>
                    <a:pt x="2554059" y="120370"/>
                  </a:lnTo>
                  <a:lnTo>
                    <a:pt x="2561107" y="100177"/>
                  </a:lnTo>
                  <a:close/>
                </a:path>
                <a:path w="4550409" h="200659">
                  <a:moveTo>
                    <a:pt x="4550410" y="100177"/>
                  </a:moveTo>
                  <a:lnTo>
                    <a:pt x="4523105" y="61175"/>
                  </a:lnTo>
                  <a:lnTo>
                    <a:pt x="4448645" y="29337"/>
                  </a:lnTo>
                  <a:lnTo>
                    <a:pt x="4397222" y="17106"/>
                  </a:lnTo>
                  <a:lnTo>
                    <a:pt x="4338193" y="7874"/>
                  </a:lnTo>
                  <a:lnTo>
                    <a:pt x="4272978" y="2032"/>
                  </a:lnTo>
                  <a:lnTo>
                    <a:pt x="4202950" y="0"/>
                  </a:lnTo>
                  <a:lnTo>
                    <a:pt x="4132923" y="2032"/>
                  </a:lnTo>
                  <a:lnTo>
                    <a:pt x="4067695" y="7874"/>
                  </a:lnTo>
                  <a:lnTo>
                    <a:pt x="4008678" y="17106"/>
                  </a:lnTo>
                  <a:lnTo>
                    <a:pt x="3957256" y="29337"/>
                  </a:lnTo>
                  <a:lnTo>
                    <a:pt x="3914825" y="44170"/>
                  </a:lnTo>
                  <a:lnTo>
                    <a:pt x="3862540" y="79984"/>
                  </a:lnTo>
                  <a:lnTo>
                    <a:pt x="3855478" y="100177"/>
                  </a:lnTo>
                  <a:lnTo>
                    <a:pt x="3862540" y="120370"/>
                  </a:lnTo>
                  <a:lnTo>
                    <a:pt x="3914825" y="156184"/>
                  </a:lnTo>
                  <a:lnTo>
                    <a:pt x="3957256" y="171005"/>
                  </a:lnTo>
                  <a:lnTo>
                    <a:pt x="4008678" y="183248"/>
                  </a:lnTo>
                  <a:lnTo>
                    <a:pt x="4067695" y="192481"/>
                  </a:lnTo>
                  <a:lnTo>
                    <a:pt x="4132923" y="198310"/>
                  </a:lnTo>
                  <a:lnTo>
                    <a:pt x="4202950" y="200355"/>
                  </a:lnTo>
                  <a:lnTo>
                    <a:pt x="4272978" y="198310"/>
                  </a:lnTo>
                  <a:lnTo>
                    <a:pt x="4338193" y="192481"/>
                  </a:lnTo>
                  <a:lnTo>
                    <a:pt x="4397222" y="183248"/>
                  </a:lnTo>
                  <a:lnTo>
                    <a:pt x="4448645" y="171005"/>
                  </a:lnTo>
                  <a:lnTo>
                    <a:pt x="4491075" y="156184"/>
                  </a:lnTo>
                  <a:lnTo>
                    <a:pt x="4543349" y="120370"/>
                  </a:lnTo>
                  <a:lnTo>
                    <a:pt x="4550410" y="100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818140" y="6674465"/>
              <a:ext cx="5920105" cy="344805"/>
            </a:xfrm>
            <a:custGeom>
              <a:avLst/>
              <a:gdLst/>
              <a:ahLst/>
              <a:cxnLst/>
              <a:rect l="l" t="t" r="r" b="b"/>
              <a:pathLst>
                <a:path w="5920105" h="344804">
                  <a:moveTo>
                    <a:pt x="14351" y="0"/>
                  </a:moveTo>
                  <a:lnTo>
                    <a:pt x="0" y="0"/>
                  </a:lnTo>
                  <a:lnTo>
                    <a:pt x="0" y="344678"/>
                  </a:lnTo>
                  <a:lnTo>
                    <a:pt x="14351" y="344678"/>
                  </a:lnTo>
                  <a:lnTo>
                    <a:pt x="14351" y="0"/>
                  </a:lnTo>
                  <a:close/>
                </a:path>
                <a:path w="5920105" h="344804">
                  <a:moveTo>
                    <a:pt x="2823603" y="0"/>
                  </a:moveTo>
                  <a:lnTo>
                    <a:pt x="2809240" y="0"/>
                  </a:lnTo>
                  <a:lnTo>
                    <a:pt x="2809240" y="344678"/>
                  </a:lnTo>
                  <a:lnTo>
                    <a:pt x="2823603" y="344678"/>
                  </a:lnTo>
                  <a:lnTo>
                    <a:pt x="2823603" y="0"/>
                  </a:lnTo>
                  <a:close/>
                </a:path>
                <a:path w="5920105" h="344804">
                  <a:moveTo>
                    <a:pt x="5919813" y="0"/>
                  </a:moveTo>
                  <a:lnTo>
                    <a:pt x="5905449" y="0"/>
                  </a:lnTo>
                  <a:lnTo>
                    <a:pt x="5905449" y="344678"/>
                  </a:lnTo>
                  <a:lnTo>
                    <a:pt x="5919813" y="344678"/>
                  </a:lnTo>
                  <a:lnTo>
                    <a:pt x="5919813" y="0"/>
                  </a:lnTo>
                  <a:close/>
                </a:path>
              </a:pathLst>
            </a:custGeom>
            <a:solidFill>
              <a:srgbClr val="4140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292652" y="6865575"/>
              <a:ext cx="6976109" cy="307340"/>
            </a:xfrm>
            <a:custGeom>
              <a:avLst/>
              <a:gdLst/>
              <a:ahLst/>
              <a:cxnLst/>
              <a:rect l="l" t="t" r="r" b="b"/>
              <a:pathLst>
                <a:path w="6976109" h="307340">
                  <a:moveTo>
                    <a:pt x="1065326" y="153568"/>
                  </a:moveTo>
                  <a:lnTo>
                    <a:pt x="1046302" y="112737"/>
                  </a:lnTo>
                  <a:lnTo>
                    <a:pt x="992606" y="76060"/>
                  </a:lnTo>
                  <a:lnTo>
                    <a:pt x="954341" y="59728"/>
                  </a:lnTo>
                  <a:lnTo>
                    <a:pt x="909307" y="44970"/>
                  </a:lnTo>
                  <a:lnTo>
                    <a:pt x="858151" y="31991"/>
                  </a:lnTo>
                  <a:lnTo>
                    <a:pt x="801509" y="20967"/>
                  </a:lnTo>
                  <a:lnTo>
                    <a:pt x="740003" y="12065"/>
                  </a:lnTo>
                  <a:lnTo>
                    <a:pt x="674268" y="5486"/>
                  </a:lnTo>
                  <a:lnTo>
                    <a:pt x="604939" y="1397"/>
                  </a:lnTo>
                  <a:lnTo>
                    <a:pt x="532663" y="0"/>
                  </a:lnTo>
                  <a:lnTo>
                    <a:pt x="460387" y="1397"/>
                  </a:lnTo>
                  <a:lnTo>
                    <a:pt x="391058" y="5486"/>
                  </a:lnTo>
                  <a:lnTo>
                    <a:pt x="325323" y="12065"/>
                  </a:lnTo>
                  <a:lnTo>
                    <a:pt x="263817" y="20967"/>
                  </a:lnTo>
                  <a:lnTo>
                    <a:pt x="207162" y="31991"/>
                  </a:lnTo>
                  <a:lnTo>
                    <a:pt x="156006" y="44970"/>
                  </a:lnTo>
                  <a:lnTo>
                    <a:pt x="110985" y="59728"/>
                  </a:lnTo>
                  <a:lnTo>
                    <a:pt x="72720" y="76060"/>
                  </a:lnTo>
                  <a:lnTo>
                    <a:pt x="19024" y="112737"/>
                  </a:lnTo>
                  <a:lnTo>
                    <a:pt x="0" y="153568"/>
                  </a:lnTo>
                  <a:lnTo>
                    <a:pt x="4864" y="174396"/>
                  </a:lnTo>
                  <a:lnTo>
                    <a:pt x="41859" y="213334"/>
                  </a:lnTo>
                  <a:lnTo>
                    <a:pt x="110985" y="247408"/>
                  </a:lnTo>
                  <a:lnTo>
                    <a:pt x="156006" y="262153"/>
                  </a:lnTo>
                  <a:lnTo>
                    <a:pt x="207162" y="275132"/>
                  </a:lnTo>
                  <a:lnTo>
                    <a:pt x="263817" y="286169"/>
                  </a:lnTo>
                  <a:lnTo>
                    <a:pt x="325323" y="295059"/>
                  </a:lnTo>
                  <a:lnTo>
                    <a:pt x="391058" y="301650"/>
                  </a:lnTo>
                  <a:lnTo>
                    <a:pt x="460387" y="305727"/>
                  </a:lnTo>
                  <a:lnTo>
                    <a:pt x="532663" y="307124"/>
                  </a:lnTo>
                  <a:lnTo>
                    <a:pt x="604939" y="305727"/>
                  </a:lnTo>
                  <a:lnTo>
                    <a:pt x="674268" y="301650"/>
                  </a:lnTo>
                  <a:lnTo>
                    <a:pt x="740003" y="295059"/>
                  </a:lnTo>
                  <a:lnTo>
                    <a:pt x="801509" y="286169"/>
                  </a:lnTo>
                  <a:lnTo>
                    <a:pt x="858151" y="275132"/>
                  </a:lnTo>
                  <a:lnTo>
                    <a:pt x="909307" y="262153"/>
                  </a:lnTo>
                  <a:lnTo>
                    <a:pt x="954341" y="247408"/>
                  </a:lnTo>
                  <a:lnTo>
                    <a:pt x="992606" y="231076"/>
                  </a:lnTo>
                  <a:lnTo>
                    <a:pt x="1046302" y="194386"/>
                  </a:lnTo>
                  <a:lnTo>
                    <a:pt x="1065326" y="153568"/>
                  </a:lnTo>
                  <a:close/>
                </a:path>
                <a:path w="6976109" h="307340">
                  <a:moveTo>
                    <a:pt x="3926179" y="153568"/>
                  </a:moveTo>
                  <a:lnTo>
                    <a:pt x="3907155" y="112737"/>
                  </a:lnTo>
                  <a:lnTo>
                    <a:pt x="3853459" y="76060"/>
                  </a:lnTo>
                  <a:lnTo>
                    <a:pt x="3815194" y="59728"/>
                  </a:lnTo>
                  <a:lnTo>
                    <a:pt x="3770172" y="44970"/>
                  </a:lnTo>
                  <a:lnTo>
                    <a:pt x="3719017" y="31991"/>
                  </a:lnTo>
                  <a:lnTo>
                    <a:pt x="3662362" y="20967"/>
                  </a:lnTo>
                  <a:lnTo>
                    <a:pt x="3600856" y="12065"/>
                  </a:lnTo>
                  <a:lnTo>
                    <a:pt x="3535121" y="5486"/>
                  </a:lnTo>
                  <a:lnTo>
                    <a:pt x="3465792" y="1397"/>
                  </a:lnTo>
                  <a:lnTo>
                    <a:pt x="3393516" y="0"/>
                  </a:lnTo>
                  <a:lnTo>
                    <a:pt x="3321240" y="1397"/>
                  </a:lnTo>
                  <a:lnTo>
                    <a:pt x="3251911" y="5486"/>
                  </a:lnTo>
                  <a:lnTo>
                    <a:pt x="3186188" y="12065"/>
                  </a:lnTo>
                  <a:lnTo>
                    <a:pt x="3124670" y="20967"/>
                  </a:lnTo>
                  <a:lnTo>
                    <a:pt x="3068028" y="31991"/>
                  </a:lnTo>
                  <a:lnTo>
                    <a:pt x="3016872" y="44970"/>
                  </a:lnTo>
                  <a:lnTo>
                    <a:pt x="2971838" y="59728"/>
                  </a:lnTo>
                  <a:lnTo>
                    <a:pt x="2933573" y="76060"/>
                  </a:lnTo>
                  <a:lnTo>
                    <a:pt x="2879877" y="112737"/>
                  </a:lnTo>
                  <a:lnTo>
                    <a:pt x="2860852" y="153568"/>
                  </a:lnTo>
                  <a:lnTo>
                    <a:pt x="2865717" y="174396"/>
                  </a:lnTo>
                  <a:lnTo>
                    <a:pt x="2902712" y="213334"/>
                  </a:lnTo>
                  <a:lnTo>
                    <a:pt x="2971838" y="247408"/>
                  </a:lnTo>
                  <a:lnTo>
                    <a:pt x="3016872" y="262153"/>
                  </a:lnTo>
                  <a:lnTo>
                    <a:pt x="3068028" y="275132"/>
                  </a:lnTo>
                  <a:lnTo>
                    <a:pt x="3124670" y="286169"/>
                  </a:lnTo>
                  <a:lnTo>
                    <a:pt x="3186188" y="295059"/>
                  </a:lnTo>
                  <a:lnTo>
                    <a:pt x="3251911" y="301650"/>
                  </a:lnTo>
                  <a:lnTo>
                    <a:pt x="3321240" y="305727"/>
                  </a:lnTo>
                  <a:lnTo>
                    <a:pt x="3393516" y="307124"/>
                  </a:lnTo>
                  <a:lnTo>
                    <a:pt x="3465792" y="305727"/>
                  </a:lnTo>
                  <a:lnTo>
                    <a:pt x="3535121" y="301650"/>
                  </a:lnTo>
                  <a:lnTo>
                    <a:pt x="3600856" y="295059"/>
                  </a:lnTo>
                  <a:lnTo>
                    <a:pt x="3662362" y="286169"/>
                  </a:lnTo>
                  <a:lnTo>
                    <a:pt x="3719017" y="275132"/>
                  </a:lnTo>
                  <a:lnTo>
                    <a:pt x="3770172" y="262153"/>
                  </a:lnTo>
                  <a:lnTo>
                    <a:pt x="3815194" y="247408"/>
                  </a:lnTo>
                  <a:lnTo>
                    <a:pt x="3853459" y="231076"/>
                  </a:lnTo>
                  <a:lnTo>
                    <a:pt x="3907155" y="194386"/>
                  </a:lnTo>
                  <a:lnTo>
                    <a:pt x="3926179" y="153568"/>
                  </a:lnTo>
                  <a:close/>
                </a:path>
                <a:path w="6976109" h="307340">
                  <a:moveTo>
                    <a:pt x="6975780" y="153568"/>
                  </a:moveTo>
                  <a:lnTo>
                    <a:pt x="6956755" y="112737"/>
                  </a:lnTo>
                  <a:lnTo>
                    <a:pt x="6903059" y="76060"/>
                  </a:lnTo>
                  <a:lnTo>
                    <a:pt x="6864794" y="59728"/>
                  </a:lnTo>
                  <a:lnTo>
                    <a:pt x="6819760" y="44970"/>
                  </a:lnTo>
                  <a:lnTo>
                    <a:pt x="6768605" y="31991"/>
                  </a:lnTo>
                  <a:lnTo>
                    <a:pt x="6711963" y="20967"/>
                  </a:lnTo>
                  <a:lnTo>
                    <a:pt x="6650456" y="12065"/>
                  </a:lnTo>
                  <a:lnTo>
                    <a:pt x="6584721" y="5486"/>
                  </a:lnTo>
                  <a:lnTo>
                    <a:pt x="6515392" y="1397"/>
                  </a:lnTo>
                  <a:lnTo>
                    <a:pt x="6443116" y="0"/>
                  </a:lnTo>
                  <a:lnTo>
                    <a:pt x="6370841" y="1397"/>
                  </a:lnTo>
                  <a:lnTo>
                    <a:pt x="6301511" y="5486"/>
                  </a:lnTo>
                  <a:lnTo>
                    <a:pt x="6235776" y="12065"/>
                  </a:lnTo>
                  <a:lnTo>
                    <a:pt x="6174270" y="20967"/>
                  </a:lnTo>
                  <a:lnTo>
                    <a:pt x="6117615" y="31991"/>
                  </a:lnTo>
                  <a:lnTo>
                    <a:pt x="6066460" y="44970"/>
                  </a:lnTo>
                  <a:lnTo>
                    <a:pt x="6021438" y="59728"/>
                  </a:lnTo>
                  <a:lnTo>
                    <a:pt x="5983173" y="76060"/>
                  </a:lnTo>
                  <a:lnTo>
                    <a:pt x="5929477" y="112737"/>
                  </a:lnTo>
                  <a:lnTo>
                    <a:pt x="5910453" y="153568"/>
                  </a:lnTo>
                  <a:lnTo>
                    <a:pt x="5915317" y="174396"/>
                  </a:lnTo>
                  <a:lnTo>
                    <a:pt x="5952312" y="213334"/>
                  </a:lnTo>
                  <a:lnTo>
                    <a:pt x="6021438" y="247408"/>
                  </a:lnTo>
                  <a:lnTo>
                    <a:pt x="6066460" y="262153"/>
                  </a:lnTo>
                  <a:lnTo>
                    <a:pt x="6117615" y="275132"/>
                  </a:lnTo>
                  <a:lnTo>
                    <a:pt x="6174270" y="286169"/>
                  </a:lnTo>
                  <a:lnTo>
                    <a:pt x="6235776" y="295059"/>
                  </a:lnTo>
                  <a:lnTo>
                    <a:pt x="6301511" y="301650"/>
                  </a:lnTo>
                  <a:lnTo>
                    <a:pt x="6370841" y="305727"/>
                  </a:lnTo>
                  <a:lnTo>
                    <a:pt x="6443116" y="307124"/>
                  </a:lnTo>
                  <a:lnTo>
                    <a:pt x="6515392" y="305727"/>
                  </a:lnTo>
                  <a:lnTo>
                    <a:pt x="6584721" y="301650"/>
                  </a:lnTo>
                  <a:lnTo>
                    <a:pt x="6650456" y="295059"/>
                  </a:lnTo>
                  <a:lnTo>
                    <a:pt x="6711963" y="286169"/>
                  </a:lnTo>
                  <a:lnTo>
                    <a:pt x="6768605" y="275132"/>
                  </a:lnTo>
                  <a:lnTo>
                    <a:pt x="6819760" y="262153"/>
                  </a:lnTo>
                  <a:lnTo>
                    <a:pt x="6864794" y="247408"/>
                  </a:lnTo>
                  <a:lnTo>
                    <a:pt x="6903059" y="231076"/>
                  </a:lnTo>
                  <a:lnTo>
                    <a:pt x="6956755" y="194386"/>
                  </a:lnTo>
                  <a:lnTo>
                    <a:pt x="6975780" y="1535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/>
          <p:nvPr/>
        </p:nvSpPr>
        <p:spPr>
          <a:xfrm>
            <a:off x="1048093" y="1427255"/>
            <a:ext cx="12459970" cy="4823460"/>
          </a:xfrm>
          <a:custGeom>
            <a:avLst/>
            <a:gdLst/>
            <a:ahLst/>
            <a:cxnLst/>
            <a:rect l="l" t="t" r="r" b="b"/>
            <a:pathLst>
              <a:path w="12459969" h="4823460">
                <a:moveTo>
                  <a:pt x="12459788" y="0"/>
                </a:moveTo>
                <a:lnTo>
                  <a:pt x="0" y="0"/>
                </a:lnTo>
                <a:lnTo>
                  <a:pt x="0" y="4823172"/>
                </a:lnTo>
                <a:lnTo>
                  <a:pt x="12459788" y="4823172"/>
                </a:lnTo>
                <a:lnTo>
                  <a:pt x="12459788" y="0"/>
                </a:lnTo>
                <a:close/>
              </a:path>
            </a:pathLst>
          </a:custGeom>
          <a:solidFill>
            <a:srgbClr val="1DA2DC">
              <a:alpha val="81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624158" y="728636"/>
            <a:ext cx="293941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87" y="0"/>
            <a:ext cx="20097750" cy="11304905"/>
          </a:xfrm>
          <a:custGeom>
            <a:avLst/>
            <a:gdLst/>
            <a:ahLst/>
            <a:cxnLst/>
            <a:rect l="l" t="t" r="r" b="b"/>
            <a:pathLst>
              <a:path w="20097750" h="11304905">
                <a:moveTo>
                  <a:pt x="20097702" y="0"/>
                </a:moveTo>
                <a:lnTo>
                  <a:pt x="0" y="0"/>
                </a:lnTo>
                <a:lnTo>
                  <a:pt x="0" y="11304451"/>
                </a:lnTo>
                <a:lnTo>
                  <a:pt x="20097702" y="11304451"/>
                </a:lnTo>
                <a:lnTo>
                  <a:pt x="200977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5206" y="6554710"/>
            <a:ext cx="157188" cy="157167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66571" y="6159679"/>
            <a:ext cx="450850" cy="543560"/>
          </a:xfrm>
          <a:custGeom>
            <a:avLst/>
            <a:gdLst/>
            <a:ahLst/>
            <a:cxnLst/>
            <a:rect l="l" t="t" r="r" b="b"/>
            <a:pathLst>
              <a:path w="450850" h="543559">
                <a:moveTo>
                  <a:pt x="183690" y="0"/>
                </a:moveTo>
                <a:lnTo>
                  <a:pt x="0" y="0"/>
                </a:lnTo>
                <a:lnTo>
                  <a:pt x="0" y="543543"/>
                </a:lnTo>
                <a:lnTo>
                  <a:pt x="171722" y="543543"/>
                </a:lnTo>
                <a:lnTo>
                  <a:pt x="222357" y="540599"/>
                </a:lnTo>
                <a:lnTo>
                  <a:pt x="268239" y="531765"/>
                </a:lnTo>
                <a:lnTo>
                  <a:pt x="309371" y="517038"/>
                </a:lnTo>
                <a:lnTo>
                  <a:pt x="345755" y="496418"/>
                </a:lnTo>
                <a:lnTo>
                  <a:pt x="377391" y="469901"/>
                </a:lnTo>
                <a:lnTo>
                  <a:pt x="403726" y="437968"/>
                </a:lnTo>
                <a:lnTo>
                  <a:pt x="411992" y="423065"/>
                </a:lnTo>
                <a:lnTo>
                  <a:pt x="143398" y="423065"/>
                </a:lnTo>
                <a:lnTo>
                  <a:pt x="143398" y="118593"/>
                </a:lnTo>
                <a:lnTo>
                  <a:pt x="418509" y="118593"/>
                </a:lnTo>
                <a:lnTo>
                  <a:pt x="411450" y="104097"/>
                </a:lnTo>
                <a:lnTo>
                  <a:pt x="381045" y="66919"/>
                </a:lnTo>
                <a:lnTo>
                  <a:pt x="342631" y="37653"/>
                </a:lnTo>
                <a:lnTo>
                  <a:pt x="296935" y="16740"/>
                </a:lnTo>
                <a:lnTo>
                  <a:pt x="243956" y="4186"/>
                </a:lnTo>
                <a:lnTo>
                  <a:pt x="183690" y="0"/>
                </a:lnTo>
                <a:close/>
              </a:path>
              <a:path w="450850" h="543559">
                <a:moveTo>
                  <a:pt x="418509" y="118593"/>
                </a:moveTo>
                <a:lnTo>
                  <a:pt x="185135" y="118593"/>
                </a:lnTo>
                <a:lnTo>
                  <a:pt x="212688" y="120846"/>
                </a:lnTo>
                <a:lnTo>
                  <a:pt x="236483" y="127607"/>
                </a:lnTo>
                <a:lnTo>
                  <a:pt x="272839" y="154644"/>
                </a:lnTo>
                <a:lnTo>
                  <a:pt x="294489" y="200393"/>
                </a:lnTo>
                <a:lnTo>
                  <a:pt x="301697" y="265436"/>
                </a:lnTo>
                <a:lnTo>
                  <a:pt x="299789" y="302836"/>
                </a:lnTo>
                <a:lnTo>
                  <a:pt x="284540" y="362232"/>
                </a:lnTo>
                <a:lnTo>
                  <a:pt x="253773" y="401221"/>
                </a:lnTo>
                <a:lnTo>
                  <a:pt x="205847" y="420640"/>
                </a:lnTo>
                <a:lnTo>
                  <a:pt x="175345" y="423065"/>
                </a:lnTo>
                <a:lnTo>
                  <a:pt x="411992" y="423065"/>
                </a:lnTo>
                <a:lnTo>
                  <a:pt x="424213" y="401035"/>
                </a:lnTo>
                <a:lnTo>
                  <a:pt x="438849" y="359105"/>
                </a:lnTo>
                <a:lnTo>
                  <a:pt x="447633" y="312181"/>
                </a:lnTo>
                <a:lnTo>
                  <a:pt x="450562" y="260264"/>
                </a:lnTo>
                <a:lnTo>
                  <a:pt x="446214" y="200763"/>
                </a:lnTo>
                <a:lnTo>
                  <a:pt x="433175" y="148710"/>
                </a:lnTo>
                <a:lnTo>
                  <a:pt x="418509" y="1185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92741" y="6157404"/>
            <a:ext cx="137160" cy="546100"/>
          </a:xfrm>
          <a:custGeom>
            <a:avLst/>
            <a:gdLst/>
            <a:ahLst/>
            <a:cxnLst/>
            <a:rect l="l" t="t" r="r" b="b"/>
            <a:pathLst>
              <a:path w="137160" h="546100">
                <a:moveTo>
                  <a:pt x="136624" y="0"/>
                </a:moveTo>
                <a:lnTo>
                  <a:pt x="0" y="0"/>
                </a:lnTo>
                <a:lnTo>
                  <a:pt x="0" y="545815"/>
                </a:lnTo>
                <a:lnTo>
                  <a:pt x="136624" y="545815"/>
                </a:lnTo>
                <a:lnTo>
                  <a:pt x="136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982564" y="6290625"/>
            <a:ext cx="395605" cy="420370"/>
          </a:xfrm>
          <a:custGeom>
            <a:avLst/>
            <a:gdLst/>
            <a:ahLst/>
            <a:cxnLst/>
            <a:rect l="l" t="t" r="r" b="b"/>
            <a:pathLst>
              <a:path w="395605" h="420370">
                <a:moveTo>
                  <a:pt x="198852" y="0"/>
                </a:moveTo>
                <a:lnTo>
                  <a:pt x="154304" y="3431"/>
                </a:lnTo>
                <a:lnTo>
                  <a:pt x="115022" y="13727"/>
                </a:lnTo>
                <a:lnTo>
                  <a:pt x="81002" y="30886"/>
                </a:lnTo>
                <a:lnTo>
                  <a:pt x="29380" y="85139"/>
                </a:lnTo>
                <a:lnTo>
                  <a:pt x="13055" y="120900"/>
                </a:lnTo>
                <a:lnTo>
                  <a:pt x="3263" y="162188"/>
                </a:lnTo>
                <a:lnTo>
                  <a:pt x="0" y="208998"/>
                </a:lnTo>
                <a:lnTo>
                  <a:pt x="3340" y="255010"/>
                </a:lnTo>
                <a:lnTo>
                  <a:pt x="13326" y="295939"/>
                </a:lnTo>
                <a:lnTo>
                  <a:pt x="29985" y="331895"/>
                </a:lnTo>
                <a:lnTo>
                  <a:pt x="53307" y="362847"/>
                </a:lnTo>
                <a:lnTo>
                  <a:pt x="82248" y="387737"/>
                </a:lnTo>
                <a:lnTo>
                  <a:pt x="153960" y="416189"/>
                </a:lnTo>
                <a:lnTo>
                  <a:pt x="196737" y="419746"/>
                </a:lnTo>
                <a:lnTo>
                  <a:pt x="241118" y="416267"/>
                </a:lnTo>
                <a:lnTo>
                  <a:pt x="280288" y="405833"/>
                </a:lnTo>
                <a:lnTo>
                  <a:pt x="314241" y="388444"/>
                </a:lnTo>
                <a:lnTo>
                  <a:pt x="365840" y="333550"/>
                </a:lnTo>
                <a:lnTo>
                  <a:pt x="373801" y="315969"/>
                </a:lnTo>
                <a:lnTo>
                  <a:pt x="198130" y="315969"/>
                </a:lnTo>
                <a:lnTo>
                  <a:pt x="183214" y="314257"/>
                </a:lnTo>
                <a:lnTo>
                  <a:pt x="152361" y="288598"/>
                </a:lnTo>
                <a:lnTo>
                  <a:pt x="139591" y="233557"/>
                </a:lnTo>
                <a:lnTo>
                  <a:pt x="138739" y="208998"/>
                </a:lnTo>
                <a:lnTo>
                  <a:pt x="139591" y="184494"/>
                </a:lnTo>
                <a:lnTo>
                  <a:pt x="146403" y="145220"/>
                </a:lnTo>
                <a:lnTo>
                  <a:pt x="170442" y="110725"/>
                </a:lnTo>
                <a:lnTo>
                  <a:pt x="197428" y="104143"/>
                </a:lnTo>
                <a:lnTo>
                  <a:pt x="373462" y="104143"/>
                </a:lnTo>
                <a:lnTo>
                  <a:pt x="370920" y="98237"/>
                </a:lnTo>
                <a:lnTo>
                  <a:pt x="341532" y="56325"/>
                </a:lnTo>
                <a:lnTo>
                  <a:pt x="301927" y="25423"/>
                </a:lnTo>
                <a:lnTo>
                  <a:pt x="253786" y="6354"/>
                </a:lnTo>
                <a:lnTo>
                  <a:pt x="227163" y="1588"/>
                </a:lnTo>
                <a:lnTo>
                  <a:pt x="198852" y="0"/>
                </a:lnTo>
                <a:close/>
              </a:path>
              <a:path w="395605" h="420370">
                <a:moveTo>
                  <a:pt x="373462" y="104143"/>
                </a:moveTo>
                <a:lnTo>
                  <a:pt x="197428" y="104143"/>
                </a:lnTo>
                <a:lnTo>
                  <a:pt x="212325" y="105798"/>
                </a:lnTo>
                <a:lnTo>
                  <a:pt x="224863" y="110766"/>
                </a:lnTo>
                <a:lnTo>
                  <a:pt x="248668" y="145457"/>
                </a:lnTo>
                <a:lnTo>
                  <a:pt x="255309" y="184627"/>
                </a:lnTo>
                <a:lnTo>
                  <a:pt x="256138" y="208998"/>
                </a:lnTo>
                <a:lnTo>
                  <a:pt x="255321" y="233557"/>
                </a:lnTo>
                <a:lnTo>
                  <a:pt x="248779" y="273357"/>
                </a:lnTo>
                <a:lnTo>
                  <a:pt x="225270" y="309124"/>
                </a:lnTo>
                <a:lnTo>
                  <a:pt x="198130" y="315969"/>
                </a:lnTo>
                <a:lnTo>
                  <a:pt x="373801" y="315969"/>
                </a:lnTo>
                <a:lnTo>
                  <a:pt x="382159" y="297510"/>
                </a:lnTo>
                <a:lnTo>
                  <a:pt x="391943" y="255991"/>
                </a:lnTo>
                <a:lnTo>
                  <a:pt x="395202" y="208998"/>
                </a:lnTo>
                <a:lnTo>
                  <a:pt x="393686" y="178318"/>
                </a:lnTo>
                <a:lnTo>
                  <a:pt x="389136" y="149625"/>
                </a:lnTo>
                <a:lnTo>
                  <a:pt x="381548" y="122928"/>
                </a:lnTo>
                <a:lnTo>
                  <a:pt x="373462" y="1041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32009" y="6297787"/>
            <a:ext cx="137160" cy="405765"/>
          </a:xfrm>
          <a:custGeom>
            <a:avLst/>
            <a:gdLst/>
            <a:ahLst/>
            <a:cxnLst/>
            <a:rect l="l" t="t" r="r" b="b"/>
            <a:pathLst>
              <a:path w="137160" h="405765">
                <a:moveTo>
                  <a:pt x="136645" y="0"/>
                </a:moveTo>
                <a:lnTo>
                  <a:pt x="0" y="0"/>
                </a:lnTo>
                <a:lnTo>
                  <a:pt x="0" y="405432"/>
                </a:lnTo>
                <a:lnTo>
                  <a:pt x="136645" y="405432"/>
                </a:lnTo>
                <a:lnTo>
                  <a:pt x="136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32009" y="6157414"/>
            <a:ext cx="137160" cy="91440"/>
          </a:xfrm>
          <a:custGeom>
            <a:avLst/>
            <a:gdLst/>
            <a:ahLst/>
            <a:cxnLst/>
            <a:rect l="l" t="t" r="r" b="b"/>
            <a:pathLst>
              <a:path w="137160" h="91439">
                <a:moveTo>
                  <a:pt x="136645" y="0"/>
                </a:moveTo>
                <a:lnTo>
                  <a:pt x="0" y="0"/>
                </a:lnTo>
                <a:lnTo>
                  <a:pt x="0" y="91348"/>
                </a:lnTo>
                <a:lnTo>
                  <a:pt x="136645" y="91348"/>
                </a:lnTo>
                <a:lnTo>
                  <a:pt x="136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622956" y="6170326"/>
            <a:ext cx="1019175" cy="540385"/>
          </a:xfrm>
          <a:custGeom>
            <a:avLst/>
            <a:gdLst/>
            <a:ahLst/>
            <a:cxnLst/>
            <a:rect l="l" t="t" r="r" b="b"/>
            <a:pathLst>
              <a:path w="1019175" h="540384">
                <a:moveTo>
                  <a:pt x="288632" y="415505"/>
                </a:moveTo>
                <a:lnTo>
                  <a:pt x="270078" y="421614"/>
                </a:lnTo>
                <a:lnTo>
                  <a:pt x="252895" y="425983"/>
                </a:lnTo>
                <a:lnTo>
                  <a:pt x="237058" y="428612"/>
                </a:lnTo>
                <a:lnTo>
                  <a:pt x="222554" y="429488"/>
                </a:lnTo>
                <a:lnTo>
                  <a:pt x="206375" y="427024"/>
                </a:lnTo>
                <a:lnTo>
                  <a:pt x="194805" y="419646"/>
                </a:lnTo>
                <a:lnTo>
                  <a:pt x="187858" y="407339"/>
                </a:lnTo>
                <a:lnTo>
                  <a:pt x="185534" y="390105"/>
                </a:lnTo>
                <a:lnTo>
                  <a:pt x="185534" y="232308"/>
                </a:lnTo>
                <a:lnTo>
                  <a:pt x="272719" y="232308"/>
                </a:lnTo>
                <a:lnTo>
                  <a:pt x="272719" y="127482"/>
                </a:lnTo>
                <a:lnTo>
                  <a:pt x="185534" y="127482"/>
                </a:lnTo>
                <a:lnTo>
                  <a:pt x="185534" y="0"/>
                </a:lnTo>
                <a:lnTo>
                  <a:pt x="47866" y="23964"/>
                </a:lnTo>
                <a:lnTo>
                  <a:pt x="47866" y="127482"/>
                </a:lnTo>
                <a:lnTo>
                  <a:pt x="0" y="127482"/>
                </a:lnTo>
                <a:lnTo>
                  <a:pt x="0" y="232308"/>
                </a:lnTo>
                <a:lnTo>
                  <a:pt x="47866" y="232308"/>
                </a:lnTo>
                <a:lnTo>
                  <a:pt x="47866" y="399427"/>
                </a:lnTo>
                <a:lnTo>
                  <a:pt x="49758" y="432892"/>
                </a:lnTo>
                <a:lnTo>
                  <a:pt x="64947" y="485927"/>
                </a:lnTo>
                <a:lnTo>
                  <a:pt x="95846" y="520611"/>
                </a:lnTo>
                <a:lnTo>
                  <a:pt x="145465" y="537883"/>
                </a:lnTo>
                <a:lnTo>
                  <a:pt x="177469" y="540054"/>
                </a:lnTo>
                <a:lnTo>
                  <a:pt x="193725" y="539724"/>
                </a:lnTo>
                <a:lnTo>
                  <a:pt x="236029" y="534847"/>
                </a:lnTo>
                <a:lnTo>
                  <a:pt x="274967" y="523151"/>
                </a:lnTo>
                <a:lnTo>
                  <a:pt x="288632" y="517525"/>
                </a:lnTo>
                <a:lnTo>
                  <a:pt x="288632" y="415505"/>
                </a:lnTo>
                <a:close/>
              </a:path>
              <a:path w="1019175" h="540384">
                <a:moveTo>
                  <a:pt x="604875" y="415505"/>
                </a:moveTo>
                <a:lnTo>
                  <a:pt x="586320" y="421614"/>
                </a:lnTo>
                <a:lnTo>
                  <a:pt x="569137" y="425983"/>
                </a:lnTo>
                <a:lnTo>
                  <a:pt x="553313" y="428612"/>
                </a:lnTo>
                <a:lnTo>
                  <a:pt x="538822" y="429488"/>
                </a:lnTo>
                <a:lnTo>
                  <a:pt x="522630" y="427024"/>
                </a:lnTo>
                <a:lnTo>
                  <a:pt x="511060" y="419646"/>
                </a:lnTo>
                <a:lnTo>
                  <a:pt x="504113" y="407339"/>
                </a:lnTo>
                <a:lnTo>
                  <a:pt x="501802" y="390105"/>
                </a:lnTo>
                <a:lnTo>
                  <a:pt x="501802" y="232308"/>
                </a:lnTo>
                <a:lnTo>
                  <a:pt x="589026" y="232308"/>
                </a:lnTo>
                <a:lnTo>
                  <a:pt x="589026" y="127482"/>
                </a:lnTo>
                <a:lnTo>
                  <a:pt x="501802" y="127482"/>
                </a:lnTo>
                <a:lnTo>
                  <a:pt x="501802" y="0"/>
                </a:lnTo>
                <a:lnTo>
                  <a:pt x="364121" y="22402"/>
                </a:lnTo>
                <a:lnTo>
                  <a:pt x="364121" y="127482"/>
                </a:lnTo>
                <a:lnTo>
                  <a:pt x="316217" y="127482"/>
                </a:lnTo>
                <a:lnTo>
                  <a:pt x="316217" y="232308"/>
                </a:lnTo>
                <a:lnTo>
                  <a:pt x="364121" y="232308"/>
                </a:lnTo>
                <a:lnTo>
                  <a:pt x="364121" y="399427"/>
                </a:lnTo>
                <a:lnTo>
                  <a:pt x="366026" y="432892"/>
                </a:lnTo>
                <a:lnTo>
                  <a:pt x="381228" y="485927"/>
                </a:lnTo>
                <a:lnTo>
                  <a:pt x="412127" y="520611"/>
                </a:lnTo>
                <a:lnTo>
                  <a:pt x="461733" y="537883"/>
                </a:lnTo>
                <a:lnTo>
                  <a:pt x="493737" y="540054"/>
                </a:lnTo>
                <a:lnTo>
                  <a:pt x="509993" y="539724"/>
                </a:lnTo>
                <a:lnTo>
                  <a:pt x="552284" y="534847"/>
                </a:lnTo>
                <a:lnTo>
                  <a:pt x="591235" y="523151"/>
                </a:lnTo>
                <a:lnTo>
                  <a:pt x="604875" y="517525"/>
                </a:lnTo>
                <a:lnTo>
                  <a:pt x="604875" y="415505"/>
                </a:lnTo>
                <a:close/>
              </a:path>
              <a:path w="1019175" h="540384">
                <a:moveTo>
                  <a:pt x="1018743" y="305689"/>
                </a:moveTo>
                <a:lnTo>
                  <a:pt x="1015695" y="263398"/>
                </a:lnTo>
                <a:lnTo>
                  <a:pt x="1006551" y="226364"/>
                </a:lnTo>
                <a:lnTo>
                  <a:pt x="970000" y="168097"/>
                </a:lnTo>
                <a:lnTo>
                  <a:pt x="911085" y="132270"/>
                </a:lnTo>
                <a:lnTo>
                  <a:pt x="894676" y="128308"/>
                </a:lnTo>
                <a:lnTo>
                  <a:pt x="894676" y="279908"/>
                </a:lnTo>
                <a:lnTo>
                  <a:pt x="777303" y="279908"/>
                </a:lnTo>
                <a:lnTo>
                  <a:pt x="789051" y="239953"/>
                </a:lnTo>
                <a:lnTo>
                  <a:pt x="825144" y="216471"/>
                </a:lnTo>
                <a:lnTo>
                  <a:pt x="836688" y="215493"/>
                </a:lnTo>
                <a:lnTo>
                  <a:pt x="849147" y="216585"/>
                </a:lnTo>
                <a:lnTo>
                  <a:pt x="885304" y="242544"/>
                </a:lnTo>
                <a:lnTo>
                  <a:pt x="894676" y="279908"/>
                </a:lnTo>
                <a:lnTo>
                  <a:pt x="894676" y="128308"/>
                </a:lnTo>
                <a:lnTo>
                  <a:pt x="874001" y="123304"/>
                </a:lnTo>
                <a:lnTo>
                  <a:pt x="831824" y="120319"/>
                </a:lnTo>
                <a:lnTo>
                  <a:pt x="787527" y="123748"/>
                </a:lnTo>
                <a:lnTo>
                  <a:pt x="748652" y="134048"/>
                </a:lnTo>
                <a:lnTo>
                  <a:pt x="687120" y="175247"/>
                </a:lnTo>
                <a:lnTo>
                  <a:pt x="649135" y="242100"/>
                </a:lnTo>
                <a:lnTo>
                  <a:pt x="639635" y="284492"/>
                </a:lnTo>
                <a:lnTo>
                  <a:pt x="636460" y="332854"/>
                </a:lnTo>
                <a:lnTo>
                  <a:pt x="639889" y="379742"/>
                </a:lnTo>
                <a:lnTo>
                  <a:pt x="650138" y="420928"/>
                </a:lnTo>
                <a:lnTo>
                  <a:pt x="667232" y="456412"/>
                </a:lnTo>
                <a:lnTo>
                  <a:pt x="691159" y="486194"/>
                </a:lnTo>
                <a:lnTo>
                  <a:pt x="721271" y="509739"/>
                </a:lnTo>
                <a:lnTo>
                  <a:pt x="756907" y="526580"/>
                </a:lnTo>
                <a:lnTo>
                  <a:pt x="798068" y="536676"/>
                </a:lnTo>
                <a:lnTo>
                  <a:pt x="844753" y="540042"/>
                </a:lnTo>
                <a:lnTo>
                  <a:pt x="867676" y="539635"/>
                </a:lnTo>
                <a:lnTo>
                  <a:pt x="908545" y="536409"/>
                </a:lnTo>
                <a:lnTo>
                  <a:pt x="960018" y="524624"/>
                </a:lnTo>
                <a:lnTo>
                  <a:pt x="992492" y="510527"/>
                </a:lnTo>
                <a:lnTo>
                  <a:pt x="976426" y="440588"/>
                </a:lnTo>
                <a:lnTo>
                  <a:pt x="971511" y="419188"/>
                </a:lnTo>
                <a:lnTo>
                  <a:pt x="927354" y="433578"/>
                </a:lnTo>
                <a:lnTo>
                  <a:pt x="878801" y="440143"/>
                </a:lnTo>
                <a:lnTo>
                  <a:pt x="861174" y="440588"/>
                </a:lnTo>
                <a:lnTo>
                  <a:pt x="842454" y="439381"/>
                </a:lnTo>
                <a:lnTo>
                  <a:pt x="798791" y="421259"/>
                </a:lnTo>
                <a:lnTo>
                  <a:pt x="776554" y="384009"/>
                </a:lnTo>
                <a:lnTo>
                  <a:pt x="774509" y="367919"/>
                </a:lnTo>
                <a:lnTo>
                  <a:pt x="1018743" y="367919"/>
                </a:lnTo>
                <a:lnTo>
                  <a:pt x="1018743" y="3056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357625" y="6290645"/>
            <a:ext cx="382905" cy="419734"/>
          </a:xfrm>
          <a:custGeom>
            <a:avLst/>
            <a:gdLst/>
            <a:ahLst/>
            <a:cxnLst/>
            <a:rect l="l" t="t" r="r" b="b"/>
            <a:pathLst>
              <a:path w="382905" h="419734">
                <a:moveTo>
                  <a:pt x="195334" y="0"/>
                </a:moveTo>
                <a:lnTo>
                  <a:pt x="151049" y="3429"/>
                </a:lnTo>
                <a:lnTo>
                  <a:pt x="112181" y="13720"/>
                </a:lnTo>
                <a:lnTo>
                  <a:pt x="50679" y="54919"/>
                </a:lnTo>
                <a:lnTo>
                  <a:pt x="12676" y="121771"/>
                </a:lnTo>
                <a:lnTo>
                  <a:pt x="3169" y="164162"/>
                </a:lnTo>
                <a:lnTo>
                  <a:pt x="0" y="212527"/>
                </a:lnTo>
                <a:lnTo>
                  <a:pt x="3419" y="259418"/>
                </a:lnTo>
                <a:lnTo>
                  <a:pt x="13678" y="300606"/>
                </a:lnTo>
                <a:lnTo>
                  <a:pt x="30776" y="336088"/>
                </a:lnTo>
                <a:lnTo>
                  <a:pt x="54710" y="365863"/>
                </a:lnTo>
                <a:lnTo>
                  <a:pt x="84811" y="389420"/>
                </a:lnTo>
                <a:lnTo>
                  <a:pt x="120441" y="406249"/>
                </a:lnTo>
                <a:lnTo>
                  <a:pt x="161599" y="416348"/>
                </a:lnTo>
                <a:lnTo>
                  <a:pt x="208286" y="419714"/>
                </a:lnTo>
                <a:lnTo>
                  <a:pt x="231212" y="419309"/>
                </a:lnTo>
                <a:lnTo>
                  <a:pt x="272084" y="416079"/>
                </a:lnTo>
                <a:lnTo>
                  <a:pt x="323556" y="404304"/>
                </a:lnTo>
                <a:lnTo>
                  <a:pt x="356051" y="390208"/>
                </a:lnTo>
                <a:lnTo>
                  <a:pt x="339968" y="320262"/>
                </a:lnTo>
                <a:lnTo>
                  <a:pt x="224705" y="320262"/>
                </a:lnTo>
                <a:lnTo>
                  <a:pt x="205996" y="319053"/>
                </a:lnTo>
                <a:lnTo>
                  <a:pt x="162330" y="300933"/>
                </a:lnTo>
                <a:lnTo>
                  <a:pt x="140081" y="263681"/>
                </a:lnTo>
                <a:lnTo>
                  <a:pt x="138037" y="247594"/>
                </a:lnTo>
                <a:lnTo>
                  <a:pt x="382281" y="247594"/>
                </a:lnTo>
                <a:lnTo>
                  <a:pt x="382281" y="185366"/>
                </a:lnTo>
                <a:lnTo>
                  <a:pt x="380425" y="159586"/>
                </a:lnTo>
                <a:lnTo>
                  <a:pt x="140833" y="159586"/>
                </a:lnTo>
                <a:lnTo>
                  <a:pt x="143073" y="144048"/>
                </a:lnTo>
                <a:lnTo>
                  <a:pt x="168495" y="103925"/>
                </a:lnTo>
                <a:lnTo>
                  <a:pt x="200245" y="95169"/>
                </a:lnTo>
                <a:lnTo>
                  <a:pt x="364887" y="95169"/>
                </a:lnTo>
                <a:lnTo>
                  <a:pt x="354867" y="74269"/>
                </a:lnTo>
                <a:lnTo>
                  <a:pt x="333539" y="47768"/>
                </a:lnTo>
                <a:lnTo>
                  <a:pt x="306624" y="26866"/>
                </a:lnTo>
                <a:lnTo>
                  <a:pt x="274618" y="11939"/>
                </a:lnTo>
                <a:lnTo>
                  <a:pt x="237521" y="2984"/>
                </a:lnTo>
                <a:lnTo>
                  <a:pt x="195334" y="0"/>
                </a:lnTo>
                <a:close/>
              </a:path>
              <a:path w="382905" h="419734">
                <a:moveTo>
                  <a:pt x="335047" y="298860"/>
                </a:moveTo>
                <a:lnTo>
                  <a:pt x="290912" y="313257"/>
                </a:lnTo>
                <a:lnTo>
                  <a:pt x="242337" y="319823"/>
                </a:lnTo>
                <a:lnTo>
                  <a:pt x="224705" y="320262"/>
                </a:lnTo>
                <a:lnTo>
                  <a:pt x="339968" y="320262"/>
                </a:lnTo>
                <a:lnTo>
                  <a:pt x="335047" y="298860"/>
                </a:lnTo>
                <a:close/>
              </a:path>
              <a:path w="382905" h="419734">
                <a:moveTo>
                  <a:pt x="364887" y="95169"/>
                </a:moveTo>
                <a:lnTo>
                  <a:pt x="200245" y="95169"/>
                </a:lnTo>
                <a:lnTo>
                  <a:pt x="212680" y="96265"/>
                </a:lnTo>
                <a:lnTo>
                  <a:pt x="223783" y="99555"/>
                </a:lnTo>
                <a:lnTo>
                  <a:pt x="253829" y="133197"/>
                </a:lnTo>
                <a:lnTo>
                  <a:pt x="258232" y="159586"/>
                </a:lnTo>
                <a:lnTo>
                  <a:pt x="380425" y="159586"/>
                </a:lnTo>
                <a:lnTo>
                  <a:pt x="379236" y="143073"/>
                </a:lnTo>
                <a:lnTo>
                  <a:pt x="370098" y="106039"/>
                </a:lnTo>
                <a:lnTo>
                  <a:pt x="364887" y="95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84" y="7901214"/>
            <a:ext cx="6135855" cy="19126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8173" y="8433889"/>
            <a:ext cx="6008696" cy="19126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7248" y="8966545"/>
            <a:ext cx="6222763" cy="191261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853857" y="7577502"/>
            <a:ext cx="6581140" cy="2917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refers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one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or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more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of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Touche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Open Sans"/>
                <a:cs typeface="Open Sans"/>
              </a:rPr>
              <a:t>Tohmatsu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Limited</a:t>
            </a:r>
            <a:endParaRPr sz="1500">
              <a:latin typeface="Open Sans"/>
              <a:cs typeface="Open Sans"/>
            </a:endParaRPr>
          </a:p>
          <a:p>
            <a:pPr marL="12700" marR="5080">
              <a:lnSpc>
                <a:spcPct val="233000"/>
              </a:lnSpc>
            </a:pP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(collectively,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the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“Deloitte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organization”).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DTTL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(also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referred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as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“Deloitte separate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independent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entities,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which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cannot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obligate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or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bind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each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related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entity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is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liable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only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for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its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own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acts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omissions,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not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those</a:t>
            </a:r>
            <a:endParaRPr sz="1500">
              <a:latin typeface="Open Sans"/>
              <a:cs typeface="Open Sans"/>
            </a:endParaRPr>
          </a:p>
          <a:p>
            <a:pPr marL="13970" marR="112395" indent="-635">
              <a:lnSpc>
                <a:spcPct val="116500"/>
              </a:lnSpc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of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each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other.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DTTL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does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not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provide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services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clients.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Please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see</a:t>
            </a:r>
            <a:r>
              <a:rPr dirty="0" sz="1500" spc="-9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Open Sans"/>
                <a:cs typeface="Open Sans"/>
                <a:hlinkClick r:id="rId6"/>
              </a:rPr>
              <a:t>www.</a:t>
            </a:r>
            <a:r>
              <a:rPr dirty="0" sz="1500" spc="-20" b="1">
                <a:solidFill>
                  <a:srgbClr val="FFFFFF"/>
                </a:solidFill>
                <a:latin typeface="Open Sans"/>
                <a:cs typeface="Open Sans"/>
              </a:rPr>
              <a:t> deloitte.com/about</a:t>
            </a:r>
            <a:r>
              <a:rPr dirty="0" sz="1500" spc="-4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learn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more.</a:t>
            </a:r>
            <a:endParaRPr sz="1500">
              <a:latin typeface="Open Sans"/>
              <a:cs typeface="Open San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Open Sans"/>
              <a:cs typeface="Open Sans"/>
            </a:endParaRPr>
          </a:p>
          <a:p>
            <a:pPr marL="13335">
              <a:lnSpc>
                <a:spcPct val="100000"/>
              </a:lnSpc>
              <a:spcBef>
                <a:spcPts val="5"/>
              </a:spcBef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©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2021.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For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information,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contact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Touche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Open Sans"/>
                <a:cs typeface="Open Sans"/>
              </a:rPr>
              <a:t>Tohmatsu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Limited.</a:t>
            </a:r>
            <a:endParaRPr sz="15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F0F07D30-DCDE-4C84-8B27-5A8088D0C068}"/>
</file>

<file path=customXml/itemProps2.xml><?xml version="1.0" encoding="utf-8"?>
<ds:datastoreItem xmlns:ds="http://schemas.openxmlformats.org/officeDocument/2006/customXml" ds:itemID="{DA738CC3-5132-4855-8DBE-5D77DDEE3E0B}"/>
</file>

<file path=customXml/itemProps3.xml><?xml version="1.0" encoding="utf-8"?>
<ds:datastoreItem xmlns:ds="http://schemas.openxmlformats.org/officeDocument/2006/customXml" ds:itemID="{5AAC2946-A369-4A19-B486-FE2F434CEAF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GIG_Avatar Backgrounds_INDUSTRY</dc:title>
  <dcterms:created xsi:type="dcterms:W3CDTF">2022-09-01T16:03:47Z</dcterms:created>
  <dcterms:modified xsi:type="dcterms:W3CDTF">2022-09-01T16:03:47Z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2021-11-10T00:00:00Z</vt:filetime>
  </property>
  <property fmtid="{D5CDD505-2E9C-101B-9397-08002B2CF9AE}" pid="3" name="Creator">
    <vt:lpwstr>Adobe Illustrator 26.0 (Macintosh)</vt:lpwstr>
  </property>
  <property fmtid="{D5CDD505-2E9C-101B-9397-08002B2CF9AE}" pid="4" name="LastSaved">
    <vt:filetime>2022-09-01T00:00:00Z</vt:filetime>
  </property>
  <property fmtid="{D5CDD505-2E9C-101B-9397-08002B2CF9AE}" pid="5" name="Producer">
    <vt:lpwstr>Adobe PDF library 16.03</vt:lpwstr>
  </property>
  <property fmtid="{D5CDD505-2E9C-101B-9397-08002B2CF9AE}" pid="6" name="ContentTypeId">
    <vt:lpwstr>0x01010046EABACCD3B39C49923CC76F9A3899B0</vt:lpwstr>
  </property>
</Properties>
</file>